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Figtree"/>
      <p:regular r:id="rId31"/>
      <p:bold r:id="rId32"/>
      <p:italic r:id="rId33"/>
      <p:boldItalic r:id="rId34"/>
    </p:embeddedFont>
    <p:embeddedFont>
      <p:font typeface="Figtree Medium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  <p:embeddedFont>
      <p:font typeface="Figtree Light"/>
      <p:regular r:id="rId43"/>
      <p:bold r:id="rId44"/>
      <p:italic r:id="rId45"/>
      <p:boldItalic r:id="rId46"/>
    </p:embeddedFont>
    <p:embeddedFont>
      <p:font typeface="Figtree SemiBold"/>
      <p:regular r:id="rId47"/>
      <p:bold r:id="rId48"/>
      <p:italic r:id="rId49"/>
      <p:boldItalic r:id="rId50"/>
    </p:embeddedFont>
    <p:embeddedFont>
      <p:font typeface="DM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48A66F-B9B4-4309-BB0D-F9E206D85FC4}">
  <a:tblStyle styleId="{2248A66F-B9B4-4309-BB0D-F9E206D85F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44" Type="http://schemas.openxmlformats.org/officeDocument/2006/relationships/font" Target="fonts/FigtreeLight-bold.fntdata"/><Relationship Id="rId43" Type="http://schemas.openxmlformats.org/officeDocument/2006/relationships/font" Target="fonts/FigtreeLight-regular.fntdata"/><Relationship Id="rId46" Type="http://schemas.openxmlformats.org/officeDocument/2006/relationships/font" Target="fonts/FigtreeLight-boldItalic.fntdata"/><Relationship Id="rId45" Type="http://schemas.openxmlformats.org/officeDocument/2006/relationships/font" Target="fonts/Figtree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FigtreeSemiBold-bold.fntdata"/><Relationship Id="rId47" Type="http://schemas.openxmlformats.org/officeDocument/2006/relationships/font" Target="fonts/FigtreeSemiBold-regular.fntdata"/><Relationship Id="rId49" Type="http://schemas.openxmlformats.org/officeDocument/2006/relationships/font" Target="fonts/Figtree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gtree-regular.fntdata"/><Relationship Id="rId30" Type="http://schemas.openxmlformats.org/officeDocument/2006/relationships/slide" Target="slides/slide24.xml"/><Relationship Id="rId33" Type="http://schemas.openxmlformats.org/officeDocument/2006/relationships/font" Target="fonts/Figtree-italic.fntdata"/><Relationship Id="rId32" Type="http://schemas.openxmlformats.org/officeDocument/2006/relationships/font" Target="fonts/Figtree-bold.fntdata"/><Relationship Id="rId35" Type="http://schemas.openxmlformats.org/officeDocument/2006/relationships/font" Target="fonts/FigtreeMedium-regular.fntdata"/><Relationship Id="rId34" Type="http://schemas.openxmlformats.org/officeDocument/2006/relationships/font" Target="fonts/Figtree-boldItalic.fntdata"/><Relationship Id="rId37" Type="http://schemas.openxmlformats.org/officeDocument/2006/relationships/font" Target="fonts/FigtreeMedium-italic.fntdata"/><Relationship Id="rId36" Type="http://schemas.openxmlformats.org/officeDocument/2006/relationships/font" Target="fonts/FigtreeMedium-bold.fntdata"/><Relationship Id="rId39" Type="http://schemas.openxmlformats.org/officeDocument/2006/relationships/font" Target="fonts/Lato-regular.fntdata"/><Relationship Id="rId38" Type="http://schemas.openxmlformats.org/officeDocument/2006/relationships/font" Target="fonts/FigtreeMedium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Sans-regular.fntdata"/><Relationship Id="rId50" Type="http://schemas.openxmlformats.org/officeDocument/2006/relationships/font" Target="fonts/FigtreeSemiBold-boldItalic.fntdata"/><Relationship Id="rId53" Type="http://schemas.openxmlformats.org/officeDocument/2006/relationships/font" Target="fonts/DMSans-italic.fntdata"/><Relationship Id="rId52" Type="http://schemas.openxmlformats.org/officeDocument/2006/relationships/font" Target="fonts/DM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DM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a062cac63a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a062cac63a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cbecbad2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cbecbad2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ccbd8f3804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ccbd8f3804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95a4f730a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395a4f730a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a15eb8548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a15eb8548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cbecbad2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3cbecbad2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39597c75d1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39597c75d1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9597c75d1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39597c75d1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95a4f730a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395a4f730a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395a4f730ae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395a4f730a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95a4f730ae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395a4f730ae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d5260bdd8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d5260bdd8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a15eb8548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a15eb8548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2a1ae0b7b9b_0_25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2a1ae0b7b9b_0_25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54dda1946d_6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54dda1946d_6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g395ab88dea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0" name="Google Shape;1860;g395ab88dea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g395a4f730ae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6" name="Google Shape;2006;g395a4f730ae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2a1ae0b7b9b_0_25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2a1ae0b7b9b_0_25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395a4f730ae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395a4f730ae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g395a4f730ae_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5" name="Google Shape;2025;g395a4f730ae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395a4f730ae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395a4f730ae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395a4f730ae_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7" name="Google Shape;2037;g395a4f730ae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22" name="Google Shape;22;p2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713225" y="539500"/>
            <a:ext cx="4272600" cy="173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713225" y="2412750"/>
            <a:ext cx="42726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27" name="Google Shape;27;p3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39" name="Google Shape;39;p3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" name="Google Shape;40;p3"/>
          <p:cNvSpPr txBox="1"/>
          <p:nvPr>
            <p:ph type="title"/>
          </p:nvPr>
        </p:nvSpPr>
        <p:spPr>
          <a:xfrm>
            <a:off x="3981475" y="1455400"/>
            <a:ext cx="4449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" name="Google Shape;41;p3"/>
          <p:cNvSpPr txBox="1"/>
          <p:nvPr>
            <p:ph hasCustomPrompt="1" idx="2" type="title"/>
          </p:nvPr>
        </p:nvSpPr>
        <p:spPr>
          <a:xfrm>
            <a:off x="6778675" y="539500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" name="Google Shape;42;p3"/>
          <p:cNvSpPr txBox="1"/>
          <p:nvPr>
            <p:ph idx="1" type="subTitle"/>
          </p:nvPr>
        </p:nvSpPr>
        <p:spPr>
          <a:xfrm>
            <a:off x="3981475" y="2371300"/>
            <a:ext cx="4449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45" name="Google Shape;45;p4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57" name="Google Shape;57;p4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" name="Google Shape;5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" type="body"/>
          </p:nvPr>
        </p:nvSpPr>
        <p:spPr>
          <a:xfrm>
            <a:off x="720000" y="1120500"/>
            <a:ext cx="7704000" cy="4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rgbClr val="222221"/>
                </a:solidFill>
              </a:defRPr>
            </a:lvl1pPr>
            <a:lvl2pPr indent="-3175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0" name="Google Shape;60;p4"/>
          <p:cNvGrpSpPr/>
          <p:nvPr/>
        </p:nvGrpSpPr>
        <p:grpSpPr>
          <a:xfrm>
            <a:off x="7966378" y="4078529"/>
            <a:ext cx="989806" cy="920937"/>
            <a:chOff x="7966378" y="4078529"/>
            <a:chExt cx="989806" cy="920937"/>
          </a:xfrm>
        </p:grpSpPr>
        <p:grpSp>
          <p:nvGrpSpPr>
            <p:cNvPr id="61" name="Google Shape;61;p4"/>
            <p:cNvGrpSpPr/>
            <p:nvPr/>
          </p:nvGrpSpPr>
          <p:grpSpPr>
            <a:xfrm>
              <a:off x="8335436" y="4078529"/>
              <a:ext cx="620748" cy="810441"/>
              <a:chOff x="4109650" y="6360675"/>
              <a:chExt cx="1211925" cy="1582275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4668925" y="6465950"/>
                <a:ext cx="93375" cy="1275400"/>
              </a:xfrm>
              <a:custGeom>
                <a:rect b="b" l="l" r="r" t="t"/>
                <a:pathLst>
                  <a:path extrusionOk="0" h="51016" w="3735">
                    <a:moveTo>
                      <a:pt x="1" y="1"/>
                    </a:moveTo>
                    <a:lnTo>
                      <a:pt x="1" y="51016"/>
                    </a:lnTo>
                    <a:lnTo>
                      <a:pt x="3735" y="51016"/>
                    </a:lnTo>
                    <a:lnTo>
                      <a:pt x="37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4109650" y="7638275"/>
                <a:ext cx="1211925" cy="304675"/>
              </a:xfrm>
              <a:custGeom>
                <a:rect b="b" l="l" r="r" t="t"/>
                <a:pathLst>
                  <a:path extrusionOk="0" h="12187" w="48477">
                    <a:moveTo>
                      <a:pt x="7737" y="1"/>
                    </a:moveTo>
                    <a:lnTo>
                      <a:pt x="6751" y="31"/>
                    </a:lnTo>
                    <a:lnTo>
                      <a:pt x="5795" y="90"/>
                    </a:lnTo>
                    <a:lnTo>
                      <a:pt x="5317" y="150"/>
                    </a:lnTo>
                    <a:lnTo>
                      <a:pt x="4839" y="240"/>
                    </a:lnTo>
                    <a:lnTo>
                      <a:pt x="4391" y="329"/>
                    </a:lnTo>
                    <a:lnTo>
                      <a:pt x="3943" y="449"/>
                    </a:lnTo>
                    <a:lnTo>
                      <a:pt x="3525" y="598"/>
                    </a:lnTo>
                    <a:lnTo>
                      <a:pt x="3137" y="777"/>
                    </a:lnTo>
                    <a:lnTo>
                      <a:pt x="2719" y="986"/>
                    </a:lnTo>
                    <a:lnTo>
                      <a:pt x="2360" y="1255"/>
                    </a:lnTo>
                    <a:lnTo>
                      <a:pt x="2002" y="1524"/>
                    </a:lnTo>
                    <a:lnTo>
                      <a:pt x="1673" y="1853"/>
                    </a:lnTo>
                    <a:lnTo>
                      <a:pt x="1375" y="2211"/>
                    </a:lnTo>
                    <a:lnTo>
                      <a:pt x="1076" y="2599"/>
                    </a:lnTo>
                    <a:lnTo>
                      <a:pt x="837" y="3047"/>
                    </a:lnTo>
                    <a:lnTo>
                      <a:pt x="598" y="3555"/>
                    </a:lnTo>
                    <a:lnTo>
                      <a:pt x="389" y="4093"/>
                    </a:lnTo>
                    <a:lnTo>
                      <a:pt x="240" y="4720"/>
                    </a:lnTo>
                    <a:lnTo>
                      <a:pt x="90" y="5377"/>
                    </a:lnTo>
                    <a:lnTo>
                      <a:pt x="1" y="6064"/>
                    </a:lnTo>
                    <a:lnTo>
                      <a:pt x="120" y="6841"/>
                    </a:lnTo>
                    <a:lnTo>
                      <a:pt x="240" y="7528"/>
                    </a:lnTo>
                    <a:lnTo>
                      <a:pt x="389" y="8155"/>
                    </a:lnTo>
                    <a:lnTo>
                      <a:pt x="598" y="8722"/>
                    </a:lnTo>
                    <a:lnTo>
                      <a:pt x="807" y="9230"/>
                    </a:lnTo>
                    <a:lnTo>
                      <a:pt x="1076" y="9678"/>
                    </a:lnTo>
                    <a:lnTo>
                      <a:pt x="1404" y="10096"/>
                    </a:lnTo>
                    <a:lnTo>
                      <a:pt x="1584" y="10305"/>
                    </a:lnTo>
                    <a:lnTo>
                      <a:pt x="1763" y="10485"/>
                    </a:lnTo>
                    <a:lnTo>
                      <a:pt x="1972" y="10634"/>
                    </a:lnTo>
                    <a:lnTo>
                      <a:pt x="2211" y="10813"/>
                    </a:lnTo>
                    <a:lnTo>
                      <a:pt x="2719" y="11082"/>
                    </a:lnTo>
                    <a:lnTo>
                      <a:pt x="3286" y="11321"/>
                    </a:lnTo>
                    <a:lnTo>
                      <a:pt x="3943" y="11530"/>
                    </a:lnTo>
                    <a:lnTo>
                      <a:pt x="4660" y="11709"/>
                    </a:lnTo>
                    <a:lnTo>
                      <a:pt x="5496" y="11858"/>
                    </a:lnTo>
                    <a:lnTo>
                      <a:pt x="6422" y="11948"/>
                    </a:lnTo>
                    <a:lnTo>
                      <a:pt x="7438" y="12038"/>
                    </a:lnTo>
                    <a:lnTo>
                      <a:pt x="8573" y="12127"/>
                    </a:lnTo>
                    <a:lnTo>
                      <a:pt x="9797" y="12157"/>
                    </a:lnTo>
                    <a:lnTo>
                      <a:pt x="12665" y="12187"/>
                    </a:lnTo>
                    <a:lnTo>
                      <a:pt x="16040" y="12187"/>
                    </a:lnTo>
                    <a:lnTo>
                      <a:pt x="19983" y="12157"/>
                    </a:lnTo>
                    <a:lnTo>
                      <a:pt x="24552" y="12097"/>
                    </a:lnTo>
                    <a:lnTo>
                      <a:pt x="29809" y="12038"/>
                    </a:lnTo>
                    <a:lnTo>
                      <a:pt x="35753" y="12038"/>
                    </a:lnTo>
                    <a:lnTo>
                      <a:pt x="42473" y="12097"/>
                    </a:lnTo>
                    <a:lnTo>
                      <a:pt x="42832" y="12068"/>
                    </a:lnTo>
                    <a:lnTo>
                      <a:pt x="43220" y="12038"/>
                    </a:lnTo>
                    <a:lnTo>
                      <a:pt x="43549" y="11978"/>
                    </a:lnTo>
                    <a:lnTo>
                      <a:pt x="43907" y="11888"/>
                    </a:lnTo>
                    <a:lnTo>
                      <a:pt x="44236" y="11799"/>
                    </a:lnTo>
                    <a:lnTo>
                      <a:pt x="44534" y="11709"/>
                    </a:lnTo>
                    <a:lnTo>
                      <a:pt x="45132" y="11440"/>
                    </a:lnTo>
                    <a:lnTo>
                      <a:pt x="45699" y="11142"/>
                    </a:lnTo>
                    <a:lnTo>
                      <a:pt x="46207" y="10783"/>
                    </a:lnTo>
                    <a:lnTo>
                      <a:pt x="46655" y="10395"/>
                    </a:lnTo>
                    <a:lnTo>
                      <a:pt x="47073" y="9947"/>
                    </a:lnTo>
                    <a:lnTo>
                      <a:pt x="47402" y="9469"/>
                    </a:lnTo>
                    <a:lnTo>
                      <a:pt x="47730" y="8991"/>
                    </a:lnTo>
                    <a:lnTo>
                      <a:pt x="47969" y="8453"/>
                    </a:lnTo>
                    <a:lnTo>
                      <a:pt x="48178" y="7886"/>
                    </a:lnTo>
                    <a:lnTo>
                      <a:pt x="48328" y="7348"/>
                    </a:lnTo>
                    <a:lnTo>
                      <a:pt x="48417" y="6751"/>
                    </a:lnTo>
                    <a:lnTo>
                      <a:pt x="48477" y="6183"/>
                    </a:lnTo>
                    <a:lnTo>
                      <a:pt x="48447" y="5586"/>
                    </a:lnTo>
                    <a:lnTo>
                      <a:pt x="48387" y="5019"/>
                    </a:lnTo>
                    <a:lnTo>
                      <a:pt x="48268" y="4451"/>
                    </a:lnTo>
                    <a:lnTo>
                      <a:pt x="48089" y="3884"/>
                    </a:lnTo>
                    <a:lnTo>
                      <a:pt x="47850" y="3346"/>
                    </a:lnTo>
                    <a:lnTo>
                      <a:pt x="47551" y="2838"/>
                    </a:lnTo>
                    <a:lnTo>
                      <a:pt x="47222" y="2360"/>
                    </a:lnTo>
                    <a:lnTo>
                      <a:pt x="46804" y="1882"/>
                    </a:lnTo>
                    <a:lnTo>
                      <a:pt x="46326" y="1464"/>
                    </a:lnTo>
                    <a:lnTo>
                      <a:pt x="46087" y="1285"/>
                    </a:lnTo>
                    <a:lnTo>
                      <a:pt x="45819" y="1106"/>
                    </a:lnTo>
                    <a:lnTo>
                      <a:pt x="45520" y="927"/>
                    </a:lnTo>
                    <a:lnTo>
                      <a:pt x="45221" y="777"/>
                    </a:lnTo>
                    <a:lnTo>
                      <a:pt x="44893" y="628"/>
                    </a:lnTo>
                    <a:lnTo>
                      <a:pt x="44564" y="509"/>
                    </a:lnTo>
                    <a:lnTo>
                      <a:pt x="44236" y="389"/>
                    </a:lnTo>
                    <a:lnTo>
                      <a:pt x="43847" y="270"/>
                    </a:lnTo>
                    <a:lnTo>
                      <a:pt x="43489" y="180"/>
                    </a:lnTo>
                    <a:lnTo>
                      <a:pt x="43101" y="120"/>
                    </a:lnTo>
                    <a:lnTo>
                      <a:pt x="42682" y="61"/>
                    </a:lnTo>
                    <a:lnTo>
                      <a:pt x="42264" y="31"/>
                    </a:lnTo>
                    <a:lnTo>
                      <a:pt x="41816" y="1"/>
                    </a:lnTo>
                    <a:lnTo>
                      <a:pt x="41368" y="1"/>
                    </a:lnTo>
                    <a:lnTo>
                      <a:pt x="40890" y="31"/>
                    </a:lnTo>
                    <a:lnTo>
                      <a:pt x="40383" y="61"/>
                    </a:lnTo>
                    <a:lnTo>
                      <a:pt x="12545" y="61"/>
                    </a:lnTo>
                    <a:lnTo>
                      <a:pt x="11649" y="90"/>
                    </a:lnTo>
                    <a:lnTo>
                      <a:pt x="10693" y="90"/>
                    </a:lnTo>
                    <a:lnTo>
                      <a:pt x="8752" y="31"/>
                    </a:lnTo>
                    <a:lnTo>
                      <a:pt x="77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4201500" y="7338100"/>
                <a:ext cx="1027500" cy="303950"/>
              </a:xfrm>
              <a:custGeom>
                <a:rect b="b" l="l" r="r" t="t"/>
                <a:pathLst>
                  <a:path extrusionOk="0" h="12158" w="41100">
                    <a:moveTo>
                      <a:pt x="7169" y="1"/>
                    </a:moveTo>
                    <a:lnTo>
                      <a:pt x="6213" y="60"/>
                    </a:lnTo>
                    <a:lnTo>
                      <a:pt x="5317" y="150"/>
                    </a:lnTo>
                    <a:lnTo>
                      <a:pt x="4839" y="210"/>
                    </a:lnTo>
                    <a:lnTo>
                      <a:pt x="4421" y="329"/>
                    </a:lnTo>
                    <a:lnTo>
                      <a:pt x="3973" y="419"/>
                    </a:lnTo>
                    <a:lnTo>
                      <a:pt x="3555" y="568"/>
                    </a:lnTo>
                    <a:lnTo>
                      <a:pt x="3166" y="747"/>
                    </a:lnTo>
                    <a:lnTo>
                      <a:pt x="2778" y="927"/>
                    </a:lnTo>
                    <a:lnTo>
                      <a:pt x="2420" y="1166"/>
                    </a:lnTo>
                    <a:lnTo>
                      <a:pt x="2061" y="1434"/>
                    </a:lnTo>
                    <a:lnTo>
                      <a:pt x="1733" y="1733"/>
                    </a:lnTo>
                    <a:lnTo>
                      <a:pt x="1434" y="2062"/>
                    </a:lnTo>
                    <a:lnTo>
                      <a:pt x="1165" y="2420"/>
                    </a:lnTo>
                    <a:lnTo>
                      <a:pt x="896" y="2838"/>
                    </a:lnTo>
                    <a:lnTo>
                      <a:pt x="687" y="3316"/>
                    </a:lnTo>
                    <a:lnTo>
                      <a:pt x="478" y="3824"/>
                    </a:lnTo>
                    <a:lnTo>
                      <a:pt x="299" y="4361"/>
                    </a:lnTo>
                    <a:lnTo>
                      <a:pt x="180" y="4959"/>
                    </a:lnTo>
                    <a:lnTo>
                      <a:pt x="90" y="5616"/>
                    </a:lnTo>
                    <a:lnTo>
                      <a:pt x="0" y="6333"/>
                    </a:lnTo>
                    <a:lnTo>
                      <a:pt x="150" y="7050"/>
                    </a:lnTo>
                    <a:lnTo>
                      <a:pt x="299" y="7707"/>
                    </a:lnTo>
                    <a:lnTo>
                      <a:pt x="448" y="8274"/>
                    </a:lnTo>
                    <a:lnTo>
                      <a:pt x="658" y="8812"/>
                    </a:lnTo>
                    <a:lnTo>
                      <a:pt x="896" y="9320"/>
                    </a:lnTo>
                    <a:lnTo>
                      <a:pt x="1165" y="9768"/>
                    </a:lnTo>
                    <a:lnTo>
                      <a:pt x="1494" y="10156"/>
                    </a:lnTo>
                    <a:lnTo>
                      <a:pt x="1852" y="10484"/>
                    </a:lnTo>
                    <a:lnTo>
                      <a:pt x="2270" y="10813"/>
                    </a:lnTo>
                    <a:lnTo>
                      <a:pt x="2718" y="11082"/>
                    </a:lnTo>
                    <a:lnTo>
                      <a:pt x="3256" y="11321"/>
                    </a:lnTo>
                    <a:lnTo>
                      <a:pt x="3824" y="11500"/>
                    </a:lnTo>
                    <a:lnTo>
                      <a:pt x="4481" y="11679"/>
                    </a:lnTo>
                    <a:lnTo>
                      <a:pt x="5198" y="11799"/>
                    </a:lnTo>
                    <a:lnTo>
                      <a:pt x="6004" y="11918"/>
                    </a:lnTo>
                    <a:lnTo>
                      <a:pt x="6870" y="12008"/>
                    </a:lnTo>
                    <a:lnTo>
                      <a:pt x="7826" y="12068"/>
                    </a:lnTo>
                    <a:lnTo>
                      <a:pt x="8901" y="12127"/>
                    </a:lnTo>
                    <a:lnTo>
                      <a:pt x="11261" y="12157"/>
                    </a:lnTo>
                    <a:lnTo>
                      <a:pt x="14039" y="12157"/>
                    </a:lnTo>
                    <a:lnTo>
                      <a:pt x="17264" y="12127"/>
                    </a:lnTo>
                    <a:lnTo>
                      <a:pt x="20938" y="12068"/>
                    </a:lnTo>
                    <a:lnTo>
                      <a:pt x="25120" y="12038"/>
                    </a:lnTo>
                    <a:lnTo>
                      <a:pt x="29839" y="12038"/>
                    </a:lnTo>
                    <a:lnTo>
                      <a:pt x="35126" y="12068"/>
                    </a:lnTo>
                    <a:lnTo>
                      <a:pt x="35514" y="12038"/>
                    </a:lnTo>
                    <a:lnTo>
                      <a:pt x="35872" y="12008"/>
                    </a:lnTo>
                    <a:lnTo>
                      <a:pt x="36231" y="11948"/>
                    </a:lnTo>
                    <a:lnTo>
                      <a:pt x="36589" y="11858"/>
                    </a:lnTo>
                    <a:lnTo>
                      <a:pt x="37246" y="11649"/>
                    </a:lnTo>
                    <a:lnTo>
                      <a:pt x="37844" y="11410"/>
                    </a:lnTo>
                    <a:lnTo>
                      <a:pt x="38381" y="11112"/>
                    </a:lnTo>
                    <a:lnTo>
                      <a:pt x="38889" y="10753"/>
                    </a:lnTo>
                    <a:lnTo>
                      <a:pt x="39337" y="10365"/>
                    </a:lnTo>
                    <a:lnTo>
                      <a:pt x="39725" y="9917"/>
                    </a:lnTo>
                    <a:lnTo>
                      <a:pt x="40084" y="9469"/>
                    </a:lnTo>
                    <a:lnTo>
                      <a:pt x="40382" y="8961"/>
                    </a:lnTo>
                    <a:lnTo>
                      <a:pt x="40621" y="8453"/>
                    </a:lnTo>
                    <a:lnTo>
                      <a:pt x="40830" y="7916"/>
                    </a:lnTo>
                    <a:lnTo>
                      <a:pt x="40980" y="7348"/>
                    </a:lnTo>
                    <a:lnTo>
                      <a:pt x="41069" y="6781"/>
                    </a:lnTo>
                    <a:lnTo>
                      <a:pt x="41099" y="6213"/>
                    </a:lnTo>
                    <a:lnTo>
                      <a:pt x="41099" y="5646"/>
                    </a:lnTo>
                    <a:lnTo>
                      <a:pt x="41039" y="5078"/>
                    </a:lnTo>
                    <a:lnTo>
                      <a:pt x="40920" y="4541"/>
                    </a:lnTo>
                    <a:lnTo>
                      <a:pt x="40741" y="3973"/>
                    </a:lnTo>
                    <a:lnTo>
                      <a:pt x="40532" y="3465"/>
                    </a:lnTo>
                    <a:lnTo>
                      <a:pt x="40263" y="2958"/>
                    </a:lnTo>
                    <a:lnTo>
                      <a:pt x="39964" y="2450"/>
                    </a:lnTo>
                    <a:lnTo>
                      <a:pt x="39576" y="2002"/>
                    </a:lnTo>
                    <a:lnTo>
                      <a:pt x="39158" y="1584"/>
                    </a:lnTo>
                    <a:lnTo>
                      <a:pt x="38710" y="1225"/>
                    </a:lnTo>
                    <a:lnTo>
                      <a:pt x="38172" y="867"/>
                    </a:lnTo>
                    <a:lnTo>
                      <a:pt x="37605" y="598"/>
                    </a:lnTo>
                    <a:lnTo>
                      <a:pt x="36977" y="359"/>
                    </a:lnTo>
                    <a:lnTo>
                      <a:pt x="36290" y="180"/>
                    </a:lnTo>
                    <a:lnTo>
                      <a:pt x="35932" y="120"/>
                    </a:lnTo>
                    <a:lnTo>
                      <a:pt x="35574" y="60"/>
                    </a:lnTo>
                    <a:lnTo>
                      <a:pt x="35185" y="31"/>
                    </a:lnTo>
                    <a:lnTo>
                      <a:pt x="11769" y="31"/>
                    </a:lnTo>
                    <a:lnTo>
                      <a:pt x="10902" y="60"/>
                    </a:lnTo>
                    <a:lnTo>
                      <a:pt x="10006" y="60"/>
                    </a:lnTo>
                    <a:lnTo>
                      <a:pt x="812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296325" y="7037925"/>
                <a:ext cx="838575" cy="301700"/>
              </a:xfrm>
              <a:custGeom>
                <a:rect b="b" l="l" r="r" t="t"/>
                <a:pathLst>
                  <a:path extrusionOk="0" h="12068" w="33543">
                    <a:moveTo>
                      <a:pt x="11112" y="1"/>
                    </a:moveTo>
                    <a:lnTo>
                      <a:pt x="7647" y="31"/>
                    </a:lnTo>
                    <a:lnTo>
                      <a:pt x="6303" y="60"/>
                    </a:lnTo>
                    <a:lnTo>
                      <a:pt x="5317" y="90"/>
                    </a:lnTo>
                    <a:lnTo>
                      <a:pt x="4750" y="120"/>
                    </a:lnTo>
                    <a:lnTo>
                      <a:pt x="4600" y="150"/>
                    </a:lnTo>
                    <a:lnTo>
                      <a:pt x="4600" y="180"/>
                    </a:lnTo>
                    <a:lnTo>
                      <a:pt x="4630" y="180"/>
                    </a:lnTo>
                    <a:lnTo>
                      <a:pt x="4093" y="329"/>
                    </a:lnTo>
                    <a:lnTo>
                      <a:pt x="3585" y="538"/>
                    </a:lnTo>
                    <a:lnTo>
                      <a:pt x="3107" y="747"/>
                    </a:lnTo>
                    <a:lnTo>
                      <a:pt x="2689" y="1016"/>
                    </a:lnTo>
                    <a:lnTo>
                      <a:pt x="2271" y="1315"/>
                    </a:lnTo>
                    <a:lnTo>
                      <a:pt x="1912" y="1643"/>
                    </a:lnTo>
                    <a:lnTo>
                      <a:pt x="1554" y="1972"/>
                    </a:lnTo>
                    <a:lnTo>
                      <a:pt x="1255" y="2360"/>
                    </a:lnTo>
                    <a:lnTo>
                      <a:pt x="986" y="2749"/>
                    </a:lnTo>
                    <a:lnTo>
                      <a:pt x="718" y="3167"/>
                    </a:lnTo>
                    <a:lnTo>
                      <a:pt x="508" y="3585"/>
                    </a:lnTo>
                    <a:lnTo>
                      <a:pt x="359" y="4033"/>
                    </a:lnTo>
                    <a:lnTo>
                      <a:pt x="210" y="4511"/>
                    </a:lnTo>
                    <a:lnTo>
                      <a:pt x="90" y="4959"/>
                    </a:lnTo>
                    <a:lnTo>
                      <a:pt x="31" y="5437"/>
                    </a:lnTo>
                    <a:lnTo>
                      <a:pt x="1" y="5915"/>
                    </a:lnTo>
                    <a:lnTo>
                      <a:pt x="1" y="6393"/>
                    </a:lnTo>
                    <a:lnTo>
                      <a:pt x="31" y="6870"/>
                    </a:lnTo>
                    <a:lnTo>
                      <a:pt x="120" y="7318"/>
                    </a:lnTo>
                    <a:lnTo>
                      <a:pt x="240" y="7796"/>
                    </a:lnTo>
                    <a:lnTo>
                      <a:pt x="389" y="8244"/>
                    </a:lnTo>
                    <a:lnTo>
                      <a:pt x="568" y="8692"/>
                    </a:lnTo>
                    <a:lnTo>
                      <a:pt x="777" y="9111"/>
                    </a:lnTo>
                    <a:lnTo>
                      <a:pt x="1046" y="9529"/>
                    </a:lnTo>
                    <a:lnTo>
                      <a:pt x="1375" y="9917"/>
                    </a:lnTo>
                    <a:lnTo>
                      <a:pt x="1703" y="10275"/>
                    </a:lnTo>
                    <a:lnTo>
                      <a:pt x="2091" y="10634"/>
                    </a:lnTo>
                    <a:lnTo>
                      <a:pt x="2510" y="10932"/>
                    </a:lnTo>
                    <a:lnTo>
                      <a:pt x="2988" y="11231"/>
                    </a:lnTo>
                    <a:lnTo>
                      <a:pt x="3495" y="11500"/>
                    </a:lnTo>
                    <a:lnTo>
                      <a:pt x="4033" y="11709"/>
                    </a:lnTo>
                    <a:lnTo>
                      <a:pt x="4630" y="11888"/>
                    </a:lnTo>
                    <a:lnTo>
                      <a:pt x="5377" y="11978"/>
                    </a:lnTo>
                    <a:lnTo>
                      <a:pt x="5944" y="12038"/>
                    </a:lnTo>
                    <a:lnTo>
                      <a:pt x="6363" y="12067"/>
                    </a:lnTo>
                    <a:lnTo>
                      <a:pt x="6751" y="12067"/>
                    </a:lnTo>
                    <a:lnTo>
                      <a:pt x="7737" y="12038"/>
                    </a:lnTo>
                    <a:lnTo>
                      <a:pt x="27569" y="12038"/>
                    </a:lnTo>
                    <a:lnTo>
                      <a:pt x="28286" y="11978"/>
                    </a:lnTo>
                    <a:lnTo>
                      <a:pt x="29003" y="11829"/>
                    </a:lnTo>
                    <a:lnTo>
                      <a:pt x="29630" y="11649"/>
                    </a:lnTo>
                    <a:lnTo>
                      <a:pt x="30227" y="11410"/>
                    </a:lnTo>
                    <a:lnTo>
                      <a:pt x="30765" y="11112"/>
                    </a:lnTo>
                    <a:lnTo>
                      <a:pt x="31273" y="10783"/>
                    </a:lnTo>
                    <a:lnTo>
                      <a:pt x="31721" y="10395"/>
                    </a:lnTo>
                    <a:lnTo>
                      <a:pt x="32109" y="9977"/>
                    </a:lnTo>
                    <a:lnTo>
                      <a:pt x="32468" y="9559"/>
                    </a:lnTo>
                    <a:lnTo>
                      <a:pt x="32766" y="9081"/>
                    </a:lnTo>
                    <a:lnTo>
                      <a:pt x="33005" y="8573"/>
                    </a:lnTo>
                    <a:lnTo>
                      <a:pt x="33214" y="8065"/>
                    </a:lnTo>
                    <a:lnTo>
                      <a:pt x="33364" y="7557"/>
                    </a:lnTo>
                    <a:lnTo>
                      <a:pt x="33453" y="7020"/>
                    </a:lnTo>
                    <a:lnTo>
                      <a:pt x="33513" y="6452"/>
                    </a:lnTo>
                    <a:lnTo>
                      <a:pt x="33543" y="5915"/>
                    </a:lnTo>
                    <a:lnTo>
                      <a:pt x="33513" y="5377"/>
                    </a:lnTo>
                    <a:lnTo>
                      <a:pt x="33423" y="4839"/>
                    </a:lnTo>
                    <a:lnTo>
                      <a:pt x="33304" y="4302"/>
                    </a:lnTo>
                    <a:lnTo>
                      <a:pt x="33125" y="3764"/>
                    </a:lnTo>
                    <a:lnTo>
                      <a:pt x="32886" y="3286"/>
                    </a:lnTo>
                    <a:lnTo>
                      <a:pt x="32617" y="2778"/>
                    </a:lnTo>
                    <a:lnTo>
                      <a:pt x="32318" y="2330"/>
                    </a:lnTo>
                    <a:lnTo>
                      <a:pt x="31960" y="1912"/>
                    </a:lnTo>
                    <a:lnTo>
                      <a:pt x="31542" y="1524"/>
                    </a:lnTo>
                    <a:lnTo>
                      <a:pt x="31094" y="1166"/>
                    </a:lnTo>
                    <a:lnTo>
                      <a:pt x="30616" y="837"/>
                    </a:lnTo>
                    <a:lnTo>
                      <a:pt x="30078" y="568"/>
                    </a:lnTo>
                    <a:lnTo>
                      <a:pt x="29481" y="359"/>
                    </a:lnTo>
                    <a:lnTo>
                      <a:pt x="28853" y="180"/>
                    </a:lnTo>
                    <a:lnTo>
                      <a:pt x="28167" y="60"/>
                    </a:lnTo>
                    <a:lnTo>
                      <a:pt x="27450" y="31"/>
                    </a:lnTo>
                    <a:lnTo>
                      <a:pt x="23119" y="31"/>
                    </a:lnTo>
                    <a:lnTo>
                      <a:pt x="151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4385925" y="6734025"/>
                <a:ext cx="658625" cy="304675"/>
              </a:xfrm>
              <a:custGeom>
                <a:rect b="b" l="l" r="r" t="t"/>
                <a:pathLst>
                  <a:path extrusionOk="0" h="12187" w="26345">
                    <a:moveTo>
                      <a:pt x="6303" y="0"/>
                    </a:moveTo>
                    <a:lnTo>
                      <a:pt x="5945" y="30"/>
                    </a:lnTo>
                    <a:lnTo>
                      <a:pt x="5258" y="150"/>
                    </a:lnTo>
                    <a:lnTo>
                      <a:pt x="4571" y="329"/>
                    </a:lnTo>
                    <a:lnTo>
                      <a:pt x="3973" y="538"/>
                    </a:lnTo>
                    <a:lnTo>
                      <a:pt x="3376" y="837"/>
                    </a:lnTo>
                    <a:lnTo>
                      <a:pt x="2838" y="1165"/>
                    </a:lnTo>
                    <a:lnTo>
                      <a:pt x="2331" y="1524"/>
                    </a:lnTo>
                    <a:lnTo>
                      <a:pt x="1883" y="1942"/>
                    </a:lnTo>
                    <a:lnTo>
                      <a:pt x="1464" y="2390"/>
                    </a:lnTo>
                    <a:lnTo>
                      <a:pt x="1106" y="2868"/>
                    </a:lnTo>
                    <a:lnTo>
                      <a:pt x="777" y="3375"/>
                    </a:lnTo>
                    <a:lnTo>
                      <a:pt x="509" y="3913"/>
                    </a:lnTo>
                    <a:lnTo>
                      <a:pt x="300" y="4481"/>
                    </a:lnTo>
                    <a:lnTo>
                      <a:pt x="150" y="5018"/>
                    </a:lnTo>
                    <a:lnTo>
                      <a:pt x="31" y="5616"/>
                    </a:lnTo>
                    <a:lnTo>
                      <a:pt x="1" y="6183"/>
                    </a:lnTo>
                    <a:lnTo>
                      <a:pt x="1" y="6751"/>
                    </a:lnTo>
                    <a:lnTo>
                      <a:pt x="61" y="7318"/>
                    </a:lnTo>
                    <a:lnTo>
                      <a:pt x="210" y="7886"/>
                    </a:lnTo>
                    <a:lnTo>
                      <a:pt x="389" y="8423"/>
                    </a:lnTo>
                    <a:lnTo>
                      <a:pt x="628" y="8961"/>
                    </a:lnTo>
                    <a:lnTo>
                      <a:pt x="957" y="9469"/>
                    </a:lnTo>
                    <a:lnTo>
                      <a:pt x="1136" y="9708"/>
                    </a:lnTo>
                    <a:lnTo>
                      <a:pt x="1345" y="9946"/>
                    </a:lnTo>
                    <a:lnTo>
                      <a:pt x="1554" y="10185"/>
                    </a:lnTo>
                    <a:lnTo>
                      <a:pt x="1793" y="10394"/>
                    </a:lnTo>
                    <a:lnTo>
                      <a:pt x="2062" y="10604"/>
                    </a:lnTo>
                    <a:lnTo>
                      <a:pt x="2331" y="10813"/>
                    </a:lnTo>
                    <a:lnTo>
                      <a:pt x="2599" y="11022"/>
                    </a:lnTo>
                    <a:lnTo>
                      <a:pt x="2928" y="11201"/>
                    </a:lnTo>
                    <a:lnTo>
                      <a:pt x="3257" y="11350"/>
                    </a:lnTo>
                    <a:lnTo>
                      <a:pt x="3585" y="11529"/>
                    </a:lnTo>
                    <a:lnTo>
                      <a:pt x="3944" y="11649"/>
                    </a:lnTo>
                    <a:lnTo>
                      <a:pt x="4332" y="11798"/>
                    </a:lnTo>
                    <a:lnTo>
                      <a:pt x="4720" y="11918"/>
                    </a:lnTo>
                    <a:lnTo>
                      <a:pt x="5138" y="12007"/>
                    </a:lnTo>
                    <a:lnTo>
                      <a:pt x="5586" y="12097"/>
                    </a:lnTo>
                    <a:lnTo>
                      <a:pt x="6034" y="12187"/>
                    </a:lnTo>
                    <a:lnTo>
                      <a:pt x="20341" y="12187"/>
                    </a:lnTo>
                    <a:lnTo>
                      <a:pt x="20968" y="12127"/>
                    </a:lnTo>
                    <a:lnTo>
                      <a:pt x="21596" y="12037"/>
                    </a:lnTo>
                    <a:lnTo>
                      <a:pt x="22163" y="11888"/>
                    </a:lnTo>
                    <a:lnTo>
                      <a:pt x="22701" y="11709"/>
                    </a:lnTo>
                    <a:lnTo>
                      <a:pt x="23209" y="11470"/>
                    </a:lnTo>
                    <a:lnTo>
                      <a:pt x="23686" y="11171"/>
                    </a:lnTo>
                    <a:lnTo>
                      <a:pt x="24105" y="10843"/>
                    </a:lnTo>
                    <a:lnTo>
                      <a:pt x="24493" y="10484"/>
                    </a:lnTo>
                    <a:lnTo>
                      <a:pt x="24881" y="10096"/>
                    </a:lnTo>
                    <a:lnTo>
                      <a:pt x="25180" y="9708"/>
                    </a:lnTo>
                    <a:lnTo>
                      <a:pt x="25479" y="9259"/>
                    </a:lnTo>
                    <a:lnTo>
                      <a:pt x="25718" y="8782"/>
                    </a:lnTo>
                    <a:lnTo>
                      <a:pt x="25927" y="8304"/>
                    </a:lnTo>
                    <a:lnTo>
                      <a:pt x="26076" y="7826"/>
                    </a:lnTo>
                    <a:lnTo>
                      <a:pt x="26225" y="7318"/>
                    </a:lnTo>
                    <a:lnTo>
                      <a:pt x="26285" y="6810"/>
                    </a:lnTo>
                    <a:lnTo>
                      <a:pt x="26345" y="6273"/>
                    </a:lnTo>
                    <a:lnTo>
                      <a:pt x="26345" y="5765"/>
                    </a:lnTo>
                    <a:lnTo>
                      <a:pt x="26285" y="5257"/>
                    </a:lnTo>
                    <a:lnTo>
                      <a:pt x="26195" y="4720"/>
                    </a:lnTo>
                    <a:lnTo>
                      <a:pt x="26076" y="4242"/>
                    </a:lnTo>
                    <a:lnTo>
                      <a:pt x="25897" y="3734"/>
                    </a:lnTo>
                    <a:lnTo>
                      <a:pt x="25658" y="3256"/>
                    </a:lnTo>
                    <a:lnTo>
                      <a:pt x="25389" y="2808"/>
                    </a:lnTo>
                    <a:lnTo>
                      <a:pt x="25060" y="2390"/>
                    </a:lnTo>
                    <a:lnTo>
                      <a:pt x="24702" y="1972"/>
                    </a:lnTo>
                    <a:lnTo>
                      <a:pt x="24284" y="1583"/>
                    </a:lnTo>
                    <a:lnTo>
                      <a:pt x="23806" y="1255"/>
                    </a:lnTo>
                    <a:lnTo>
                      <a:pt x="23298" y="926"/>
                    </a:lnTo>
                    <a:lnTo>
                      <a:pt x="22731" y="657"/>
                    </a:lnTo>
                    <a:lnTo>
                      <a:pt x="22103" y="448"/>
                    </a:lnTo>
                    <a:lnTo>
                      <a:pt x="21446" y="239"/>
                    </a:lnTo>
                    <a:lnTo>
                      <a:pt x="20759" y="180"/>
                    </a:lnTo>
                    <a:lnTo>
                      <a:pt x="20132" y="150"/>
                    </a:lnTo>
                    <a:lnTo>
                      <a:pt x="19475" y="120"/>
                    </a:lnTo>
                    <a:lnTo>
                      <a:pt x="18728" y="150"/>
                    </a:lnTo>
                    <a:lnTo>
                      <a:pt x="8245" y="150"/>
                    </a:lnTo>
                    <a:lnTo>
                      <a:pt x="7826" y="90"/>
                    </a:lnTo>
                    <a:lnTo>
                      <a:pt x="7438" y="30"/>
                    </a:lnTo>
                    <a:lnTo>
                      <a:pt x="7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4494200" y="6360675"/>
                <a:ext cx="442825" cy="308400"/>
              </a:xfrm>
              <a:custGeom>
                <a:rect b="b" l="l" r="r" t="t"/>
                <a:pathLst>
                  <a:path extrusionOk="0" h="12336" w="17713">
                    <a:moveTo>
                      <a:pt x="7886" y="0"/>
                    </a:moveTo>
                    <a:lnTo>
                      <a:pt x="7139" y="60"/>
                    </a:lnTo>
                    <a:lnTo>
                      <a:pt x="6333" y="120"/>
                    </a:lnTo>
                    <a:lnTo>
                      <a:pt x="5526" y="209"/>
                    </a:lnTo>
                    <a:lnTo>
                      <a:pt x="4690" y="329"/>
                    </a:lnTo>
                    <a:lnTo>
                      <a:pt x="4152" y="448"/>
                    </a:lnTo>
                    <a:lnTo>
                      <a:pt x="3645" y="627"/>
                    </a:lnTo>
                    <a:lnTo>
                      <a:pt x="3167" y="866"/>
                    </a:lnTo>
                    <a:lnTo>
                      <a:pt x="2719" y="1165"/>
                    </a:lnTo>
                    <a:lnTo>
                      <a:pt x="2271" y="1523"/>
                    </a:lnTo>
                    <a:lnTo>
                      <a:pt x="1853" y="1912"/>
                    </a:lnTo>
                    <a:lnTo>
                      <a:pt x="1494" y="2360"/>
                    </a:lnTo>
                    <a:lnTo>
                      <a:pt x="1136" y="2808"/>
                    </a:lnTo>
                    <a:lnTo>
                      <a:pt x="837" y="3316"/>
                    </a:lnTo>
                    <a:lnTo>
                      <a:pt x="598" y="3853"/>
                    </a:lnTo>
                    <a:lnTo>
                      <a:pt x="359" y="4391"/>
                    </a:lnTo>
                    <a:lnTo>
                      <a:pt x="210" y="4958"/>
                    </a:lnTo>
                    <a:lnTo>
                      <a:pt x="90" y="5526"/>
                    </a:lnTo>
                    <a:lnTo>
                      <a:pt x="31" y="6093"/>
                    </a:lnTo>
                    <a:lnTo>
                      <a:pt x="1" y="6691"/>
                    </a:lnTo>
                    <a:lnTo>
                      <a:pt x="61" y="7258"/>
                    </a:lnTo>
                    <a:lnTo>
                      <a:pt x="180" y="7826"/>
                    </a:lnTo>
                    <a:lnTo>
                      <a:pt x="359" y="8393"/>
                    </a:lnTo>
                    <a:lnTo>
                      <a:pt x="479" y="8662"/>
                    </a:lnTo>
                    <a:lnTo>
                      <a:pt x="598" y="8931"/>
                    </a:lnTo>
                    <a:lnTo>
                      <a:pt x="777" y="9200"/>
                    </a:lnTo>
                    <a:lnTo>
                      <a:pt x="927" y="9439"/>
                    </a:lnTo>
                    <a:lnTo>
                      <a:pt x="1136" y="9678"/>
                    </a:lnTo>
                    <a:lnTo>
                      <a:pt x="1345" y="9946"/>
                    </a:lnTo>
                    <a:lnTo>
                      <a:pt x="1584" y="10155"/>
                    </a:lnTo>
                    <a:lnTo>
                      <a:pt x="1823" y="10394"/>
                    </a:lnTo>
                    <a:lnTo>
                      <a:pt x="2092" y="10603"/>
                    </a:lnTo>
                    <a:lnTo>
                      <a:pt x="2390" y="10813"/>
                    </a:lnTo>
                    <a:lnTo>
                      <a:pt x="2689" y="11022"/>
                    </a:lnTo>
                    <a:lnTo>
                      <a:pt x="3018" y="11201"/>
                    </a:lnTo>
                    <a:lnTo>
                      <a:pt x="3376" y="11380"/>
                    </a:lnTo>
                    <a:lnTo>
                      <a:pt x="3764" y="11529"/>
                    </a:lnTo>
                    <a:lnTo>
                      <a:pt x="4182" y="11679"/>
                    </a:lnTo>
                    <a:lnTo>
                      <a:pt x="4601" y="11798"/>
                    </a:lnTo>
                    <a:lnTo>
                      <a:pt x="5049" y="11948"/>
                    </a:lnTo>
                    <a:lnTo>
                      <a:pt x="5526" y="12037"/>
                    </a:lnTo>
                    <a:lnTo>
                      <a:pt x="6004" y="12127"/>
                    </a:lnTo>
                    <a:lnTo>
                      <a:pt x="6542" y="12216"/>
                    </a:lnTo>
                    <a:lnTo>
                      <a:pt x="7080" y="12276"/>
                    </a:lnTo>
                    <a:lnTo>
                      <a:pt x="7647" y="12306"/>
                    </a:lnTo>
                    <a:lnTo>
                      <a:pt x="8274" y="12336"/>
                    </a:lnTo>
                    <a:lnTo>
                      <a:pt x="9529" y="12336"/>
                    </a:lnTo>
                    <a:lnTo>
                      <a:pt x="10216" y="12306"/>
                    </a:lnTo>
                    <a:lnTo>
                      <a:pt x="10933" y="12246"/>
                    </a:lnTo>
                    <a:lnTo>
                      <a:pt x="11679" y="12186"/>
                    </a:lnTo>
                    <a:lnTo>
                      <a:pt x="12307" y="12186"/>
                    </a:lnTo>
                    <a:lnTo>
                      <a:pt x="12635" y="12157"/>
                    </a:lnTo>
                    <a:lnTo>
                      <a:pt x="12934" y="12097"/>
                    </a:lnTo>
                    <a:lnTo>
                      <a:pt x="13232" y="12007"/>
                    </a:lnTo>
                    <a:lnTo>
                      <a:pt x="13531" y="11918"/>
                    </a:lnTo>
                    <a:lnTo>
                      <a:pt x="13830" y="11798"/>
                    </a:lnTo>
                    <a:lnTo>
                      <a:pt x="14129" y="11679"/>
                    </a:lnTo>
                    <a:lnTo>
                      <a:pt x="14666" y="11380"/>
                    </a:lnTo>
                    <a:lnTo>
                      <a:pt x="15174" y="11022"/>
                    </a:lnTo>
                    <a:lnTo>
                      <a:pt x="15652" y="10574"/>
                    </a:lnTo>
                    <a:lnTo>
                      <a:pt x="16100" y="10126"/>
                    </a:lnTo>
                    <a:lnTo>
                      <a:pt x="16488" y="9618"/>
                    </a:lnTo>
                    <a:lnTo>
                      <a:pt x="16847" y="9050"/>
                    </a:lnTo>
                    <a:lnTo>
                      <a:pt x="17145" y="8483"/>
                    </a:lnTo>
                    <a:lnTo>
                      <a:pt x="17384" y="7885"/>
                    </a:lnTo>
                    <a:lnTo>
                      <a:pt x="17563" y="7258"/>
                    </a:lnTo>
                    <a:lnTo>
                      <a:pt x="17683" y="6631"/>
                    </a:lnTo>
                    <a:lnTo>
                      <a:pt x="17713" y="6004"/>
                    </a:lnTo>
                    <a:lnTo>
                      <a:pt x="17713" y="5705"/>
                    </a:lnTo>
                    <a:lnTo>
                      <a:pt x="17713" y="5376"/>
                    </a:lnTo>
                    <a:lnTo>
                      <a:pt x="17683" y="5078"/>
                    </a:lnTo>
                    <a:lnTo>
                      <a:pt x="17623" y="4749"/>
                    </a:lnTo>
                    <a:lnTo>
                      <a:pt x="17533" y="4451"/>
                    </a:lnTo>
                    <a:lnTo>
                      <a:pt x="17444" y="4152"/>
                    </a:lnTo>
                    <a:lnTo>
                      <a:pt x="17324" y="3853"/>
                    </a:lnTo>
                    <a:lnTo>
                      <a:pt x="17175" y="3555"/>
                    </a:lnTo>
                    <a:lnTo>
                      <a:pt x="17026" y="3256"/>
                    </a:lnTo>
                    <a:lnTo>
                      <a:pt x="16847" y="2987"/>
                    </a:lnTo>
                    <a:lnTo>
                      <a:pt x="16637" y="2718"/>
                    </a:lnTo>
                    <a:lnTo>
                      <a:pt x="16399" y="2449"/>
                    </a:lnTo>
                    <a:lnTo>
                      <a:pt x="16160" y="2181"/>
                    </a:lnTo>
                    <a:lnTo>
                      <a:pt x="15891" y="1942"/>
                    </a:lnTo>
                    <a:lnTo>
                      <a:pt x="15592" y="1703"/>
                    </a:lnTo>
                    <a:lnTo>
                      <a:pt x="15264" y="1494"/>
                    </a:lnTo>
                    <a:lnTo>
                      <a:pt x="14905" y="1285"/>
                    </a:lnTo>
                    <a:lnTo>
                      <a:pt x="14547" y="1075"/>
                    </a:lnTo>
                    <a:lnTo>
                      <a:pt x="14158" y="896"/>
                    </a:lnTo>
                    <a:lnTo>
                      <a:pt x="13710" y="717"/>
                    </a:lnTo>
                    <a:lnTo>
                      <a:pt x="13262" y="568"/>
                    </a:lnTo>
                    <a:lnTo>
                      <a:pt x="12784" y="418"/>
                    </a:lnTo>
                    <a:lnTo>
                      <a:pt x="12277" y="299"/>
                    </a:lnTo>
                    <a:lnTo>
                      <a:pt x="11739" y="209"/>
                    </a:lnTo>
                    <a:lnTo>
                      <a:pt x="11172" y="120"/>
                    </a:lnTo>
                    <a:lnTo>
                      <a:pt x="10574" y="60"/>
                    </a:lnTo>
                    <a:lnTo>
                      <a:pt x="99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4"/>
            <p:cNvGrpSpPr/>
            <p:nvPr/>
          </p:nvGrpSpPr>
          <p:grpSpPr>
            <a:xfrm>
              <a:off x="7966378" y="4526570"/>
              <a:ext cx="457615" cy="472896"/>
              <a:chOff x="3527775" y="6183075"/>
              <a:chExt cx="1033925" cy="1068450"/>
            </a:xfrm>
          </p:grpSpPr>
          <p:sp>
            <p:nvSpPr>
              <p:cNvPr id="69" name="Google Shape;69;p4"/>
              <p:cNvSpPr/>
              <p:nvPr/>
            </p:nvSpPr>
            <p:spPr>
              <a:xfrm>
                <a:off x="3527775" y="6183075"/>
                <a:ext cx="1033925" cy="1068450"/>
              </a:xfrm>
              <a:custGeom>
                <a:rect b="b" l="l" r="r" t="t"/>
                <a:pathLst>
                  <a:path extrusionOk="0" h="42738" w="41357">
                    <a:moveTo>
                      <a:pt x="25585" y="1"/>
                    </a:moveTo>
                    <a:lnTo>
                      <a:pt x="25211" y="58"/>
                    </a:lnTo>
                    <a:lnTo>
                      <a:pt x="24837" y="145"/>
                    </a:lnTo>
                    <a:lnTo>
                      <a:pt x="24463" y="288"/>
                    </a:lnTo>
                    <a:lnTo>
                      <a:pt x="24118" y="519"/>
                    </a:lnTo>
                    <a:lnTo>
                      <a:pt x="23772" y="778"/>
                    </a:lnTo>
                    <a:lnTo>
                      <a:pt x="16549" y="7656"/>
                    </a:lnTo>
                    <a:lnTo>
                      <a:pt x="16290" y="7886"/>
                    </a:lnTo>
                    <a:lnTo>
                      <a:pt x="16002" y="8088"/>
                    </a:lnTo>
                    <a:lnTo>
                      <a:pt x="15714" y="8232"/>
                    </a:lnTo>
                    <a:lnTo>
                      <a:pt x="15369" y="8347"/>
                    </a:lnTo>
                    <a:lnTo>
                      <a:pt x="15052" y="8404"/>
                    </a:lnTo>
                    <a:lnTo>
                      <a:pt x="14707" y="8462"/>
                    </a:lnTo>
                    <a:lnTo>
                      <a:pt x="14361" y="8433"/>
                    </a:lnTo>
                    <a:lnTo>
                      <a:pt x="14016" y="8375"/>
                    </a:lnTo>
                    <a:lnTo>
                      <a:pt x="4260" y="6332"/>
                    </a:lnTo>
                    <a:lnTo>
                      <a:pt x="3828" y="6275"/>
                    </a:lnTo>
                    <a:lnTo>
                      <a:pt x="3425" y="6275"/>
                    </a:lnTo>
                    <a:lnTo>
                      <a:pt x="3022" y="6361"/>
                    </a:lnTo>
                    <a:lnTo>
                      <a:pt x="2648" y="6476"/>
                    </a:lnTo>
                    <a:lnTo>
                      <a:pt x="2303" y="6620"/>
                    </a:lnTo>
                    <a:lnTo>
                      <a:pt x="1986" y="6821"/>
                    </a:lnTo>
                    <a:lnTo>
                      <a:pt x="1699" y="7080"/>
                    </a:lnTo>
                    <a:lnTo>
                      <a:pt x="1440" y="7368"/>
                    </a:lnTo>
                    <a:lnTo>
                      <a:pt x="1238" y="7685"/>
                    </a:lnTo>
                    <a:lnTo>
                      <a:pt x="1065" y="8001"/>
                    </a:lnTo>
                    <a:lnTo>
                      <a:pt x="950" y="8375"/>
                    </a:lnTo>
                    <a:lnTo>
                      <a:pt x="864" y="8750"/>
                    </a:lnTo>
                    <a:lnTo>
                      <a:pt x="835" y="9152"/>
                    </a:lnTo>
                    <a:lnTo>
                      <a:pt x="864" y="9527"/>
                    </a:lnTo>
                    <a:lnTo>
                      <a:pt x="979" y="9930"/>
                    </a:lnTo>
                    <a:lnTo>
                      <a:pt x="1123" y="10332"/>
                    </a:lnTo>
                    <a:lnTo>
                      <a:pt x="5440" y="19340"/>
                    </a:lnTo>
                    <a:lnTo>
                      <a:pt x="5584" y="19657"/>
                    </a:lnTo>
                    <a:lnTo>
                      <a:pt x="5670" y="19973"/>
                    </a:lnTo>
                    <a:lnTo>
                      <a:pt x="5699" y="20319"/>
                    </a:lnTo>
                    <a:lnTo>
                      <a:pt x="5728" y="20664"/>
                    </a:lnTo>
                    <a:lnTo>
                      <a:pt x="5670" y="21010"/>
                    </a:lnTo>
                    <a:lnTo>
                      <a:pt x="5613" y="21326"/>
                    </a:lnTo>
                    <a:lnTo>
                      <a:pt x="5497" y="21643"/>
                    </a:lnTo>
                    <a:lnTo>
                      <a:pt x="5354" y="21959"/>
                    </a:lnTo>
                    <a:lnTo>
                      <a:pt x="375" y="30622"/>
                    </a:lnTo>
                    <a:lnTo>
                      <a:pt x="202" y="30996"/>
                    </a:lnTo>
                    <a:lnTo>
                      <a:pt x="58" y="31399"/>
                    </a:lnTo>
                    <a:lnTo>
                      <a:pt x="1" y="31802"/>
                    </a:lnTo>
                    <a:lnTo>
                      <a:pt x="1" y="32176"/>
                    </a:lnTo>
                    <a:lnTo>
                      <a:pt x="58" y="32550"/>
                    </a:lnTo>
                    <a:lnTo>
                      <a:pt x="144" y="32924"/>
                    </a:lnTo>
                    <a:lnTo>
                      <a:pt x="288" y="33269"/>
                    </a:lnTo>
                    <a:lnTo>
                      <a:pt x="490" y="33615"/>
                    </a:lnTo>
                    <a:lnTo>
                      <a:pt x="720" y="33903"/>
                    </a:lnTo>
                    <a:lnTo>
                      <a:pt x="979" y="34162"/>
                    </a:lnTo>
                    <a:lnTo>
                      <a:pt x="1296" y="34392"/>
                    </a:lnTo>
                    <a:lnTo>
                      <a:pt x="1612" y="34593"/>
                    </a:lnTo>
                    <a:lnTo>
                      <a:pt x="1986" y="34737"/>
                    </a:lnTo>
                    <a:lnTo>
                      <a:pt x="2361" y="34824"/>
                    </a:lnTo>
                    <a:lnTo>
                      <a:pt x="2792" y="34852"/>
                    </a:lnTo>
                    <a:lnTo>
                      <a:pt x="3195" y="34824"/>
                    </a:lnTo>
                    <a:lnTo>
                      <a:pt x="13095" y="33500"/>
                    </a:lnTo>
                    <a:lnTo>
                      <a:pt x="13786" y="33500"/>
                    </a:lnTo>
                    <a:lnTo>
                      <a:pt x="14131" y="33557"/>
                    </a:lnTo>
                    <a:lnTo>
                      <a:pt x="14448" y="33672"/>
                    </a:lnTo>
                    <a:lnTo>
                      <a:pt x="14764" y="33788"/>
                    </a:lnTo>
                    <a:lnTo>
                      <a:pt x="15052" y="33960"/>
                    </a:lnTo>
                    <a:lnTo>
                      <a:pt x="15311" y="34162"/>
                    </a:lnTo>
                    <a:lnTo>
                      <a:pt x="15570" y="34421"/>
                    </a:lnTo>
                    <a:lnTo>
                      <a:pt x="22276" y="41817"/>
                    </a:lnTo>
                    <a:lnTo>
                      <a:pt x="22564" y="42105"/>
                    </a:lnTo>
                    <a:lnTo>
                      <a:pt x="22909" y="42335"/>
                    </a:lnTo>
                    <a:lnTo>
                      <a:pt x="23254" y="42536"/>
                    </a:lnTo>
                    <a:lnTo>
                      <a:pt x="23628" y="42652"/>
                    </a:lnTo>
                    <a:lnTo>
                      <a:pt x="24003" y="42738"/>
                    </a:lnTo>
                    <a:lnTo>
                      <a:pt x="24405" y="42738"/>
                    </a:lnTo>
                    <a:lnTo>
                      <a:pt x="24780" y="42709"/>
                    </a:lnTo>
                    <a:lnTo>
                      <a:pt x="25154" y="42623"/>
                    </a:lnTo>
                    <a:lnTo>
                      <a:pt x="25499" y="42508"/>
                    </a:lnTo>
                    <a:lnTo>
                      <a:pt x="25844" y="42335"/>
                    </a:lnTo>
                    <a:lnTo>
                      <a:pt x="26161" y="42105"/>
                    </a:lnTo>
                    <a:lnTo>
                      <a:pt x="26420" y="41846"/>
                    </a:lnTo>
                    <a:lnTo>
                      <a:pt x="26679" y="41558"/>
                    </a:lnTo>
                    <a:lnTo>
                      <a:pt x="26880" y="41213"/>
                    </a:lnTo>
                    <a:lnTo>
                      <a:pt x="27053" y="40838"/>
                    </a:lnTo>
                    <a:lnTo>
                      <a:pt x="27140" y="40436"/>
                    </a:lnTo>
                    <a:lnTo>
                      <a:pt x="28953" y="30622"/>
                    </a:lnTo>
                    <a:lnTo>
                      <a:pt x="29039" y="30276"/>
                    </a:lnTo>
                    <a:lnTo>
                      <a:pt x="29154" y="29960"/>
                    </a:lnTo>
                    <a:lnTo>
                      <a:pt x="29327" y="29643"/>
                    </a:lnTo>
                    <a:lnTo>
                      <a:pt x="29499" y="29384"/>
                    </a:lnTo>
                    <a:lnTo>
                      <a:pt x="29730" y="29125"/>
                    </a:lnTo>
                    <a:lnTo>
                      <a:pt x="29989" y="28895"/>
                    </a:lnTo>
                    <a:lnTo>
                      <a:pt x="30276" y="28694"/>
                    </a:lnTo>
                    <a:lnTo>
                      <a:pt x="30564" y="28550"/>
                    </a:lnTo>
                    <a:lnTo>
                      <a:pt x="39687" y="24463"/>
                    </a:lnTo>
                    <a:lnTo>
                      <a:pt x="40061" y="24262"/>
                    </a:lnTo>
                    <a:lnTo>
                      <a:pt x="40378" y="24003"/>
                    </a:lnTo>
                    <a:lnTo>
                      <a:pt x="40666" y="23715"/>
                    </a:lnTo>
                    <a:lnTo>
                      <a:pt x="40896" y="23427"/>
                    </a:lnTo>
                    <a:lnTo>
                      <a:pt x="41097" y="23082"/>
                    </a:lnTo>
                    <a:lnTo>
                      <a:pt x="41213" y="22708"/>
                    </a:lnTo>
                    <a:lnTo>
                      <a:pt x="41299" y="22362"/>
                    </a:lnTo>
                    <a:lnTo>
                      <a:pt x="41357" y="21988"/>
                    </a:lnTo>
                    <a:lnTo>
                      <a:pt x="41328" y="21585"/>
                    </a:lnTo>
                    <a:lnTo>
                      <a:pt x="41270" y="21211"/>
                    </a:lnTo>
                    <a:lnTo>
                      <a:pt x="41155" y="20866"/>
                    </a:lnTo>
                    <a:lnTo>
                      <a:pt x="41011" y="20520"/>
                    </a:lnTo>
                    <a:lnTo>
                      <a:pt x="40810" y="20175"/>
                    </a:lnTo>
                    <a:lnTo>
                      <a:pt x="40551" y="19887"/>
                    </a:lnTo>
                    <a:lnTo>
                      <a:pt x="40234" y="19599"/>
                    </a:lnTo>
                    <a:lnTo>
                      <a:pt x="39860" y="19369"/>
                    </a:lnTo>
                    <a:lnTo>
                      <a:pt x="31082" y="14649"/>
                    </a:lnTo>
                    <a:lnTo>
                      <a:pt x="30794" y="14448"/>
                    </a:lnTo>
                    <a:lnTo>
                      <a:pt x="30535" y="14246"/>
                    </a:lnTo>
                    <a:lnTo>
                      <a:pt x="30276" y="13987"/>
                    </a:lnTo>
                    <a:lnTo>
                      <a:pt x="30075" y="13728"/>
                    </a:lnTo>
                    <a:lnTo>
                      <a:pt x="29902" y="13441"/>
                    </a:lnTo>
                    <a:lnTo>
                      <a:pt x="29787" y="13124"/>
                    </a:lnTo>
                    <a:lnTo>
                      <a:pt x="29672" y="12779"/>
                    </a:lnTo>
                    <a:lnTo>
                      <a:pt x="29615" y="12462"/>
                    </a:lnTo>
                    <a:lnTo>
                      <a:pt x="28550" y="2533"/>
                    </a:lnTo>
                    <a:lnTo>
                      <a:pt x="28463" y="2102"/>
                    </a:lnTo>
                    <a:lnTo>
                      <a:pt x="28348" y="1727"/>
                    </a:lnTo>
                    <a:lnTo>
                      <a:pt x="28176" y="1353"/>
                    </a:lnTo>
                    <a:lnTo>
                      <a:pt x="27945" y="1037"/>
                    </a:lnTo>
                    <a:lnTo>
                      <a:pt x="27686" y="778"/>
                    </a:lnTo>
                    <a:lnTo>
                      <a:pt x="27370" y="519"/>
                    </a:lnTo>
                    <a:lnTo>
                      <a:pt x="27053" y="317"/>
                    </a:lnTo>
                    <a:lnTo>
                      <a:pt x="26708" y="173"/>
                    </a:lnTo>
                    <a:lnTo>
                      <a:pt x="26334" y="58"/>
                    </a:lnTo>
                    <a:lnTo>
                      <a:pt x="259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793975" y="6741400"/>
                <a:ext cx="379925" cy="169825"/>
              </a:xfrm>
              <a:custGeom>
                <a:rect b="b" l="l" r="r" t="t"/>
                <a:pathLst>
                  <a:path extrusionOk="0" h="6793" w="15197">
                    <a:moveTo>
                      <a:pt x="375" y="0"/>
                    </a:moveTo>
                    <a:lnTo>
                      <a:pt x="231" y="29"/>
                    </a:lnTo>
                    <a:lnTo>
                      <a:pt x="116" y="115"/>
                    </a:lnTo>
                    <a:lnTo>
                      <a:pt x="30" y="231"/>
                    </a:lnTo>
                    <a:lnTo>
                      <a:pt x="1" y="375"/>
                    </a:lnTo>
                    <a:lnTo>
                      <a:pt x="30" y="518"/>
                    </a:lnTo>
                    <a:lnTo>
                      <a:pt x="174" y="864"/>
                    </a:lnTo>
                    <a:lnTo>
                      <a:pt x="519" y="1497"/>
                    </a:lnTo>
                    <a:lnTo>
                      <a:pt x="749" y="1871"/>
                    </a:lnTo>
                    <a:lnTo>
                      <a:pt x="1037" y="2303"/>
                    </a:lnTo>
                    <a:lnTo>
                      <a:pt x="1354" y="2763"/>
                    </a:lnTo>
                    <a:lnTo>
                      <a:pt x="1756" y="3252"/>
                    </a:lnTo>
                    <a:lnTo>
                      <a:pt x="2188" y="3713"/>
                    </a:lnTo>
                    <a:lnTo>
                      <a:pt x="2677" y="4202"/>
                    </a:lnTo>
                    <a:lnTo>
                      <a:pt x="3224" y="4663"/>
                    </a:lnTo>
                    <a:lnTo>
                      <a:pt x="3857" y="5123"/>
                    </a:lnTo>
                    <a:lnTo>
                      <a:pt x="4519" y="5526"/>
                    </a:lnTo>
                    <a:lnTo>
                      <a:pt x="4865" y="5727"/>
                    </a:lnTo>
                    <a:lnTo>
                      <a:pt x="5239" y="5900"/>
                    </a:lnTo>
                    <a:lnTo>
                      <a:pt x="5642" y="6073"/>
                    </a:lnTo>
                    <a:lnTo>
                      <a:pt x="6045" y="6245"/>
                    </a:lnTo>
                    <a:lnTo>
                      <a:pt x="6476" y="6361"/>
                    </a:lnTo>
                    <a:lnTo>
                      <a:pt x="6908" y="6504"/>
                    </a:lnTo>
                    <a:lnTo>
                      <a:pt x="7512" y="6620"/>
                    </a:lnTo>
                    <a:lnTo>
                      <a:pt x="8146" y="6735"/>
                    </a:lnTo>
                    <a:lnTo>
                      <a:pt x="8721" y="6763"/>
                    </a:lnTo>
                    <a:lnTo>
                      <a:pt x="9297" y="6792"/>
                    </a:lnTo>
                    <a:lnTo>
                      <a:pt x="9815" y="6763"/>
                    </a:lnTo>
                    <a:lnTo>
                      <a:pt x="10333" y="6735"/>
                    </a:lnTo>
                    <a:lnTo>
                      <a:pt x="10822" y="6677"/>
                    </a:lnTo>
                    <a:lnTo>
                      <a:pt x="11311" y="6591"/>
                    </a:lnTo>
                    <a:lnTo>
                      <a:pt x="11743" y="6476"/>
                    </a:lnTo>
                    <a:lnTo>
                      <a:pt x="12175" y="6361"/>
                    </a:lnTo>
                    <a:lnTo>
                      <a:pt x="12980" y="6102"/>
                    </a:lnTo>
                    <a:lnTo>
                      <a:pt x="13671" y="5814"/>
                    </a:lnTo>
                    <a:lnTo>
                      <a:pt x="14247" y="5526"/>
                    </a:lnTo>
                    <a:lnTo>
                      <a:pt x="14707" y="5267"/>
                    </a:lnTo>
                    <a:lnTo>
                      <a:pt x="15024" y="5066"/>
                    </a:lnTo>
                    <a:lnTo>
                      <a:pt x="15139" y="4950"/>
                    </a:lnTo>
                    <a:lnTo>
                      <a:pt x="15196" y="4835"/>
                    </a:lnTo>
                    <a:lnTo>
                      <a:pt x="15196" y="4663"/>
                    </a:lnTo>
                    <a:lnTo>
                      <a:pt x="15139" y="4547"/>
                    </a:lnTo>
                    <a:lnTo>
                      <a:pt x="15024" y="4432"/>
                    </a:lnTo>
                    <a:lnTo>
                      <a:pt x="14880" y="4375"/>
                    </a:lnTo>
                    <a:lnTo>
                      <a:pt x="14736" y="4375"/>
                    </a:lnTo>
                    <a:lnTo>
                      <a:pt x="14592" y="4432"/>
                    </a:lnTo>
                    <a:lnTo>
                      <a:pt x="14189" y="4691"/>
                    </a:lnTo>
                    <a:lnTo>
                      <a:pt x="13614" y="5008"/>
                    </a:lnTo>
                    <a:lnTo>
                      <a:pt x="13239" y="5181"/>
                    </a:lnTo>
                    <a:lnTo>
                      <a:pt x="12865" y="5353"/>
                    </a:lnTo>
                    <a:lnTo>
                      <a:pt x="12405" y="5497"/>
                    </a:lnTo>
                    <a:lnTo>
                      <a:pt x="11944" y="5641"/>
                    </a:lnTo>
                    <a:lnTo>
                      <a:pt x="11426" y="5785"/>
                    </a:lnTo>
                    <a:lnTo>
                      <a:pt x="10880" y="5900"/>
                    </a:lnTo>
                    <a:lnTo>
                      <a:pt x="10333" y="5986"/>
                    </a:lnTo>
                    <a:lnTo>
                      <a:pt x="9728" y="6015"/>
                    </a:lnTo>
                    <a:lnTo>
                      <a:pt x="9095" y="6044"/>
                    </a:lnTo>
                    <a:lnTo>
                      <a:pt x="8462" y="5986"/>
                    </a:lnTo>
                    <a:lnTo>
                      <a:pt x="7771" y="5900"/>
                    </a:lnTo>
                    <a:lnTo>
                      <a:pt x="7081" y="5756"/>
                    </a:lnTo>
                    <a:lnTo>
                      <a:pt x="6678" y="5641"/>
                    </a:lnTo>
                    <a:lnTo>
                      <a:pt x="6304" y="5526"/>
                    </a:lnTo>
                    <a:lnTo>
                      <a:pt x="5929" y="5382"/>
                    </a:lnTo>
                    <a:lnTo>
                      <a:pt x="5555" y="5209"/>
                    </a:lnTo>
                    <a:lnTo>
                      <a:pt x="4865" y="4864"/>
                    </a:lnTo>
                    <a:lnTo>
                      <a:pt x="4260" y="4490"/>
                    </a:lnTo>
                    <a:lnTo>
                      <a:pt x="3685" y="4058"/>
                    </a:lnTo>
                    <a:lnTo>
                      <a:pt x="3195" y="3627"/>
                    </a:lnTo>
                    <a:lnTo>
                      <a:pt x="2735" y="3195"/>
                    </a:lnTo>
                    <a:lnTo>
                      <a:pt x="2332" y="2734"/>
                    </a:lnTo>
                    <a:lnTo>
                      <a:pt x="1958" y="2303"/>
                    </a:lnTo>
                    <a:lnTo>
                      <a:pt x="1670" y="1871"/>
                    </a:lnTo>
                    <a:lnTo>
                      <a:pt x="1382" y="1497"/>
                    </a:lnTo>
                    <a:lnTo>
                      <a:pt x="1181" y="1123"/>
                    </a:lnTo>
                    <a:lnTo>
                      <a:pt x="864" y="547"/>
                    </a:lnTo>
                    <a:lnTo>
                      <a:pt x="720" y="231"/>
                    </a:lnTo>
                    <a:lnTo>
                      <a:pt x="634" y="115"/>
                    </a:lnTo>
                    <a:lnTo>
                      <a:pt x="519" y="29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3870975" y="6541375"/>
                <a:ext cx="63325" cy="106525"/>
              </a:xfrm>
              <a:custGeom>
                <a:rect b="b" l="l" r="r" t="t"/>
                <a:pathLst>
                  <a:path extrusionOk="0" h="4261" w="2533">
                    <a:moveTo>
                      <a:pt x="1813" y="1"/>
                    </a:moveTo>
                    <a:lnTo>
                      <a:pt x="1698" y="30"/>
                    </a:lnTo>
                    <a:lnTo>
                      <a:pt x="1583" y="58"/>
                    </a:lnTo>
                    <a:lnTo>
                      <a:pt x="1324" y="202"/>
                    </a:lnTo>
                    <a:lnTo>
                      <a:pt x="1094" y="404"/>
                    </a:lnTo>
                    <a:lnTo>
                      <a:pt x="864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29" y="2591"/>
                    </a:lnTo>
                    <a:lnTo>
                      <a:pt x="0" y="2994"/>
                    </a:lnTo>
                    <a:lnTo>
                      <a:pt x="0" y="3339"/>
                    </a:lnTo>
                    <a:lnTo>
                      <a:pt x="58" y="3656"/>
                    </a:lnTo>
                    <a:lnTo>
                      <a:pt x="173" y="3915"/>
                    </a:lnTo>
                    <a:lnTo>
                      <a:pt x="231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490" y="4231"/>
                    </a:lnTo>
                    <a:lnTo>
                      <a:pt x="605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50" y="4203"/>
                    </a:lnTo>
                    <a:lnTo>
                      <a:pt x="1209" y="4087"/>
                    </a:lnTo>
                    <a:lnTo>
                      <a:pt x="1439" y="3886"/>
                    </a:lnTo>
                    <a:lnTo>
                      <a:pt x="1670" y="3598"/>
                    </a:lnTo>
                    <a:lnTo>
                      <a:pt x="1900" y="3282"/>
                    </a:lnTo>
                    <a:lnTo>
                      <a:pt x="2101" y="2907"/>
                    </a:lnTo>
                    <a:lnTo>
                      <a:pt x="2274" y="2505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33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60" y="346"/>
                    </a:lnTo>
                    <a:lnTo>
                      <a:pt x="2303" y="231"/>
                    </a:lnTo>
                    <a:lnTo>
                      <a:pt x="2216" y="145"/>
                    </a:lnTo>
                    <a:lnTo>
                      <a:pt x="2130" y="87"/>
                    </a:lnTo>
                    <a:lnTo>
                      <a:pt x="2044" y="30"/>
                    </a:lnTo>
                    <a:lnTo>
                      <a:pt x="19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4103375" y="6623400"/>
                <a:ext cx="64050" cy="106500"/>
              </a:xfrm>
              <a:custGeom>
                <a:rect b="b" l="l" r="r" t="t"/>
                <a:pathLst>
                  <a:path extrusionOk="0" h="4260" w="2562">
                    <a:moveTo>
                      <a:pt x="1813" y="1"/>
                    </a:moveTo>
                    <a:lnTo>
                      <a:pt x="1698" y="29"/>
                    </a:lnTo>
                    <a:lnTo>
                      <a:pt x="1583" y="58"/>
                    </a:lnTo>
                    <a:lnTo>
                      <a:pt x="1353" y="173"/>
                    </a:lnTo>
                    <a:lnTo>
                      <a:pt x="1094" y="375"/>
                    </a:lnTo>
                    <a:lnTo>
                      <a:pt x="863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58" y="2591"/>
                    </a:lnTo>
                    <a:lnTo>
                      <a:pt x="0" y="2994"/>
                    </a:lnTo>
                    <a:lnTo>
                      <a:pt x="29" y="3339"/>
                    </a:lnTo>
                    <a:lnTo>
                      <a:pt x="86" y="3656"/>
                    </a:lnTo>
                    <a:lnTo>
                      <a:pt x="173" y="3915"/>
                    </a:lnTo>
                    <a:lnTo>
                      <a:pt x="230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518" y="4231"/>
                    </a:lnTo>
                    <a:lnTo>
                      <a:pt x="633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79" y="4202"/>
                    </a:lnTo>
                    <a:lnTo>
                      <a:pt x="1209" y="4058"/>
                    </a:lnTo>
                    <a:lnTo>
                      <a:pt x="1468" y="3857"/>
                    </a:lnTo>
                    <a:lnTo>
                      <a:pt x="1698" y="3598"/>
                    </a:lnTo>
                    <a:lnTo>
                      <a:pt x="1928" y="3281"/>
                    </a:lnTo>
                    <a:lnTo>
                      <a:pt x="2130" y="2907"/>
                    </a:lnTo>
                    <a:lnTo>
                      <a:pt x="2302" y="2504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61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89" y="346"/>
                    </a:lnTo>
                    <a:lnTo>
                      <a:pt x="2302" y="231"/>
                    </a:lnTo>
                    <a:lnTo>
                      <a:pt x="2245" y="144"/>
                    </a:lnTo>
                    <a:lnTo>
                      <a:pt x="2159" y="87"/>
                    </a:lnTo>
                    <a:lnTo>
                      <a:pt x="2043" y="29"/>
                    </a:lnTo>
                    <a:lnTo>
                      <a:pt x="19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75" name="Google Shape;75;p5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87" name="Google Shape;87;p5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" name="Google Shape;8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5"/>
          <p:cNvSpPr txBox="1"/>
          <p:nvPr>
            <p:ph idx="1" type="subTitle"/>
          </p:nvPr>
        </p:nvSpPr>
        <p:spPr>
          <a:xfrm>
            <a:off x="4712409" y="37333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" name="Google Shape;90;p5"/>
          <p:cNvSpPr txBox="1"/>
          <p:nvPr>
            <p:ph idx="2" type="subTitle"/>
          </p:nvPr>
        </p:nvSpPr>
        <p:spPr>
          <a:xfrm>
            <a:off x="1926225" y="37333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" name="Google Shape;91;p5"/>
          <p:cNvSpPr txBox="1"/>
          <p:nvPr>
            <p:ph idx="3" type="subTitle"/>
          </p:nvPr>
        </p:nvSpPr>
        <p:spPr>
          <a:xfrm>
            <a:off x="4712400" y="328445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5"/>
          <p:cNvSpPr txBox="1"/>
          <p:nvPr>
            <p:ph idx="4" type="subTitle"/>
          </p:nvPr>
        </p:nvSpPr>
        <p:spPr>
          <a:xfrm>
            <a:off x="1926000" y="328445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6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95" name="Google Shape;95;p6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107" name="Google Shape;107;p6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9" name="Google Shape;109;p6"/>
          <p:cNvGrpSpPr/>
          <p:nvPr/>
        </p:nvGrpSpPr>
        <p:grpSpPr>
          <a:xfrm>
            <a:off x="7878594" y="3914710"/>
            <a:ext cx="1437794" cy="1228789"/>
            <a:chOff x="7954794" y="3914710"/>
            <a:chExt cx="1437794" cy="1228789"/>
          </a:xfrm>
        </p:grpSpPr>
        <p:grpSp>
          <p:nvGrpSpPr>
            <p:cNvPr id="110" name="Google Shape;110;p6"/>
            <p:cNvGrpSpPr/>
            <p:nvPr/>
          </p:nvGrpSpPr>
          <p:grpSpPr>
            <a:xfrm rot="-1497906">
              <a:off x="8292099" y="4073122"/>
              <a:ext cx="952535" cy="911966"/>
              <a:chOff x="5280625" y="3397975"/>
              <a:chExt cx="1638275" cy="1568500"/>
            </a:xfrm>
          </p:grpSpPr>
          <p:sp>
            <p:nvSpPr>
              <p:cNvPr id="111" name="Google Shape;111;p6"/>
              <p:cNvSpPr/>
              <p:nvPr/>
            </p:nvSpPr>
            <p:spPr>
              <a:xfrm>
                <a:off x="5573450" y="3808075"/>
                <a:ext cx="1065575" cy="1158400"/>
              </a:xfrm>
              <a:custGeom>
                <a:rect b="b" l="l" r="r" t="t"/>
                <a:pathLst>
                  <a:path extrusionOk="0" h="46336" w="42623">
                    <a:moveTo>
                      <a:pt x="28952" y="1"/>
                    </a:moveTo>
                    <a:lnTo>
                      <a:pt x="28549" y="87"/>
                    </a:lnTo>
                    <a:lnTo>
                      <a:pt x="28175" y="202"/>
                    </a:lnTo>
                    <a:lnTo>
                      <a:pt x="27801" y="404"/>
                    </a:lnTo>
                    <a:lnTo>
                      <a:pt x="27427" y="663"/>
                    </a:lnTo>
                    <a:lnTo>
                      <a:pt x="27024" y="979"/>
                    </a:lnTo>
                    <a:lnTo>
                      <a:pt x="26650" y="1354"/>
                    </a:lnTo>
                    <a:lnTo>
                      <a:pt x="26247" y="1756"/>
                    </a:lnTo>
                    <a:lnTo>
                      <a:pt x="25873" y="2217"/>
                    </a:lnTo>
                    <a:lnTo>
                      <a:pt x="25470" y="2735"/>
                    </a:lnTo>
                    <a:lnTo>
                      <a:pt x="25067" y="3282"/>
                    </a:lnTo>
                    <a:lnTo>
                      <a:pt x="24635" y="3857"/>
                    </a:lnTo>
                    <a:lnTo>
                      <a:pt x="23801" y="5124"/>
                    </a:lnTo>
                    <a:lnTo>
                      <a:pt x="22937" y="6534"/>
                    </a:lnTo>
                    <a:lnTo>
                      <a:pt x="21124" y="9642"/>
                    </a:lnTo>
                    <a:lnTo>
                      <a:pt x="20117" y="11282"/>
                    </a:lnTo>
                    <a:lnTo>
                      <a:pt x="19110" y="12980"/>
                    </a:lnTo>
                    <a:lnTo>
                      <a:pt x="18016" y="14707"/>
                    </a:lnTo>
                    <a:lnTo>
                      <a:pt x="16865" y="16405"/>
                    </a:lnTo>
                    <a:lnTo>
                      <a:pt x="16289" y="17269"/>
                    </a:lnTo>
                    <a:lnTo>
                      <a:pt x="15685" y="18103"/>
                    </a:lnTo>
                    <a:lnTo>
                      <a:pt x="15052" y="18938"/>
                    </a:lnTo>
                    <a:lnTo>
                      <a:pt x="14390" y="19744"/>
                    </a:lnTo>
                    <a:lnTo>
                      <a:pt x="13670" y="20607"/>
                    </a:lnTo>
                    <a:lnTo>
                      <a:pt x="12951" y="21441"/>
                    </a:lnTo>
                    <a:lnTo>
                      <a:pt x="12260" y="22190"/>
                    </a:lnTo>
                    <a:lnTo>
                      <a:pt x="11541" y="22909"/>
                    </a:lnTo>
                    <a:lnTo>
                      <a:pt x="10850" y="23600"/>
                    </a:lnTo>
                    <a:lnTo>
                      <a:pt x="10188" y="24233"/>
                    </a:lnTo>
                    <a:lnTo>
                      <a:pt x="9526" y="24837"/>
                    </a:lnTo>
                    <a:lnTo>
                      <a:pt x="8864" y="25384"/>
                    </a:lnTo>
                    <a:lnTo>
                      <a:pt x="7598" y="26420"/>
                    </a:lnTo>
                    <a:lnTo>
                      <a:pt x="6389" y="27312"/>
                    </a:lnTo>
                    <a:lnTo>
                      <a:pt x="5267" y="28090"/>
                    </a:lnTo>
                    <a:lnTo>
                      <a:pt x="4231" y="28809"/>
                    </a:lnTo>
                    <a:lnTo>
                      <a:pt x="3281" y="29471"/>
                    </a:lnTo>
                    <a:lnTo>
                      <a:pt x="2418" y="30075"/>
                    </a:lnTo>
                    <a:lnTo>
                      <a:pt x="1698" y="30651"/>
                    </a:lnTo>
                    <a:lnTo>
                      <a:pt x="1353" y="30939"/>
                    </a:lnTo>
                    <a:lnTo>
                      <a:pt x="1065" y="31226"/>
                    </a:lnTo>
                    <a:lnTo>
                      <a:pt x="806" y="31514"/>
                    </a:lnTo>
                    <a:lnTo>
                      <a:pt x="576" y="31802"/>
                    </a:lnTo>
                    <a:lnTo>
                      <a:pt x="403" y="32119"/>
                    </a:lnTo>
                    <a:lnTo>
                      <a:pt x="231" y="32435"/>
                    </a:lnTo>
                    <a:lnTo>
                      <a:pt x="115" y="32752"/>
                    </a:lnTo>
                    <a:lnTo>
                      <a:pt x="29" y="33097"/>
                    </a:lnTo>
                    <a:lnTo>
                      <a:pt x="0" y="33442"/>
                    </a:lnTo>
                    <a:lnTo>
                      <a:pt x="0" y="33817"/>
                    </a:lnTo>
                    <a:lnTo>
                      <a:pt x="0" y="34133"/>
                    </a:lnTo>
                    <a:lnTo>
                      <a:pt x="58" y="34450"/>
                    </a:lnTo>
                    <a:lnTo>
                      <a:pt x="144" y="34766"/>
                    </a:lnTo>
                    <a:lnTo>
                      <a:pt x="259" y="35112"/>
                    </a:lnTo>
                    <a:lnTo>
                      <a:pt x="403" y="35428"/>
                    </a:lnTo>
                    <a:lnTo>
                      <a:pt x="605" y="35774"/>
                    </a:lnTo>
                    <a:lnTo>
                      <a:pt x="806" y="36119"/>
                    </a:lnTo>
                    <a:lnTo>
                      <a:pt x="1094" y="36464"/>
                    </a:lnTo>
                    <a:lnTo>
                      <a:pt x="1382" y="36838"/>
                    </a:lnTo>
                    <a:lnTo>
                      <a:pt x="1727" y="37213"/>
                    </a:lnTo>
                    <a:lnTo>
                      <a:pt x="2130" y="37558"/>
                    </a:lnTo>
                    <a:lnTo>
                      <a:pt x="2590" y="37961"/>
                    </a:lnTo>
                    <a:lnTo>
                      <a:pt x="3080" y="38335"/>
                    </a:lnTo>
                    <a:lnTo>
                      <a:pt x="3627" y="38709"/>
                    </a:lnTo>
                    <a:lnTo>
                      <a:pt x="4231" y="39112"/>
                    </a:lnTo>
                    <a:lnTo>
                      <a:pt x="4893" y="39515"/>
                    </a:lnTo>
                    <a:lnTo>
                      <a:pt x="5612" y="39889"/>
                    </a:lnTo>
                    <a:lnTo>
                      <a:pt x="6418" y="40321"/>
                    </a:lnTo>
                    <a:lnTo>
                      <a:pt x="7253" y="40724"/>
                    </a:lnTo>
                    <a:lnTo>
                      <a:pt x="8174" y="41126"/>
                    </a:lnTo>
                    <a:lnTo>
                      <a:pt x="9152" y="41558"/>
                    </a:lnTo>
                    <a:lnTo>
                      <a:pt x="10217" y="41961"/>
                    </a:lnTo>
                    <a:lnTo>
                      <a:pt x="11339" y="42393"/>
                    </a:lnTo>
                    <a:lnTo>
                      <a:pt x="12548" y="42824"/>
                    </a:lnTo>
                    <a:lnTo>
                      <a:pt x="13843" y="43256"/>
                    </a:lnTo>
                    <a:lnTo>
                      <a:pt x="15196" y="43688"/>
                    </a:lnTo>
                    <a:lnTo>
                      <a:pt x="16635" y="44120"/>
                    </a:lnTo>
                    <a:lnTo>
                      <a:pt x="18160" y="44551"/>
                    </a:lnTo>
                    <a:lnTo>
                      <a:pt x="19800" y="45012"/>
                    </a:lnTo>
                    <a:lnTo>
                      <a:pt x="21498" y="45443"/>
                    </a:lnTo>
                    <a:lnTo>
                      <a:pt x="23283" y="45904"/>
                    </a:lnTo>
                    <a:lnTo>
                      <a:pt x="25153" y="46336"/>
                    </a:lnTo>
                    <a:lnTo>
                      <a:pt x="25959" y="45904"/>
                    </a:lnTo>
                    <a:lnTo>
                      <a:pt x="26823" y="45415"/>
                    </a:lnTo>
                    <a:lnTo>
                      <a:pt x="27744" y="44839"/>
                    </a:lnTo>
                    <a:lnTo>
                      <a:pt x="28722" y="44206"/>
                    </a:lnTo>
                    <a:lnTo>
                      <a:pt x="29729" y="43486"/>
                    </a:lnTo>
                    <a:lnTo>
                      <a:pt x="30794" y="42681"/>
                    </a:lnTo>
                    <a:lnTo>
                      <a:pt x="31859" y="41817"/>
                    </a:lnTo>
                    <a:lnTo>
                      <a:pt x="32924" y="40839"/>
                    </a:lnTo>
                    <a:lnTo>
                      <a:pt x="33989" y="39803"/>
                    </a:lnTo>
                    <a:lnTo>
                      <a:pt x="34536" y="39256"/>
                    </a:lnTo>
                    <a:lnTo>
                      <a:pt x="35054" y="38680"/>
                    </a:lnTo>
                    <a:lnTo>
                      <a:pt x="35572" y="38076"/>
                    </a:lnTo>
                    <a:lnTo>
                      <a:pt x="36090" y="37472"/>
                    </a:lnTo>
                    <a:lnTo>
                      <a:pt x="36608" y="36838"/>
                    </a:lnTo>
                    <a:lnTo>
                      <a:pt x="37097" y="36176"/>
                    </a:lnTo>
                    <a:lnTo>
                      <a:pt x="37557" y="35486"/>
                    </a:lnTo>
                    <a:lnTo>
                      <a:pt x="38018" y="34766"/>
                    </a:lnTo>
                    <a:lnTo>
                      <a:pt x="38478" y="34047"/>
                    </a:lnTo>
                    <a:lnTo>
                      <a:pt x="38910" y="33299"/>
                    </a:lnTo>
                    <a:lnTo>
                      <a:pt x="39342" y="32493"/>
                    </a:lnTo>
                    <a:lnTo>
                      <a:pt x="39745" y="31687"/>
                    </a:lnTo>
                    <a:lnTo>
                      <a:pt x="40119" y="30881"/>
                    </a:lnTo>
                    <a:lnTo>
                      <a:pt x="40464" y="30018"/>
                    </a:lnTo>
                    <a:lnTo>
                      <a:pt x="40896" y="28809"/>
                    </a:lnTo>
                    <a:lnTo>
                      <a:pt x="41299" y="27600"/>
                    </a:lnTo>
                    <a:lnTo>
                      <a:pt x="41615" y="26392"/>
                    </a:lnTo>
                    <a:lnTo>
                      <a:pt x="41903" y="25154"/>
                    </a:lnTo>
                    <a:lnTo>
                      <a:pt x="42133" y="23945"/>
                    </a:lnTo>
                    <a:lnTo>
                      <a:pt x="42335" y="22708"/>
                    </a:lnTo>
                    <a:lnTo>
                      <a:pt x="42479" y="21499"/>
                    </a:lnTo>
                    <a:lnTo>
                      <a:pt x="42565" y="20290"/>
                    </a:lnTo>
                    <a:lnTo>
                      <a:pt x="42623" y="19082"/>
                    </a:lnTo>
                    <a:lnTo>
                      <a:pt x="42623" y="17873"/>
                    </a:lnTo>
                    <a:lnTo>
                      <a:pt x="42594" y="16693"/>
                    </a:lnTo>
                    <a:lnTo>
                      <a:pt x="42536" y="15542"/>
                    </a:lnTo>
                    <a:lnTo>
                      <a:pt x="42450" y="14419"/>
                    </a:lnTo>
                    <a:lnTo>
                      <a:pt x="42335" y="13297"/>
                    </a:lnTo>
                    <a:lnTo>
                      <a:pt x="42162" y="12232"/>
                    </a:lnTo>
                    <a:lnTo>
                      <a:pt x="41989" y="11167"/>
                    </a:lnTo>
                    <a:lnTo>
                      <a:pt x="41759" y="10160"/>
                    </a:lnTo>
                    <a:lnTo>
                      <a:pt x="41529" y="9182"/>
                    </a:lnTo>
                    <a:lnTo>
                      <a:pt x="41270" y="8232"/>
                    </a:lnTo>
                    <a:lnTo>
                      <a:pt x="41011" y="7340"/>
                    </a:lnTo>
                    <a:lnTo>
                      <a:pt x="40694" y="6505"/>
                    </a:lnTo>
                    <a:lnTo>
                      <a:pt x="40378" y="5699"/>
                    </a:lnTo>
                    <a:lnTo>
                      <a:pt x="40061" y="4951"/>
                    </a:lnTo>
                    <a:lnTo>
                      <a:pt x="39716" y="4260"/>
                    </a:lnTo>
                    <a:lnTo>
                      <a:pt x="39370" y="3627"/>
                    </a:lnTo>
                    <a:lnTo>
                      <a:pt x="39025" y="3080"/>
                    </a:lnTo>
                    <a:lnTo>
                      <a:pt x="38651" y="2562"/>
                    </a:lnTo>
                    <a:lnTo>
                      <a:pt x="38277" y="2131"/>
                    </a:lnTo>
                    <a:lnTo>
                      <a:pt x="37903" y="1756"/>
                    </a:lnTo>
                    <a:lnTo>
                      <a:pt x="37529" y="1469"/>
                    </a:lnTo>
                    <a:lnTo>
                      <a:pt x="37154" y="1267"/>
                    </a:lnTo>
                    <a:lnTo>
                      <a:pt x="36982" y="1181"/>
                    </a:lnTo>
                    <a:lnTo>
                      <a:pt x="36780" y="1123"/>
                    </a:lnTo>
                    <a:lnTo>
                      <a:pt x="35802" y="922"/>
                    </a:lnTo>
                    <a:lnTo>
                      <a:pt x="34536" y="692"/>
                    </a:lnTo>
                    <a:lnTo>
                      <a:pt x="33384" y="490"/>
                    </a:lnTo>
                    <a:lnTo>
                      <a:pt x="31399" y="202"/>
                    </a:lnTo>
                    <a:lnTo>
                      <a:pt x="29988" y="59"/>
                    </a:lnTo>
                    <a:lnTo>
                      <a:pt x="293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5300050" y="4349125"/>
                <a:ext cx="701500" cy="433175"/>
              </a:xfrm>
              <a:custGeom>
                <a:rect b="b" l="l" r="r" t="t"/>
                <a:pathLst>
                  <a:path extrusionOk="0" h="17327" w="28060">
                    <a:moveTo>
                      <a:pt x="7310" y="1"/>
                    </a:moveTo>
                    <a:lnTo>
                      <a:pt x="6735" y="30"/>
                    </a:lnTo>
                    <a:lnTo>
                      <a:pt x="6188" y="59"/>
                    </a:lnTo>
                    <a:lnTo>
                      <a:pt x="5612" y="116"/>
                    </a:lnTo>
                    <a:lnTo>
                      <a:pt x="5094" y="174"/>
                    </a:lnTo>
                    <a:lnTo>
                      <a:pt x="4576" y="289"/>
                    </a:lnTo>
                    <a:lnTo>
                      <a:pt x="4087" y="375"/>
                    </a:lnTo>
                    <a:lnTo>
                      <a:pt x="3626" y="519"/>
                    </a:lnTo>
                    <a:lnTo>
                      <a:pt x="3195" y="663"/>
                    </a:lnTo>
                    <a:lnTo>
                      <a:pt x="2763" y="836"/>
                    </a:lnTo>
                    <a:lnTo>
                      <a:pt x="2389" y="1037"/>
                    </a:lnTo>
                    <a:lnTo>
                      <a:pt x="2015" y="1238"/>
                    </a:lnTo>
                    <a:lnTo>
                      <a:pt x="1669" y="1469"/>
                    </a:lnTo>
                    <a:lnTo>
                      <a:pt x="1353" y="1728"/>
                    </a:lnTo>
                    <a:lnTo>
                      <a:pt x="1065" y="1987"/>
                    </a:lnTo>
                    <a:lnTo>
                      <a:pt x="806" y="2275"/>
                    </a:lnTo>
                    <a:lnTo>
                      <a:pt x="605" y="2562"/>
                    </a:lnTo>
                    <a:lnTo>
                      <a:pt x="403" y="2908"/>
                    </a:lnTo>
                    <a:lnTo>
                      <a:pt x="259" y="3224"/>
                    </a:lnTo>
                    <a:lnTo>
                      <a:pt x="144" y="3598"/>
                    </a:lnTo>
                    <a:lnTo>
                      <a:pt x="58" y="3944"/>
                    </a:lnTo>
                    <a:lnTo>
                      <a:pt x="0" y="4318"/>
                    </a:lnTo>
                    <a:lnTo>
                      <a:pt x="0" y="4721"/>
                    </a:lnTo>
                    <a:lnTo>
                      <a:pt x="29" y="5095"/>
                    </a:lnTo>
                    <a:lnTo>
                      <a:pt x="87" y="5498"/>
                    </a:lnTo>
                    <a:lnTo>
                      <a:pt x="173" y="5901"/>
                    </a:lnTo>
                    <a:lnTo>
                      <a:pt x="317" y="6304"/>
                    </a:lnTo>
                    <a:lnTo>
                      <a:pt x="461" y="6707"/>
                    </a:lnTo>
                    <a:lnTo>
                      <a:pt x="662" y="7109"/>
                    </a:lnTo>
                    <a:lnTo>
                      <a:pt x="864" y="7512"/>
                    </a:lnTo>
                    <a:lnTo>
                      <a:pt x="1123" y="7944"/>
                    </a:lnTo>
                    <a:lnTo>
                      <a:pt x="1410" y="8347"/>
                    </a:lnTo>
                    <a:lnTo>
                      <a:pt x="1698" y="8779"/>
                    </a:lnTo>
                    <a:lnTo>
                      <a:pt x="2043" y="9182"/>
                    </a:lnTo>
                    <a:lnTo>
                      <a:pt x="2418" y="9613"/>
                    </a:lnTo>
                    <a:lnTo>
                      <a:pt x="2792" y="10016"/>
                    </a:lnTo>
                    <a:lnTo>
                      <a:pt x="3223" y="10419"/>
                    </a:lnTo>
                    <a:lnTo>
                      <a:pt x="3655" y="10822"/>
                    </a:lnTo>
                    <a:lnTo>
                      <a:pt x="4116" y="11225"/>
                    </a:lnTo>
                    <a:lnTo>
                      <a:pt x="4605" y="11628"/>
                    </a:lnTo>
                    <a:lnTo>
                      <a:pt x="5123" y="12031"/>
                    </a:lnTo>
                    <a:lnTo>
                      <a:pt x="5670" y="12405"/>
                    </a:lnTo>
                    <a:lnTo>
                      <a:pt x="6216" y="12779"/>
                    </a:lnTo>
                    <a:lnTo>
                      <a:pt x="6792" y="13153"/>
                    </a:lnTo>
                    <a:lnTo>
                      <a:pt x="7396" y="13498"/>
                    </a:lnTo>
                    <a:lnTo>
                      <a:pt x="8001" y="13844"/>
                    </a:lnTo>
                    <a:lnTo>
                      <a:pt x="8663" y="14189"/>
                    </a:lnTo>
                    <a:lnTo>
                      <a:pt x="9296" y="14506"/>
                    </a:lnTo>
                    <a:lnTo>
                      <a:pt x="9987" y="14822"/>
                    </a:lnTo>
                    <a:lnTo>
                      <a:pt x="10677" y="15139"/>
                    </a:lnTo>
                    <a:lnTo>
                      <a:pt x="11368" y="15427"/>
                    </a:lnTo>
                    <a:lnTo>
                      <a:pt x="12087" y="15686"/>
                    </a:lnTo>
                    <a:lnTo>
                      <a:pt x="12807" y="15945"/>
                    </a:lnTo>
                    <a:lnTo>
                      <a:pt x="13498" y="16175"/>
                    </a:lnTo>
                    <a:lnTo>
                      <a:pt x="14217" y="16376"/>
                    </a:lnTo>
                    <a:lnTo>
                      <a:pt x="14908" y="16578"/>
                    </a:lnTo>
                    <a:lnTo>
                      <a:pt x="15599" y="16722"/>
                    </a:lnTo>
                    <a:lnTo>
                      <a:pt x="16260" y="16866"/>
                    </a:lnTo>
                    <a:lnTo>
                      <a:pt x="16951" y="17009"/>
                    </a:lnTo>
                    <a:lnTo>
                      <a:pt x="17613" y="17096"/>
                    </a:lnTo>
                    <a:lnTo>
                      <a:pt x="18275" y="17182"/>
                    </a:lnTo>
                    <a:lnTo>
                      <a:pt x="18908" y="17268"/>
                    </a:lnTo>
                    <a:lnTo>
                      <a:pt x="19541" y="17297"/>
                    </a:lnTo>
                    <a:lnTo>
                      <a:pt x="20146" y="17326"/>
                    </a:lnTo>
                    <a:lnTo>
                      <a:pt x="21326" y="17326"/>
                    </a:lnTo>
                    <a:lnTo>
                      <a:pt x="21901" y="17297"/>
                    </a:lnTo>
                    <a:lnTo>
                      <a:pt x="22448" y="17240"/>
                    </a:lnTo>
                    <a:lnTo>
                      <a:pt x="22966" y="17153"/>
                    </a:lnTo>
                    <a:lnTo>
                      <a:pt x="23484" y="17067"/>
                    </a:lnTo>
                    <a:lnTo>
                      <a:pt x="23973" y="16952"/>
                    </a:lnTo>
                    <a:lnTo>
                      <a:pt x="24434" y="16808"/>
                    </a:lnTo>
                    <a:lnTo>
                      <a:pt x="24894" y="16664"/>
                    </a:lnTo>
                    <a:lnTo>
                      <a:pt x="25297" y="16491"/>
                    </a:lnTo>
                    <a:lnTo>
                      <a:pt x="25700" y="16290"/>
                    </a:lnTo>
                    <a:lnTo>
                      <a:pt x="26074" y="16089"/>
                    </a:lnTo>
                    <a:lnTo>
                      <a:pt x="26391" y="15858"/>
                    </a:lnTo>
                    <a:lnTo>
                      <a:pt x="26707" y="15628"/>
                    </a:lnTo>
                    <a:lnTo>
                      <a:pt x="26995" y="15340"/>
                    </a:lnTo>
                    <a:lnTo>
                      <a:pt x="27254" y="15052"/>
                    </a:lnTo>
                    <a:lnTo>
                      <a:pt x="27456" y="14765"/>
                    </a:lnTo>
                    <a:lnTo>
                      <a:pt x="27657" y="14448"/>
                    </a:lnTo>
                    <a:lnTo>
                      <a:pt x="27801" y="14103"/>
                    </a:lnTo>
                    <a:lnTo>
                      <a:pt x="27945" y="13757"/>
                    </a:lnTo>
                    <a:lnTo>
                      <a:pt x="28002" y="13383"/>
                    </a:lnTo>
                    <a:lnTo>
                      <a:pt x="28060" y="13009"/>
                    </a:lnTo>
                    <a:lnTo>
                      <a:pt x="28060" y="12635"/>
                    </a:lnTo>
                    <a:lnTo>
                      <a:pt x="28031" y="12232"/>
                    </a:lnTo>
                    <a:lnTo>
                      <a:pt x="27974" y="11858"/>
                    </a:lnTo>
                    <a:lnTo>
                      <a:pt x="27887" y="11455"/>
                    </a:lnTo>
                    <a:lnTo>
                      <a:pt x="27772" y="11052"/>
                    </a:lnTo>
                    <a:lnTo>
                      <a:pt x="27600" y="10649"/>
                    </a:lnTo>
                    <a:lnTo>
                      <a:pt x="27427" y="10218"/>
                    </a:lnTo>
                    <a:lnTo>
                      <a:pt x="27197" y="9815"/>
                    </a:lnTo>
                    <a:lnTo>
                      <a:pt x="26938" y="9383"/>
                    </a:lnTo>
                    <a:lnTo>
                      <a:pt x="26679" y="8980"/>
                    </a:lnTo>
                    <a:lnTo>
                      <a:pt x="26362" y="8577"/>
                    </a:lnTo>
                    <a:lnTo>
                      <a:pt x="26017" y="8145"/>
                    </a:lnTo>
                    <a:lnTo>
                      <a:pt x="25671" y="7743"/>
                    </a:lnTo>
                    <a:lnTo>
                      <a:pt x="25268" y="7311"/>
                    </a:lnTo>
                    <a:lnTo>
                      <a:pt x="24866" y="6908"/>
                    </a:lnTo>
                    <a:lnTo>
                      <a:pt x="24405" y="6505"/>
                    </a:lnTo>
                    <a:lnTo>
                      <a:pt x="23945" y="6102"/>
                    </a:lnTo>
                    <a:lnTo>
                      <a:pt x="23455" y="5699"/>
                    </a:lnTo>
                    <a:lnTo>
                      <a:pt x="22937" y="5325"/>
                    </a:lnTo>
                    <a:lnTo>
                      <a:pt x="22419" y="4922"/>
                    </a:lnTo>
                    <a:lnTo>
                      <a:pt x="21844" y="4548"/>
                    </a:lnTo>
                    <a:lnTo>
                      <a:pt x="21268" y="4203"/>
                    </a:lnTo>
                    <a:lnTo>
                      <a:pt x="20664" y="3829"/>
                    </a:lnTo>
                    <a:lnTo>
                      <a:pt x="20059" y="3483"/>
                    </a:lnTo>
                    <a:lnTo>
                      <a:pt x="19426" y="3138"/>
                    </a:lnTo>
                    <a:lnTo>
                      <a:pt x="18764" y="2821"/>
                    </a:lnTo>
                    <a:lnTo>
                      <a:pt x="18102" y="2505"/>
                    </a:lnTo>
                    <a:lnTo>
                      <a:pt x="17412" y="2217"/>
                    </a:lnTo>
                    <a:lnTo>
                      <a:pt x="16692" y="1900"/>
                    </a:lnTo>
                    <a:lnTo>
                      <a:pt x="15973" y="1641"/>
                    </a:lnTo>
                    <a:lnTo>
                      <a:pt x="15282" y="1382"/>
                    </a:lnTo>
                    <a:lnTo>
                      <a:pt x="14563" y="1152"/>
                    </a:lnTo>
                    <a:lnTo>
                      <a:pt x="13872" y="951"/>
                    </a:lnTo>
                    <a:lnTo>
                      <a:pt x="13181" y="778"/>
                    </a:lnTo>
                    <a:lnTo>
                      <a:pt x="12490" y="605"/>
                    </a:lnTo>
                    <a:lnTo>
                      <a:pt x="11800" y="461"/>
                    </a:lnTo>
                    <a:lnTo>
                      <a:pt x="11138" y="318"/>
                    </a:lnTo>
                    <a:lnTo>
                      <a:pt x="10447" y="231"/>
                    </a:lnTo>
                    <a:lnTo>
                      <a:pt x="9814" y="145"/>
                    </a:lnTo>
                    <a:lnTo>
                      <a:pt x="9181" y="87"/>
                    </a:lnTo>
                    <a:lnTo>
                      <a:pt x="8548" y="30"/>
                    </a:lnTo>
                    <a:lnTo>
                      <a:pt x="791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5280625" y="4067100"/>
                <a:ext cx="428100" cy="595750"/>
              </a:xfrm>
              <a:custGeom>
                <a:rect b="b" l="l" r="r" t="t"/>
                <a:pathLst>
                  <a:path extrusionOk="0" h="23830" w="17124">
                    <a:moveTo>
                      <a:pt x="11167" y="0"/>
                    </a:moveTo>
                    <a:lnTo>
                      <a:pt x="10764" y="29"/>
                    </a:lnTo>
                    <a:lnTo>
                      <a:pt x="10361" y="58"/>
                    </a:lnTo>
                    <a:lnTo>
                      <a:pt x="9929" y="144"/>
                    </a:lnTo>
                    <a:lnTo>
                      <a:pt x="9526" y="260"/>
                    </a:lnTo>
                    <a:lnTo>
                      <a:pt x="9123" y="375"/>
                    </a:lnTo>
                    <a:lnTo>
                      <a:pt x="8691" y="547"/>
                    </a:lnTo>
                    <a:lnTo>
                      <a:pt x="8289" y="720"/>
                    </a:lnTo>
                    <a:lnTo>
                      <a:pt x="7886" y="921"/>
                    </a:lnTo>
                    <a:lnTo>
                      <a:pt x="7454" y="1180"/>
                    </a:lnTo>
                    <a:lnTo>
                      <a:pt x="7051" y="1439"/>
                    </a:lnTo>
                    <a:lnTo>
                      <a:pt x="6648" y="1698"/>
                    </a:lnTo>
                    <a:lnTo>
                      <a:pt x="6245" y="2015"/>
                    </a:lnTo>
                    <a:lnTo>
                      <a:pt x="5871" y="2360"/>
                    </a:lnTo>
                    <a:lnTo>
                      <a:pt x="5468" y="2706"/>
                    </a:lnTo>
                    <a:lnTo>
                      <a:pt x="5094" y="3080"/>
                    </a:lnTo>
                    <a:lnTo>
                      <a:pt x="4720" y="3483"/>
                    </a:lnTo>
                    <a:lnTo>
                      <a:pt x="4346" y="3886"/>
                    </a:lnTo>
                    <a:lnTo>
                      <a:pt x="4000" y="4317"/>
                    </a:lnTo>
                    <a:lnTo>
                      <a:pt x="3655" y="4778"/>
                    </a:lnTo>
                    <a:lnTo>
                      <a:pt x="3310" y="5238"/>
                    </a:lnTo>
                    <a:lnTo>
                      <a:pt x="2993" y="5756"/>
                    </a:lnTo>
                    <a:lnTo>
                      <a:pt x="2677" y="6246"/>
                    </a:lnTo>
                    <a:lnTo>
                      <a:pt x="2360" y="6792"/>
                    </a:lnTo>
                    <a:lnTo>
                      <a:pt x="2072" y="7339"/>
                    </a:lnTo>
                    <a:lnTo>
                      <a:pt x="1813" y="7886"/>
                    </a:lnTo>
                    <a:lnTo>
                      <a:pt x="1554" y="8462"/>
                    </a:lnTo>
                    <a:lnTo>
                      <a:pt x="1295" y="9066"/>
                    </a:lnTo>
                    <a:lnTo>
                      <a:pt x="1065" y="9670"/>
                    </a:lnTo>
                    <a:lnTo>
                      <a:pt x="864" y="10246"/>
                    </a:lnTo>
                    <a:lnTo>
                      <a:pt x="691" y="10850"/>
                    </a:lnTo>
                    <a:lnTo>
                      <a:pt x="518" y="11455"/>
                    </a:lnTo>
                    <a:lnTo>
                      <a:pt x="403" y="12030"/>
                    </a:lnTo>
                    <a:lnTo>
                      <a:pt x="288" y="12635"/>
                    </a:lnTo>
                    <a:lnTo>
                      <a:pt x="173" y="13210"/>
                    </a:lnTo>
                    <a:lnTo>
                      <a:pt x="86" y="13786"/>
                    </a:lnTo>
                    <a:lnTo>
                      <a:pt x="29" y="14361"/>
                    </a:lnTo>
                    <a:lnTo>
                      <a:pt x="0" y="14908"/>
                    </a:lnTo>
                    <a:lnTo>
                      <a:pt x="0" y="15484"/>
                    </a:lnTo>
                    <a:lnTo>
                      <a:pt x="0" y="16002"/>
                    </a:lnTo>
                    <a:lnTo>
                      <a:pt x="29" y="16549"/>
                    </a:lnTo>
                    <a:lnTo>
                      <a:pt x="58" y="17067"/>
                    </a:lnTo>
                    <a:lnTo>
                      <a:pt x="115" y="17585"/>
                    </a:lnTo>
                    <a:lnTo>
                      <a:pt x="202" y="18074"/>
                    </a:lnTo>
                    <a:lnTo>
                      <a:pt x="317" y="18563"/>
                    </a:lnTo>
                    <a:lnTo>
                      <a:pt x="432" y="19024"/>
                    </a:lnTo>
                    <a:lnTo>
                      <a:pt x="576" y="19484"/>
                    </a:lnTo>
                    <a:lnTo>
                      <a:pt x="720" y="19916"/>
                    </a:lnTo>
                    <a:lnTo>
                      <a:pt x="892" y="20319"/>
                    </a:lnTo>
                    <a:lnTo>
                      <a:pt x="1094" y="20722"/>
                    </a:lnTo>
                    <a:lnTo>
                      <a:pt x="1295" y="21096"/>
                    </a:lnTo>
                    <a:lnTo>
                      <a:pt x="1525" y="21470"/>
                    </a:lnTo>
                    <a:lnTo>
                      <a:pt x="1784" y="21815"/>
                    </a:lnTo>
                    <a:lnTo>
                      <a:pt x="2043" y="22132"/>
                    </a:lnTo>
                    <a:lnTo>
                      <a:pt x="2331" y="22420"/>
                    </a:lnTo>
                    <a:lnTo>
                      <a:pt x="2619" y="22679"/>
                    </a:lnTo>
                    <a:lnTo>
                      <a:pt x="2936" y="22909"/>
                    </a:lnTo>
                    <a:lnTo>
                      <a:pt x="3281" y="23139"/>
                    </a:lnTo>
                    <a:lnTo>
                      <a:pt x="3626" y="23340"/>
                    </a:lnTo>
                    <a:lnTo>
                      <a:pt x="4000" y="23484"/>
                    </a:lnTo>
                    <a:lnTo>
                      <a:pt x="4375" y="23628"/>
                    </a:lnTo>
                    <a:lnTo>
                      <a:pt x="4777" y="23715"/>
                    </a:lnTo>
                    <a:lnTo>
                      <a:pt x="5152" y="23801"/>
                    </a:lnTo>
                    <a:lnTo>
                      <a:pt x="5555" y="23830"/>
                    </a:lnTo>
                    <a:lnTo>
                      <a:pt x="6360" y="23830"/>
                    </a:lnTo>
                    <a:lnTo>
                      <a:pt x="6763" y="23772"/>
                    </a:lnTo>
                    <a:lnTo>
                      <a:pt x="7195" y="23686"/>
                    </a:lnTo>
                    <a:lnTo>
                      <a:pt x="7598" y="23599"/>
                    </a:lnTo>
                    <a:lnTo>
                      <a:pt x="8001" y="23456"/>
                    </a:lnTo>
                    <a:lnTo>
                      <a:pt x="8432" y="23312"/>
                    </a:lnTo>
                    <a:lnTo>
                      <a:pt x="8835" y="23110"/>
                    </a:lnTo>
                    <a:lnTo>
                      <a:pt x="9238" y="22909"/>
                    </a:lnTo>
                    <a:lnTo>
                      <a:pt x="9670" y="22679"/>
                    </a:lnTo>
                    <a:lnTo>
                      <a:pt x="10073" y="22420"/>
                    </a:lnTo>
                    <a:lnTo>
                      <a:pt x="10476" y="22132"/>
                    </a:lnTo>
                    <a:lnTo>
                      <a:pt x="10879" y="21815"/>
                    </a:lnTo>
                    <a:lnTo>
                      <a:pt x="11253" y="21499"/>
                    </a:lnTo>
                    <a:lnTo>
                      <a:pt x="11656" y="21124"/>
                    </a:lnTo>
                    <a:lnTo>
                      <a:pt x="12030" y="20750"/>
                    </a:lnTo>
                    <a:lnTo>
                      <a:pt x="12404" y="20376"/>
                    </a:lnTo>
                    <a:lnTo>
                      <a:pt x="12778" y="19945"/>
                    </a:lnTo>
                    <a:lnTo>
                      <a:pt x="13123" y="19513"/>
                    </a:lnTo>
                    <a:lnTo>
                      <a:pt x="13469" y="19052"/>
                    </a:lnTo>
                    <a:lnTo>
                      <a:pt x="13814" y="18592"/>
                    </a:lnTo>
                    <a:lnTo>
                      <a:pt x="14131" y="18103"/>
                    </a:lnTo>
                    <a:lnTo>
                      <a:pt x="14447" y="17585"/>
                    </a:lnTo>
                    <a:lnTo>
                      <a:pt x="14764" y="17038"/>
                    </a:lnTo>
                    <a:lnTo>
                      <a:pt x="15052" y="16520"/>
                    </a:lnTo>
                    <a:lnTo>
                      <a:pt x="15311" y="15944"/>
                    </a:lnTo>
                    <a:lnTo>
                      <a:pt x="15570" y="15369"/>
                    </a:lnTo>
                    <a:lnTo>
                      <a:pt x="15829" y="14764"/>
                    </a:lnTo>
                    <a:lnTo>
                      <a:pt x="16030" y="14189"/>
                    </a:lnTo>
                    <a:lnTo>
                      <a:pt x="16260" y="13584"/>
                    </a:lnTo>
                    <a:lnTo>
                      <a:pt x="16433" y="12980"/>
                    </a:lnTo>
                    <a:lnTo>
                      <a:pt x="16577" y="12376"/>
                    </a:lnTo>
                    <a:lnTo>
                      <a:pt x="16721" y="11800"/>
                    </a:lnTo>
                    <a:lnTo>
                      <a:pt x="16836" y="11196"/>
                    </a:lnTo>
                    <a:lnTo>
                      <a:pt x="16951" y="10620"/>
                    </a:lnTo>
                    <a:lnTo>
                      <a:pt x="17009" y="10044"/>
                    </a:lnTo>
                    <a:lnTo>
                      <a:pt x="17066" y="9469"/>
                    </a:lnTo>
                    <a:lnTo>
                      <a:pt x="17124" y="8922"/>
                    </a:lnTo>
                    <a:lnTo>
                      <a:pt x="17124" y="8375"/>
                    </a:lnTo>
                    <a:lnTo>
                      <a:pt x="17124" y="7828"/>
                    </a:lnTo>
                    <a:lnTo>
                      <a:pt x="17095" y="7282"/>
                    </a:lnTo>
                    <a:lnTo>
                      <a:pt x="17066" y="6764"/>
                    </a:lnTo>
                    <a:lnTo>
                      <a:pt x="17009" y="6246"/>
                    </a:lnTo>
                    <a:lnTo>
                      <a:pt x="16922" y="5756"/>
                    </a:lnTo>
                    <a:lnTo>
                      <a:pt x="16807" y="5267"/>
                    </a:lnTo>
                    <a:lnTo>
                      <a:pt x="16692" y="4807"/>
                    </a:lnTo>
                    <a:lnTo>
                      <a:pt x="16548" y="4346"/>
                    </a:lnTo>
                    <a:lnTo>
                      <a:pt x="16404" y="3914"/>
                    </a:lnTo>
                    <a:lnTo>
                      <a:pt x="16232" y="3512"/>
                    </a:lnTo>
                    <a:lnTo>
                      <a:pt x="16030" y="3109"/>
                    </a:lnTo>
                    <a:lnTo>
                      <a:pt x="15829" y="2735"/>
                    </a:lnTo>
                    <a:lnTo>
                      <a:pt x="15599" y="2360"/>
                    </a:lnTo>
                    <a:lnTo>
                      <a:pt x="15340" y="2044"/>
                    </a:lnTo>
                    <a:lnTo>
                      <a:pt x="15080" y="1727"/>
                    </a:lnTo>
                    <a:lnTo>
                      <a:pt x="14793" y="1411"/>
                    </a:lnTo>
                    <a:lnTo>
                      <a:pt x="14505" y="1152"/>
                    </a:lnTo>
                    <a:lnTo>
                      <a:pt x="14188" y="921"/>
                    </a:lnTo>
                    <a:lnTo>
                      <a:pt x="13843" y="691"/>
                    </a:lnTo>
                    <a:lnTo>
                      <a:pt x="13498" y="519"/>
                    </a:lnTo>
                    <a:lnTo>
                      <a:pt x="13123" y="346"/>
                    </a:lnTo>
                    <a:lnTo>
                      <a:pt x="12749" y="202"/>
                    </a:lnTo>
                    <a:lnTo>
                      <a:pt x="12346" y="116"/>
                    </a:lnTo>
                    <a:lnTo>
                      <a:pt x="11972" y="29"/>
                    </a:lnTo>
                    <a:lnTo>
                      <a:pt x="115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6021675" y="3397975"/>
                <a:ext cx="714475" cy="644675"/>
              </a:xfrm>
              <a:custGeom>
                <a:rect b="b" l="l" r="r" t="t"/>
                <a:pathLst>
                  <a:path extrusionOk="0" h="25787" w="28579">
                    <a:moveTo>
                      <a:pt x="20722" y="1"/>
                    </a:moveTo>
                    <a:lnTo>
                      <a:pt x="20175" y="30"/>
                    </a:lnTo>
                    <a:lnTo>
                      <a:pt x="19600" y="87"/>
                    </a:lnTo>
                    <a:lnTo>
                      <a:pt x="19024" y="145"/>
                    </a:lnTo>
                    <a:lnTo>
                      <a:pt x="18420" y="260"/>
                    </a:lnTo>
                    <a:lnTo>
                      <a:pt x="17815" y="404"/>
                    </a:lnTo>
                    <a:lnTo>
                      <a:pt x="17211" y="576"/>
                    </a:lnTo>
                    <a:lnTo>
                      <a:pt x="16578" y="778"/>
                    </a:lnTo>
                    <a:lnTo>
                      <a:pt x="15945" y="1008"/>
                    </a:lnTo>
                    <a:lnTo>
                      <a:pt x="15311" y="1267"/>
                    </a:lnTo>
                    <a:lnTo>
                      <a:pt x="14678" y="1555"/>
                    </a:lnTo>
                    <a:lnTo>
                      <a:pt x="14016" y="1871"/>
                    </a:lnTo>
                    <a:lnTo>
                      <a:pt x="13383" y="2188"/>
                    </a:lnTo>
                    <a:lnTo>
                      <a:pt x="12721" y="2562"/>
                    </a:lnTo>
                    <a:lnTo>
                      <a:pt x="12088" y="2965"/>
                    </a:lnTo>
                    <a:lnTo>
                      <a:pt x="11426" y="3368"/>
                    </a:lnTo>
                    <a:lnTo>
                      <a:pt x="10793" y="3828"/>
                    </a:lnTo>
                    <a:lnTo>
                      <a:pt x="10131" y="4289"/>
                    </a:lnTo>
                    <a:lnTo>
                      <a:pt x="9498" y="4807"/>
                    </a:lnTo>
                    <a:lnTo>
                      <a:pt x="8836" y="5325"/>
                    </a:lnTo>
                    <a:lnTo>
                      <a:pt x="8203" y="5872"/>
                    </a:lnTo>
                    <a:lnTo>
                      <a:pt x="7599" y="6447"/>
                    </a:lnTo>
                    <a:lnTo>
                      <a:pt x="6965" y="7052"/>
                    </a:lnTo>
                    <a:lnTo>
                      <a:pt x="6361" y="7685"/>
                    </a:lnTo>
                    <a:lnTo>
                      <a:pt x="5642" y="7541"/>
                    </a:lnTo>
                    <a:lnTo>
                      <a:pt x="4922" y="7426"/>
                    </a:lnTo>
                    <a:lnTo>
                      <a:pt x="4174" y="7368"/>
                    </a:lnTo>
                    <a:lnTo>
                      <a:pt x="3800" y="7340"/>
                    </a:lnTo>
                    <a:lnTo>
                      <a:pt x="3426" y="7340"/>
                    </a:lnTo>
                    <a:lnTo>
                      <a:pt x="3080" y="7368"/>
                    </a:lnTo>
                    <a:lnTo>
                      <a:pt x="2706" y="7426"/>
                    </a:lnTo>
                    <a:lnTo>
                      <a:pt x="2390" y="7483"/>
                    </a:lnTo>
                    <a:lnTo>
                      <a:pt x="2044" y="7599"/>
                    </a:lnTo>
                    <a:lnTo>
                      <a:pt x="1756" y="7714"/>
                    </a:lnTo>
                    <a:lnTo>
                      <a:pt x="1469" y="7858"/>
                    </a:lnTo>
                    <a:lnTo>
                      <a:pt x="1181" y="8059"/>
                    </a:lnTo>
                    <a:lnTo>
                      <a:pt x="951" y="8260"/>
                    </a:lnTo>
                    <a:lnTo>
                      <a:pt x="720" y="8548"/>
                    </a:lnTo>
                    <a:lnTo>
                      <a:pt x="519" y="8836"/>
                    </a:lnTo>
                    <a:lnTo>
                      <a:pt x="375" y="9181"/>
                    </a:lnTo>
                    <a:lnTo>
                      <a:pt x="231" y="9556"/>
                    </a:lnTo>
                    <a:lnTo>
                      <a:pt x="145" y="9958"/>
                    </a:lnTo>
                    <a:lnTo>
                      <a:pt x="58" y="10361"/>
                    </a:lnTo>
                    <a:lnTo>
                      <a:pt x="1" y="10822"/>
                    </a:lnTo>
                    <a:lnTo>
                      <a:pt x="1" y="11311"/>
                    </a:lnTo>
                    <a:lnTo>
                      <a:pt x="1" y="11800"/>
                    </a:lnTo>
                    <a:lnTo>
                      <a:pt x="30" y="12318"/>
                    </a:lnTo>
                    <a:lnTo>
                      <a:pt x="116" y="12836"/>
                    </a:lnTo>
                    <a:lnTo>
                      <a:pt x="202" y="13383"/>
                    </a:lnTo>
                    <a:lnTo>
                      <a:pt x="317" y="13930"/>
                    </a:lnTo>
                    <a:lnTo>
                      <a:pt x="461" y="14506"/>
                    </a:lnTo>
                    <a:lnTo>
                      <a:pt x="663" y="15081"/>
                    </a:lnTo>
                    <a:lnTo>
                      <a:pt x="864" y="15657"/>
                    </a:lnTo>
                    <a:lnTo>
                      <a:pt x="1094" y="16232"/>
                    </a:lnTo>
                    <a:lnTo>
                      <a:pt x="1325" y="16808"/>
                    </a:lnTo>
                    <a:lnTo>
                      <a:pt x="1612" y="17412"/>
                    </a:lnTo>
                    <a:lnTo>
                      <a:pt x="1929" y="17988"/>
                    </a:lnTo>
                    <a:lnTo>
                      <a:pt x="2274" y="18563"/>
                    </a:lnTo>
                    <a:lnTo>
                      <a:pt x="2620" y="19110"/>
                    </a:lnTo>
                    <a:lnTo>
                      <a:pt x="2994" y="19686"/>
                    </a:lnTo>
                    <a:lnTo>
                      <a:pt x="3397" y="20233"/>
                    </a:lnTo>
                    <a:lnTo>
                      <a:pt x="3828" y="20751"/>
                    </a:lnTo>
                    <a:lnTo>
                      <a:pt x="4289" y="21269"/>
                    </a:lnTo>
                    <a:lnTo>
                      <a:pt x="4778" y="21758"/>
                    </a:lnTo>
                    <a:lnTo>
                      <a:pt x="5296" y="22247"/>
                    </a:lnTo>
                    <a:lnTo>
                      <a:pt x="5814" y="22679"/>
                    </a:lnTo>
                    <a:lnTo>
                      <a:pt x="6361" y="23111"/>
                    </a:lnTo>
                    <a:lnTo>
                      <a:pt x="6937" y="23513"/>
                    </a:lnTo>
                    <a:lnTo>
                      <a:pt x="7541" y="23888"/>
                    </a:lnTo>
                    <a:lnTo>
                      <a:pt x="8376" y="24319"/>
                    </a:lnTo>
                    <a:lnTo>
                      <a:pt x="9210" y="24722"/>
                    </a:lnTo>
                    <a:lnTo>
                      <a:pt x="10102" y="25039"/>
                    </a:lnTo>
                    <a:lnTo>
                      <a:pt x="11023" y="25298"/>
                    </a:lnTo>
                    <a:lnTo>
                      <a:pt x="11944" y="25528"/>
                    </a:lnTo>
                    <a:lnTo>
                      <a:pt x="12865" y="25672"/>
                    </a:lnTo>
                    <a:lnTo>
                      <a:pt x="13815" y="25758"/>
                    </a:lnTo>
                    <a:lnTo>
                      <a:pt x="14765" y="25787"/>
                    </a:lnTo>
                    <a:lnTo>
                      <a:pt x="15714" y="25729"/>
                    </a:lnTo>
                    <a:lnTo>
                      <a:pt x="16664" y="25643"/>
                    </a:lnTo>
                    <a:lnTo>
                      <a:pt x="17585" y="25470"/>
                    </a:lnTo>
                    <a:lnTo>
                      <a:pt x="18506" y="25240"/>
                    </a:lnTo>
                    <a:lnTo>
                      <a:pt x="19398" y="24952"/>
                    </a:lnTo>
                    <a:lnTo>
                      <a:pt x="19830" y="24809"/>
                    </a:lnTo>
                    <a:lnTo>
                      <a:pt x="20261" y="24607"/>
                    </a:lnTo>
                    <a:lnTo>
                      <a:pt x="20693" y="24406"/>
                    </a:lnTo>
                    <a:lnTo>
                      <a:pt x="21096" y="24204"/>
                    </a:lnTo>
                    <a:lnTo>
                      <a:pt x="21528" y="23974"/>
                    </a:lnTo>
                    <a:lnTo>
                      <a:pt x="21931" y="23715"/>
                    </a:lnTo>
                    <a:lnTo>
                      <a:pt x="22650" y="23197"/>
                    </a:lnTo>
                    <a:lnTo>
                      <a:pt x="23312" y="22650"/>
                    </a:lnTo>
                    <a:lnTo>
                      <a:pt x="23945" y="22046"/>
                    </a:lnTo>
                    <a:lnTo>
                      <a:pt x="24550" y="21413"/>
                    </a:lnTo>
                    <a:lnTo>
                      <a:pt x="25096" y="20722"/>
                    </a:lnTo>
                    <a:lnTo>
                      <a:pt x="25614" y="20031"/>
                    </a:lnTo>
                    <a:lnTo>
                      <a:pt x="26075" y="19283"/>
                    </a:lnTo>
                    <a:lnTo>
                      <a:pt x="26507" y="18506"/>
                    </a:lnTo>
                    <a:lnTo>
                      <a:pt x="26910" y="17729"/>
                    </a:lnTo>
                    <a:lnTo>
                      <a:pt x="27255" y="16894"/>
                    </a:lnTo>
                    <a:lnTo>
                      <a:pt x="27543" y="16088"/>
                    </a:lnTo>
                    <a:lnTo>
                      <a:pt x="27830" y="15225"/>
                    </a:lnTo>
                    <a:lnTo>
                      <a:pt x="28061" y="14390"/>
                    </a:lnTo>
                    <a:lnTo>
                      <a:pt x="28233" y="13527"/>
                    </a:lnTo>
                    <a:lnTo>
                      <a:pt x="28377" y="12664"/>
                    </a:lnTo>
                    <a:lnTo>
                      <a:pt x="28492" y="11800"/>
                    </a:lnTo>
                    <a:lnTo>
                      <a:pt x="28550" y="10937"/>
                    </a:lnTo>
                    <a:lnTo>
                      <a:pt x="28579" y="10102"/>
                    </a:lnTo>
                    <a:lnTo>
                      <a:pt x="28579" y="9268"/>
                    </a:lnTo>
                    <a:lnTo>
                      <a:pt x="28521" y="8462"/>
                    </a:lnTo>
                    <a:lnTo>
                      <a:pt x="28435" y="7656"/>
                    </a:lnTo>
                    <a:lnTo>
                      <a:pt x="28291" y="6879"/>
                    </a:lnTo>
                    <a:lnTo>
                      <a:pt x="28147" y="6102"/>
                    </a:lnTo>
                    <a:lnTo>
                      <a:pt x="27917" y="5383"/>
                    </a:lnTo>
                    <a:lnTo>
                      <a:pt x="27687" y="4692"/>
                    </a:lnTo>
                    <a:lnTo>
                      <a:pt x="27399" y="4030"/>
                    </a:lnTo>
                    <a:lnTo>
                      <a:pt x="27082" y="3426"/>
                    </a:lnTo>
                    <a:lnTo>
                      <a:pt x="26737" y="2850"/>
                    </a:lnTo>
                    <a:lnTo>
                      <a:pt x="26363" y="2303"/>
                    </a:lnTo>
                    <a:lnTo>
                      <a:pt x="25931" y="1843"/>
                    </a:lnTo>
                    <a:lnTo>
                      <a:pt x="25471" y="1411"/>
                    </a:lnTo>
                    <a:lnTo>
                      <a:pt x="24981" y="1037"/>
                    </a:lnTo>
                    <a:lnTo>
                      <a:pt x="24578" y="807"/>
                    </a:lnTo>
                    <a:lnTo>
                      <a:pt x="24175" y="605"/>
                    </a:lnTo>
                    <a:lnTo>
                      <a:pt x="23744" y="432"/>
                    </a:lnTo>
                    <a:lnTo>
                      <a:pt x="23283" y="289"/>
                    </a:lnTo>
                    <a:lnTo>
                      <a:pt x="22794" y="173"/>
                    </a:lnTo>
                    <a:lnTo>
                      <a:pt x="22305" y="87"/>
                    </a:lnTo>
                    <a:lnTo>
                      <a:pt x="21787" y="30"/>
                    </a:lnTo>
                    <a:lnTo>
                      <a:pt x="2126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6538275" y="3476400"/>
                <a:ext cx="380625" cy="442500"/>
              </a:xfrm>
              <a:custGeom>
                <a:rect b="b" l="l" r="r" t="t"/>
                <a:pathLst>
                  <a:path extrusionOk="0" h="17700" w="15225">
                    <a:moveTo>
                      <a:pt x="4720" y="1"/>
                    </a:moveTo>
                    <a:lnTo>
                      <a:pt x="4375" y="58"/>
                    </a:lnTo>
                    <a:lnTo>
                      <a:pt x="4030" y="116"/>
                    </a:lnTo>
                    <a:lnTo>
                      <a:pt x="3684" y="202"/>
                    </a:lnTo>
                    <a:lnTo>
                      <a:pt x="3339" y="317"/>
                    </a:lnTo>
                    <a:lnTo>
                      <a:pt x="3022" y="432"/>
                    </a:lnTo>
                    <a:lnTo>
                      <a:pt x="2706" y="605"/>
                    </a:lnTo>
                    <a:lnTo>
                      <a:pt x="2389" y="778"/>
                    </a:lnTo>
                    <a:lnTo>
                      <a:pt x="2101" y="1008"/>
                    </a:lnTo>
                    <a:lnTo>
                      <a:pt x="1842" y="1238"/>
                    </a:lnTo>
                    <a:lnTo>
                      <a:pt x="1583" y="1468"/>
                    </a:lnTo>
                    <a:lnTo>
                      <a:pt x="1353" y="1727"/>
                    </a:lnTo>
                    <a:lnTo>
                      <a:pt x="1152" y="2015"/>
                    </a:lnTo>
                    <a:lnTo>
                      <a:pt x="950" y="2332"/>
                    </a:lnTo>
                    <a:lnTo>
                      <a:pt x="777" y="2620"/>
                    </a:lnTo>
                    <a:lnTo>
                      <a:pt x="634" y="2965"/>
                    </a:lnTo>
                    <a:lnTo>
                      <a:pt x="490" y="3282"/>
                    </a:lnTo>
                    <a:lnTo>
                      <a:pt x="375" y="3627"/>
                    </a:lnTo>
                    <a:lnTo>
                      <a:pt x="259" y="4001"/>
                    </a:lnTo>
                    <a:lnTo>
                      <a:pt x="173" y="4346"/>
                    </a:lnTo>
                    <a:lnTo>
                      <a:pt x="58" y="5123"/>
                    </a:lnTo>
                    <a:lnTo>
                      <a:pt x="0" y="5900"/>
                    </a:lnTo>
                    <a:lnTo>
                      <a:pt x="0" y="6678"/>
                    </a:lnTo>
                    <a:lnTo>
                      <a:pt x="58" y="7483"/>
                    </a:lnTo>
                    <a:lnTo>
                      <a:pt x="173" y="8289"/>
                    </a:lnTo>
                    <a:lnTo>
                      <a:pt x="317" y="9066"/>
                    </a:lnTo>
                    <a:lnTo>
                      <a:pt x="547" y="9843"/>
                    </a:lnTo>
                    <a:lnTo>
                      <a:pt x="777" y="10563"/>
                    </a:lnTo>
                    <a:lnTo>
                      <a:pt x="1094" y="11282"/>
                    </a:lnTo>
                    <a:lnTo>
                      <a:pt x="1411" y="11944"/>
                    </a:lnTo>
                    <a:lnTo>
                      <a:pt x="1641" y="12318"/>
                    </a:lnTo>
                    <a:lnTo>
                      <a:pt x="1871" y="12721"/>
                    </a:lnTo>
                    <a:lnTo>
                      <a:pt x="2130" y="13067"/>
                    </a:lnTo>
                    <a:lnTo>
                      <a:pt x="2418" y="13441"/>
                    </a:lnTo>
                    <a:lnTo>
                      <a:pt x="2706" y="13786"/>
                    </a:lnTo>
                    <a:lnTo>
                      <a:pt x="2993" y="14131"/>
                    </a:lnTo>
                    <a:lnTo>
                      <a:pt x="3655" y="14764"/>
                    </a:lnTo>
                    <a:lnTo>
                      <a:pt x="4346" y="15369"/>
                    </a:lnTo>
                    <a:lnTo>
                      <a:pt x="5094" y="15916"/>
                    </a:lnTo>
                    <a:lnTo>
                      <a:pt x="5843" y="16376"/>
                    </a:lnTo>
                    <a:lnTo>
                      <a:pt x="6620" y="16808"/>
                    </a:lnTo>
                    <a:lnTo>
                      <a:pt x="7023" y="16980"/>
                    </a:lnTo>
                    <a:lnTo>
                      <a:pt x="7425" y="17153"/>
                    </a:lnTo>
                    <a:lnTo>
                      <a:pt x="7800" y="17297"/>
                    </a:lnTo>
                    <a:lnTo>
                      <a:pt x="8203" y="17412"/>
                    </a:lnTo>
                    <a:lnTo>
                      <a:pt x="8605" y="17527"/>
                    </a:lnTo>
                    <a:lnTo>
                      <a:pt x="9008" y="17585"/>
                    </a:lnTo>
                    <a:lnTo>
                      <a:pt x="9382" y="17642"/>
                    </a:lnTo>
                    <a:lnTo>
                      <a:pt x="9785" y="17700"/>
                    </a:lnTo>
                    <a:lnTo>
                      <a:pt x="10534" y="17700"/>
                    </a:lnTo>
                    <a:lnTo>
                      <a:pt x="10908" y="17671"/>
                    </a:lnTo>
                    <a:lnTo>
                      <a:pt x="11253" y="17614"/>
                    </a:lnTo>
                    <a:lnTo>
                      <a:pt x="11598" y="17527"/>
                    </a:lnTo>
                    <a:lnTo>
                      <a:pt x="11944" y="17412"/>
                    </a:lnTo>
                    <a:lnTo>
                      <a:pt x="12260" y="17268"/>
                    </a:lnTo>
                    <a:lnTo>
                      <a:pt x="12577" y="17096"/>
                    </a:lnTo>
                    <a:lnTo>
                      <a:pt x="12894" y="16894"/>
                    </a:lnTo>
                    <a:lnTo>
                      <a:pt x="13181" y="16664"/>
                    </a:lnTo>
                    <a:lnTo>
                      <a:pt x="13469" y="16405"/>
                    </a:lnTo>
                    <a:lnTo>
                      <a:pt x="13699" y="16146"/>
                    </a:lnTo>
                    <a:lnTo>
                      <a:pt x="13930" y="15829"/>
                    </a:lnTo>
                    <a:lnTo>
                      <a:pt x="14160" y="15513"/>
                    </a:lnTo>
                    <a:lnTo>
                      <a:pt x="14333" y="15167"/>
                    </a:lnTo>
                    <a:lnTo>
                      <a:pt x="14534" y="14793"/>
                    </a:lnTo>
                    <a:lnTo>
                      <a:pt x="14678" y="14419"/>
                    </a:lnTo>
                    <a:lnTo>
                      <a:pt x="14822" y="14045"/>
                    </a:lnTo>
                    <a:lnTo>
                      <a:pt x="14937" y="13642"/>
                    </a:lnTo>
                    <a:lnTo>
                      <a:pt x="15023" y="13210"/>
                    </a:lnTo>
                    <a:lnTo>
                      <a:pt x="15110" y="12779"/>
                    </a:lnTo>
                    <a:lnTo>
                      <a:pt x="15167" y="12347"/>
                    </a:lnTo>
                    <a:lnTo>
                      <a:pt x="15196" y="11887"/>
                    </a:lnTo>
                    <a:lnTo>
                      <a:pt x="15225" y="11426"/>
                    </a:lnTo>
                    <a:lnTo>
                      <a:pt x="15225" y="10966"/>
                    </a:lnTo>
                    <a:lnTo>
                      <a:pt x="15225" y="10505"/>
                    </a:lnTo>
                    <a:lnTo>
                      <a:pt x="15196" y="10045"/>
                    </a:lnTo>
                    <a:lnTo>
                      <a:pt x="15138" y="9555"/>
                    </a:lnTo>
                    <a:lnTo>
                      <a:pt x="15052" y="9095"/>
                    </a:lnTo>
                    <a:lnTo>
                      <a:pt x="14966" y="8606"/>
                    </a:lnTo>
                    <a:lnTo>
                      <a:pt x="14851" y="8145"/>
                    </a:lnTo>
                    <a:lnTo>
                      <a:pt x="14735" y="7685"/>
                    </a:lnTo>
                    <a:lnTo>
                      <a:pt x="14592" y="7224"/>
                    </a:lnTo>
                    <a:lnTo>
                      <a:pt x="14419" y="6764"/>
                    </a:lnTo>
                    <a:lnTo>
                      <a:pt x="14246" y="6332"/>
                    </a:lnTo>
                    <a:lnTo>
                      <a:pt x="14045" y="5900"/>
                    </a:lnTo>
                    <a:lnTo>
                      <a:pt x="13814" y="5469"/>
                    </a:lnTo>
                    <a:lnTo>
                      <a:pt x="13584" y="5037"/>
                    </a:lnTo>
                    <a:lnTo>
                      <a:pt x="13325" y="4663"/>
                    </a:lnTo>
                    <a:lnTo>
                      <a:pt x="13037" y="4260"/>
                    </a:lnTo>
                    <a:lnTo>
                      <a:pt x="12577" y="3684"/>
                    </a:lnTo>
                    <a:lnTo>
                      <a:pt x="12030" y="3138"/>
                    </a:lnTo>
                    <a:lnTo>
                      <a:pt x="11455" y="2591"/>
                    </a:lnTo>
                    <a:lnTo>
                      <a:pt x="10821" y="2102"/>
                    </a:lnTo>
                    <a:lnTo>
                      <a:pt x="10159" y="1641"/>
                    </a:lnTo>
                    <a:lnTo>
                      <a:pt x="9469" y="1209"/>
                    </a:lnTo>
                    <a:lnTo>
                      <a:pt x="8778" y="864"/>
                    </a:lnTo>
                    <a:lnTo>
                      <a:pt x="8030" y="548"/>
                    </a:lnTo>
                    <a:lnTo>
                      <a:pt x="7282" y="317"/>
                    </a:lnTo>
                    <a:lnTo>
                      <a:pt x="6562" y="116"/>
                    </a:lnTo>
                    <a:lnTo>
                      <a:pt x="6188" y="58"/>
                    </a:lnTo>
                    <a:lnTo>
                      <a:pt x="5814" y="30"/>
                    </a:lnTo>
                    <a:lnTo>
                      <a:pt x="54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5753325" y="4016025"/>
                <a:ext cx="636050" cy="413725"/>
              </a:xfrm>
              <a:custGeom>
                <a:rect b="b" l="l" r="r" t="t"/>
                <a:pathLst>
                  <a:path extrusionOk="0" h="16549" w="25442">
                    <a:moveTo>
                      <a:pt x="7368" y="0"/>
                    </a:moveTo>
                    <a:lnTo>
                      <a:pt x="6821" y="29"/>
                    </a:lnTo>
                    <a:lnTo>
                      <a:pt x="6274" y="58"/>
                    </a:lnTo>
                    <a:lnTo>
                      <a:pt x="5756" y="87"/>
                    </a:lnTo>
                    <a:lnTo>
                      <a:pt x="5267" y="173"/>
                    </a:lnTo>
                    <a:lnTo>
                      <a:pt x="4778" y="259"/>
                    </a:lnTo>
                    <a:lnTo>
                      <a:pt x="4317" y="346"/>
                    </a:lnTo>
                    <a:lnTo>
                      <a:pt x="3857" y="489"/>
                    </a:lnTo>
                    <a:lnTo>
                      <a:pt x="3425" y="633"/>
                    </a:lnTo>
                    <a:lnTo>
                      <a:pt x="3022" y="777"/>
                    </a:lnTo>
                    <a:lnTo>
                      <a:pt x="2619" y="950"/>
                    </a:lnTo>
                    <a:lnTo>
                      <a:pt x="2274" y="1151"/>
                    </a:lnTo>
                    <a:lnTo>
                      <a:pt x="1928" y="1382"/>
                    </a:lnTo>
                    <a:lnTo>
                      <a:pt x="1612" y="1612"/>
                    </a:lnTo>
                    <a:lnTo>
                      <a:pt x="1324" y="1842"/>
                    </a:lnTo>
                    <a:lnTo>
                      <a:pt x="1036" y="2130"/>
                    </a:lnTo>
                    <a:lnTo>
                      <a:pt x="806" y="2418"/>
                    </a:lnTo>
                    <a:lnTo>
                      <a:pt x="605" y="2705"/>
                    </a:lnTo>
                    <a:lnTo>
                      <a:pt x="432" y="3022"/>
                    </a:lnTo>
                    <a:lnTo>
                      <a:pt x="259" y="3367"/>
                    </a:lnTo>
                    <a:lnTo>
                      <a:pt x="144" y="3713"/>
                    </a:lnTo>
                    <a:lnTo>
                      <a:pt x="58" y="4058"/>
                    </a:lnTo>
                    <a:lnTo>
                      <a:pt x="0" y="4432"/>
                    </a:lnTo>
                    <a:lnTo>
                      <a:pt x="0" y="4806"/>
                    </a:lnTo>
                    <a:lnTo>
                      <a:pt x="0" y="5180"/>
                    </a:lnTo>
                    <a:lnTo>
                      <a:pt x="58" y="5555"/>
                    </a:lnTo>
                    <a:lnTo>
                      <a:pt x="115" y="5957"/>
                    </a:lnTo>
                    <a:lnTo>
                      <a:pt x="230" y="6332"/>
                    </a:lnTo>
                    <a:lnTo>
                      <a:pt x="345" y="6735"/>
                    </a:lnTo>
                    <a:lnTo>
                      <a:pt x="518" y="7137"/>
                    </a:lnTo>
                    <a:lnTo>
                      <a:pt x="720" y="7512"/>
                    </a:lnTo>
                    <a:lnTo>
                      <a:pt x="921" y="7914"/>
                    </a:lnTo>
                    <a:lnTo>
                      <a:pt x="1180" y="8317"/>
                    </a:lnTo>
                    <a:lnTo>
                      <a:pt x="1439" y="8720"/>
                    </a:lnTo>
                    <a:lnTo>
                      <a:pt x="1727" y="9123"/>
                    </a:lnTo>
                    <a:lnTo>
                      <a:pt x="2072" y="9497"/>
                    </a:lnTo>
                    <a:lnTo>
                      <a:pt x="2418" y="9900"/>
                    </a:lnTo>
                    <a:lnTo>
                      <a:pt x="2763" y="10274"/>
                    </a:lnTo>
                    <a:lnTo>
                      <a:pt x="3166" y="10677"/>
                    </a:lnTo>
                    <a:lnTo>
                      <a:pt x="3598" y="11051"/>
                    </a:lnTo>
                    <a:lnTo>
                      <a:pt x="4029" y="11426"/>
                    </a:lnTo>
                    <a:lnTo>
                      <a:pt x="4490" y="11771"/>
                    </a:lnTo>
                    <a:lnTo>
                      <a:pt x="4950" y="12145"/>
                    </a:lnTo>
                    <a:lnTo>
                      <a:pt x="5468" y="12490"/>
                    </a:lnTo>
                    <a:lnTo>
                      <a:pt x="5986" y="12836"/>
                    </a:lnTo>
                    <a:lnTo>
                      <a:pt x="6504" y="13152"/>
                    </a:lnTo>
                    <a:lnTo>
                      <a:pt x="7080" y="13498"/>
                    </a:lnTo>
                    <a:lnTo>
                      <a:pt x="7655" y="13785"/>
                    </a:lnTo>
                    <a:lnTo>
                      <a:pt x="8231" y="14102"/>
                    </a:lnTo>
                    <a:lnTo>
                      <a:pt x="8835" y="14390"/>
                    </a:lnTo>
                    <a:lnTo>
                      <a:pt x="9469" y="14649"/>
                    </a:lnTo>
                    <a:lnTo>
                      <a:pt x="10102" y="14937"/>
                    </a:lnTo>
                    <a:lnTo>
                      <a:pt x="10735" y="15167"/>
                    </a:lnTo>
                    <a:lnTo>
                      <a:pt x="11397" y="15397"/>
                    </a:lnTo>
                    <a:lnTo>
                      <a:pt x="12030" y="15599"/>
                    </a:lnTo>
                    <a:lnTo>
                      <a:pt x="12663" y="15771"/>
                    </a:lnTo>
                    <a:lnTo>
                      <a:pt x="13296" y="15944"/>
                    </a:lnTo>
                    <a:lnTo>
                      <a:pt x="13929" y="16088"/>
                    </a:lnTo>
                    <a:lnTo>
                      <a:pt x="14534" y="16203"/>
                    </a:lnTo>
                    <a:lnTo>
                      <a:pt x="15167" y="16318"/>
                    </a:lnTo>
                    <a:lnTo>
                      <a:pt x="15771" y="16404"/>
                    </a:lnTo>
                    <a:lnTo>
                      <a:pt x="16347" y="16462"/>
                    </a:lnTo>
                    <a:lnTo>
                      <a:pt x="16951" y="16519"/>
                    </a:lnTo>
                    <a:lnTo>
                      <a:pt x="17498" y="16519"/>
                    </a:lnTo>
                    <a:lnTo>
                      <a:pt x="18074" y="16548"/>
                    </a:lnTo>
                    <a:lnTo>
                      <a:pt x="18620" y="16519"/>
                    </a:lnTo>
                    <a:lnTo>
                      <a:pt x="19167" y="16491"/>
                    </a:lnTo>
                    <a:lnTo>
                      <a:pt x="19685" y="16433"/>
                    </a:lnTo>
                    <a:lnTo>
                      <a:pt x="20174" y="16376"/>
                    </a:lnTo>
                    <a:lnTo>
                      <a:pt x="20664" y="16289"/>
                    </a:lnTo>
                    <a:lnTo>
                      <a:pt x="21124" y="16174"/>
                    </a:lnTo>
                    <a:lnTo>
                      <a:pt x="21585" y="16059"/>
                    </a:lnTo>
                    <a:lnTo>
                      <a:pt x="22016" y="15915"/>
                    </a:lnTo>
                    <a:lnTo>
                      <a:pt x="22419" y="15771"/>
                    </a:lnTo>
                    <a:lnTo>
                      <a:pt x="22822" y="15570"/>
                    </a:lnTo>
                    <a:lnTo>
                      <a:pt x="23168" y="15397"/>
                    </a:lnTo>
                    <a:lnTo>
                      <a:pt x="23513" y="15167"/>
                    </a:lnTo>
                    <a:lnTo>
                      <a:pt x="23829" y="14937"/>
                    </a:lnTo>
                    <a:lnTo>
                      <a:pt x="24117" y="14678"/>
                    </a:lnTo>
                    <a:lnTo>
                      <a:pt x="24405" y="14419"/>
                    </a:lnTo>
                    <a:lnTo>
                      <a:pt x="24635" y="14131"/>
                    </a:lnTo>
                    <a:lnTo>
                      <a:pt x="24837" y="13843"/>
                    </a:lnTo>
                    <a:lnTo>
                      <a:pt x="25038" y="13526"/>
                    </a:lnTo>
                    <a:lnTo>
                      <a:pt x="25182" y="13181"/>
                    </a:lnTo>
                    <a:lnTo>
                      <a:pt x="25297" y="12836"/>
                    </a:lnTo>
                    <a:lnTo>
                      <a:pt x="25384" y="12462"/>
                    </a:lnTo>
                    <a:lnTo>
                      <a:pt x="25441" y="12116"/>
                    </a:lnTo>
                    <a:lnTo>
                      <a:pt x="25441" y="11742"/>
                    </a:lnTo>
                    <a:lnTo>
                      <a:pt x="25441" y="11368"/>
                    </a:lnTo>
                    <a:lnTo>
                      <a:pt x="25384" y="10994"/>
                    </a:lnTo>
                    <a:lnTo>
                      <a:pt x="25326" y="10591"/>
                    </a:lnTo>
                    <a:lnTo>
                      <a:pt x="25211" y="10217"/>
                    </a:lnTo>
                    <a:lnTo>
                      <a:pt x="25096" y="9814"/>
                    </a:lnTo>
                    <a:lnTo>
                      <a:pt x="24923" y="9411"/>
                    </a:lnTo>
                    <a:lnTo>
                      <a:pt x="24722" y="9008"/>
                    </a:lnTo>
                    <a:lnTo>
                      <a:pt x="24520" y="8634"/>
                    </a:lnTo>
                    <a:lnTo>
                      <a:pt x="24261" y="8231"/>
                    </a:lnTo>
                    <a:lnTo>
                      <a:pt x="24002" y="7828"/>
                    </a:lnTo>
                    <a:lnTo>
                      <a:pt x="23714" y="7425"/>
                    </a:lnTo>
                    <a:lnTo>
                      <a:pt x="23369" y="7051"/>
                    </a:lnTo>
                    <a:lnTo>
                      <a:pt x="23024" y="6648"/>
                    </a:lnTo>
                    <a:lnTo>
                      <a:pt x="22678" y="6274"/>
                    </a:lnTo>
                    <a:lnTo>
                      <a:pt x="22275" y="5871"/>
                    </a:lnTo>
                    <a:lnTo>
                      <a:pt x="21872" y="5497"/>
                    </a:lnTo>
                    <a:lnTo>
                      <a:pt x="21412" y="5123"/>
                    </a:lnTo>
                    <a:lnTo>
                      <a:pt x="20951" y="4749"/>
                    </a:lnTo>
                    <a:lnTo>
                      <a:pt x="20491" y="4403"/>
                    </a:lnTo>
                    <a:lnTo>
                      <a:pt x="19973" y="4058"/>
                    </a:lnTo>
                    <a:lnTo>
                      <a:pt x="19455" y="3713"/>
                    </a:lnTo>
                    <a:lnTo>
                      <a:pt x="18937" y="3367"/>
                    </a:lnTo>
                    <a:lnTo>
                      <a:pt x="18361" y="3051"/>
                    </a:lnTo>
                    <a:lnTo>
                      <a:pt x="17786" y="2734"/>
                    </a:lnTo>
                    <a:lnTo>
                      <a:pt x="17210" y="2446"/>
                    </a:lnTo>
                    <a:lnTo>
                      <a:pt x="16606" y="2159"/>
                    </a:lnTo>
                    <a:lnTo>
                      <a:pt x="15973" y="1871"/>
                    </a:lnTo>
                    <a:lnTo>
                      <a:pt x="15340" y="1612"/>
                    </a:lnTo>
                    <a:lnTo>
                      <a:pt x="14706" y="1382"/>
                    </a:lnTo>
                    <a:lnTo>
                      <a:pt x="14044" y="1151"/>
                    </a:lnTo>
                    <a:lnTo>
                      <a:pt x="13411" y="950"/>
                    </a:lnTo>
                    <a:lnTo>
                      <a:pt x="12778" y="777"/>
                    </a:lnTo>
                    <a:lnTo>
                      <a:pt x="12145" y="605"/>
                    </a:lnTo>
                    <a:lnTo>
                      <a:pt x="11512" y="461"/>
                    </a:lnTo>
                    <a:lnTo>
                      <a:pt x="10908" y="346"/>
                    </a:lnTo>
                    <a:lnTo>
                      <a:pt x="10303" y="230"/>
                    </a:lnTo>
                    <a:lnTo>
                      <a:pt x="9699" y="144"/>
                    </a:lnTo>
                    <a:lnTo>
                      <a:pt x="9094" y="87"/>
                    </a:lnTo>
                    <a:lnTo>
                      <a:pt x="8519" y="29"/>
                    </a:lnTo>
                    <a:lnTo>
                      <a:pt x="79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6086425" y="4033275"/>
                <a:ext cx="190700" cy="82050"/>
              </a:xfrm>
              <a:custGeom>
                <a:rect b="b" l="l" r="r" t="t"/>
                <a:pathLst>
                  <a:path extrusionOk="0" h="3282" w="7628">
                    <a:moveTo>
                      <a:pt x="116" y="1"/>
                    </a:moveTo>
                    <a:lnTo>
                      <a:pt x="59" y="58"/>
                    </a:lnTo>
                    <a:lnTo>
                      <a:pt x="1" y="145"/>
                    </a:lnTo>
                    <a:lnTo>
                      <a:pt x="1" y="231"/>
                    </a:lnTo>
                    <a:lnTo>
                      <a:pt x="1" y="317"/>
                    </a:lnTo>
                    <a:lnTo>
                      <a:pt x="59" y="375"/>
                    </a:lnTo>
                    <a:lnTo>
                      <a:pt x="145" y="433"/>
                    </a:lnTo>
                    <a:lnTo>
                      <a:pt x="3742" y="1843"/>
                    </a:lnTo>
                    <a:lnTo>
                      <a:pt x="7397" y="3282"/>
                    </a:lnTo>
                    <a:lnTo>
                      <a:pt x="7455" y="3253"/>
                    </a:lnTo>
                    <a:lnTo>
                      <a:pt x="7512" y="3224"/>
                    </a:lnTo>
                    <a:lnTo>
                      <a:pt x="7570" y="3195"/>
                    </a:lnTo>
                    <a:lnTo>
                      <a:pt x="7599" y="3138"/>
                    </a:lnTo>
                    <a:lnTo>
                      <a:pt x="7627" y="3051"/>
                    </a:lnTo>
                    <a:lnTo>
                      <a:pt x="7599" y="2965"/>
                    </a:lnTo>
                    <a:lnTo>
                      <a:pt x="7541" y="2879"/>
                    </a:lnTo>
                    <a:lnTo>
                      <a:pt x="7455" y="2821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>
                <a:off x="5905125" y="4336175"/>
                <a:ext cx="405100" cy="112275"/>
              </a:xfrm>
              <a:custGeom>
                <a:rect b="b" l="l" r="r" t="t"/>
                <a:pathLst>
                  <a:path extrusionOk="0" h="4491" w="16204">
                    <a:moveTo>
                      <a:pt x="202" y="1"/>
                    </a:moveTo>
                    <a:lnTo>
                      <a:pt x="116" y="30"/>
                    </a:lnTo>
                    <a:lnTo>
                      <a:pt x="58" y="87"/>
                    </a:lnTo>
                    <a:lnTo>
                      <a:pt x="1" y="174"/>
                    </a:lnTo>
                    <a:lnTo>
                      <a:pt x="1" y="260"/>
                    </a:lnTo>
                    <a:lnTo>
                      <a:pt x="29" y="346"/>
                    </a:lnTo>
                    <a:lnTo>
                      <a:pt x="87" y="404"/>
                    </a:lnTo>
                    <a:lnTo>
                      <a:pt x="778" y="951"/>
                    </a:lnTo>
                    <a:lnTo>
                      <a:pt x="1583" y="1526"/>
                    </a:lnTo>
                    <a:lnTo>
                      <a:pt x="2476" y="2073"/>
                    </a:lnTo>
                    <a:lnTo>
                      <a:pt x="2994" y="2361"/>
                    </a:lnTo>
                    <a:lnTo>
                      <a:pt x="3512" y="2620"/>
                    </a:lnTo>
                    <a:lnTo>
                      <a:pt x="4058" y="2879"/>
                    </a:lnTo>
                    <a:lnTo>
                      <a:pt x="4605" y="3138"/>
                    </a:lnTo>
                    <a:lnTo>
                      <a:pt x="5210" y="3368"/>
                    </a:lnTo>
                    <a:lnTo>
                      <a:pt x="5843" y="3598"/>
                    </a:lnTo>
                    <a:lnTo>
                      <a:pt x="6476" y="3800"/>
                    </a:lnTo>
                    <a:lnTo>
                      <a:pt x="7138" y="3972"/>
                    </a:lnTo>
                    <a:lnTo>
                      <a:pt x="7857" y="4145"/>
                    </a:lnTo>
                    <a:lnTo>
                      <a:pt x="8577" y="4260"/>
                    </a:lnTo>
                    <a:lnTo>
                      <a:pt x="9268" y="4375"/>
                    </a:lnTo>
                    <a:lnTo>
                      <a:pt x="9958" y="4433"/>
                    </a:lnTo>
                    <a:lnTo>
                      <a:pt x="10678" y="4490"/>
                    </a:lnTo>
                    <a:lnTo>
                      <a:pt x="11973" y="4490"/>
                    </a:lnTo>
                    <a:lnTo>
                      <a:pt x="12548" y="4462"/>
                    </a:lnTo>
                    <a:lnTo>
                      <a:pt x="13153" y="4404"/>
                    </a:lnTo>
                    <a:lnTo>
                      <a:pt x="13728" y="4347"/>
                    </a:lnTo>
                    <a:lnTo>
                      <a:pt x="14333" y="4260"/>
                    </a:lnTo>
                    <a:lnTo>
                      <a:pt x="14908" y="4145"/>
                    </a:lnTo>
                    <a:lnTo>
                      <a:pt x="15484" y="4030"/>
                    </a:lnTo>
                    <a:lnTo>
                      <a:pt x="16059" y="3886"/>
                    </a:lnTo>
                    <a:lnTo>
                      <a:pt x="16117" y="3829"/>
                    </a:lnTo>
                    <a:lnTo>
                      <a:pt x="16175" y="3771"/>
                    </a:lnTo>
                    <a:lnTo>
                      <a:pt x="16203" y="3685"/>
                    </a:lnTo>
                    <a:lnTo>
                      <a:pt x="16203" y="3598"/>
                    </a:lnTo>
                    <a:lnTo>
                      <a:pt x="16175" y="3512"/>
                    </a:lnTo>
                    <a:lnTo>
                      <a:pt x="16117" y="3454"/>
                    </a:lnTo>
                    <a:lnTo>
                      <a:pt x="16031" y="3426"/>
                    </a:lnTo>
                    <a:lnTo>
                      <a:pt x="15916" y="3426"/>
                    </a:lnTo>
                    <a:lnTo>
                      <a:pt x="15023" y="3656"/>
                    </a:lnTo>
                    <a:lnTo>
                      <a:pt x="14131" y="3829"/>
                    </a:lnTo>
                    <a:lnTo>
                      <a:pt x="13210" y="3944"/>
                    </a:lnTo>
                    <a:lnTo>
                      <a:pt x="12289" y="4001"/>
                    </a:lnTo>
                    <a:lnTo>
                      <a:pt x="11368" y="4030"/>
                    </a:lnTo>
                    <a:lnTo>
                      <a:pt x="10447" y="4001"/>
                    </a:lnTo>
                    <a:lnTo>
                      <a:pt x="9555" y="3944"/>
                    </a:lnTo>
                    <a:lnTo>
                      <a:pt x="8634" y="3800"/>
                    </a:lnTo>
                    <a:lnTo>
                      <a:pt x="7944" y="3685"/>
                    </a:lnTo>
                    <a:lnTo>
                      <a:pt x="7253" y="3541"/>
                    </a:lnTo>
                    <a:lnTo>
                      <a:pt x="6620" y="3339"/>
                    </a:lnTo>
                    <a:lnTo>
                      <a:pt x="5987" y="3167"/>
                    </a:lnTo>
                    <a:lnTo>
                      <a:pt x="5382" y="2936"/>
                    </a:lnTo>
                    <a:lnTo>
                      <a:pt x="4778" y="2706"/>
                    </a:lnTo>
                    <a:lnTo>
                      <a:pt x="4231" y="2476"/>
                    </a:lnTo>
                    <a:lnTo>
                      <a:pt x="3713" y="2217"/>
                    </a:lnTo>
                    <a:lnTo>
                      <a:pt x="3195" y="1958"/>
                    </a:lnTo>
                    <a:lnTo>
                      <a:pt x="2735" y="1670"/>
                    </a:lnTo>
                    <a:lnTo>
                      <a:pt x="1842" y="1123"/>
                    </a:lnTo>
                    <a:lnTo>
                      <a:pt x="1065" y="577"/>
                    </a:lnTo>
                    <a:lnTo>
                      <a:pt x="375" y="58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>
                <a:off x="5800800" y="4433325"/>
                <a:ext cx="221625" cy="187800"/>
              </a:xfrm>
              <a:custGeom>
                <a:rect b="b" l="l" r="r" t="t"/>
                <a:pathLst>
                  <a:path extrusionOk="0" h="7512" w="8865">
                    <a:moveTo>
                      <a:pt x="116" y="0"/>
                    </a:moveTo>
                    <a:lnTo>
                      <a:pt x="58" y="58"/>
                    </a:lnTo>
                    <a:lnTo>
                      <a:pt x="1" y="144"/>
                    </a:lnTo>
                    <a:lnTo>
                      <a:pt x="1" y="230"/>
                    </a:lnTo>
                    <a:lnTo>
                      <a:pt x="1" y="317"/>
                    </a:lnTo>
                    <a:lnTo>
                      <a:pt x="58" y="374"/>
                    </a:lnTo>
                    <a:lnTo>
                      <a:pt x="116" y="432"/>
                    </a:lnTo>
                    <a:lnTo>
                      <a:pt x="979" y="806"/>
                    </a:lnTo>
                    <a:lnTo>
                      <a:pt x="1785" y="1209"/>
                    </a:lnTo>
                    <a:lnTo>
                      <a:pt x="2562" y="1669"/>
                    </a:lnTo>
                    <a:lnTo>
                      <a:pt x="3339" y="2159"/>
                    </a:lnTo>
                    <a:lnTo>
                      <a:pt x="4087" y="2705"/>
                    </a:lnTo>
                    <a:lnTo>
                      <a:pt x="4807" y="3252"/>
                    </a:lnTo>
                    <a:lnTo>
                      <a:pt x="5497" y="3857"/>
                    </a:lnTo>
                    <a:lnTo>
                      <a:pt x="6131" y="4518"/>
                    </a:lnTo>
                    <a:lnTo>
                      <a:pt x="6764" y="5180"/>
                    </a:lnTo>
                    <a:lnTo>
                      <a:pt x="7368" y="5871"/>
                    </a:lnTo>
                    <a:lnTo>
                      <a:pt x="7915" y="6619"/>
                    </a:lnTo>
                    <a:lnTo>
                      <a:pt x="8462" y="7396"/>
                    </a:lnTo>
                    <a:lnTo>
                      <a:pt x="8548" y="7483"/>
                    </a:lnTo>
                    <a:lnTo>
                      <a:pt x="8663" y="7512"/>
                    </a:lnTo>
                    <a:lnTo>
                      <a:pt x="8721" y="7483"/>
                    </a:lnTo>
                    <a:lnTo>
                      <a:pt x="8778" y="7454"/>
                    </a:lnTo>
                    <a:lnTo>
                      <a:pt x="8836" y="7396"/>
                    </a:lnTo>
                    <a:lnTo>
                      <a:pt x="8865" y="7310"/>
                    </a:lnTo>
                    <a:lnTo>
                      <a:pt x="8865" y="7224"/>
                    </a:lnTo>
                    <a:lnTo>
                      <a:pt x="8836" y="7137"/>
                    </a:lnTo>
                    <a:lnTo>
                      <a:pt x="8289" y="6360"/>
                    </a:lnTo>
                    <a:lnTo>
                      <a:pt x="7713" y="5583"/>
                    </a:lnTo>
                    <a:lnTo>
                      <a:pt x="7109" y="4864"/>
                    </a:lnTo>
                    <a:lnTo>
                      <a:pt x="6476" y="4173"/>
                    </a:lnTo>
                    <a:lnTo>
                      <a:pt x="5814" y="3540"/>
                    </a:lnTo>
                    <a:lnTo>
                      <a:pt x="5095" y="2907"/>
                    </a:lnTo>
                    <a:lnTo>
                      <a:pt x="4375" y="2331"/>
                    </a:lnTo>
                    <a:lnTo>
                      <a:pt x="3598" y="1784"/>
                    </a:lnTo>
                    <a:lnTo>
                      <a:pt x="2821" y="1266"/>
                    </a:lnTo>
                    <a:lnTo>
                      <a:pt x="1986" y="806"/>
                    </a:lnTo>
                    <a:lnTo>
                      <a:pt x="1152" y="403"/>
                    </a:lnTo>
                    <a:lnTo>
                      <a:pt x="3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5618775" y="4382950"/>
                <a:ext cx="82050" cy="156150"/>
              </a:xfrm>
              <a:custGeom>
                <a:rect b="b" l="l" r="r" t="t"/>
                <a:pathLst>
                  <a:path extrusionOk="0" h="6246" w="3282">
                    <a:moveTo>
                      <a:pt x="2993" y="1"/>
                    </a:moveTo>
                    <a:lnTo>
                      <a:pt x="2907" y="29"/>
                    </a:lnTo>
                    <a:lnTo>
                      <a:pt x="2850" y="87"/>
                    </a:lnTo>
                    <a:lnTo>
                      <a:pt x="2821" y="173"/>
                    </a:lnTo>
                    <a:lnTo>
                      <a:pt x="2591" y="1094"/>
                    </a:lnTo>
                    <a:lnTo>
                      <a:pt x="2303" y="1986"/>
                    </a:lnTo>
                    <a:lnTo>
                      <a:pt x="1957" y="2850"/>
                    </a:lnTo>
                    <a:lnTo>
                      <a:pt x="1526" y="3684"/>
                    </a:lnTo>
                    <a:lnTo>
                      <a:pt x="1209" y="4260"/>
                    </a:lnTo>
                    <a:lnTo>
                      <a:pt x="864" y="4835"/>
                    </a:lnTo>
                    <a:lnTo>
                      <a:pt x="461" y="5354"/>
                    </a:lnTo>
                    <a:lnTo>
                      <a:pt x="58" y="5872"/>
                    </a:lnTo>
                    <a:lnTo>
                      <a:pt x="0" y="5958"/>
                    </a:lnTo>
                    <a:lnTo>
                      <a:pt x="0" y="6044"/>
                    </a:lnTo>
                    <a:lnTo>
                      <a:pt x="29" y="6131"/>
                    </a:lnTo>
                    <a:lnTo>
                      <a:pt x="87" y="6217"/>
                    </a:lnTo>
                    <a:lnTo>
                      <a:pt x="144" y="6246"/>
                    </a:lnTo>
                    <a:lnTo>
                      <a:pt x="317" y="6246"/>
                    </a:lnTo>
                    <a:lnTo>
                      <a:pt x="403" y="6188"/>
                    </a:lnTo>
                    <a:lnTo>
                      <a:pt x="835" y="5641"/>
                    </a:lnTo>
                    <a:lnTo>
                      <a:pt x="1238" y="5095"/>
                    </a:lnTo>
                    <a:lnTo>
                      <a:pt x="1612" y="4490"/>
                    </a:lnTo>
                    <a:lnTo>
                      <a:pt x="1929" y="3915"/>
                    </a:lnTo>
                    <a:lnTo>
                      <a:pt x="2159" y="3483"/>
                    </a:lnTo>
                    <a:lnTo>
                      <a:pt x="2360" y="3051"/>
                    </a:lnTo>
                    <a:lnTo>
                      <a:pt x="2562" y="2591"/>
                    </a:lnTo>
                    <a:lnTo>
                      <a:pt x="2734" y="2130"/>
                    </a:lnTo>
                    <a:lnTo>
                      <a:pt x="2907" y="1670"/>
                    </a:lnTo>
                    <a:lnTo>
                      <a:pt x="3051" y="1209"/>
                    </a:lnTo>
                    <a:lnTo>
                      <a:pt x="3166" y="749"/>
                    </a:lnTo>
                    <a:lnTo>
                      <a:pt x="3281" y="260"/>
                    </a:lnTo>
                    <a:lnTo>
                      <a:pt x="3281" y="173"/>
                    </a:lnTo>
                    <a:lnTo>
                      <a:pt x="3252" y="87"/>
                    </a:lnTo>
                    <a:lnTo>
                      <a:pt x="3166" y="29"/>
                    </a:lnTo>
                    <a:lnTo>
                      <a:pt x="31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6162700" y="3948375"/>
                <a:ext cx="369850" cy="69825"/>
              </a:xfrm>
              <a:custGeom>
                <a:rect b="b" l="l" r="r" t="t"/>
                <a:pathLst>
                  <a:path extrusionOk="0" h="2793" w="14794">
                    <a:moveTo>
                      <a:pt x="173" y="1"/>
                    </a:moveTo>
                    <a:lnTo>
                      <a:pt x="87" y="30"/>
                    </a:lnTo>
                    <a:lnTo>
                      <a:pt x="29" y="116"/>
                    </a:lnTo>
                    <a:lnTo>
                      <a:pt x="1" y="202"/>
                    </a:lnTo>
                    <a:lnTo>
                      <a:pt x="1" y="289"/>
                    </a:lnTo>
                    <a:lnTo>
                      <a:pt x="29" y="375"/>
                    </a:lnTo>
                    <a:lnTo>
                      <a:pt x="87" y="433"/>
                    </a:lnTo>
                    <a:lnTo>
                      <a:pt x="720" y="778"/>
                    </a:lnTo>
                    <a:lnTo>
                      <a:pt x="1468" y="1152"/>
                    </a:lnTo>
                    <a:lnTo>
                      <a:pt x="2274" y="1526"/>
                    </a:lnTo>
                    <a:lnTo>
                      <a:pt x="3166" y="1872"/>
                    </a:lnTo>
                    <a:lnTo>
                      <a:pt x="4145" y="2188"/>
                    </a:lnTo>
                    <a:lnTo>
                      <a:pt x="4663" y="2303"/>
                    </a:lnTo>
                    <a:lnTo>
                      <a:pt x="5210" y="2447"/>
                    </a:lnTo>
                    <a:lnTo>
                      <a:pt x="5756" y="2533"/>
                    </a:lnTo>
                    <a:lnTo>
                      <a:pt x="6332" y="2649"/>
                    </a:lnTo>
                    <a:lnTo>
                      <a:pt x="6936" y="2706"/>
                    </a:lnTo>
                    <a:lnTo>
                      <a:pt x="7541" y="2764"/>
                    </a:lnTo>
                    <a:lnTo>
                      <a:pt x="8088" y="2793"/>
                    </a:lnTo>
                    <a:lnTo>
                      <a:pt x="9383" y="2793"/>
                    </a:lnTo>
                    <a:lnTo>
                      <a:pt x="10160" y="2735"/>
                    </a:lnTo>
                    <a:lnTo>
                      <a:pt x="10937" y="2649"/>
                    </a:lnTo>
                    <a:lnTo>
                      <a:pt x="11685" y="2505"/>
                    </a:lnTo>
                    <a:lnTo>
                      <a:pt x="12433" y="2361"/>
                    </a:lnTo>
                    <a:lnTo>
                      <a:pt x="13182" y="2159"/>
                    </a:lnTo>
                    <a:lnTo>
                      <a:pt x="13930" y="1929"/>
                    </a:lnTo>
                    <a:lnTo>
                      <a:pt x="14649" y="1670"/>
                    </a:lnTo>
                    <a:lnTo>
                      <a:pt x="14736" y="1613"/>
                    </a:lnTo>
                    <a:lnTo>
                      <a:pt x="14764" y="1555"/>
                    </a:lnTo>
                    <a:lnTo>
                      <a:pt x="14793" y="1469"/>
                    </a:lnTo>
                    <a:lnTo>
                      <a:pt x="14793" y="1382"/>
                    </a:lnTo>
                    <a:lnTo>
                      <a:pt x="14736" y="1296"/>
                    </a:lnTo>
                    <a:lnTo>
                      <a:pt x="14649" y="1238"/>
                    </a:lnTo>
                    <a:lnTo>
                      <a:pt x="14477" y="1238"/>
                    </a:lnTo>
                    <a:lnTo>
                      <a:pt x="13642" y="1526"/>
                    </a:lnTo>
                    <a:lnTo>
                      <a:pt x="12807" y="1785"/>
                    </a:lnTo>
                    <a:lnTo>
                      <a:pt x="11944" y="1987"/>
                    </a:lnTo>
                    <a:lnTo>
                      <a:pt x="11081" y="2159"/>
                    </a:lnTo>
                    <a:lnTo>
                      <a:pt x="10217" y="2246"/>
                    </a:lnTo>
                    <a:lnTo>
                      <a:pt x="9325" y="2332"/>
                    </a:lnTo>
                    <a:lnTo>
                      <a:pt x="8462" y="2332"/>
                    </a:lnTo>
                    <a:lnTo>
                      <a:pt x="7570" y="2303"/>
                    </a:lnTo>
                    <a:lnTo>
                      <a:pt x="6965" y="2246"/>
                    </a:lnTo>
                    <a:lnTo>
                      <a:pt x="6390" y="2188"/>
                    </a:lnTo>
                    <a:lnTo>
                      <a:pt x="5843" y="2102"/>
                    </a:lnTo>
                    <a:lnTo>
                      <a:pt x="5296" y="1987"/>
                    </a:lnTo>
                    <a:lnTo>
                      <a:pt x="4778" y="1872"/>
                    </a:lnTo>
                    <a:lnTo>
                      <a:pt x="4260" y="1728"/>
                    </a:lnTo>
                    <a:lnTo>
                      <a:pt x="3310" y="1440"/>
                    </a:lnTo>
                    <a:lnTo>
                      <a:pt x="2447" y="1095"/>
                    </a:lnTo>
                    <a:lnTo>
                      <a:pt x="1670" y="749"/>
                    </a:lnTo>
                    <a:lnTo>
                      <a:pt x="950" y="375"/>
                    </a:lnTo>
                    <a:lnTo>
                      <a:pt x="346" y="30"/>
                    </a:lnTo>
                    <a:lnTo>
                      <a:pt x="2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6008725" y="3569225"/>
                <a:ext cx="130250" cy="114425"/>
              </a:xfrm>
              <a:custGeom>
                <a:rect b="b" l="l" r="r" t="t"/>
                <a:pathLst>
                  <a:path extrusionOk="0" h="4577" w="5210">
                    <a:moveTo>
                      <a:pt x="2505" y="0"/>
                    </a:moveTo>
                    <a:lnTo>
                      <a:pt x="2130" y="29"/>
                    </a:lnTo>
                    <a:lnTo>
                      <a:pt x="1785" y="58"/>
                    </a:lnTo>
                    <a:lnTo>
                      <a:pt x="1440" y="173"/>
                    </a:lnTo>
                    <a:lnTo>
                      <a:pt x="1296" y="230"/>
                    </a:lnTo>
                    <a:lnTo>
                      <a:pt x="1123" y="317"/>
                    </a:lnTo>
                    <a:lnTo>
                      <a:pt x="864" y="518"/>
                    </a:lnTo>
                    <a:lnTo>
                      <a:pt x="663" y="777"/>
                    </a:lnTo>
                    <a:lnTo>
                      <a:pt x="461" y="1036"/>
                    </a:lnTo>
                    <a:lnTo>
                      <a:pt x="317" y="1353"/>
                    </a:lnTo>
                    <a:lnTo>
                      <a:pt x="202" y="1669"/>
                    </a:lnTo>
                    <a:lnTo>
                      <a:pt x="87" y="2015"/>
                    </a:lnTo>
                    <a:lnTo>
                      <a:pt x="30" y="2360"/>
                    </a:lnTo>
                    <a:lnTo>
                      <a:pt x="1" y="2706"/>
                    </a:lnTo>
                    <a:lnTo>
                      <a:pt x="1" y="3022"/>
                    </a:lnTo>
                    <a:lnTo>
                      <a:pt x="1" y="3339"/>
                    </a:lnTo>
                    <a:lnTo>
                      <a:pt x="58" y="3655"/>
                    </a:lnTo>
                    <a:lnTo>
                      <a:pt x="116" y="3914"/>
                    </a:lnTo>
                    <a:lnTo>
                      <a:pt x="173" y="4144"/>
                    </a:lnTo>
                    <a:lnTo>
                      <a:pt x="289" y="4346"/>
                    </a:lnTo>
                    <a:lnTo>
                      <a:pt x="375" y="4461"/>
                    </a:lnTo>
                    <a:lnTo>
                      <a:pt x="519" y="4547"/>
                    </a:lnTo>
                    <a:lnTo>
                      <a:pt x="576" y="4576"/>
                    </a:lnTo>
                    <a:lnTo>
                      <a:pt x="634" y="4576"/>
                    </a:lnTo>
                    <a:lnTo>
                      <a:pt x="778" y="4519"/>
                    </a:lnTo>
                    <a:lnTo>
                      <a:pt x="951" y="4375"/>
                    </a:lnTo>
                    <a:lnTo>
                      <a:pt x="1152" y="4173"/>
                    </a:lnTo>
                    <a:lnTo>
                      <a:pt x="1728" y="3626"/>
                    </a:lnTo>
                    <a:lnTo>
                      <a:pt x="2130" y="3252"/>
                    </a:lnTo>
                    <a:lnTo>
                      <a:pt x="2649" y="2821"/>
                    </a:lnTo>
                    <a:lnTo>
                      <a:pt x="3195" y="2389"/>
                    </a:lnTo>
                    <a:lnTo>
                      <a:pt x="3713" y="2044"/>
                    </a:lnTo>
                    <a:lnTo>
                      <a:pt x="4548" y="1497"/>
                    </a:lnTo>
                    <a:lnTo>
                      <a:pt x="4865" y="1295"/>
                    </a:lnTo>
                    <a:lnTo>
                      <a:pt x="5066" y="1123"/>
                    </a:lnTo>
                    <a:lnTo>
                      <a:pt x="5152" y="1036"/>
                    </a:lnTo>
                    <a:lnTo>
                      <a:pt x="5181" y="950"/>
                    </a:lnTo>
                    <a:lnTo>
                      <a:pt x="5210" y="864"/>
                    </a:lnTo>
                    <a:lnTo>
                      <a:pt x="5210" y="777"/>
                    </a:lnTo>
                    <a:lnTo>
                      <a:pt x="5181" y="691"/>
                    </a:lnTo>
                    <a:lnTo>
                      <a:pt x="5095" y="605"/>
                    </a:lnTo>
                    <a:lnTo>
                      <a:pt x="4980" y="518"/>
                    </a:lnTo>
                    <a:lnTo>
                      <a:pt x="4836" y="461"/>
                    </a:lnTo>
                    <a:lnTo>
                      <a:pt x="4490" y="374"/>
                    </a:lnTo>
                    <a:lnTo>
                      <a:pt x="4030" y="259"/>
                    </a:lnTo>
                    <a:lnTo>
                      <a:pt x="3253" y="115"/>
                    </a:lnTo>
                    <a:lnTo>
                      <a:pt x="2879" y="58"/>
                    </a:lnTo>
                    <a:lnTo>
                      <a:pt x="25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6295075" y="3579300"/>
                <a:ext cx="54725" cy="91400"/>
              </a:xfrm>
              <a:custGeom>
                <a:rect b="b" l="l" r="r" t="t"/>
                <a:pathLst>
                  <a:path extrusionOk="0" h="3656" w="2189">
                    <a:moveTo>
                      <a:pt x="1613" y="0"/>
                    </a:moveTo>
                    <a:lnTo>
                      <a:pt x="1411" y="29"/>
                    </a:lnTo>
                    <a:lnTo>
                      <a:pt x="1210" y="144"/>
                    </a:lnTo>
                    <a:lnTo>
                      <a:pt x="979" y="317"/>
                    </a:lnTo>
                    <a:lnTo>
                      <a:pt x="778" y="547"/>
                    </a:lnTo>
                    <a:lnTo>
                      <a:pt x="577" y="806"/>
                    </a:lnTo>
                    <a:lnTo>
                      <a:pt x="404" y="1123"/>
                    </a:lnTo>
                    <a:lnTo>
                      <a:pt x="231" y="1497"/>
                    </a:lnTo>
                    <a:lnTo>
                      <a:pt x="116" y="1842"/>
                    </a:lnTo>
                    <a:lnTo>
                      <a:pt x="30" y="2216"/>
                    </a:lnTo>
                    <a:lnTo>
                      <a:pt x="1" y="2562"/>
                    </a:lnTo>
                    <a:lnTo>
                      <a:pt x="1" y="2849"/>
                    </a:lnTo>
                    <a:lnTo>
                      <a:pt x="30" y="3137"/>
                    </a:lnTo>
                    <a:lnTo>
                      <a:pt x="116" y="3339"/>
                    </a:lnTo>
                    <a:lnTo>
                      <a:pt x="231" y="3511"/>
                    </a:lnTo>
                    <a:lnTo>
                      <a:pt x="289" y="3569"/>
                    </a:lnTo>
                    <a:lnTo>
                      <a:pt x="375" y="3626"/>
                    </a:lnTo>
                    <a:lnTo>
                      <a:pt x="461" y="3626"/>
                    </a:lnTo>
                    <a:lnTo>
                      <a:pt x="548" y="3655"/>
                    </a:lnTo>
                    <a:lnTo>
                      <a:pt x="749" y="3598"/>
                    </a:lnTo>
                    <a:lnTo>
                      <a:pt x="951" y="3482"/>
                    </a:lnTo>
                    <a:lnTo>
                      <a:pt x="1181" y="3310"/>
                    </a:lnTo>
                    <a:lnTo>
                      <a:pt x="1382" y="3108"/>
                    </a:lnTo>
                    <a:lnTo>
                      <a:pt x="1584" y="2821"/>
                    </a:lnTo>
                    <a:lnTo>
                      <a:pt x="1757" y="2504"/>
                    </a:lnTo>
                    <a:lnTo>
                      <a:pt x="1929" y="2159"/>
                    </a:lnTo>
                    <a:lnTo>
                      <a:pt x="2044" y="1784"/>
                    </a:lnTo>
                    <a:lnTo>
                      <a:pt x="2131" y="1410"/>
                    </a:lnTo>
                    <a:lnTo>
                      <a:pt x="2159" y="1094"/>
                    </a:lnTo>
                    <a:lnTo>
                      <a:pt x="2188" y="777"/>
                    </a:lnTo>
                    <a:lnTo>
                      <a:pt x="2131" y="518"/>
                    </a:lnTo>
                    <a:lnTo>
                      <a:pt x="2073" y="288"/>
                    </a:lnTo>
                    <a:lnTo>
                      <a:pt x="1958" y="115"/>
                    </a:lnTo>
                    <a:lnTo>
                      <a:pt x="1872" y="58"/>
                    </a:lnTo>
                    <a:lnTo>
                      <a:pt x="1785" y="29"/>
                    </a:lnTo>
                    <a:lnTo>
                      <a:pt x="16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6320275" y="3526775"/>
                <a:ext cx="102175" cy="114425"/>
              </a:xfrm>
              <a:custGeom>
                <a:rect b="b" l="l" r="r" t="t"/>
                <a:pathLst>
                  <a:path extrusionOk="0" h="4577" w="4087">
                    <a:moveTo>
                      <a:pt x="1036" y="0"/>
                    </a:moveTo>
                    <a:lnTo>
                      <a:pt x="605" y="29"/>
                    </a:lnTo>
                    <a:lnTo>
                      <a:pt x="173" y="87"/>
                    </a:lnTo>
                    <a:lnTo>
                      <a:pt x="87" y="115"/>
                    </a:lnTo>
                    <a:lnTo>
                      <a:pt x="29" y="202"/>
                    </a:lnTo>
                    <a:lnTo>
                      <a:pt x="0" y="259"/>
                    </a:lnTo>
                    <a:lnTo>
                      <a:pt x="0" y="374"/>
                    </a:lnTo>
                    <a:lnTo>
                      <a:pt x="29" y="432"/>
                    </a:lnTo>
                    <a:lnTo>
                      <a:pt x="115" y="518"/>
                    </a:lnTo>
                    <a:lnTo>
                      <a:pt x="173" y="547"/>
                    </a:lnTo>
                    <a:lnTo>
                      <a:pt x="288" y="547"/>
                    </a:lnTo>
                    <a:lnTo>
                      <a:pt x="662" y="490"/>
                    </a:lnTo>
                    <a:lnTo>
                      <a:pt x="1036" y="461"/>
                    </a:lnTo>
                    <a:lnTo>
                      <a:pt x="1382" y="518"/>
                    </a:lnTo>
                    <a:lnTo>
                      <a:pt x="1756" y="605"/>
                    </a:lnTo>
                    <a:lnTo>
                      <a:pt x="2101" y="749"/>
                    </a:lnTo>
                    <a:lnTo>
                      <a:pt x="2418" y="921"/>
                    </a:lnTo>
                    <a:lnTo>
                      <a:pt x="2706" y="1151"/>
                    </a:lnTo>
                    <a:lnTo>
                      <a:pt x="2965" y="1439"/>
                    </a:lnTo>
                    <a:lnTo>
                      <a:pt x="3195" y="1727"/>
                    </a:lnTo>
                    <a:lnTo>
                      <a:pt x="3367" y="2072"/>
                    </a:lnTo>
                    <a:lnTo>
                      <a:pt x="3511" y="2418"/>
                    </a:lnTo>
                    <a:lnTo>
                      <a:pt x="3598" y="2763"/>
                    </a:lnTo>
                    <a:lnTo>
                      <a:pt x="3626" y="3137"/>
                    </a:lnTo>
                    <a:lnTo>
                      <a:pt x="3598" y="3511"/>
                    </a:lnTo>
                    <a:lnTo>
                      <a:pt x="3540" y="3885"/>
                    </a:lnTo>
                    <a:lnTo>
                      <a:pt x="3396" y="4260"/>
                    </a:lnTo>
                    <a:lnTo>
                      <a:pt x="3396" y="4346"/>
                    </a:lnTo>
                    <a:lnTo>
                      <a:pt x="3425" y="4432"/>
                    </a:lnTo>
                    <a:lnTo>
                      <a:pt x="3483" y="4519"/>
                    </a:lnTo>
                    <a:lnTo>
                      <a:pt x="3626" y="4576"/>
                    </a:lnTo>
                    <a:lnTo>
                      <a:pt x="3684" y="4547"/>
                    </a:lnTo>
                    <a:lnTo>
                      <a:pt x="3742" y="4519"/>
                    </a:lnTo>
                    <a:lnTo>
                      <a:pt x="3799" y="4490"/>
                    </a:lnTo>
                    <a:lnTo>
                      <a:pt x="3828" y="4432"/>
                    </a:lnTo>
                    <a:lnTo>
                      <a:pt x="3972" y="4001"/>
                    </a:lnTo>
                    <a:lnTo>
                      <a:pt x="4058" y="3569"/>
                    </a:lnTo>
                    <a:lnTo>
                      <a:pt x="4087" y="3137"/>
                    </a:lnTo>
                    <a:lnTo>
                      <a:pt x="4029" y="2706"/>
                    </a:lnTo>
                    <a:lnTo>
                      <a:pt x="3943" y="2274"/>
                    </a:lnTo>
                    <a:lnTo>
                      <a:pt x="3799" y="1871"/>
                    </a:lnTo>
                    <a:lnTo>
                      <a:pt x="3569" y="1497"/>
                    </a:lnTo>
                    <a:lnTo>
                      <a:pt x="3310" y="1123"/>
                    </a:lnTo>
                    <a:lnTo>
                      <a:pt x="2993" y="806"/>
                    </a:lnTo>
                    <a:lnTo>
                      <a:pt x="2648" y="547"/>
                    </a:lnTo>
                    <a:lnTo>
                      <a:pt x="2274" y="346"/>
                    </a:lnTo>
                    <a:lnTo>
                      <a:pt x="1900" y="173"/>
                    </a:lnTo>
                    <a:lnTo>
                      <a:pt x="1468" y="58"/>
                    </a:lnTo>
                    <a:lnTo>
                      <a:pt x="10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6"/>
              <p:cNvSpPr/>
              <p:nvPr/>
            </p:nvSpPr>
            <p:spPr>
              <a:xfrm>
                <a:off x="6543300" y="3564175"/>
                <a:ext cx="132425" cy="318750"/>
              </a:xfrm>
              <a:custGeom>
                <a:rect b="b" l="l" r="r" t="t"/>
                <a:pathLst>
                  <a:path extrusionOk="0" h="12750" w="5297">
                    <a:moveTo>
                      <a:pt x="893" y="1"/>
                    </a:moveTo>
                    <a:lnTo>
                      <a:pt x="835" y="58"/>
                    </a:lnTo>
                    <a:lnTo>
                      <a:pt x="778" y="145"/>
                    </a:lnTo>
                    <a:lnTo>
                      <a:pt x="576" y="634"/>
                    </a:lnTo>
                    <a:lnTo>
                      <a:pt x="375" y="1353"/>
                    </a:lnTo>
                    <a:lnTo>
                      <a:pt x="260" y="1785"/>
                    </a:lnTo>
                    <a:lnTo>
                      <a:pt x="174" y="2274"/>
                    </a:lnTo>
                    <a:lnTo>
                      <a:pt x="87" y="2764"/>
                    </a:lnTo>
                    <a:lnTo>
                      <a:pt x="30" y="3310"/>
                    </a:lnTo>
                    <a:lnTo>
                      <a:pt x="1" y="3915"/>
                    </a:lnTo>
                    <a:lnTo>
                      <a:pt x="1" y="4519"/>
                    </a:lnTo>
                    <a:lnTo>
                      <a:pt x="58" y="5152"/>
                    </a:lnTo>
                    <a:lnTo>
                      <a:pt x="145" y="5785"/>
                    </a:lnTo>
                    <a:lnTo>
                      <a:pt x="260" y="6476"/>
                    </a:lnTo>
                    <a:lnTo>
                      <a:pt x="461" y="7138"/>
                    </a:lnTo>
                    <a:lnTo>
                      <a:pt x="692" y="7829"/>
                    </a:lnTo>
                    <a:lnTo>
                      <a:pt x="1008" y="8548"/>
                    </a:lnTo>
                    <a:lnTo>
                      <a:pt x="1210" y="8922"/>
                    </a:lnTo>
                    <a:lnTo>
                      <a:pt x="1440" y="9325"/>
                    </a:lnTo>
                    <a:lnTo>
                      <a:pt x="1670" y="9671"/>
                    </a:lnTo>
                    <a:lnTo>
                      <a:pt x="1900" y="10016"/>
                    </a:lnTo>
                    <a:lnTo>
                      <a:pt x="2418" y="10620"/>
                    </a:lnTo>
                    <a:lnTo>
                      <a:pt x="2936" y="11167"/>
                    </a:lnTo>
                    <a:lnTo>
                      <a:pt x="3454" y="11656"/>
                    </a:lnTo>
                    <a:lnTo>
                      <a:pt x="3972" y="12059"/>
                    </a:lnTo>
                    <a:lnTo>
                      <a:pt x="4462" y="12433"/>
                    </a:lnTo>
                    <a:lnTo>
                      <a:pt x="4951" y="12721"/>
                    </a:lnTo>
                    <a:lnTo>
                      <a:pt x="5066" y="12750"/>
                    </a:lnTo>
                    <a:lnTo>
                      <a:pt x="5181" y="12721"/>
                    </a:lnTo>
                    <a:lnTo>
                      <a:pt x="5267" y="12635"/>
                    </a:lnTo>
                    <a:lnTo>
                      <a:pt x="5296" y="12549"/>
                    </a:lnTo>
                    <a:lnTo>
                      <a:pt x="5296" y="12462"/>
                    </a:lnTo>
                    <a:lnTo>
                      <a:pt x="5239" y="12376"/>
                    </a:lnTo>
                    <a:lnTo>
                      <a:pt x="5181" y="12318"/>
                    </a:lnTo>
                    <a:lnTo>
                      <a:pt x="4721" y="12031"/>
                    </a:lnTo>
                    <a:lnTo>
                      <a:pt x="4260" y="11714"/>
                    </a:lnTo>
                    <a:lnTo>
                      <a:pt x="3742" y="11311"/>
                    </a:lnTo>
                    <a:lnTo>
                      <a:pt x="3253" y="10851"/>
                    </a:lnTo>
                    <a:lnTo>
                      <a:pt x="2764" y="10333"/>
                    </a:lnTo>
                    <a:lnTo>
                      <a:pt x="2274" y="9728"/>
                    </a:lnTo>
                    <a:lnTo>
                      <a:pt x="2044" y="9412"/>
                    </a:lnTo>
                    <a:lnTo>
                      <a:pt x="1814" y="9066"/>
                    </a:lnTo>
                    <a:lnTo>
                      <a:pt x="1612" y="8721"/>
                    </a:lnTo>
                    <a:lnTo>
                      <a:pt x="1411" y="8318"/>
                    </a:lnTo>
                    <a:lnTo>
                      <a:pt x="1123" y="7656"/>
                    </a:lnTo>
                    <a:lnTo>
                      <a:pt x="893" y="6994"/>
                    </a:lnTo>
                    <a:lnTo>
                      <a:pt x="720" y="6361"/>
                    </a:lnTo>
                    <a:lnTo>
                      <a:pt x="576" y="5728"/>
                    </a:lnTo>
                    <a:lnTo>
                      <a:pt x="519" y="5095"/>
                    </a:lnTo>
                    <a:lnTo>
                      <a:pt x="461" y="4490"/>
                    </a:lnTo>
                    <a:lnTo>
                      <a:pt x="461" y="3915"/>
                    </a:lnTo>
                    <a:lnTo>
                      <a:pt x="490" y="3368"/>
                    </a:lnTo>
                    <a:lnTo>
                      <a:pt x="548" y="2821"/>
                    </a:lnTo>
                    <a:lnTo>
                      <a:pt x="634" y="2332"/>
                    </a:lnTo>
                    <a:lnTo>
                      <a:pt x="720" y="1900"/>
                    </a:lnTo>
                    <a:lnTo>
                      <a:pt x="807" y="1469"/>
                    </a:lnTo>
                    <a:lnTo>
                      <a:pt x="1037" y="778"/>
                    </a:lnTo>
                    <a:lnTo>
                      <a:pt x="1210" y="317"/>
                    </a:lnTo>
                    <a:lnTo>
                      <a:pt x="1210" y="202"/>
                    </a:lnTo>
                    <a:lnTo>
                      <a:pt x="1210" y="116"/>
                    </a:lnTo>
                    <a:lnTo>
                      <a:pt x="1152" y="58"/>
                    </a:lnTo>
                    <a:lnTo>
                      <a:pt x="106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6"/>
            <p:cNvGrpSpPr/>
            <p:nvPr/>
          </p:nvGrpSpPr>
          <p:grpSpPr>
            <a:xfrm flipH="1">
              <a:off x="7954794" y="4604000"/>
              <a:ext cx="469195" cy="484863"/>
              <a:chOff x="3527775" y="6183075"/>
              <a:chExt cx="1033925" cy="1068450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3527775" y="6183075"/>
                <a:ext cx="1033925" cy="1068450"/>
              </a:xfrm>
              <a:custGeom>
                <a:rect b="b" l="l" r="r" t="t"/>
                <a:pathLst>
                  <a:path extrusionOk="0" h="42738" w="41357">
                    <a:moveTo>
                      <a:pt x="25585" y="1"/>
                    </a:moveTo>
                    <a:lnTo>
                      <a:pt x="25211" y="58"/>
                    </a:lnTo>
                    <a:lnTo>
                      <a:pt x="24837" y="145"/>
                    </a:lnTo>
                    <a:lnTo>
                      <a:pt x="24463" y="288"/>
                    </a:lnTo>
                    <a:lnTo>
                      <a:pt x="24118" y="519"/>
                    </a:lnTo>
                    <a:lnTo>
                      <a:pt x="23772" y="778"/>
                    </a:lnTo>
                    <a:lnTo>
                      <a:pt x="16549" y="7656"/>
                    </a:lnTo>
                    <a:lnTo>
                      <a:pt x="16290" y="7886"/>
                    </a:lnTo>
                    <a:lnTo>
                      <a:pt x="16002" y="8088"/>
                    </a:lnTo>
                    <a:lnTo>
                      <a:pt x="15714" y="8232"/>
                    </a:lnTo>
                    <a:lnTo>
                      <a:pt x="15369" y="8347"/>
                    </a:lnTo>
                    <a:lnTo>
                      <a:pt x="15052" y="8404"/>
                    </a:lnTo>
                    <a:lnTo>
                      <a:pt x="14707" y="8462"/>
                    </a:lnTo>
                    <a:lnTo>
                      <a:pt x="14361" y="8433"/>
                    </a:lnTo>
                    <a:lnTo>
                      <a:pt x="14016" y="8375"/>
                    </a:lnTo>
                    <a:lnTo>
                      <a:pt x="4260" y="6332"/>
                    </a:lnTo>
                    <a:lnTo>
                      <a:pt x="3828" y="6275"/>
                    </a:lnTo>
                    <a:lnTo>
                      <a:pt x="3425" y="6275"/>
                    </a:lnTo>
                    <a:lnTo>
                      <a:pt x="3022" y="6361"/>
                    </a:lnTo>
                    <a:lnTo>
                      <a:pt x="2648" y="6476"/>
                    </a:lnTo>
                    <a:lnTo>
                      <a:pt x="2303" y="6620"/>
                    </a:lnTo>
                    <a:lnTo>
                      <a:pt x="1986" y="6821"/>
                    </a:lnTo>
                    <a:lnTo>
                      <a:pt x="1699" y="7080"/>
                    </a:lnTo>
                    <a:lnTo>
                      <a:pt x="1440" y="7368"/>
                    </a:lnTo>
                    <a:lnTo>
                      <a:pt x="1238" y="7685"/>
                    </a:lnTo>
                    <a:lnTo>
                      <a:pt x="1065" y="8001"/>
                    </a:lnTo>
                    <a:lnTo>
                      <a:pt x="950" y="8375"/>
                    </a:lnTo>
                    <a:lnTo>
                      <a:pt x="864" y="8750"/>
                    </a:lnTo>
                    <a:lnTo>
                      <a:pt x="835" y="9152"/>
                    </a:lnTo>
                    <a:lnTo>
                      <a:pt x="864" y="9527"/>
                    </a:lnTo>
                    <a:lnTo>
                      <a:pt x="979" y="9930"/>
                    </a:lnTo>
                    <a:lnTo>
                      <a:pt x="1123" y="10332"/>
                    </a:lnTo>
                    <a:lnTo>
                      <a:pt x="5440" y="19340"/>
                    </a:lnTo>
                    <a:lnTo>
                      <a:pt x="5584" y="19657"/>
                    </a:lnTo>
                    <a:lnTo>
                      <a:pt x="5670" y="19973"/>
                    </a:lnTo>
                    <a:lnTo>
                      <a:pt x="5699" y="20319"/>
                    </a:lnTo>
                    <a:lnTo>
                      <a:pt x="5728" y="20664"/>
                    </a:lnTo>
                    <a:lnTo>
                      <a:pt x="5670" y="21010"/>
                    </a:lnTo>
                    <a:lnTo>
                      <a:pt x="5613" y="21326"/>
                    </a:lnTo>
                    <a:lnTo>
                      <a:pt x="5497" y="21643"/>
                    </a:lnTo>
                    <a:lnTo>
                      <a:pt x="5354" y="21959"/>
                    </a:lnTo>
                    <a:lnTo>
                      <a:pt x="375" y="30622"/>
                    </a:lnTo>
                    <a:lnTo>
                      <a:pt x="202" y="30996"/>
                    </a:lnTo>
                    <a:lnTo>
                      <a:pt x="58" y="31399"/>
                    </a:lnTo>
                    <a:lnTo>
                      <a:pt x="1" y="31802"/>
                    </a:lnTo>
                    <a:lnTo>
                      <a:pt x="1" y="32176"/>
                    </a:lnTo>
                    <a:lnTo>
                      <a:pt x="58" y="32550"/>
                    </a:lnTo>
                    <a:lnTo>
                      <a:pt x="144" y="32924"/>
                    </a:lnTo>
                    <a:lnTo>
                      <a:pt x="288" y="33269"/>
                    </a:lnTo>
                    <a:lnTo>
                      <a:pt x="490" y="33615"/>
                    </a:lnTo>
                    <a:lnTo>
                      <a:pt x="720" y="33903"/>
                    </a:lnTo>
                    <a:lnTo>
                      <a:pt x="979" y="34162"/>
                    </a:lnTo>
                    <a:lnTo>
                      <a:pt x="1296" y="34392"/>
                    </a:lnTo>
                    <a:lnTo>
                      <a:pt x="1612" y="34593"/>
                    </a:lnTo>
                    <a:lnTo>
                      <a:pt x="1986" y="34737"/>
                    </a:lnTo>
                    <a:lnTo>
                      <a:pt x="2361" y="34824"/>
                    </a:lnTo>
                    <a:lnTo>
                      <a:pt x="2792" y="34852"/>
                    </a:lnTo>
                    <a:lnTo>
                      <a:pt x="3195" y="34824"/>
                    </a:lnTo>
                    <a:lnTo>
                      <a:pt x="13095" y="33500"/>
                    </a:lnTo>
                    <a:lnTo>
                      <a:pt x="13786" y="33500"/>
                    </a:lnTo>
                    <a:lnTo>
                      <a:pt x="14131" y="33557"/>
                    </a:lnTo>
                    <a:lnTo>
                      <a:pt x="14448" y="33672"/>
                    </a:lnTo>
                    <a:lnTo>
                      <a:pt x="14764" y="33788"/>
                    </a:lnTo>
                    <a:lnTo>
                      <a:pt x="15052" y="33960"/>
                    </a:lnTo>
                    <a:lnTo>
                      <a:pt x="15311" y="34162"/>
                    </a:lnTo>
                    <a:lnTo>
                      <a:pt x="15570" y="34421"/>
                    </a:lnTo>
                    <a:lnTo>
                      <a:pt x="22276" y="41817"/>
                    </a:lnTo>
                    <a:lnTo>
                      <a:pt x="22564" y="42105"/>
                    </a:lnTo>
                    <a:lnTo>
                      <a:pt x="22909" y="42335"/>
                    </a:lnTo>
                    <a:lnTo>
                      <a:pt x="23254" y="42536"/>
                    </a:lnTo>
                    <a:lnTo>
                      <a:pt x="23628" y="42652"/>
                    </a:lnTo>
                    <a:lnTo>
                      <a:pt x="24003" y="42738"/>
                    </a:lnTo>
                    <a:lnTo>
                      <a:pt x="24405" y="42738"/>
                    </a:lnTo>
                    <a:lnTo>
                      <a:pt x="24780" y="42709"/>
                    </a:lnTo>
                    <a:lnTo>
                      <a:pt x="25154" y="42623"/>
                    </a:lnTo>
                    <a:lnTo>
                      <a:pt x="25499" y="42508"/>
                    </a:lnTo>
                    <a:lnTo>
                      <a:pt x="25844" y="42335"/>
                    </a:lnTo>
                    <a:lnTo>
                      <a:pt x="26161" y="42105"/>
                    </a:lnTo>
                    <a:lnTo>
                      <a:pt x="26420" y="41846"/>
                    </a:lnTo>
                    <a:lnTo>
                      <a:pt x="26679" y="41558"/>
                    </a:lnTo>
                    <a:lnTo>
                      <a:pt x="26880" y="41213"/>
                    </a:lnTo>
                    <a:lnTo>
                      <a:pt x="27053" y="40838"/>
                    </a:lnTo>
                    <a:lnTo>
                      <a:pt x="27140" y="40436"/>
                    </a:lnTo>
                    <a:lnTo>
                      <a:pt x="28953" y="30622"/>
                    </a:lnTo>
                    <a:lnTo>
                      <a:pt x="29039" y="30276"/>
                    </a:lnTo>
                    <a:lnTo>
                      <a:pt x="29154" y="29960"/>
                    </a:lnTo>
                    <a:lnTo>
                      <a:pt x="29327" y="29643"/>
                    </a:lnTo>
                    <a:lnTo>
                      <a:pt x="29499" y="29384"/>
                    </a:lnTo>
                    <a:lnTo>
                      <a:pt x="29730" y="29125"/>
                    </a:lnTo>
                    <a:lnTo>
                      <a:pt x="29989" y="28895"/>
                    </a:lnTo>
                    <a:lnTo>
                      <a:pt x="30276" y="28694"/>
                    </a:lnTo>
                    <a:lnTo>
                      <a:pt x="30564" y="28550"/>
                    </a:lnTo>
                    <a:lnTo>
                      <a:pt x="39687" y="24463"/>
                    </a:lnTo>
                    <a:lnTo>
                      <a:pt x="40061" y="24262"/>
                    </a:lnTo>
                    <a:lnTo>
                      <a:pt x="40378" y="24003"/>
                    </a:lnTo>
                    <a:lnTo>
                      <a:pt x="40666" y="23715"/>
                    </a:lnTo>
                    <a:lnTo>
                      <a:pt x="40896" y="23427"/>
                    </a:lnTo>
                    <a:lnTo>
                      <a:pt x="41097" y="23082"/>
                    </a:lnTo>
                    <a:lnTo>
                      <a:pt x="41213" y="22708"/>
                    </a:lnTo>
                    <a:lnTo>
                      <a:pt x="41299" y="22362"/>
                    </a:lnTo>
                    <a:lnTo>
                      <a:pt x="41357" y="21988"/>
                    </a:lnTo>
                    <a:lnTo>
                      <a:pt x="41328" y="21585"/>
                    </a:lnTo>
                    <a:lnTo>
                      <a:pt x="41270" y="21211"/>
                    </a:lnTo>
                    <a:lnTo>
                      <a:pt x="41155" y="20866"/>
                    </a:lnTo>
                    <a:lnTo>
                      <a:pt x="41011" y="20520"/>
                    </a:lnTo>
                    <a:lnTo>
                      <a:pt x="40810" y="20175"/>
                    </a:lnTo>
                    <a:lnTo>
                      <a:pt x="40551" y="19887"/>
                    </a:lnTo>
                    <a:lnTo>
                      <a:pt x="40234" y="19599"/>
                    </a:lnTo>
                    <a:lnTo>
                      <a:pt x="39860" y="19369"/>
                    </a:lnTo>
                    <a:lnTo>
                      <a:pt x="31082" y="14649"/>
                    </a:lnTo>
                    <a:lnTo>
                      <a:pt x="30794" y="14448"/>
                    </a:lnTo>
                    <a:lnTo>
                      <a:pt x="30535" y="14246"/>
                    </a:lnTo>
                    <a:lnTo>
                      <a:pt x="30276" y="13987"/>
                    </a:lnTo>
                    <a:lnTo>
                      <a:pt x="30075" y="13728"/>
                    </a:lnTo>
                    <a:lnTo>
                      <a:pt x="29902" y="13441"/>
                    </a:lnTo>
                    <a:lnTo>
                      <a:pt x="29787" y="13124"/>
                    </a:lnTo>
                    <a:lnTo>
                      <a:pt x="29672" y="12779"/>
                    </a:lnTo>
                    <a:lnTo>
                      <a:pt x="29615" y="12462"/>
                    </a:lnTo>
                    <a:lnTo>
                      <a:pt x="28550" y="2533"/>
                    </a:lnTo>
                    <a:lnTo>
                      <a:pt x="28463" y="2102"/>
                    </a:lnTo>
                    <a:lnTo>
                      <a:pt x="28348" y="1727"/>
                    </a:lnTo>
                    <a:lnTo>
                      <a:pt x="28176" y="1353"/>
                    </a:lnTo>
                    <a:lnTo>
                      <a:pt x="27945" y="1037"/>
                    </a:lnTo>
                    <a:lnTo>
                      <a:pt x="27686" y="778"/>
                    </a:lnTo>
                    <a:lnTo>
                      <a:pt x="27370" y="519"/>
                    </a:lnTo>
                    <a:lnTo>
                      <a:pt x="27053" y="317"/>
                    </a:lnTo>
                    <a:lnTo>
                      <a:pt x="26708" y="173"/>
                    </a:lnTo>
                    <a:lnTo>
                      <a:pt x="26334" y="58"/>
                    </a:lnTo>
                    <a:lnTo>
                      <a:pt x="2596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3793975" y="6741400"/>
                <a:ext cx="379925" cy="169825"/>
              </a:xfrm>
              <a:custGeom>
                <a:rect b="b" l="l" r="r" t="t"/>
                <a:pathLst>
                  <a:path extrusionOk="0" h="6793" w="15197">
                    <a:moveTo>
                      <a:pt x="375" y="0"/>
                    </a:moveTo>
                    <a:lnTo>
                      <a:pt x="231" y="29"/>
                    </a:lnTo>
                    <a:lnTo>
                      <a:pt x="116" y="115"/>
                    </a:lnTo>
                    <a:lnTo>
                      <a:pt x="30" y="231"/>
                    </a:lnTo>
                    <a:lnTo>
                      <a:pt x="1" y="375"/>
                    </a:lnTo>
                    <a:lnTo>
                      <a:pt x="30" y="518"/>
                    </a:lnTo>
                    <a:lnTo>
                      <a:pt x="174" y="864"/>
                    </a:lnTo>
                    <a:lnTo>
                      <a:pt x="519" y="1497"/>
                    </a:lnTo>
                    <a:lnTo>
                      <a:pt x="749" y="1871"/>
                    </a:lnTo>
                    <a:lnTo>
                      <a:pt x="1037" y="2303"/>
                    </a:lnTo>
                    <a:lnTo>
                      <a:pt x="1354" y="2763"/>
                    </a:lnTo>
                    <a:lnTo>
                      <a:pt x="1756" y="3252"/>
                    </a:lnTo>
                    <a:lnTo>
                      <a:pt x="2188" y="3713"/>
                    </a:lnTo>
                    <a:lnTo>
                      <a:pt x="2677" y="4202"/>
                    </a:lnTo>
                    <a:lnTo>
                      <a:pt x="3224" y="4663"/>
                    </a:lnTo>
                    <a:lnTo>
                      <a:pt x="3857" y="5123"/>
                    </a:lnTo>
                    <a:lnTo>
                      <a:pt x="4519" y="5526"/>
                    </a:lnTo>
                    <a:lnTo>
                      <a:pt x="4865" y="5727"/>
                    </a:lnTo>
                    <a:lnTo>
                      <a:pt x="5239" y="5900"/>
                    </a:lnTo>
                    <a:lnTo>
                      <a:pt x="5642" y="6073"/>
                    </a:lnTo>
                    <a:lnTo>
                      <a:pt x="6045" y="6245"/>
                    </a:lnTo>
                    <a:lnTo>
                      <a:pt x="6476" y="6361"/>
                    </a:lnTo>
                    <a:lnTo>
                      <a:pt x="6908" y="6504"/>
                    </a:lnTo>
                    <a:lnTo>
                      <a:pt x="7512" y="6620"/>
                    </a:lnTo>
                    <a:lnTo>
                      <a:pt x="8146" y="6735"/>
                    </a:lnTo>
                    <a:lnTo>
                      <a:pt x="8721" y="6763"/>
                    </a:lnTo>
                    <a:lnTo>
                      <a:pt x="9297" y="6792"/>
                    </a:lnTo>
                    <a:lnTo>
                      <a:pt x="9815" y="6763"/>
                    </a:lnTo>
                    <a:lnTo>
                      <a:pt x="10333" y="6735"/>
                    </a:lnTo>
                    <a:lnTo>
                      <a:pt x="10822" y="6677"/>
                    </a:lnTo>
                    <a:lnTo>
                      <a:pt x="11311" y="6591"/>
                    </a:lnTo>
                    <a:lnTo>
                      <a:pt x="11743" y="6476"/>
                    </a:lnTo>
                    <a:lnTo>
                      <a:pt x="12175" y="6361"/>
                    </a:lnTo>
                    <a:lnTo>
                      <a:pt x="12980" y="6102"/>
                    </a:lnTo>
                    <a:lnTo>
                      <a:pt x="13671" y="5814"/>
                    </a:lnTo>
                    <a:lnTo>
                      <a:pt x="14247" y="5526"/>
                    </a:lnTo>
                    <a:lnTo>
                      <a:pt x="14707" y="5267"/>
                    </a:lnTo>
                    <a:lnTo>
                      <a:pt x="15024" y="5066"/>
                    </a:lnTo>
                    <a:lnTo>
                      <a:pt x="15139" y="4950"/>
                    </a:lnTo>
                    <a:lnTo>
                      <a:pt x="15196" y="4835"/>
                    </a:lnTo>
                    <a:lnTo>
                      <a:pt x="15196" y="4663"/>
                    </a:lnTo>
                    <a:lnTo>
                      <a:pt x="15139" y="4547"/>
                    </a:lnTo>
                    <a:lnTo>
                      <a:pt x="15024" y="4432"/>
                    </a:lnTo>
                    <a:lnTo>
                      <a:pt x="14880" y="4375"/>
                    </a:lnTo>
                    <a:lnTo>
                      <a:pt x="14736" y="4375"/>
                    </a:lnTo>
                    <a:lnTo>
                      <a:pt x="14592" y="4432"/>
                    </a:lnTo>
                    <a:lnTo>
                      <a:pt x="14189" y="4691"/>
                    </a:lnTo>
                    <a:lnTo>
                      <a:pt x="13614" y="5008"/>
                    </a:lnTo>
                    <a:lnTo>
                      <a:pt x="13239" y="5181"/>
                    </a:lnTo>
                    <a:lnTo>
                      <a:pt x="12865" y="5353"/>
                    </a:lnTo>
                    <a:lnTo>
                      <a:pt x="12405" y="5497"/>
                    </a:lnTo>
                    <a:lnTo>
                      <a:pt x="11944" y="5641"/>
                    </a:lnTo>
                    <a:lnTo>
                      <a:pt x="11426" y="5785"/>
                    </a:lnTo>
                    <a:lnTo>
                      <a:pt x="10880" y="5900"/>
                    </a:lnTo>
                    <a:lnTo>
                      <a:pt x="10333" y="5986"/>
                    </a:lnTo>
                    <a:lnTo>
                      <a:pt x="9728" y="6015"/>
                    </a:lnTo>
                    <a:lnTo>
                      <a:pt x="9095" y="6044"/>
                    </a:lnTo>
                    <a:lnTo>
                      <a:pt x="8462" y="5986"/>
                    </a:lnTo>
                    <a:lnTo>
                      <a:pt x="7771" y="5900"/>
                    </a:lnTo>
                    <a:lnTo>
                      <a:pt x="7081" y="5756"/>
                    </a:lnTo>
                    <a:lnTo>
                      <a:pt x="6678" y="5641"/>
                    </a:lnTo>
                    <a:lnTo>
                      <a:pt x="6304" y="5526"/>
                    </a:lnTo>
                    <a:lnTo>
                      <a:pt x="5929" y="5382"/>
                    </a:lnTo>
                    <a:lnTo>
                      <a:pt x="5555" y="5209"/>
                    </a:lnTo>
                    <a:lnTo>
                      <a:pt x="4865" y="4864"/>
                    </a:lnTo>
                    <a:lnTo>
                      <a:pt x="4260" y="4490"/>
                    </a:lnTo>
                    <a:lnTo>
                      <a:pt x="3685" y="4058"/>
                    </a:lnTo>
                    <a:lnTo>
                      <a:pt x="3195" y="3627"/>
                    </a:lnTo>
                    <a:lnTo>
                      <a:pt x="2735" y="3195"/>
                    </a:lnTo>
                    <a:lnTo>
                      <a:pt x="2332" y="2734"/>
                    </a:lnTo>
                    <a:lnTo>
                      <a:pt x="1958" y="2303"/>
                    </a:lnTo>
                    <a:lnTo>
                      <a:pt x="1670" y="1871"/>
                    </a:lnTo>
                    <a:lnTo>
                      <a:pt x="1382" y="1497"/>
                    </a:lnTo>
                    <a:lnTo>
                      <a:pt x="1181" y="1123"/>
                    </a:lnTo>
                    <a:lnTo>
                      <a:pt x="864" y="547"/>
                    </a:lnTo>
                    <a:lnTo>
                      <a:pt x="720" y="231"/>
                    </a:lnTo>
                    <a:lnTo>
                      <a:pt x="634" y="115"/>
                    </a:lnTo>
                    <a:lnTo>
                      <a:pt x="519" y="29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3870975" y="6541375"/>
                <a:ext cx="63325" cy="106525"/>
              </a:xfrm>
              <a:custGeom>
                <a:rect b="b" l="l" r="r" t="t"/>
                <a:pathLst>
                  <a:path extrusionOk="0" h="4261" w="2533">
                    <a:moveTo>
                      <a:pt x="1813" y="1"/>
                    </a:moveTo>
                    <a:lnTo>
                      <a:pt x="1698" y="30"/>
                    </a:lnTo>
                    <a:lnTo>
                      <a:pt x="1583" y="58"/>
                    </a:lnTo>
                    <a:lnTo>
                      <a:pt x="1324" y="202"/>
                    </a:lnTo>
                    <a:lnTo>
                      <a:pt x="1094" y="404"/>
                    </a:lnTo>
                    <a:lnTo>
                      <a:pt x="864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29" y="2591"/>
                    </a:lnTo>
                    <a:lnTo>
                      <a:pt x="0" y="2994"/>
                    </a:lnTo>
                    <a:lnTo>
                      <a:pt x="0" y="3339"/>
                    </a:lnTo>
                    <a:lnTo>
                      <a:pt x="58" y="3656"/>
                    </a:lnTo>
                    <a:lnTo>
                      <a:pt x="173" y="3915"/>
                    </a:lnTo>
                    <a:lnTo>
                      <a:pt x="231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490" y="4231"/>
                    </a:lnTo>
                    <a:lnTo>
                      <a:pt x="605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50" y="4203"/>
                    </a:lnTo>
                    <a:lnTo>
                      <a:pt x="1209" y="4087"/>
                    </a:lnTo>
                    <a:lnTo>
                      <a:pt x="1439" y="3886"/>
                    </a:lnTo>
                    <a:lnTo>
                      <a:pt x="1670" y="3598"/>
                    </a:lnTo>
                    <a:lnTo>
                      <a:pt x="1900" y="3282"/>
                    </a:lnTo>
                    <a:lnTo>
                      <a:pt x="2101" y="2907"/>
                    </a:lnTo>
                    <a:lnTo>
                      <a:pt x="2274" y="2505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33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60" y="346"/>
                    </a:lnTo>
                    <a:lnTo>
                      <a:pt x="2303" y="231"/>
                    </a:lnTo>
                    <a:lnTo>
                      <a:pt x="2216" y="145"/>
                    </a:lnTo>
                    <a:lnTo>
                      <a:pt x="2130" y="87"/>
                    </a:lnTo>
                    <a:lnTo>
                      <a:pt x="2044" y="30"/>
                    </a:lnTo>
                    <a:lnTo>
                      <a:pt x="19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4103375" y="6623400"/>
                <a:ext cx="64050" cy="106500"/>
              </a:xfrm>
              <a:custGeom>
                <a:rect b="b" l="l" r="r" t="t"/>
                <a:pathLst>
                  <a:path extrusionOk="0" h="4260" w="2562">
                    <a:moveTo>
                      <a:pt x="1813" y="1"/>
                    </a:moveTo>
                    <a:lnTo>
                      <a:pt x="1698" y="29"/>
                    </a:lnTo>
                    <a:lnTo>
                      <a:pt x="1583" y="58"/>
                    </a:lnTo>
                    <a:lnTo>
                      <a:pt x="1353" y="173"/>
                    </a:lnTo>
                    <a:lnTo>
                      <a:pt x="1094" y="375"/>
                    </a:lnTo>
                    <a:lnTo>
                      <a:pt x="863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58" y="2591"/>
                    </a:lnTo>
                    <a:lnTo>
                      <a:pt x="0" y="2994"/>
                    </a:lnTo>
                    <a:lnTo>
                      <a:pt x="29" y="3339"/>
                    </a:lnTo>
                    <a:lnTo>
                      <a:pt x="86" y="3656"/>
                    </a:lnTo>
                    <a:lnTo>
                      <a:pt x="173" y="3915"/>
                    </a:lnTo>
                    <a:lnTo>
                      <a:pt x="230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518" y="4231"/>
                    </a:lnTo>
                    <a:lnTo>
                      <a:pt x="633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79" y="4202"/>
                    </a:lnTo>
                    <a:lnTo>
                      <a:pt x="1209" y="4058"/>
                    </a:lnTo>
                    <a:lnTo>
                      <a:pt x="1468" y="3857"/>
                    </a:lnTo>
                    <a:lnTo>
                      <a:pt x="1698" y="3598"/>
                    </a:lnTo>
                    <a:lnTo>
                      <a:pt x="1928" y="3281"/>
                    </a:lnTo>
                    <a:lnTo>
                      <a:pt x="2130" y="2907"/>
                    </a:lnTo>
                    <a:lnTo>
                      <a:pt x="2302" y="2504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61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89" y="346"/>
                    </a:lnTo>
                    <a:lnTo>
                      <a:pt x="2302" y="231"/>
                    </a:lnTo>
                    <a:lnTo>
                      <a:pt x="2245" y="144"/>
                    </a:lnTo>
                    <a:lnTo>
                      <a:pt x="2159" y="87"/>
                    </a:lnTo>
                    <a:lnTo>
                      <a:pt x="2043" y="29"/>
                    </a:lnTo>
                    <a:lnTo>
                      <a:pt x="19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7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133" name="Google Shape;133;p7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134" name="Google Shape;134;p7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145" name="Google Shape;145;p7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6" name="Google Shape;146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7" name="Google Shape;147;p7"/>
          <p:cNvSpPr txBox="1"/>
          <p:nvPr>
            <p:ph idx="1" type="subTitle"/>
          </p:nvPr>
        </p:nvSpPr>
        <p:spPr>
          <a:xfrm>
            <a:off x="713225" y="1726575"/>
            <a:ext cx="4085400" cy="21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8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150" name="Google Shape;150;p8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151" name="Google Shape;151;p8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4" name="Google Shape;154;p8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5" name="Google Shape;155;p8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162" name="Google Shape;162;p8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3" name="Google Shape;163;p8"/>
          <p:cNvSpPr txBox="1"/>
          <p:nvPr>
            <p:ph type="title"/>
          </p:nvPr>
        </p:nvSpPr>
        <p:spPr>
          <a:xfrm>
            <a:off x="1240950" y="539500"/>
            <a:ext cx="6662100" cy="13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9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166" name="Google Shape;166;p9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167" name="Google Shape;167;p9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9" name="Google Shape;169;p9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0" name="Google Shape;170;p9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2" name="Google Shape;172;p9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7" name="Google Shape;177;p9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178" name="Google Shape;178;p9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9" name="Google Shape;179;p9"/>
          <p:cNvSpPr txBox="1"/>
          <p:nvPr>
            <p:ph type="title"/>
          </p:nvPr>
        </p:nvSpPr>
        <p:spPr>
          <a:xfrm>
            <a:off x="2225100" y="1133437"/>
            <a:ext cx="4693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9"/>
          <p:cNvSpPr txBox="1"/>
          <p:nvPr>
            <p:ph idx="1" type="subTitle"/>
          </p:nvPr>
        </p:nvSpPr>
        <p:spPr>
          <a:xfrm>
            <a:off x="2225100" y="2199637"/>
            <a:ext cx="4693800" cy="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10"/>
          <p:cNvSpPr txBox="1"/>
          <p:nvPr>
            <p:ph type="title"/>
          </p:nvPr>
        </p:nvSpPr>
        <p:spPr>
          <a:xfrm>
            <a:off x="5176075" y="539500"/>
            <a:ext cx="3254700" cy="889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 sz="22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1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186" name="Google Shape;186;p11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187" name="Google Shape;187;p11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198" name="Google Shape;198;p11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9" name="Google Shape;199;p11"/>
          <p:cNvSpPr txBox="1"/>
          <p:nvPr>
            <p:ph hasCustomPrompt="1" type="title"/>
          </p:nvPr>
        </p:nvSpPr>
        <p:spPr>
          <a:xfrm>
            <a:off x="713225" y="948388"/>
            <a:ext cx="5201700" cy="11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0" name="Google Shape;200;p11"/>
          <p:cNvSpPr txBox="1"/>
          <p:nvPr>
            <p:ph idx="1" type="subTitle"/>
          </p:nvPr>
        </p:nvSpPr>
        <p:spPr>
          <a:xfrm>
            <a:off x="713225" y="2074662"/>
            <a:ext cx="52017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3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204" name="Google Shape;204;p13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216" name="Google Shape;216;p13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" name="Google Shape;21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" type="subTitle"/>
          </p:nvPr>
        </p:nvSpPr>
        <p:spPr>
          <a:xfrm>
            <a:off x="1992925" y="2135473"/>
            <a:ext cx="23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2" type="subTitle"/>
          </p:nvPr>
        </p:nvSpPr>
        <p:spPr>
          <a:xfrm>
            <a:off x="5521475" y="2135473"/>
            <a:ext cx="23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3" type="subTitle"/>
          </p:nvPr>
        </p:nvSpPr>
        <p:spPr>
          <a:xfrm>
            <a:off x="1992925" y="3354318"/>
            <a:ext cx="23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4" type="subTitle"/>
          </p:nvPr>
        </p:nvSpPr>
        <p:spPr>
          <a:xfrm>
            <a:off x="5521475" y="3354318"/>
            <a:ext cx="23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hasCustomPrompt="1" idx="5" type="title"/>
          </p:nvPr>
        </p:nvSpPr>
        <p:spPr>
          <a:xfrm>
            <a:off x="1258225" y="1801400"/>
            <a:ext cx="7347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/>
          <p:nvPr>
            <p:ph hasCustomPrompt="1" idx="6" type="title"/>
          </p:nvPr>
        </p:nvSpPr>
        <p:spPr>
          <a:xfrm>
            <a:off x="1258225" y="3019727"/>
            <a:ext cx="7347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/>
          <p:nvPr>
            <p:ph hasCustomPrompt="1" idx="7" type="title"/>
          </p:nvPr>
        </p:nvSpPr>
        <p:spPr>
          <a:xfrm>
            <a:off x="4786771" y="1801400"/>
            <a:ext cx="7347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/>
          <p:nvPr>
            <p:ph hasCustomPrompt="1" idx="8" type="title"/>
          </p:nvPr>
        </p:nvSpPr>
        <p:spPr>
          <a:xfrm>
            <a:off x="4786771" y="3019727"/>
            <a:ext cx="7347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/>
          <p:nvPr>
            <p:ph idx="9" type="subTitle"/>
          </p:nvPr>
        </p:nvSpPr>
        <p:spPr>
          <a:xfrm>
            <a:off x="1992925" y="1801100"/>
            <a:ext cx="2364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" name="Google Shape;227;p13"/>
          <p:cNvSpPr txBox="1"/>
          <p:nvPr>
            <p:ph idx="13" type="subTitle"/>
          </p:nvPr>
        </p:nvSpPr>
        <p:spPr>
          <a:xfrm>
            <a:off x="5521475" y="1801100"/>
            <a:ext cx="2364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8" name="Google Shape;228;p13"/>
          <p:cNvSpPr txBox="1"/>
          <p:nvPr>
            <p:ph idx="14" type="subTitle"/>
          </p:nvPr>
        </p:nvSpPr>
        <p:spPr>
          <a:xfrm>
            <a:off x="1992925" y="3019427"/>
            <a:ext cx="2364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13"/>
          <p:cNvSpPr txBox="1"/>
          <p:nvPr>
            <p:ph idx="15" type="subTitle"/>
          </p:nvPr>
        </p:nvSpPr>
        <p:spPr>
          <a:xfrm>
            <a:off x="5521475" y="3019427"/>
            <a:ext cx="2364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30" name="Google Shape;230;p13"/>
          <p:cNvGrpSpPr/>
          <p:nvPr/>
        </p:nvGrpSpPr>
        <p:grpSpPr>
          <a:xfrm>
            <a:off x="210621" y="4070340"/>
            <a:ext cx="2252858" cy="1073178"/>
            <a:chOff x="210621" y="4070340"/>
            <a:chExt cx="2252858" cy="1073178"/>
          </a:xfrm>
        </p:grpSpPr>
        <p:grpSp>
          <p:nvGrpSpPr>
            <p:cNvPr id="231" name="Google Shape;231;p13"/>
            <p:cNvGrpSpPr/>
            <p:nvPr/>
          </p:nvGrpSpPr>
          <p:grpSpPr>
            <a:xfrm flipH="1">
              <a:off x="210621" y="4070340"/>
              <a:ext cx="1316884" cy="817515"/>
              <a:chOff x="238125" y="3534150"/>
              <a:chExt cx="2242650" cy="1392225"/>
            </a:xfrm>
          </p:grpSpPr>
          <p:sp>
            <p:nvSpPr>
              <p:cNvPr id="232" name="Google Shape;232;p13"/>
              <p:cNvSpPr/>
              <p:nvPr/>
            </p:nvSpPr>
            <p:spPr>
              <a:xfrm>
                <a:off x="395675" y="3534150"/>
                <a:ext cx="159025" cy="133850"/>
              </a:xfrm>
              <a:custGeom>
                <a:rect b="b" l="l" r="r" t="t"/>
                <a:pathLst>
                  <a:path extrusionOk="0" h="5354" w="6361">
                    <a:moveTo>
                      <a:pt x="2850" y="1"/>
                    </a:moveTo>
                    <a:lnTo>
                      <a:pt x="2533" y="58"/>
                    </a:lnTo>
                    <a:lnTo>
                      <a:pt x="2217" y="116"/>
                    </a:lnTo>
                    <a:lnTo>
                      <a:pt x="1929" y="202"/>
                    </a:lnTo>
                    <a:lnTo>
                      <a:pt x="1641" y="317"/>
                    </a:lnTo>
                    <a:lnTo>
                      <a:pt x="1382" y="461"/>
                    </a:lnTo>
                    <a:lnTo>
                      <a:pt x="1152" y="605"/>
                    </a:lnTo>
                    <a:lnTo>
                      <a:pt x="922" y="778"/>
                    </a:lnTo>
                    <a:lnTo>
                      <a:pt x="720" y="979"/>
                    </a:lnTo>
                    <a:lnTo>
                      <a:pt x="519" y="1181"/>
                    </a:lnTo>
                    <a:lnTo>
                      <a:pt x="375" y="1411"/>
                    </a:lnTo>
                    <a:lnTo>
                      <a:pt x="231" y="1641"/>
                    </a:lnTo>
                    <a:lnTo>
                      <a:pt x="116" y="1872"/>
                    </a:lnTo>
                    <a:lnTo>
                      <a:pt x="58" y="2131"/>
                    </a:lnTo>
                    <a:lnTo>
                      <a:pt x="1" y="2390"/>
                    </a:lnTo>
                    <a:lnTo>
                      <a:pt x="1" y="2677"/>
                    </a:lnTo>
                    <a:lnTo>
                      <a:pt x="1" y="2936"/>
                    </a:lnTo>
                    <a:lnTo>
                      <a:pt x="58" y="3224"/>
                    </a:lnTo>
                    <a:lnTo>
                      <a:pt x="116" y="3483"/>
                    </a:lnTo>
                    <a:lnTo>
                      <a:pt x="231" y="3713"/>
                    </a:lnTo>
                    <a:lnTo>
                      <a:pt x="375" y="3944"/>
                    </a:lnTo>
                    <a:lnTo>
                      <a:pt x="519" y="4174"/>
                    </a:lnTo>
                    <a:lnTo>
                      <a:pt x="720" y="4375"/>
                    </a:lnTo>
                    <a:lnTo>
                      <a:pt x="922" y="4577"/>
                    </a:lnTo>
                    <a:lnTo>
                      <a:pt x="1152" y="4749"/>
                    </a:lnTo>
                    <a:lnTo>
                      <a:pt x="1382" y="4893"/>
                    </a:lnTo>
                    <a:lnTo>
                      <a:pt x="1641" y="5037"/>
                    </a:lnTo>
                    <a:lnTo>
                      <a:pt x="1929" y="5152"/>
                    </a:lnTo>
                    <a:lnTo>
                      <a:pt x="2217" y="5239"/>
                    </a:lnTo>
                    <a:lnTo>
                      <a:pt x="2533" y="5296"/>
                    </a:lnTo>
                    <a:lnTo>
                      <a:pt x="2850" y="5325"/>
                    </a:lnTo>
                    <a:lnTo>
                      <a:pt x="3166" y="5354"/>
                    </a:lnTo>
                    <a:lnTo>
                      <a:pt x="3512" y="5325"/>
                    </a:lnTo>
                    <a:lnTo>
                      <a:pt x="3828" y="5296"/>
                    </a:lnTo>
                    <a:lnTo>
                      <a:pt x="4116" y="5239"/>
                    </a:lnTo>
                    <a:lnTo>
                      <a:pt x="4404" y="5152"/>
                    </a:lnTo>
                    <a:lnTo>
                      <a:pt x="4692" y="5037"/>
                    </a:lnTo>
                    <a:lnTo>
                      <a:pt x="4951" y="4893"/>
                    </a:lnTo>
                    <a:lnTo>
                      <a:pt x="5210" y="4749"/>
                    </a:lnTo>
                    <a:lnTo>
                      <a:pt x="5411" y="4577"/>
                    </a:lnTo>
                    <a:lnTo>
                      <a:pt x="5641" y="4375"/>
                    </a:lnTo>
                    <a:lnTo>
                      <a:pt x="5814" y="4174"/>
                    </a:lnTo>
                    <a:lnTo>
                      <a:pt x="5987" y="3944"/>
                    </a:lnTo>
                    <a:lnTo>
                      <a:pt x="6102" y="3713"/>
                    </a:lnTo>
                    <a:lnTo>
                      <a:pt x="6217" y="3483"/>
                    </a:lnTo>
                    <a:lnTo>
                      <a:pt x="6303" y="3224"/>
                    </a:lnTo>
                    <a:lnTo>
                      <a:pt x="6332" y="2936"/>
                    </a:lnTo>
                    <a:lnTo>
                      <a:pt x="6361" y="2677"/>
                    </a:lnTo>
                    <a:lnTo>
                      <a:pt x="6332" y="2390"/>
                    </a:lnTo>
                    <a:lnTo>
                      <a:pt x="6303" y="2131"/>
                    </a:lnTo>
                    <a:lnTo>
                      <a:pt x="6217" y="1872"/>
                    </a:lnTo>
                    <a:lnTo>
                      <a:pt x="6102" y="1641"/>
                    </a:lnTo>
                    <a:lnTo>
                      <a:pt x="5987" y="1411"/>
                    </a:lnTo>
                    <a:lnTo>
                      <a:pt x="5814" y="1181"/>
                    </a:lnTo>
                    <a:lnTo>
                      <a:pt x="5641" y="979"/>
                    </a:lnTo>
                    <a:lnTo>
                      <a:pt x="5411" y="778"/>
                    </a:lnTo>
                    <a:lnTo>
                      <a:pt x="5210" y="605"/>
                    </a:lnTo>
                    <a:lnTo>
                      <a:pt x="4951" y="461"/>
                    </a:lnTo>
                    <a:lnTo>
                      <a:pt x="4692" y="317"/>
                    </a:lnTo>
                    <a:lnTo>
                      <a:pt x="4404" y="202"/>
                    </a:lnTo>
                    <a:lnTo>
                      <a:pt x="4116" y="116"/>
                    </a:lnTo>
                    <a:lnTo>
                      <a:pt x="3828" y="58"/>
                    </a:lnTo>
                    <a:lnTo>
                      <a:pt x="35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>
                <a:off x="508650" y="3565825"/>
                <a:ext cx="159750" cy="133850"/>
              </a:xfrm>
              <a:custGeom>
                <a:rect b="b" l="l" r="r" t="t"/>
                <a:pathLst>
                  <a:path extrusionOk="0" h="5354" w="6390">
                    <a:moveTo>
                      <a:pt x="3195" y="0"/>
                    </a:moveTo>
                    <a:lnTo>
                      <a:pt x="2878" y="29"/>
                    </a:lnTo>
                    <a:lnTo>
                      <a:pt x="2561" y="58"/>
                    </a:lnTo>
                    <a:lnTo>
                      <a:pt x="2245" y="115"/>
                    </a:lnTo>
                    <a:lnTo>
                      <a:pt x="1957" y="202"/>
                    </a:lnTo>
                    <a:lnTo>
                      <a:pt x="1669" y="317"/>
                    </a:lnTo>
                    <a:lnTo>
                      <a:pt x="1410" y="461"/>
                    </a:lnTo>
                    <a:lnTo>
                      <a:pt x="1180" y="605"/>
                    </a:lnTo>
                    <a:lnTo>
                      <a:pt x="950" y="777"/>
                    </a:lnTo>
                    <a:lnTo>
                      <a:pt x="748" y="979"/>
                    </a:lnTo>
                    <a:lnTo>
                      <a:pt x="547" y="1180"/>
                    </a:lnTo>
                    <a:lnTo>
                      <a:pt x="403" y="1410"/>
                    </a:lnTo>
                    <a:lnTo>
                      <a:pt x="259" y="1641"/>
                    </a:lnTo>
                    <a:lnTo>
                      <a:pt x="144" y="1900"/>
                    </a:lnTo>
                    <a:lnTo>
                      <a:pt x="86" y="2130"/>
                    </a:lnTo>
                    <a:lnTo>
                      <a:pt x="29" y="2418"/>
                    </a:lnTo>
                    <a:lnTo>
                      <a:pt x="0" y="2677"/>
                    </a:lnTo>
                    <a:lnTo>
                      <a:pt x="29" y="2964"/>
                    </a:lnTo>
                    <a:lnTo>
                      <a:pt x="86" y="3223"/>
                    </a:lnTo>
                    <a:lnTo>
                      <a:pt x="144" y="3482"/>
                    </a:lnTo>
                    <a:lnTo>
                      <a:pt x="259" y="3713"/>
                    </a:lnTo>
                    <a:lnTo>
                      <a:pt x="403" y="3972"/>
                    </a:lnTo>
                    <a:lnTo>
                      <a:pt x="547" y="4173"/>
                    </a:lnTo>
                    <a:lnTo>
                      <a:pt x="748" y="4375"/>
                    </a:lnTo>
                    <a:lnTo>
                      <a:pt x="950" y="4576"/>
                    </a:lnTo>
                    <a:lnTo>
                      <a:pt x="1180" y="4749"/>
                    </a:lnTo>
                    <a:lnTo>
                      <a:pt x="1410" y="4893"/>
                    </a:lnTo>
                    <a:lnTo>
                      <a:pt x="1669" y="5037"/>
                    </a:lnTo>
                    <a:lnTo>
                      <a:pt x="1957" y="5152"/>
                    </a:lnTo>
                    <a:lnTo>
                      <a:pt x="2245" y="5238"/>
                    </a:lnTo>
                    <a:lnTo>
                      <a:pt x="2561" y="5296"/>
                    </a:lnTo>
                    <a:lnTo>
                      <a:pt x="2878" y="5353"/>
                    </a:lnTo>
                    <a:lnTo>
                      <a:pt x="3511" y="5353"/>
                    </a:lnTo>
                    <a:lnTo>
                      <a:pt x="3828" y="5296"/>
                    </a:lnTo>
                    <a:lnTo>
                      <a:pt x="4144" y="5238"/>
                    </a:lnTo>
                    <a:lnTo>
                      <a:pt x="4432" y="5152"/>
                    </a:lnTo>
                    <a:lnTo>
                      <a:pt x="4720" y="5037"/>
                    </a:lnTo>
                    <a:lnTo>
                      <a:pt x="4979" y="4893"/>
                    </a:lnTo>
                    <a:lnTo>
                      <a:pt x="5209" y="4749"/>
                    </a:lnTo>
                    <a:lnTo>
                      <a:pt x="5439" y="4576"/>
                    </a:lnTo>
                    <a:lnTo>
                      <a:pt x="5641" y="4375"/>
                    </a:lnTo>
                    <a:lnTo>
                      <a:pt x="5842" y="4173"/>
                    </a:lnTo>
                    <a:lnTo>
                      <a:pt x="5986" y="3972"/>
                    </a:lnTo>
                    <a:lnTo>
                      <a:pt x="6130" y="3713"/>
                    </a:lnTo>
                    <a:lnTo>
                      <a:pt x="6245" y="3482"/>
                    </a:lnTo>
                    <a:lnTo>
                      <a:pt x="6331" y="3223"/>
                    </a:lnTo>
                    <a:lnTo>
                      <a:pt x="6360" y="2964"/>
                    </a:lnTo>
                    <a:lnTo>
                      <a:pt x="6389" y="2677"/>
                    </a:lnTo>
                    <a:lnTo>
                      <a:pt x="6360" y="2418"/>
                    </a:lnTo>
                    <a:lnTo>
                      <a:pt x="6331" y="2130"/>
                    </a:lnTo>
                    <a:lnTo>
                      <a:pt x="6245" y="1900"/>
                    </a:lnTo>
                    <a:lnTo>
                      <a:pt x="6130" y="1641"/>
                    </a:lnTo>
                    <a:lnTo>
                      <a:pt x="5986" y="1410"/>
                    </a:lnTo>
                    <a:lnTo>
                      <a:pt x="5842" y="1180"/>
                    </a:lnTo>
                    <a:lnTo>
                      <a:pt x="5641" y="979"/>
                    </a:lnTo>
                    <a:lnTo>
                      <a:pt x="5439" y="777"/>
                    </a:lnTo>
                    <a:lnTo>
                      <a:pt x="5209" y="605"/>
                    </a:lnTo>
                    <a:lnTo>
                      <a:pt x="4979" y="461"/>
                    </a:lnTo>
                    <a:lnTo>
                      <a:pt x="4720" y="317"/>
                    </a:lnTo>
                    <a:lnTo>
                      <a:pt x="4432" y="202"/>
                    </a:lnTo>
                    <a:lnTo>
                      <a:pt x="4144" y="115"/>
                    </a:lnTo>
                    <a:lnTo>
                      <a:pt x="3828" y="58"/>
                    </a:lnTo>
                    <a:lnTo>
                      <a:pt x="3511" y="29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3"/>
              <p:cNvSpPr/>
              <p:nvPr/>
            </p:nvSpPr>
            <p:spPr>
              <a:xfrm>
                <a:off x="238125" y="3629125"/>
                <a:ext cx="465525" cy="215875"/>
              </a:xfrm>
              <a:custGeom>
                <a:rect b="b" l="l" r="r" t="t"/>
                <a:pathLst>
                  <a:path extrusionOk="0" h="8635" w="18621">
                    <a:moveTo>
                      <a:pt x="9325" y="1"/>
                    </a:moveTo>
                    <a:lnTo>
                      <a:pt x="8375" y="30"/>
                    </a:lnTo>
                    <a:lnTo>
                      <a:pt x="7425" y="87"/>
                    </a:lnTo>
                    <a:lnTo>
                      <a:pt x="6533" y="202"/>
                    </a:lnTo>
                    <a:lnTo>
                      <a:pt x="5698" y="346"/>
                    </a:lnTo>
                    <a:lnTo>
                      <a:pt x="4864" y="519"/>
                    </a:lnTo>
                    <a:lnTo>
                      <a:pt x="4115" y="720"/>
                    </a:lnTo>
                    <a:lnTo>
                      <a:pt x="3396" y="979"/>
                    </a:lnTo>
                    <a:lnTo>
                      <a:pt x="2734" y="1267"/>
                    </a:lnTo>
                    <a:lnTo>
                      <a:pt x="2130" y="1584"/>
                    </a:lnTo>
                    <a:lnTo>
                      <a:pt x="1583" y="1900"/>
                    </a:lnTo>
                    <a:lnTo>
                      <a:pt x="1122" y="2246"/>
                    </a:lnTo>
                    <a:lnTo>
                      <a:pt x="748" y="2648"/>
                    </a:lnTo>
                    <a:lnTo>
                      <a:pt x="576" y="2821"/>
                    </a:lnTo>
                    <a:lnTo>
                      <a:pt x="432" y="3023"/>
                    </a:lnTo>
                    <a:lnTo>
                      <a:pt x="288" y="3253"/>
                    </a:lnTo>
                    <a:lnTo>
                      <a:pt x="201" y="3454"/>
                    </a:lnTo>
                    <a:lnTo>
                      <a:pt x="115" y="3656"/>
                    </a:lnTo>
                    <a:lnTo>
                      <a:pt x="58" y="3886"/>
                    </a:lnTo>
                    <a:lnTo>
                      <a:pt x="29" y="4087"/>
                    </a:lnTo>
                    <a:lnTo>
                      <a:pt x="0" y="4318"/>
                    </a:lnTo>
                    <a:lnTo>
                      <a:pt x="29" y="4519"/>
                    </a:lnTo>
                    <a:lnTo>
                      <a:pt x="58" y="4749"/>
                    </a:lnTo>
                    <a:lnTo>
                      <a:pt x="115" y="4951"/>
                    </a:lnTo>
                    <a:lnTo>
                      <a:pt x="173" y="5152"/>
                    </a:lnTo>
                    <a:lnTo>
                      <a:pt x="259" y="5354"/>
                    </a:lnTo>
                    <a:lnTo>
                      <a:pt x="374" y="5526"/>
                    </a:lnTo>
                    <a:lnTo>
                      <a:pt x="662" y="5929"/>
                    </a:lnTo>
                    <a:lnTo>
                      <a:pt x="1007" y="6275"/>
                    </a:lnTo>
                    <a:lnTo>
                      <a:pt x="1439" y="6620"/>
                    </a:lnTo>
                    <a:lnTo>
                      <a:pt x="1899" y="6937"/>
                    </a:lnTo>
                    <a:lnTo>
                      <a:pt x="2446" y="7253"/>
                    </a:lnTo>
                    <a:lnTo>
                      <a:pt x="3051" y="7512"/>
                    </a:lnTo>
                    <a:lnTo>
                      <a:pt x="3684" y="7771"/>
                    </a:lnTo>
                    <a:lnTo>
                      <a:pt x="4374" y="8001"/>
                    </a:lnTo>
                    <a:lnTo>
                      <a:pt x="5123" y="8174"/>
                    </a:lnTo>
                    <a:lnTo>
                      <a:pt x="5900" y="8347"/>
                    </a:lnTo>
                    <a:lnTo>
                      <a:pt x="6706" y="8491"/>
                    </a:lnTo>
                    <a:lnTo>
                      <a:pt x="7569" y="8577"/>
                    </a:lnTo>
                    <a:lnTo>
                      <a:pt x="8432" y="8635"/>
                    </a:lnTo>
                    <a:lnTo>
                      <a:pt x="10188" y="8635"/>
                    </a:lnTo>
                    <a:lnTo>
                      <a:pt x="11051" y="8577"/>
                    </a:lnTo>
                    <a:lnTo>
                      <a:pt x="12174" y="8433"/>
                    </a:lnTo>
                    <a:lnTo>
                      <a:pt x="13210" y="8260"/>
                    </a:lnTo>
                    <a:lnTo>
                      <a:pt x="14217" y="8001"/>
                    </a:lnTo>
                    <a:lnTo>
                      <a:pt x="14677" y="7857"/>
                    </a:lnTo>
                    <a:lnTo>
                      <a:pt x="15138" y="7714"/>
                    </a:lnTo>
                    <a:lnTo>
                      <a:pt x="15598" y="7512"/>
                    </a:lnTo>
                    <a:lnTo>
                      <a:pt x="16030" y="7311"/>
                    </a:lnTo>
                    <a:lnTo>
                      <a:pt x="16462" y="7109"/>
                    </a:lnTo>
                    <a:lnTo>
                      <a:pt x="16836" y="6879"/>
                    </a:lnTo>
                    <a:lnTo>
                      <a:pt x="17181" y="6649"/>
                    </a:lnTo>
                    <a:lnTo>
                      <a:pt x="17498" y="6390"/>
                    </a:lnTo>
                    <a:lnTo>
                      <a:pt x="17757" y="6131"/>
                    </a:lnTo>
                    <a:lnTo>
                      <a:pt x="18016" y="5872"/>
                    </a:lnTo>
                    <a:lnTo>
                      <a:pt x="18275" y="5498"/>
                    </a:lnTo>
                    <a:lnTo>
                      <a:pt x="18390" y="5325"/>
                    </a:lnTo>
                    <a:lnTo>
                      <a:pt x="18476" y="5123"/>
                    </a:lnTo>
                    <a:lnTo>
                      <a:pt x="18534" y="4922"/>
                    </a:lnTo>
                    <a:lnTo>
                      <a:pt x="18591" y="4721"/>
                    </a:lnTo>
                    <a:lnTo>
                      <a:pt x="18620" y="4519"/>
                    </a:lnTo>
                    <a:lnTo>
                      <a:pt x="18620" y="4318"/>
                    </a:lnTo>
                    <a:lnTo>
                      <a:pt x="18620" y="4087"/>
                    </a:lnTo>
                    <a:lnTo>
                      <a:pt x="18563" y="3886"/>
                    </a:lnTo>
                    <a:lnTo>
                      <a:pt x="18505" y="3656"/>
                    </a:lnTo>
                    <a:lnTo>
                      <a:pt x="18419" y="3454"/>
                    </a:lnTo>
                    <a:lnTo>
                      <a:pt x="18332" y="3253"/>
                    </a:lnTo>
                    <a:lnTo>
                      <a:pt x="18217" y="3023"/>
                    </a:lnTo>
                    <a:lnTo>
                      <a:pt x="18045" y="2821"/>
                    </a:lnTo>
                    <a:lnTo>
                      <a:pt x="17901" y="2648"/>
                    </a:lnTo>
                    <a:lnTo>
                      <a:pt x="17498" y="2246"/>
                    </a:lnTo>
                    <a:lnTo>
                      <a:pt x="17037" y="1900"/>
                    </a:lnTo>
                    <a:lnTo>
                      <a:pt x="16491" y="1584"/>
                    </a:lnTo>
                    <a:lnTo>
                      <a:pt x="15886" y="1267"/>
                    </a:lnTo>
                    <a:lnTo>
                      <a:pt x="15224" y="979"/>
                    </a:lnTo>
                    <a:lnTo>
                      <a:pt x="14505" y="720"/>
                    </a:lnTo>
                    <a:lnTo>
                      <a:pt x="13757" y="519"/>
                    </a:lnTo>
                    <a:lnTo>
                      <a:pt x="12951" y="346"/>
                    </a:lnTo>
                    <a:lnTo>
                      <a:pt x="12087" y="202"/>
                    </a:lnTo>
                    <a:lnTo>
                      <a:pt x="11195" y="87"/>
                    </a:lnTo>
                    <a:lnTo>
                      <a:pt x="10274" y="30"/>
                    </a:lnTo>
                    <a:lnTo>
                      <a:pt x="93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3"/>
              <p:cNvSpPr/>
              <p:nvPr/>
            </p:nvSpPr>
            <p:spPr>
              <a:xfrm>
                <a:off x="604325" y="3632725"/>
                <a:ext cx="159750" cy="133850"/>
              </a:xfrm>
              <a:custGeom>
                <a:rect b="b" l="l" r="r" t="t"/>
                <a:pathLst>
                  <a:path extrusionOk="0" h="5354" w="6390">
                    <a:moveTo>
                      <a:pt x="3195" y="1"/>
                    </a:moveTo>
                    <a:lnTo>
                      <a:pt x="2879" y="29"/>
                    </a:lnTo>
                    <a:lnTo>
                      <a:pt x="2562" y="58"/>
                    </a:lnTo>
                    <a:lnTo>
                      <a:pt x="2245" y="116"/>
                    </a:lnTo>
                    <a:lnTo>
                      <a:pt x="1958" y="231"/>
                    </a:lnTo>
                    <a:lnTo>
                      <a:pt x="1670" y="317"/>
                    </a:lnTo>
                    <a:lnTo>
                      <a:pt x="1411" y="461"/>
                    </a:lnTo>
                    <a:lnTo>
                      <a:pt x="1152" y="605"/>
                    </a:lnTo>
                    <a:lnTo>
                      <a:pt x="950" y="778"/>
                    </a:lnTo>
                    <a:lnTo>
                      <a:pt x="720" y="979"/>
                    </a:lnTo>
                    <a:lnTo>
                      <a:pt x="547" y="1181"/>
                    </a:lnTo>
                    <a:lnTo>
                      <a:pt x="404" y="1411"/>
                    </a:lnTo>
                    <a:lnTo>
                      <a:pt x="260" y="1641"/>
                    </a:lnTo>
                    <a:lnTo>
                      <a:pt x="145" y="1900"/>
                    </a:lnTo>
                    <a:lnTo>
                      <a:pt x="58" y="2130"/>
                    </a:lnTo>
                    <a:lnTo>
                      <a:pt x="29" y="2418"/>
                    </a:lnTo>
                    <a:lnTo>
                      <a:pt x="1" y="2677"/>
                    </a:lnTo>
                    <a:lnTo>
                      <a:pt x="29" y="2965"/>
                    </a:lnTo>
                    <a:lnTo>
                      <a:pt x="58" y="3224"/>
                    </a:lnTo>
                    <a:lnTo>
                      <a:pt x="145" y="3483"/>
                    </a:lnTo>
                    <a:lnTo>
                      <a:pt x="260" y="3713"/>
                    </a:lnTo>
                    <a:lnTo>
                      <a:pt x="404" y="3972"/>
                    </a:lnTo>
                    <a:lnTo>
                      <a:pt x="547" y="4174"/>
                    </a:lnTo>
                    <a:lnTo>
                      <a:pt x="720" y="4375"/>
                    </a:lnTo>
                    <a:lnTo>
                      <a:pt x="950" y="4577"/>
                    </a:lnTo>
                    <a:lnTo>
                      <a:pt x="1152" y="4749"/>
                    </a:lnTo>
                    <a:lnTo>
                      <a:pt x="1411" y="4893"/>
                    </a:lnTo>
                    <a:lnTo>
                      <a:pt x="1670" y="5037"/>
                    </a:lnTo>
                    <a:lnTo>
                      <a:pt x="1958" y="5152"/>
                    </a:lnTo>
                    <a:lnTo>
                      <a:pt x="2245" y="5238"/>
                    </a:lnTo>
                    <a:lnTo>
                      <a:pt x="2562" y="5296"/>
                    </a:lnTo>
                    <a:lnTo>
                      <a:pt x="2879" y="5354"/>
                    </a:lnTo>
                    <a:lnTo>
                      <a:pt x="3512" y="5354"/>
                    </a:lnTo>
                    <a:lnTo>
                      <a:pt x="3828" y="5296"/>
                    </a:lnTo>
                    <a:lnTo>
                      <a:pt x="4145" y="5238"/>
                    </a:lnTo>
                    <a:lnTo>
                      <a:pt x="4433" y="5152"/>
                    </a:lnTo>
                    <a:lnTo>
                      <a:pt x="4720" y="5037"/>
                    </a:lnTo>
                    <a:lnTo>
                      <a:pt x="4980" y="4893"/>
                    </a:lnTo>
                    <a:lnTo>
                      <a:pt x="5210" y="4749"/>
                    </a:lnTo>
                    <a:lnTo>
                      <a:pt x="5440" y="4577"/>
                    </a:lnTo>
                    <a:lnTo>
                      <a:pt x="5641" y="4375"/>
                    </a:lnTo>
                    <a:lnTo>
                      <a:pt x="5843" y="4174"/>
                    </a:lnTo>
                    <a:lnTo>
                      <a:pt x="5987" y="3972"/>
                    </a:lnTo>
                    <a:lnTo>
                      <a:pt x="6131" y="3713"/>
                    </a:lnTo>
                    <a:lnTo>
                      <a:pt x="6246" y="3483"/>
                    </a:lnTo>
                    <a:lnTo>
                      <a:pt x="6303" y="3224"/>
                    </a:lnTo>
                    <a:lnTo>
                      <a:pt x="6361" y="2965"/>
                    </a:lnTo>
                    <a:lnTo>
                      <a:pt x="6390" y="2677"/>
                    </a:lnTo>
                    <a:lnTo>
                      <a:pt x="6361" y="2418"/>
                    </a:lnTo>
                    <a:lnTo>
                      <a:pt x="6303" y="2130"/>
                    </a:lnTo>
                    <a:lnTo>
                      <a:pt x="6246" y="1900"/>
                    </a:lnTo>
                    <a:lnTo>
                      <a:pt x="6131" y="1641"/>
                    </a:lnTo>
                    <a:lnTo>
                      <a:pt x="5987" y="1411"/>
                    </a:lnTo>
                    <a:lnTo>
                      <a:pt x="5843" y="1181"/>
                    </a:lnTo>
                    <a:lnTo>
                      <a:pt x="5641" y="979"/>
                    </a:lnTo>
                    <a:lnTo>
                      <a:pt x="5440" y="778"/>
                    </a:lnTo>
                    <a:lnTo>
                      <a:pt x="5210" y="605"/>
                    </a:lnTo>
                    <a:lnTo>
                      <a:pt x="4980" y="461"/>
                    </a:lnTo>
                    <a:lnTo>
                      <a:pt x="4720" y="317"/>
                    </a:lnTo>
                    <a:lnTo>
                      <a:pt x="4433" y="231"/>
                    </a:lnTo>
                    <a:lnTo>
                      <a:pt x="4145" y="116"/>
                    </a:lnTo>
                    <a:lnTo>
                      <a:pt x="3828" y="58"/>
                    </a:lnTo>
                    <a:lnTo>
                      <a:pt x="3512" y="29"/>
                    </a:lnTo>
                    <a:lnTo>
                      <a:pt x="31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3"/>
              <p:cNvSpPr/>
              <p:nvPr/>
            </p:nvSpPr>
            <p:spPr>
              <a:xfrm>
                <a:off x="373375" y="3667975"/>
                <a:ext cx="43925" cy="64075"/>
              </a:xfrm>
              <a:custGeom>
                <a:rect b="b" l="l" r="r" t="t"/>
                <a:pathLst>
                  <a:path extrusionOk="0" h="2563" w="1757">
                    <a:moveTo>
                      <a:pt x="893" y="1"/>
                    </a:moveTo>
                    <a:lnTo>
                      <a:pt x="691" y="30"/>
                    </a:lnTo>
                    <a:lnTo>
                      <a:pt x="547" y="87"/>
                    </a:lnTo>
                    <a:lnTo>
                      <a:pt x="375" y="231"/>
                    </a:lnTo>
                    <a:lnTo>
                      <a:pt x="260" y="375"/>
                    </a:lnTo>
                    <a:lnTo>
                      <a:pt x="144" y="548"/>
                    </a:lnTo>
                    <a:lnTo>
                      <a:pt x="58" y="778"/>
                    </a:lnTo>
                    <a:lnTo>
                      <a:pt x="1" y="1008"/>
                    </a:lnTo>
                    <a:lnTo>
                      <a:pt x="1" y="1267"/>
                    </a:lnTo>
                    <a:lnTo>
                      <a:pt x="1" y="1526"/>
                    </a:lnTo>
                    <a:lnTo>
                      <a:pt x="58" y="1756"/>
                    </a:lnTo>
                    <a:lnTo>
                      <a:pt x="144" y="1987"/>
                    </a:lnTo>
                    <a:lnTo>
                      <a:pt x="260" y="2188"/>
                    </a:lnTo>
                    <a:lnTo>
                      <a:pt x="375" y="2332"/>
                    </a:lnTo>
                    <a:lnTo>
                      <a:pt x="547" y="2447"/>
                    </a:lnTo>
                    <a:lnTo>
                      <a:pt x="691" y="2533"/>
                    </a:lnTo>
                    <a:lnTo>
                      <a:pt x="893" y="2562"/>
                    </a:lnTo>
                    <a:lnTo>
                      <a:pt x="1065" y="2533"/>
                    </a:lnTo>
                    <a:lnTo>
                      <a:pt x="1238" y="2447"/>
                    </a:lnTo>
                    <a:lnTo>
                      <a:pt x="1382" y="2332"/>
                    </a:lnTo>
                    <a:lnTo>
                      <a:pt x="1497" y="2188"/>
                    </a:lnTo>
                    <a:lnTo>
                      <a:pt x="1612" y="1987"/>
                    </a:lnTo>
                    <a:lnTo>
                      <a:pt x="1698" y="1756"/>
                    </a:lnTo>
                    <a:lnTo>
                      <a:pt x="1756" y="1526"/>
                    </a:lnTo>
                    <a:lnTo>
                      <a:pt x="1756" y="1267"/>
                    </a:lnTo>
                    <a:lnTo>
                      <a:pt x="1756" y="1008"/>
                    </a:lnTo>
                    <a:lnTo>
                      <a:pt x="1698" y="778"/>
                    </a:lnTo>
                    <a:lnTo>
                      <a:pt x="1612" y="548"/>
                    </a:lnTo>
                    <a:lnTo>
                      <a:pt x="1497" y="375"/>
                    </a:lnTo>
                    <a:lnTo>
                      <a:pt x="1382" y="231"/>
                    </a:lnTo>
                    <a:lnTo>
                      <a:pt x="1238" y="87"/>
                    </a:lnTo>
                    <a:lnTo>
                      <a:pt x="1065" y="30"/>
                    </a:lnTo>
                    <a:lnTo>
                      <a:pt x="8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254650" y="3709725"/>
                <a:ext cx="25925" cy="33100"/>
              </a:xfrm>
              <a:custGeom>
                <a:rect b="b" l="l" r="r" t="t"/>
                <a:pathLst>
                  <a:path extrusionOk="0" h="1324" w="1037">
                    <a:moveTo>
                      <a:pt x="490" y="460"/>
                    </a:moveTo>
                    <a:lnTo>
                      <a:pt x="548" y="518"/>
                    </a:lnTo>
                    <a:lnTo>
                      <a:pt x="577" y="576"/>
                    </a:lnTo>
                    <a:lnTo>
                      <a:pt x="577" y="662"/>
                    </a:lnTo>
                    <a:lnTo>
                      <a:pt x="548" y="806"/>
                    </a:lnTo>
                    <a:lnTo>
                      <a:pt x="519" y="863"/>
                    </a:lnTo>
                    <a:lnTo>
                      <a:pt x="461" y="806"/>
                    </a:lnTo>
                    <a:lnTo>
                      <a:pt x="461" y="748"/>
                    </a:lnTo>
                    <a:lnTo>
                      <a:pt x="433" y="662"/>
                    </a:lnTo>
                    <a:lnTo>
                      <a:pt x="461" y="518"/>
                    </a:lnTo>
                    <a:lnTo>
                      <a:pt x="490" y="460"/>
                    </a:lnTo>
                    <a:close/>
                    <a:moveTo>
                      <a:pt x="519" y="0"/>
                    </a:moveTo>
                    <a:lnTo>
                      <a:pt x="404" y="29"/>
                    </a:lnTo>
                    <a:lnTo>
                      <a:pt x="317" y="58"/>
                    </a:lnTo>
                    <a:lnTo>
                      <a:pt x="231" y="115"/>
                    </a:lnTo>
                    <a:lnTo>
                      <a:pt x="145" y="201"/>
                    </a:lnTo>
                    <a:lnTo>
                      <a:pt x="87" y="288"/>
                    </a:lnTo>
                    <a:lnTo>
                      <a:pt x="30" y="403"/>
                    </a:lnTo>
                    <a:lnTo>
                      <a:pt x="1" y="518"/>
                    </a:lnTo>
                    <a:lnTo>
                      <a:pt x="1" y="662"/>
                    </a:lnTo>
                    <a:lnTo>
                      <a:pt x="1" y="806"/>
                    </a:lnTo>
                    <a:lnTo>
                      <a:pt x="30" y="921"/>
                    </a:lnTo>
                    <a:lnTo>
                      <a:pt x="87" y="1036"/>
                    </a:lnTo>
                    <a:lnTo>
                      <a:pt x="145" y="1122"/>
                    </a:lnTo>
                    <a:lnTo>
                      <a:pt x="231" y="1209"/>
                    </a:lnTo>
                    <a:lnTo>
                      <a:pt x="317" y="1266"/>
                    </a:lnTo>
                    <a:lnTo>
                      <a:pt x="404" y="1324"/>
                    </a:lnTo>
                    <a:lnTo>
                      <a:pt x="605" y="1324"/>
                    </a:lnTo>
                    <a:lnTo>
                      <a:pt x="720" y="1266"/>
                    </a:lnTo>
                    <a:lnTo>
                      <a:pt x="807" y="1209"/>
                    </a:lnTo>
                    <a:lnTo>
                      <a:pt x="864" y="1122"/>
                    </a:lnTo>
                    <a:lnTo>
                      <a:pt x="951" y="1036"/>
                    </a:lnTo>
                    <a:lnTo>
                      <a:pt x="979" y="921"/>
                    </a:lnTo>
                    <a:lnTo>
                      <a:pt x="1008" y="806"/>
                    </a:lnTo>
                    <a:lnTo>
                      <a:pt x="1037" y="662"/>
                    </a:lnTo>
                    <a:lnTo>
                      <a:pt x="1008" y="518"/>
                    </a:lnTo>
                    <a:lnTo>
                      <a:pt x="979" y="403"/>
                    </a:lnTo>
                    <a:lnTo>
                      <a:pt x="951" y="288"/>
                    </a:lnTo>
                    <a:lnTo>
                      <a:pt x="864" y="201"/>
                    </a:lnTo>
                    <a:lnTo>
                      <a:pt x="807" y="115"/>
                    </a:lnTo>
                    <a:lnTo>
                      <a:pt x="720" y="58"/>
                    </a:lnTo>
                    <a:lnTo>
                      <a:pt x="605" y="29"/>
                    </a:lnTo>
                    <a:lnTo>
                      <a:pt x="5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640300" y="3732025"/>
                <a:ext cx="159750" cy="133850"/>
              </a:xfrm>
              <a:custGeom>
                <a:rect b="b" l="l" r="r" t="t"/>
                <a:pathLst>
                  <a:path extrusionOk="0" h="5354" w="6390">
                    <a:moveTo>
                      <a:pt x="2879" y="0"/>
                    </a:moveTo>
                    <a:lnTo>
                      <a:pt x="2562" y="29"/>
                    </a:lnTo>
                    <a:lnTo>
                      <a:pt x="2245" y="115"/>
                    </a:lnTo>
                    <a:lnTo>
                      <a:pt x="1958" y="202"/>
                    </a:lnTo>
                    <a:lnTo>
                      <a:pt x="1670" y="317"/>
                    </a:lnTo>
                    <a:lnTo>
                      <a:pt x="1411" y="432"/>
                    </a:lnTo>
                    <a:lnTo>
                      <a:pt x="1181" y="605"/>
                    </a:lnTo>
                    <a:lnTo>
                      <a:pt x="950" y="777"/>
                    </a:lnTo>
                    <a:lnTo>
                      <a:pt x="749" y="950"/>
                    </a:lnTo>
                    <a:lnTo>
                      <a:pt x="547" y="1180"/>
                    </a:lnTo>
                    <a:lnTo>
                      <a:pt x="404" y="1382"/>
                    </a:lnTo>
                    <a:lnTo>
                      <a:pt x="260" y="1612"/>
                    </a:lnTo>
                    <a:lnTo>
                      <a:pt x="145" y="1871"/>
                    </a:lnTo>
                    <a:lnTo>
                      <a:pt x="87" y="2130"/>
                    </a:lnTo>
                    <a:lnTo>
                      <a:pt x="29" y="2389"/>
                    </a:lnTo>
                    <a:lnTo>
                      <a:pt x="1" y="2677"/>
                    </a:lnTo>
                    <a:lnTo>
                      <a:pt x="29" y="2936"/>
                    </a:lnTo>
                    <a:lnTo>
                      <a:pt x="87" y="3195"/>
                    </a:lnTo>
                    <a:lnTo>
                      <a:pt x="145" y="3454"/>
                    </a:lnTo>
                    <a:lnTo>
                      <a:pt x="260" y="3713"/>
                    </a:lnTo>
                    <a:lnTo>
                      <a:pt x="404" y="3943"/>
                    </a:lnTo>
                    <a:lnTo>
                      <a:pt x="547" y="4173"/>
                    </a:lnTo>
                    <a:lnTo>
                      <a:pt x="749" y="4375"/>
                    </a:lnTo>
                    <a:lnTo>
                      <a:pt x="950" y="4547"/>
                    </a:lnTo>
                    <a:lnTo>
                      <a:pt x="1181" y="4720"/>
                    </a:lnTo>
                    <a:lnTo>
                      <a:pt x="1411" y="4893"/>
                    </a:lnTo>
                    <a:lnTo>
                      <a:pt x="1670" y="5008"/>
                    </a:lnTo>
                    <a:lnTo>
                      <a:pt x="1958" y="5123"/>
                    </a:lnTo>
                    <a:lnTo>
                      <a:pt x="2245" y="5209"/>
                    </a:lnTo>
                    <a:lnTo>
                      <a:pt x="2562" y="5296"/>
                    </a:lnTo>
                    <a:lnTo>
                      <a:pt x="2879" y="5324"/>
                    </a:lnTo>
                    <a:lnTo>
                      <a:pt x="3195" y="5353"/>
                    </a:lnTo>
                    <a:lnTo>
                      <a:pt x="3512" y="5324"/>
                    </a:lnTo>
                    <a:lnTo>
                      <a:pt x="3828" y="5296"/>
                    </a:lnTo>
                    <a:lnTo>
                      <a:pt x="4145" y="5209"/>
                    </a:lnTo>
                    <a:lnTo>
                      <a:pt x="4433" y="5123"/>
                    </a:lnTo>
                    <a:lnTo>
                      <a:pt x="4720" y="5008"/>
                    </a:lnTo>
                    <a:lnTo>
                      <a:pt x="4979" y="4893"/>
                    </a:lnTo>
                    <a:lnTo>
                      <a:pt x="5210" y="4720"/>
                    </a:lnTo>
                    <a:lnTo>
                      <a:pt x="5440" y="4547"/>
                    </a:lnTo>
                    <a:lnTo>
                      <a:pt x="5641" y="4375"/>
                    </a:lnTo>
                    <a:lnTo>
                      <a:pt x="5843" y="4173"/>
                    </a:lnTo>
                    <a:lnTo>
                      <a:pt x="5987" y="3943"/>
                    </a:lnTo>
                    <a:lnTo>
                      <a:pt x="6131" y="3713"/>
                    </a:lnTo>
                    <a:lnTo>
                      <a:pt x="6246" y="3454"/>
                    </a:lnTo>
                    <a:lnTo>
                      <a:pt x="6303" y="3195"/>
                    </a:lnTo>
                    <a:lnTo>
                      <a:pt x="6361" y="2936"/>
                    </a:lnTo>
                    <a:lnTo>
                      <a:pt x="6390" y="2677"/>
                    </a:lnTo>
                    <a:lnTo>
                      <a:pt x="6361" y="2389"/>
                    </a:lnTo>
                    <a:lnTo>
                      <a:pt x="6303" y="2130"/>
                    </a:lnTo>
                    <a:lnTo>
                      <a:pt x="6246" y="1871"/>
                    </a:lnTo>
                    <a:lnTo>
                      <a:pt x="6131" y="1612"/>
                    </a:lnTo>
                    <a:lnTo>
                      <a:pt x="5987" y="1382"/>
                    </a:lnTo>
                    <a:lnTo>
                      <a:pt x="5843" y="1180"/>
                    </a:lnTo>
                    <a:lnTo>
                      <a:pt x="5641" y="950"/>
                    </a:lnTo>
                    <a:lnTo>
                      <a:pt x="5440" y="777"/>
                    </a:lnTo>
                    <a:lnTo>
                      <a:pt x="5210" y="605"/>
                    </a:lnTo>
                    <a:lnTo>
                      <a:pt x="4979" y="432"/>
                    </a:lnTo>
                    <a:lnTo>
                      <a:pt x="4720" y="317"/>
                    </a:lnTo>
                    <a:lnTo>
                      <a:pt x="4433" y="202"/>
                    </a:lnTo>
                    <a:lnTo>
                      <a:pt x="4145" y="115"/>
                    </a:lnTo>
                    <a:lnTo>
                      <a:pt x="3828" y="29"/>
                    </a:lnTo>
                    <a:lnTo>
                      <a:pt x="35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425900" y="3737050"/>
                <a:ext cx="195000" cy="131700"/>
              </a:xfrm>
              <a:custGeom>
                <a:rect b="b" l="l" r="r" t="t"/>
                <a:pathLst>
                  <a:path extrusionOk="0" h="5268" w="7800">
                    <a:moveTo>
                      <a:pt x="3886" y="1"/>
                    </a:moveTo>
                    <a:lnTo>
                      <a:pt x="3511" y="29"/>
                    </a:lnTo>
                    <a:lnTo>
                      <a:pt x="3109" y="58"/>
                    </a:lnTo>
                    <a:lnTo>
                      <a:pt x="2734" y="116"/>
                    </a:lnTo>
                    <a:lnTo>
                      <a:pt x="2389" y="202"/>
                    </a:lnTo>
                    <a:lnTo>
                      <a:pt x="2044" y="317"/>
                    </a:lnTo>
                    <a:lnTo>
                      <a:pt x="1727" y="461"/>
                    </a:lnTo>
                    <a:lnTo>
                      <a:pt x="1439" y="605"/>
                    </a:lnTo>
                    <a:lnTo>
                      <a:pt x="1152" y="778"/>
                    </a:lnTo>
                    <a:lnTo>
                      <a:pt x="893" y="950"/>
                    </a:lnTo>
                    <a:lnTo>
                      <a:pt x="662" y="1152"/>
                    </a:lnTo>
                    <a:lnTo>
                      <a:pt x="490" y="1382"/>
                    </a:lnTo>
                    <a:lnTo>
                      <a:pt x="317" y="1612"/>
                    </a:lnTo>
                    <a:lnTo>
                      <a:pt x="202" y="1842"/>
                    </a:lnTo>
                    <a:lnTo>
                      <a:pt x="87" y="2102"/>
                    </a:lnTo>
                    <a:lnTo>
                      <a:pt x="29" y="2361"/>
                    </a:lnTo>
                    <a:lnTo>
                      <a:pt x="0" y="2620"/>
                    </a:lnTo>
                    <a:lnTo>
                      <a:pt x="29" y="2879"/>
                    </a:lnTo>
                    <a:lnTo>
                      <a:pt x="87" y="3109"/>
                    </a:lnTo>
                    <a:lnTo>
                      <a:pt x="144" y="3310"/>
                    </a:lnTo>
                    <a:lnTo>
                      <a:pt x="259" y="3540"/>
                    </a:lnTo>
                    <a:lnTo>
                      <a:pt x="403" y="3742"/>
                    </a:lnTo>
                    <a:lnTo>
                      <a:pt x="547" y="3943"/>
                    </a:lnTo>
                    <a:lnTo>
                      <a:pt x="720" y="4145"/>
                    </a:lnTo>
                    <a:lnTo>
                      <a:pt x="921" y="4318"/>
                    </a:lnTo>
                    <a:lnTo>
                      <a:pt x="2677" y="4318"/>
                    </a:lnTo>
                    <a:lnTo>
                      <a:pt x="3540" y="4260"/>
                    </a:lnTo>
                    <a:lnTo>
                      <a:pt x="3425" y="4720"/>
                    </a:lnTo>
                    <a:lnTo>
                      <a:pt x="3310" y="5210"/>
                    </a:lnTo>
                    <a:lnTo>
                      <a:pt x="3598" y="5238"/>
                    </a:lnTo>
                    <a:lnTo>
                      <a:pt x="3886" y="5267"/>
                    </a:lnTo>
                    <a:lnTo>
                      <a:pt x="4231" y="5238"/>
                    </a:lnTo>
                    <a:lnTo>
                      <a:pt x="4548" y="5210"/>
                    </a:lnTo>
                    <a:lnTo>
                      <a:pt x="4864" y="5181"/>
                    </a:lnTo>
                    <a:lnTo>
                      <a:pt x="5152" y="5123"/>
                    </a:lnTo>
                    <a:lnTo>
                      <a:pt x="5440" y="5037"/>
                    </a:lnTo>
                    <a:lnTo>
                      <a:pt x="5727" y="4951"/>
                    </a:lnTo>
                    <a:lnTo>
                      <a:pt x="5987" y="4836"/>
                    </a:lnTo>
                    <a:lnTo>
                      <a:pt x="6246" y="4720"/>
                    </a:lnTo>
                    <a:lnTo>
                      <a:pt x="6476" y="4605"/>
                    </a:lnTo>
                    <a:lnTo>
                      <a:pt x="6706" y="4461"/>
                    </a:lnTo>
                    <a:lnTo>
                      <a:pt x="6907" y="4289"/>
                    </a:lnTo>
                    <a:lnTo>
                      <a:pt x="7080" y="4145"/>
                    </a:lnTo>
                    <a:lnTo>
                      <a:pt x="7253" y="3972"/>
                    </a:lnTo>
                    <a:lnTo>
                      <a:pt x="7397" y="3771"/>
                    </a:lnTo>
                    <a:lnTo>
                      <a:pt x="7512" y="3598"/>
                    </a:lnTo>
                    <a:lnTo>
                      <a:pt x="7627" y="3397"/>
                    </a:lnTo>
                    <a:lnTo>
                      <a:pt x="7684" y="3195"/>
                    </a:lnTo>
                    <a:lnTo>
                      <a:pt x="7742" y="3022"/>
                    </a:lnTo>
                    <a:lnTo>
                      <a:pt x="7800" y="2821"/>
                    </a:lnTo>
                    <a:lnTo>
                      <a:pt x="7800" y="2620"/>
                    </a:lnTo>
                    <a:lnTo>
                      <a:pt x="7771" y="2332"/>
                    </a:lnTo>
                    <a:lnTo>
                      <a:pt x="7684" y="2015"/>
                    </a:lnTo>
                    <a:lnTo>
                      <a:pt x="7598" y="1814"/>
                    </a:lnTo>
                    <a:lnTo>
                      <a:pt x="7483" y="1612"/>
                    </a:lnTo>
                    <a:lnTo>
                      <a:pt x="7368" y="1411"/>
                    </a:lnTo>
                    <a:lnTo>
                      <a:pt x="7195" y="1209"/>
                    </a:lnTo>
                    <a:lnTo>
                      <a:pt x="7023" y="1037"/>
                    </a:lnTo>
                    <a:lnTo>
                      <a:pt x="6821" y="864"/>
                    </a:lnTo>
                    <a:lnTo>
                      <a:pt x="6591" y="720"/>
                    </a:lnTo>
                    <a:lnTo>
                      <a:pt x="6332" y="576"/>
                    </a:lnTo>
                    <a:lnTo>
                      <a:pt x="6073" y="461"/>
                    </a:lnTo>
                    <a:lnTo>
                      <a:pt x="5814" y="346"/>
                    </a:lnTo>
                    <a:lnTo>
                      <a:pt x="5526" y="231"/>
                    </a:lnTo>
                    <a:lnTo>
                      <a:pt x="5209" y="145"/>
                    </a:lnTo>
                    <a:lnTo>
                      <a:pt x="4893" y="87"/>
                    </a:lnTo>
                    <a:lnTo>
                      <a:pt x="4576" y="58"/>
                    </a:lnTo>
                    <a:lnTo>
                      <a:pt x="4231" y="29"/>
                    </a:lnTo>
                    <a:lnTo>
                      <a:pt x="38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260425" y="3755050"/>
                <a:ext cx="103625" cy="33825"/>
              </a:xfrm>
              <a:custGeom>
                <a:rect b="b" l="l" r="r" t="t"/>
                <a:pathLst>
                  <a:path extrusionOk="0" h="1353" w="4145">
                    <a:moveTo>
                      <a:pt x="144" y="0"/>
                    </a:moveTo>
                    <a:lnTo>
                      <a:pt x="58" y="58"/>
                    </a:lnTo>
                    <a:lnTo>
                      <a:pt x="29" y="144"/>
                    </a:lnTo>
                    <a:lnTo>
                      <a:pt x="0" y="230"/>
                    </a:lnTo>
                    <a:lnTo>
                      <a:pt x="29" y="317"/>
                    </a:lnTo>
                    <a:lnTo>
                      <a:pt x="86" y="374"/>
                    </a:lnTo>
                    <a:lnTo>
                      <a:pt x="259" y="518"/>
                    </a:lnTo>
                    <a:lnTo>
                      <a:pt x="461" y="691"/>
                    </a:lnTo>
                    <a:lnTo>
                      <a:pt x="720" y="835"/>
                    </a:lnTo>
                    <a:lnTo>
                      <a:pt x="1007" y="1007"/>
                    </a:lnTo>
                    <a:lnTo>
                      <a:pt x="1353" y="1122"/>
                    </a:lnTo>
                    <a:lnTo>
                      <a:pt x="1698" y="1238"/>
                    </a:lnTo>
                    <a:lnTo>
                      <a:pt x="2101" y="1324"/>
                    </a:lnTo>
                    <a:lnTo>
                      <a:pt x="2533" y="1353"/>
                    </a:lnTo>
                    <a:lnTo>
                      <a:pt x="2907" y="1324"/>
                    </a:lnTo>
                    <a:lnTo>
                      <a:pt x="3281" y="1266"/>
                    </a:lnTo>
                    <a:lnTo>
                      <a:pt x="3655" y="1151"/>
                    </a:lnTo>
                    <a:lnTo>
                      <a:pt x="4029" y="1007"/>
                    </a:lnTo>
                    <a:lnTo>
                      <a:pt x="4087" y="979"/>
                    </a:lnTo>
                    <a:lnTo>
                      <a:pt x="4144" y="892"/>
                    </a:lnTo>
                    <a:lnTo>
                      <a:pt x="4144" y="806"/>
                    </a:lnTo>
                    <a:lnTo>
                      <a:pt x="4144" y="720"/>
                    </a:lnTo>
                    <a:lnTo>
                      <a:pt x="4087" y="633"/>
                    </a:lnTo>
                    <a:lnTo>
                      <a:pt x="4000" y="604"/>
                    </a:lnTo>
                    <a:lnTo>
                      <a:pt x="3914" y="576"/>
                    </a:lnTo>
                    <a:lnTo>
                      <a:pt x="3828" y="604"/>
                    </a:lnTo>
                    <a:lnTo>
                      <a:pt x="3511" y="748"/>
                    </a:lnTo>
                    <a:lnTo>
                      <a:pt x="3166" y="835"/>
                    </a:lnTo>
                    <a:lnTo>
                      <a:pt x="2849" y="892"/>
                    </a:lnTo>
                    <a:lnTo>
                      <a:pt x="2504" y="892"/>
                    </a:lnTo>
                    <a:lnTo>
                      <a:pt x="2130" y="863"/>
                    </a:lnTo>
                    <a:lnTo>
                      <a:pt x="1784" y="806"/>
                    </a:lnTo>
                    <a:lnTo>
                      <a:pt x="1497" y="720"/>
                    </a:lnTo>
                    <a:lnTo>
                      <a:pt x="1209" y="576"/>
                    </a:lnTo>
                    <a:lnTo>
                      <a:pt x="950" y="461"/>
                    </a:lnTo>
                    <a:lnTo>
                      <a:pt x="720" y="317"/>
                    </a:lnTo>
                    <a:lnTo>
                      <a:pt x="374" y="58"/>
                    </a:lnTo>
                    <a:lnTo>
                      <a:pt x="3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3"/>
              <p:cNvSpPr/>
              <p:nvPr/>
            </p:nvSpPr>
            <p:spPr>
              <a:xfrm>
                <a:off x="494975" y="3760075"/>
                <a:ext cx="1985800" cy="1082850"/>
              </a:xfrm>
              <a:custGeom>
                <a:rect b="b" l="l" r="r" t="t"/>
                <a:pathLst>
                  <a:path extrusionOk="0" h="43314" w="79432">
                    <a:moveTo>
                      <a:pt x="7771" y="1"/>
                    </a:moveTo>
                    <a:lnTo>
                      <a:pt x="5152" y="864"/>
                    </a:lnTo>
                    <a:lnTo>
                      <a:pt x="1267" y="2217"/>
                    </a:lnTo>
                    <a:lnTo>
                      <a:pt x="1007" y="3109"/>
                    </a:lnTo>
                    <a:lnTo>
                      <a:pt x="892" y="3569"/>
                    </a:lnTo>
                    <a:lnTo>
                      <a:pt x="777" y="4058"/>
                    </a:lnTo>
                    <a:lnTo>
                      <a:pt x="662" y="4605"/>
                    </a:lnTo>
                    <a:lnTo>
                      <a:pt x="547" y="5181"/>
                    </a:lnTo>
                    <a:lnTo>
                      <a:pt x="346" y="6447"/>
                    </a:lnTo>
                    <a:lnTo>
                      <a:pt x="230" y="7167"/>
                    </a:lnTo>
                    <a:lnTo>
                      <a:pt x="173" y="7886"/>
                    </a:lnTo>
                    <a:lnTo>
                      <a:pt x="87" y="8663"/>
                    </a:lnTo>
                    <a:lnTo>
                      <a:pt x="58" y="9469"/>
                    </a:lnTo>
                    <a:lnTo>
                      <a:pt x="29" y="10304"/>
                    </a:lnTo>
                    <a:lnTo>
                      <a:pt x="0" y="11167"/>
                    </a:lnTo>
                    <a:lnTo>
                      <a:pt x="58" y="12520"/>
                    </a:lnTo>
                    <a:lnTo>
                      <a:pt x="173" y="13930"/>
                    </a:lnTo>
                    <a:lnTo>
                      <a:pt x="230" y="14649"/>
                    </a:lnTo>
                    <a:lnTo>
                      <a:pt x="346" y="15369"/>
                    </a:lnTo>
                    <a:lnTo>
                      <a:pt x="461" y="16117"/>
                    </a:lnTo>
                    <a:lnTo>
                      <a:pt x="605" y="16865"/>
                    </a:lnTo>
                    <a:lnTo>
                      <a:pt x="748" y="17556"/>
                    </a:lnTo>
                    <a:lnTo>
                      <a:pt x="892" y="18218"/>
                    </a:lnTo>
                    <a:lnTo>
                      <a:pt x="1094" y="18909"/>
                    </a:lnTo>
                    <a:lnTo>
                      <a:pt x="1295" y="19599"/>
                    </a:lnTo>
                    <a:lnTo>
                      <a:pt x="1497" y="20290"/>
                    </a:lnTo>
                    <a:lnTo>
                      <a:pt x="1756" y="21009"/>
                    </a:lnTo>
                    <a:lnTo>
                      <a:pt x="2015" y="21700"/>
                    </a:lnTo>
                    <a:lnTo>
                      <a:pt x="2303" y="22420"/>
                    </a:lnTo>
                    <a:lnTo>
                      <a:pt x="2677" y="23312"/>
                    </a:lnTo>
                    <a:lnTo>
                      <a:pt x="3108" y="24146"/>
                    </a:lnTo>
                    <a:lnTo>
                      <a:pt x="3540" y="24981"/>
                    </a:lnTo>
                    <a:lnTo>
                      <a:pt x="4001" y="25787"/>
                    </a:lnTo>
                    <a:lnTo>
                      <a:pt x="4461" y="26564"/>
                    </a:lnTo>
                    <a:lnTo>
                      <a:pt x="4950" y="27312"/>
                    </a:lnTo>
                    <a:lnTo>
                      <a:pt x="5440" y="28032"/>
                    </a:lnTo>
                    <a:lnTo>
                      <a:pt x="5958" y="28722"/>
                    </a:lnTo>
                    <a:lnTo>
                      <a:pt x="6533" y="29413"/>
                    </a:lnTo>
                    <a:lnTo>
                      <a:pt x="7109" y="30104"/>
                    </a:lnTo>
                    <a:lnTo>
                      <a:pt x="7684" y="30766"/>
                    </a:lnTo>
                    <a:lnTo>
                      <a:pt x="8289" y="31399"/>
                    </a:lnTo>
                    <a:lnTo>
                      <a:pt x="8893" y="32003"/>
                    </a:lnTo>
                    <a:lnTo>
                      <a:pt x="9526" y="32579"/>
                    </a:lnTo>
                    <a:lnTo>
                      <a:pt x="10131" y="33125"/>
                    </a:lnTo>
                    <a:lnTo>
                      <a:pt x="10764" y="33643"/>
                    </a:lnTo>
                    <a:lnTo>
                      <a:pt x="11368" y="34133"/>
                    </a:lnTo>
                    <a:lnTo>
                      <a:pt x="12001" y="34593"/>
                    </a:lnTo>
                    <a:lnTo>
                      <a:pt x="12606" y="35054"/>
                    </a:lnTo>
                    <a:lnTo>
                      <a:pt x="13239" y="35457"/>
                    </a:lnTo>
                    <a:lnTo>
                      <a:pt x="14419" y="36234"/>
                    </a:lnTo>
                    <a:lnTo>
                      <a:pt x="15599" y="36924"/>
                    </a:lnTo>
                    <a:lnTo>
                      <a:pt x="16721" y="37500"/>
                    </a:lnTo>
                    <a:lnTo>
                      <a:pt x="17757" y="38018"/>
                    </a:lnTo>
                    <a:lnTo>
                      <a:pt x="18736" y="38450"/>
                    </a:lnTo>
                    <a:lnTo>
                      <a:pt x="19599" y="38795"/>
                    </a:lnTo>
                    <a:lnTo>
                      <a:pt x="20376" y="39083"/>
                    </a:lnTo>
                    <a:lnTo>
                      <a:pt x="21038" y="39313"/>
                    </a:lnTo>
                    <a:lnTo>
                      <a:pt x="21901" y="39601"/>
                    </a:lnTo>
                    <a:lnTo>
                      <a:pt x="22650" y="39802"/>
                    </a:lnTo>
                    <a:lnTo>
                      <a:pt x="23398" y="40004"/>
                    </a:lnTo>
                    <a:lnTo>
                      <a:pt x="24146" y="40148"/>
                    </a:lnTo>
                    <a:lnTo>
                      <a:pt x="24866" y="40320"/>
                    </a:lnTo>
                    <a:lnTo>
                      <a:pt x="25585" y="40435"/>
                    </a:lnTo>
                    <a:lnTo>
                      <a:pt x="26305" y="40551"/>
                    </a:lnTo>
                    <a:lnTo>
                      <a:pt x="27715" y="40694"/>
                    </a:lnTo>
                    <a:lnTo>
                      <a:pt x="29067" y="40810"/>
                    </a:lnTo>
                    <a:lnTo>
                      <a:pt x="30420" y="40838"/>
                    </a:lnTo>
                    <a:lnTo>
                      <a:pt x="31715" y="40810"/>
                    </a:lnTo>
                    <a:lnTo>
                      <a:pt x="32953" y="40723"/>
                    </a:lnTo>
                    <a:lnTo>
                      <a:pt x="34161" y="40608"/>
                    </a:lnTo>
                    <a:lnTo>
                      <a:pt x="35312" y="40464"/>
                    </a:lnTo>
                    <a:lnTo>
                      <a:pt x="36435" y="40291"/>
                    </a:lnTo>
                    <a:lnTo>
                      <a:pt x="37471" y="40061"/>
                    </a:lnTo>
                    <a:lnTo>
                      <a:pt x="38478" y="39831"/>
                    </a:lnTo>
                    <a:lnTo>
                      <a:pt x="39428" y="39572"/>
                    </a:lnTo>
                    <a:lnTo>
                      <a:pt x="40291" y="39313"/>
                    </a:lnTo>
                    <a:lnTo>
                      <a:pt x="41097" y="39054"/>
                    </a:lnTo>
                    <a:lnTo>
                      <a:pt x="42191" y="38651"/>
                    </a:lnTo>
                    <a:lnTo>
                      <a:pt x="43112" y="38306"/>
                    </a:lnTo>
                    <a:lnTo>
                      <a:pt x="43860" y="37960"/>
                    </a:lnTo>
                    <a:lnTo>
                      <a:pt x="44436" y="37701"/>
                    </a:lnTo>
                    <a:lnTo>
                      <a:pt x="45788" y="38219"/>
                    </a:lnTo>
                    <a:lnTo>
                      <a:pt x="47141" y="38737"/>
                    </a:lnTo>
                    <a:lnTo>
                      <a:pt x="48436" y="39198"/>
                    </a:lnTo>
                    <a:lnTo>
                      <a:pt x="49731" y="39601"/>
                    </a:lnTo>
                    <a:lnTo>
                      <a:pt x="51717" y="40234"/>
                    </a:lnTo>
                    <a:lnTo>
                      <a:pt x="53616" y="40781"/>
                    </a:lnTo>
                    <a:lnTo>
                      <a:pt x="55458" y="41241"/>
                    </a:lnTo>
                    <a:lnTo>
                      <a:pt x="57271" y="41673"/>
                    </a:lnTo>
                    <a:lnTo>
                      <a:pt x="58998" y="42047"/>
                    </a:lnTo>
                    <a:lnTo>
                      <a:pt x="60667" y="42335"/>
                    </a:lnTo>
                    <a:lnTo>
                      <a:pt x="62279" y="42594"/>
                    </a:lnTo>
                    <a:lnTo>
                      <a:pt x="63833" y="42824"/>
                    </a:lnTo>
                    <a:lnTo>
                      <a:pt x="65329" y="42997"/>
                    </a:lnTo>
                    <a:lnTo>
                      <a:pt x="66768" y="43112"/>
                    </a:lnTo>
                    <a:lnTo>
                      <a:pt x="68121" y="43227"/>
                    </a:lnTo>
                    <a:lnTo>
                      <a:pt x="69445" y="43285"/>
                    </a:lnTo>
                    <a:lnTo>
                      <a:pt x="70653" y="43313"/>
                    </a:lnTo>
                    <a:lnTo>
                      <a:pt x="72927" y="43313"/>
                    </a:lnTo>
                    <a:lnTo>
                      <a:pt x="73963" y="43285"/>
                    </a:lnTo>
                    <a:lnTo>
                      <a:pt x="75345" y="43227"/>
                    </a:lnTo>
                    <a:lnTo>
                      <a:pt x="76237" y="43141"/>
                    </a:lnTo>
                    <a:lnTo>
                      <a:pt x="77129" y="43026"/>
                    </a:lnTo>
                    <a:lnTo>
                      <a:pt x="77992" y="42882"/>
                    </a:lnTo>
                    <a:lnTo>
                      <a:pt x="78366" y="42795"/>
                    </a:lnTo>
                    <a:lnTo>
                      <a:pt x="78683" y="42680"/>
                    </a:lnTo>
                    <a:lnTo>
                      <a:pt x="78971" y="42565"/>
                    </a:lnTo>
                    <a:lnTo>
                      <a:pt x="79201" y="42421"/>
                    </a:lnTo>
                    <a:lnTo>
                      <a:pt x="79345" y="42277"/>
                    </a:lnTo>
                    <a:lnTo>
                      <a:pt x="79402" y="42191"/>
                    </a:lnTo>
                    <a:lnTo>
                      <a:pt x="79431" y="42105"/>
                    </a:lnTo>
                    <a:lnTo>
                      <a:pt x="79431" y="42018"/>
                    </a:lnTo>
                    <a:lnTo>
                      <a:pt x="79402" y="41961"/>
                    </a:lnTo>
                    <a:lnTo>
                      <a:pt x="79345" y="41874"/>
                    </a:lnTo>
                    <a:lnTo>
                      <a:pt x="79287" y="41788"/>
                    </a:lnTo>
                    <a:lnTo>
                      <a:pt x="79115" y="41644"/>
                    </a:lnTo>
                    <a:lnTo>
                      <a:pt x="78827" y="41500"/>
                    </a:lnTo>
                    <a:lnTo>
                      <a:pt x="78481" y="41356"/>
                    </a:lnTo>
                    <a:lnTo>
                      <a:pt x="78079" y="41212"/>
                    </a:lnTo>
                    <a:lnTo>
                      <a:pt x="77043" y="40925"/>
                    </a:lnTo>
                    <a:lnTo>
                      <a:pt x="74280" y="40291"/>
                    </a:lnTo>
                    <a:lnTo>
                      <a:pt x="72639" y="39889"/>
                    </a:lnTo>
                    <a:lnTo>
                      <a:pt x="70826" y="39399"/>
                    </a:lnTo>
                    <a:lnTo>
                      <a:pt x="69848" y="39140"/>
                    </a:lnTo>
                    <a:lnTo>
                      <a:pt x="68869" y="38824"/>
                    </a:lnTo>
                    <a:lnTo>
                      <a:pt x="67891" y="38507"/>
                    </a:lnTo>
                    <a:lnTo>
                      <a:pt x="66855" y="38133"/>
                    </a:lnTo>
                    <a:lnTo>
                      <a:pt x="65819" y="37730"/>
                    </a:lnTo>
                    <a:lnTo>
                      <a:pt x="64754" y="37327"/>
                    </a:lnTo>
                    <a:lnTo>
                      <a:pt x="63718" y="36838"/>
                    </a:lnTo>
                    <a:lnTo>
                      <a:pt x="62653" y="36349"/>
                    </a:lnTo>
                    <a:lnTo>
                      <a:pt x="61588" y="35802"/>
                    </a:lnTo>
                    <a:lnTo>
                      <a:pt x="60523" y="35198"/>
                    </a:lnTo>
                    <a:lnTo>
                      <a:pt x="59487" y="34564"/>
                    </a:lnTo>
                    <a:lnTo>
                      <a:pt x="58422" y="33874"/>
                    </a:lnTo>
                    <a:lnTo>
                      <a:pt x="57415" y="33125"/>
                    </a:lnTo>
                    <a:lnTo>
                      <a:pt x="56408" y="32348"/>
                    </a:lnTo>
                    <a:lnTo>
                      <a:pt x="55429" y="31485"/>
                    </a:lnTo>
                    <a:lnTo>
                      <a:pt x="54451" y="30593"/>
                    </a:lnTo>
                    <a:lnTo>
                      <a:pt x="53933" y="30075"/>
                    </a:lnTo>
                    <a:lnTo>
                      <a:pt x="53472" y="29557"/>
                    </a:lnTo>
                    <a:lnTo>
                      <a:pt x="53041" y="29068"/>
                    </a:lnTo>
                    <a:lnTo>
                      <a:pt x="52638" y="28578"/>
                    </a:lnTo>
                    <a:lnTo>
                      <a:pt x="52177" y="28032"/>
                    </a:lnTo>
                    <a:lnTo>
                      <a:pt x="51774" y="27456"/>
                    </a:lnTo>
                    <a:lnTo>
                      <a:pt x="51429" y="26938"/>
                    </a:lnTo>
                    <a:lnTo>
                      <a:pt x="51084" y="26391"/>
                    </a:lnTo>
                    <a:lnTo>
                      <a:pt x="50767" y="25873"/>
                    </a:lnTo>
                    <a:lnTo>
                      <a:pt x="50508" y="25384"/>
                    </a:lnTo>
                    <a:lnTo>
                      <a:pt x="50019" y="24405"/>
                    </a:lnTo>
                    <a:lnTo>
                      <a:pt x="49472" y="23225"/>
                    </a:lnTo>
                    <a:lnTo>
                      <a:pt x="49011" y="22132"/>
                    </a:lnTo>
                    <a:lnTo>
                      <a:pt x="48522" y="21067"/>
                    </a:lnTo>
                    <a:lnTo>
                      <a:pt x="48263" y="20549"/>
                    </a:lnTo>
                    <a:lnTo>
                      <a:pt x="47975" y="20060"/>
                    </a:lnTo>
                    <a:lnTo>
                      <a:pt x="47688" y="19570"/>
                    </a:lnTo>
                    <a:lnTo>
                      <a:pt x="47342" y="19081"/>
                    </a:lnTo>
                    <a:lnTo>
                      <a:pt x="46968" y="18621"/>
                    </a:lnTo>
                    <a:lnTo>
                      <a:pt x="46536" y="18160"/>
                    </a:lnTo>
                    <a:lnTo>
                      <a:pt x="46076" y="17700"/>
                    </a:lnTo>
                    <a:lnTo>
                      <a:pt x="45529" y="17268"/>
                    </a:lnTo>
                    <a:lnTo>
                      <a:pt x="44925" y="16836"/>
                    </a:lnTo>
                    <a:lnTo>
                      <a:pt x="44263" y="16405"/>
                    </a:lnTo>
                    <a:lnTo>
                      <a:pt x="43515" y="16002"/>
                    </a:lnTo>
                    <a:lnTo>
                      <a:pt x="42795" y="15628"/>
                    </a:lnTo>
                    <a:lnTo>
                      <a:pt x="42047" y="15340"/>
                    </a:lnTo>
                    <a:lnTo>
                      <a:pt x="41327" y="15081"/>
                    </a:lnTo>
                    <a:lnTo>
                      <a:pt x="40608" y="14879"/>
                    </a:lnTo>
                    <a:lnTo>
                      <a:pt x="39888" y="14707"/>
                    </a:lnTo>
                    <a:lnTo>
                      <a:pt x="39169" y="14592"/>
                    </a:lnTo>
                    <a:lnTo>
                      <a:pt x="38478" y="14505"/>
                    </a:lnTo>
                    <a:lnTo>
                      <a:pt x="37759" y="14448"/>
                    </a:lnTo>
                    <a:lnTo>
                      <a:pt x="37039" y="14419"/>
                    </a:lnTo>
                    <a:lnTo>
                      <a:pt x="36349" y="14419"/>
                    </a:lnTo>
                    <a:lnTo>
                      <a:pt x="35629" y="14448"/>
                    </a:lnTo>
                    <a:lnTo>
                      <a:pt x="34219" y="14534"/>
                    </a:lnTo>
                    <a:lnTo>
                      <a:pt x="32780" y="14678"/>
                    </a:lnTo>
                    <a:lnTo>
                      <a:pt x="31341" y="14822"/>
                    </a:lnTo>
                    <a:lnTo>
                      <a:pt x="29873" y="14937"/>
                    </a:lnTo>
                    <a:lnTo>
                      <a:pt x="29125" y="14995"/>
                    </a:lnTo>
                    <a:lnTo>
                      <a:pt x="28377" y="15023"/>
                    </a:lnTo>
                    <a:lnTo>
                      <a:pt x="26851" y="15023"/>
                    </a:lnTo>
                    <a:lnTo>
                      <a:pt x="26074" y="14966"/>
                    </a:lnTo>
                    <a:lnTo>
                      <a:pt x="25268" y="14908"/>
                    </a:lnTo>
                    <a:lnTo>
                      <a:pt x="24491" y="14793"/>
                    </a:lnTo>
                    <a:lnTo>
                      <a:pt x="23686" y="14649"/>
                    </a:lnTo>
                    <a:lnTo>
                      <a:pt x="22851" y="14448"/>
                    </a:lnTo>
                    <a:lnTo>
                      <a:pt x="22045" y="14218"/>
                    </a:lnTo>
                    <a:lnTo>
                      <a:pt x="21182" y="13930"/>
                    </a:lnTo>
                    <a:lnTo>
                      <a:pt x="20318" y="13584"/>
                    </a:lnTo>
                    <a:lnTo>
                      <a:pt x="19800" y="13354"/>
                    </a:lnTo>
                    <a:lnTo>
                      <a:pt x="19282" y="13095"/>
                    </a:lnTo>
                    <a:lnTo>
                      <a:pt x="18764" y="12836"/>
                    </a:lnTo>
                    <a:lnTo>
                      <a:pt x="18275" y="12548"/>
                    </a:lnTo>
                    <a:lnTo>
                      <a:pt x="17297" y="11973"/>
                    </a:lnTo>
                    <a:lnTo>
                      <a:pt x="16376" y="11311"/>
                    </a:lnTo>
                    <a:lnTo>
                      <a:pt x="15484" y="10620"/>
                    </a:lnTo>
                    <a:lnTo>
                      <a:pt x="14620" y="9872"/>
                    </a:lnTo>
                    <a:lnTo>
                      <a:pt x="13814" y="9066"/>
                    </a:lnTo>
                    <a:lnTo>
                      <a:pt x="13037" y="8231"/>
                    </a:lnTo>
                    <a:lnTo>
                      <a:pt x="12289" y="7368"/>
                    </a:lnTo>
                    <a:lnTo>
                      <a:pt x="11570" y="6447"/>
                    </a:lnTo>
                    <a:lnTo>
                      <a:pt x="10879" y="5526"/>
                    </a:lnTo>
                    <a:lnTo>
                      <a:pt x="10246" y="4548"/>
                    </a:lnTo>
                    <a:lnTo>
                      <a:pt x="9641" y="3540"/>
                    </a:lnTo>
                    <a:lnTo>
                      <a:pt x="9037" y="2504"/>
                    </a:lnTo>
                    <a:lnTo>
                      <a:pt x="8490" y="1468"/>
                    </a:lnTo>
                    <a:lnTo>
                      <a:pt x="7943" y="403"/>
                    </a:lnTo>
                    <a:lnTo>
                      <a:pt x="777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508650" y="3799650"/>
                <a:ext cx="108650" cy="49675"/>
              </a:xfrm>
              <a:custGeom>
                <a:rect b="b" l="l" r="r" t="t"/>
                <a:pathLst>
                  <a:path extrusionOk="0" h="1987" w="4346">
                    <a:moveTo>
                      <a:pt x="4087" y="0"/>
                    </a:moveTo>
                    <a:lnTo>
                      <a:pt x="4000" y="29"/>
                    </a:lnTo>
                    <a:lnTo>
                      <a:pt x="3540" y="317"/>
                    </a:lnTo>
                    <a:lnTo>
                      <a:pt x="3079" y="576"/>
                    </a:lnTo>
                    <a:lnTo>
                      <a:pt x="2590" y="806"/>
                    </a:lnTo>
                    <a:lnTo>
                      <a:pt x="2072" y="1036"/>
                    </a:lnTo>
                    <a:lnTo>
                      <a:pt x="1612" y="1180"/>
                    </a:lnTo>
                    <a:lnTo>
                      <a:pt x="1151" y="1324"/>
                    </a:lnTo>
                    <a:lnTo>
                      <a:pt x="691" y="1439"/>
                    </a:lnTo>
                    <a:lnTo>
                      <a:pt x="201" y="1526"/>
                    </a:lnTo>
                    <a:lnTo>
                      <a:pt x="115" y="1554"/>
                    </a:lnTo>
                    <a:lnTo>
                      <a:pt x="58" y="1612"/>
                    </a:lnTo>
                    <a:lnTo>
                      <a:pt x="0" y="1698"/>
                    </a:lnTo>
                    <a:lnTo>
                      <a:pt x="0" y="1785"/>
                    </a:lnTo>
                    <a:lnTo>
                      <a:pt x="29" y="1871"/>
                    </a:lnTo>
                    <a:lnTo>
                      <a:pt x="86" y="1929"/>
                    </a:lnTo>
                    <a:lnTo>
                      <a:pt x="144" y="1957"/>
                    </a:lnTo>
                    <a:lnTo>
                      <a:pt x="230" y="1986"/>
                    </a:lnTo>
                    <a:lnTo>
                      <a:pt x="259" y="1986"/>
                    </a:lnTo>
                    <a:lnTo>
                      <a:pt x="777" y="1871"/>
                    </a:lnTo>
                    <a:lnTo>
                      <a:pt x="1266" y="1756"/>
                    </a:lnTo>
                    <a:lnTo>
                      <a:pt x="1756" y="1612"/>
                    </a:lnTo>
                    <a:lnTo>
                      <a:pt x="2245" y="1439"/>
                    </a:lnTo>
                    <a:lnTo>
                      <a:pt x="2763" y="1209"/>
                    </a:lnTo>
                    <a:lnTo>
                      <a:pt x="3281" y="979"/>
                    </a:lnTo>
                    <a:lnTo>
                      <a:pt x="3770" y="691"/>
                    </a:lnTo>
                    <a:lnTo>
                      <a:pt x="4259" y="403"/>
                    </a:lnTo>
                    <a:lnTo>
                      <a:pt x="4317" y="317"/>
                    </a:lnTo>
                    <a:lnTo>
                      <a:pt x="4346" y="259"/>
                    </a:lnTo>
                    <a:lnTo>
                      <a:pt x="4346" y="173"/>
                    </a:lnTo>
                    <a:lnTo>
                      <a:pt x="4317" y="87"/>
                    </a:lnTo>
                    <a:lnTo>
                      <a:pt x="4259" y="29"/>
                    </a:lnTo>
                    <a:lnTo>
                      <a:pt x="41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3"/>
              <p:cNvSpPr/>
              <p:nvPr/>
            </p:nvSpPr>
            <p:spPr>
              <a:xfrm>
                <a:off x="684200" y="3835625"/>
                <a:ext cx="159025" cy="133850"/>
              </a:xfrm>
              <a:custGeom>
                <a:rect b="b" l="l" r="r" t="t"/>
                <a:pathLst>
                  <a:path extrusionOk="0" h="5354" w="6361">
                    <a:moveTo>
                      <a:pt x="2849" y="0"/>
                    </a:moveTo>
                    <a:lnTo>
                      <a:pt x="2533" y="58"/>
                    </a:lnTo>
                    <a:lnTo>
                      <a:pt x="2245" y="115"/>
                    </a:lnTo>
                    <a:lnTo>
                      <a:pt x="1928" y="202"/>
                    </a:lnTo>
                    <a:lnTo>
                      <a:pt x="1669" y="317"/>
                    </a:lnTo>
                    <a:lnTo>
                      <a:pt x="1410" y="461"/>
                    </a:lnTo>
                    <a:lnTo>
                      <a:pt x="1151" y="605"/>
                    </a:lnTo>
                    <a:lnTo>
                      <a:pt x="921" y="777"/>
                    </a:lnTo>
                    <a:lnTo>
                      <a:pt x="720" y="979"/>
                    </a:lnTo>
                    <a:lnTo>
                      <a:pt x="547" y="1180"/>
                    </a:lnTo>
                    <a:lnTo>
                      <a:pt x="374" y="1411"/>
                    </a:lnTo>
                    <a:lnTo>
                      <a:pt x="259" y="1641"/>
                    </a:lnTo>
                    <a:lnTo>
                      <a:pt x="144" y="1871"/>
                    </a:lnTo>
                    <a:lnTo>
                      <a:pt x="58" y="2130"/>
                    </a:lnTo>
                    <a:lnTo>
                      <a:pt x="0" y="2389"/>
                    </a:lnTo>
                    <a:lnTo>
                      <a:pt x="0" y="2677"/>
                    </a:lnTo>
                    <a:lnTo>
                      <a:pt x="0" y="2936"/>
                    </a:lnTo>
                    <a:lnTo>
                      <a:pt x="58" y="3224"/>
                    </a:lnTo>
                    <a:lnTo>
                      <a:pt x="144" y="3483"/>
                    </a:lnTo>
                    <a:lnTo>
                      <a:pt x="259" y="3713"/>
                    </a:lnTo>
                    <a:lnTo>
                      <a:pt x="374" y="3943"/>
                    </a:lnTo>
                    <a:lnTo>
                      <a:pt x="547" y="4173"/>
                    </a:lnTo>
                    <a:lnTo>
                      <a:pt x="720" y="4375"/>
                    </a:lnTo>
                    <a:lnTo>
                      <a:pt x="921" y="4576"/>
                    </a:lnTo>
                    <a:lnTo>
                      <a:pt x="1151" y="4749"/>
                    </a:lnTo>
                    <a:lnTo>
                      <a:pt x="1410" y="4893"/>
                    </a:lnTo>
                    <a:lnTo>
                      <a:pt x="1669" y="5037"/>
                    </a:lnTo>
                    <a:lnTo>
                      <a:pt x="1928" y="5152"/>
                    </a:lnTo>
                    <a:lnTo>
                      <a:pt x="2245" y="5238"/>
                    </a:lnTo>
                    <a:lnTo>
                      <a:pt x="2533" y="5296"/>
                    </a:lnTo>
                    <a:lnTo>
                      <a:pt x="2849" y="5353"/>
                    </a:lnTo>
                    <a:lnTo>
                      <a:pt x="3511" y="5353"/>
                    </a:lnTo>
                    <a:lnTo>
                      <a:pt x="3828" y="5296"/>
                    </a:lnTo>
                    <a:lnTo>
                      <a:pt x="4116" y="5238"/>
                    </a:lnTo>
                    <a:lnTo>
                      <a:pt x="4432" y="5152"/>
                    </a:lnTo>
                    <a:lnTo>
                      <a:pt x="4691" y="5037"/>
                    </a:lnTo>
                    <a:lnTo>
                      <a:pt x="4950" y="4893"/>
                    </a:lnTo>
                    <a:lnTo>
                      <a:pt x="5209" y="4749"/>
                    </a:lnTo>
                    <a:lnTo>
                      <a:pt x="5439" y="4576"/>
                    </a:lnTo>
                    <a:lnTo>
                      <a:pt x="5641" y="4375"/>
                    </a:lnTo>
                    <a:lnTo>
                      <a:pt x="5814" y="4173"/>
                    </a:lnTo>
                    <a:lnTo>
                      <a:pt x="5986" y="3943"/>
                    </a:lnTo>
                    <a:lnTo>
                      <a:pt x="6130" y="3713"/>
                    </a:lnTo>
                    <a:lnTo>
                      <a:pt x="6217" y="3483"/>
                    </a:lnTo>
                    <a:lnTo>
                      <a:pt x="6303" y="3224"/>
                    </a:lnTo>
                    <a:lnTo>
                      <a:pt x="6360" y="2936"/>
                    </a:lnTo>
                    <a:lnTo>
                      <a:pt x="6360" y="2677"/>
                    </a:lnTo>
                    <a:lnTo>
                      <a:pt x="6360" y="2389"/>
                    </a:lnTo>
                    <a:lnTo>
                      <a:pt x="6303" y="2130"/>
                    </a:lnTo>
                    <a:lnTo>
                      <a:pt x="6217" y="1871"/>
                    </a:lnTo>
                    <a:lnTo>
                      <a:pt x="6130" y="1641"/>
                    </a:lnTo>
                    <a:lnTo>
                      <a:pt x="5986" y="1411"/>
                    </a:lnTo>
                    <a:lnTo>
                      <a:pt x="5814" y="1180"/>
                    </a:lnTo>
                    <a:lnTo>
                      <a:pt x="5641" y="979"/>
                    </a:lnTo>
                    <a:lnTo>
                      <a:pt x="5439" y="777"/>
                    </a:lnTo>
                    <a:lnTo>
                      <a:pt x="5209" y="605"/>
                    </a:lnTo>
                    <a:lnTo>
                      <a:pt x="4950" y="461"/>
                    </a:lnTo>
                    <a:lnTo>
                      <a:pt x="4691" y="317"/>
                    </a:lnTo>
                    <a:lnTo>
                      <a:pt x="4432" y="202"/>
                    </a:lnTo>
                    <a:lnTo>
                      <a:pt x="4116" y="115"/>
                    </a:lnTo>
                    <a:lnTo>
                      <a:pt x="3828" y="58"/>
                    </a:lnTo>
                    <a:lnTo>
                      <a:pt x="35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3"/>
              <p:cNvSpPr/>
              <p:nvPr/>
            </p:nvSpPr>
            <p:spPr>
              <a:xfrm>
                <a:off x="489925" y="3894625"/>
                <a:ext cx="98600" cy="150400"/>
              </a:xfrm>
              <a:custGeom>
                <a:rect b="b" l="l" r="r" t="t"/>
                <a:pathLst>
                  <a:path extrusionOk="0" h="6016" w="3944">
                    <a:moveTo>
                      <a:pt x="519" y="0"/>
                    </a:moveTo>
                    <a:lnTo>
                      <a:pt x="317" y="1295"/>
                    </a:lnTo>
                    <a:lnTo>
                      <a:pt x="202" y="2015"/>
                    </a:lnTo>
                    <a:lnTo>
                      <a:pt x="145" y="2734"/>
                    </a:lnTo>
                    <a:lnTo>
                      <a:pt x="58" y="3511"/>
                    </a:lnTo>
                    <a:lnTo>
                      <a:pt x="30" y="4317"/>
                    </a:lnTo>
                    <a:lnTo>
                      <a:pt x="1" y="5152"/>
                    </a:lnTo>
                    <a:lnTo>
                      <a:pt x="1" y="6015"/>
                    </a:lnTo>
                    <a:lnTo>
                      <a:pt x="404" y="5986"/>
                    </a:lnTo>
                    <a:lnTo>
                      <a:pt x="807" y="5900"/>
                    </a:lnTo>
                    <a:lnTo>
                      <a:pt x="1181" y="5814"/>
                    </a:lnTo>
                    <a:lnTo>
                      <a:pt x="1555" y="5699"/>
                    </a:lnTo>
                    <a:lnTo>
                      <a:pt x="1900" y="5555"/>
                    </a:lnTo>
                    <a:lnTo>
                      <a:pt x="2217" y="5411"/>
                    </a:lnTo>
                    <a:lnTo>
                      <a:pt x="2533" y="5209"/>
                    </a:lnTo>
                    <a:lnTo>
                      <a:pt x="2792" y="5037"/>
                    </a:lnTo>
                    <a:lnTo>
                      <a:pt x="3051" y="4806"/>
                    </a:lnTo>
                    <a:lnTo>
                      <a:pt x="3282" y="4576"/>
                    </a:lnTo>
                    <a:lnTo>
                      <a:pt x="3483" y="4346"/>
                    </a:lnTo>
                    <a:lnTo>
                      <a:pt x="3627" y="4087"/>
                    </a:lnTo>
                    <a:lnTo>
                      <a:pt x="3771" y="3828"/>
                    </a:lnTo>
                    <a:lnTo>
                      <a:pt x="3857" y="3569"/>
                    </a:lnTo>
                    <a:lnTo>
                      <a:pt x="3915" y="3281"/>
                    </a:lnTo>
                    <a:lnTo>
                      <a:pt x="3944" y="2993"/>
                    </a:lnTo>
                    <a:lnTo>
                      <a:pt x="3915" y="2734"/>
                    </a:lnTo>
                    <a:lnTo>
                      <a:pt x="3886" y="2475"/>
                    </a:lnTo>
                    <a:lnTo>
                      <a:pt x="3800" y="2216"/>
                    </a:lnTo>
                    <a:lnTo>
                      <a:pt x="3685" y="1957"/>
                    </a:lnTo>
                    <a:lnTo>
                      <a:pt x="3541" y="1727"/>
                    </a:lnTo>
                    <a:lnTo>
                      <a:pt x="3368" y="1497"/>
                    </a:lnTo>
                    <a:lnTo>
                      <a:pt x="3195" y="1295"/>
                    </a:lnTo>
                    <a:lnTo>
                      <a:pt x="2965" y="1094"/>
                    </a:lnTo>
                    <a:lnTo>
                      <a:pt x="2735" y="892"/>
                    </a:lnTo>
                    <a:lnTo>
                      <a:pt x="2476" y="720"/>
                    </a:lnTo>
                    <a:lnTo>
                      <a:pt x="2188" y="576"/>
                    </a:lnTo>
                    <a:lnTo>
                      <a:pt x="1871" y="432"/>
                    </a:lnTo>
                    <a:lnTo>
                      <a:pt x="1555" y="288"/>
                    </a:lnTo>
                    <a:lnTo>
                      <a:pt x="1238" y="173"/>
                    </a:lnTo>
                    <a:lnTo>
                      <a:pt x="893" y="87"/>
                    </a:lnTo>
                    <a:lnTo>
                      <a:pt x="5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753275" y="3918350"/>
                <a:ext cx="159750" cy="133850"/>
              </a:xfrm>
              <a:custGeom>
                <a:rect b="b" l="l" r="r" t="t"/>
                <a:pathLst>
                  <a:path extrusionOk="0" h="5354" w="6390">
                    <a:moveTo>
                      <a:pt x="3195" y="1"/>
                    </a:moveTo>
                    <a:lnTo>
                      <a:pt x="2878" y="30"/>
                    </a:lnTo>
                    <a:lnTo>
                      <a:pt x="2561" y="59"/>
                    </a:lnTo>
                    <a:lnTo>
                      <a:pt x="2245" y="145"/>
                    </a:lnTo>
                    <a:lnTo>
                      <a:pt x="1957" y="231"/>
                    </a:lnTo>
                    <a:lnTo>
                      <a:pt x="1669" y="346"/>
                    </a:lnTo>
                    <a:lnTo>
                      <a:pt x="1410" y="461"/>
                    </a:lnTo>
                    <a:lnTo>
                      <a:pt x="1151" y="634"/>
                    </a:lnTo>
                    <a:lnTo>
                      <a:pt x="950" y="807"/>
                    </a:lnTo>
                    <a:lnTo>
                      <a:pt x="719" y="979"/>
                    </a:lnTo>
                    <a:lnTo>
                      <a:pt x="547" y="1181"/>
                    </a:lnTo>
                    <a:lnTo>
                      <a:pt x="403" y="1411"/>
                    </a:lnTo>
                    <a:lnTo>
                      <a:pt x="259" y="1641"/>
                    </a:lnTo>
                    <a:lnTo>
                      <a:pt x="144" y="1900"/>
                    </a:lnTo>
                    <a:lnTo>
                      <a:pt x="58" y="2159"/>
                    </a:lnTo>
                    <a:lnTo>
                      <a:pt x="29" y="2418"/>
                    </a:lnTo>
                    <a:lnTo>
                      <a:pt x="0" y="2677"/>
                    </a:lnTo>
                    <a:lnTo>
                      <a:pt x="29" y="2965"/>
                    </a:lnTo>
                    <a:lnTo>
                      <a:pt x="58" y="3224"/>
                    </a:lnTo>
                    <a:lnTo>
                      <a:pt x="144" y="3483"/>
                    </a:lnTo>
                    <a:lnTo>
                      <a:pt x="259" y="3742"/>
                    </a:lnTo>
                    <a:lnTo>
                      <a:pt x="403" y="3973"/>
                    </a:lnTo>
                    <a:lnTo>
                      <a:pt x="547" y="4174"/>
                    </a:lnTo>
                    <a:lnTo>
                      <a:pt x="719" y="4404"/>
                    </a:lnTo>
                    <a:lnTo>
                      <a:pt x="950" y="4577"/>
                    </a:lnTo>
                    <a:lnTo>
                      <a:pt x="1151" y="4750"/>
                    </a:lnTo>
                    <a:lnTo>
                      <a:pt x="1410" y="4922"/>
                    </a:lnTo>
                    <a:lnTo>
                      <a:pt x="1669" y="5037"/>
                    </a:lnTo>
                    <a:lnTo>
                      <a:pt x="1957" y="5152"/>
                    </a:lnTo>
                    <a:lnTo>
                      <a:pt x="2245" y="5239"/>
                    </a:lnTo>
                    <a:lnTo>
                      <a:pt x="2561" y="5325"/>
                    </a:lnTo>
                    <a:lnTo>
                      <a:pt x="2878" y="5354"/>
                    </a:lnTo>
                    <a:lnTo>
                      <a:pt x="3511" y="5354"/>
                    </a:lnTo>
                    <a:lnTo>
                      <a:pt x="3828" y="5325"/>
                    </a:lnTo>
                    <a:lnTo>
                      <a:pt x="4144" y="5239"/>
                    </a:lnTo>
                    <a:lnTo>
                      <a:pt x="4432" y="5152"/>
                    </a:lnTo>
                    <a:lnTo>
                      <a:pt x="4720" y="5037"/>
                    </a:lnTo>
                    <a:lnTo>
                      <a:pt x="4979" y="4922"/>
                    </a:lnTo>
                    <a:lnTo>
                      <a:pt x="5209" y="4750"/>
                    </a:lnTo>
                    <a:lnTo>
                      <a:pt x="5439" y="4577"/>
                    </a:lnTo>
                    <a:lnTo>
                      <a:pt x="5641" y="4404"/>
                    </a:lnTo>
                    <a:lnTo>
                      <a:pt x="5842" y="4174"/>
                    </a:lnTo>
                    <a:lnTo>
                      <a:pt x="5986" y="3973"/>
                    </a:lnTo>
                    <a:lnTo>
                      <a:pt x="6130" y="3742"/>
                    </a:lnTo>
                    <a:lnTo>
                      <a:pt x="6245" y="3483"/>
                    </a:lnTo>
                    <a:lnTo>
                      <a:pt x="6303" y="3224"/>
                    </a:lnTo>
                    <a:lnTo>
                      <a:pt x="6360" y="2965"/>
                    </a:lnTo>
                    <a:lnTo>
                      <a:pt x="6389" y="2677"/>
                    </a:lnTo>
                    <a:lnTo>
                      <a:pt x="6360" y="2418"/>
                    </a:lnTo>
                    <a:lnTo>
                      <a:pt x="6303" y="2159"/>
                    </a:lnTo>
                    <a:lnTo>
                      <a:pt x="6245" y="1900"/>
                    </a:lnTo>
                    <a:lnTo>
                      <a:pt x="6130" y="1641"/>
                    </a:lnTo>
                    <a:lnTo>
                      <a:pt x="5986" y="1411"/>
                    </a:lnTo>
                    <a:lnTo>
                      <a:pt x="5842" y="1181"/>
                    </a:lnTo>
                    <a:lnTo>
                      <a:pt x="5641" y="979"/>
                    </a:lnTo>
                    <a:lnTo>
                      <a:pt x="5439" y="807"/>
                    </a:lnTo>
                    <a:lnTo>
                      <a:pt x="5209" y="634"/>
                    </a:lnTo>
                    <a:lnTo>
                      <a:pt x="4979" y="461"/>
                    </a:lnTo>
                    <a:lnTo>
                      <a:pt x="4720" y="346"/>
                    </a:lnTo>
                    <a:lnTo>
                      <a:pt x="4432" y="231"/>
                    </a:lnTo>
                    <a:lnTo>
                      <a:pt x="4144" y="145"/>
                    </a:lnTo>
                    <a:lnTo>
                      <a:pt x="3828" y="59"/>
                    </a:lnTo>
                    <a:lnTo>
                      <a:pt x="3511" y="30"/>
                    </a:lnTo>
                    <a:lnTo>
                      <a:pt x="31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843200" y="4006150"/>
                <a:ext cx="159750" cy="133825"/>
              </a:xfrm>
              <a:custGeom>
                <a:rect b="b" l="l" r="r" t="t"/>
                <a:pathLst>
                  <a:path extrusionOk="0" h="5353" w="6390">
                    <a:moveTo>
                      <a:pt x="2878" y="0"/>
                    </a:moveTo>
                    <a:lnTo>
                      <a:pt x="2562" y="58"/>
                    </a:lnTo>
                    <a:lnTo>
                      <a:pt x="2245" y="115"/>
                    </a:lnTo>
                    <a:lnTo>
                      <a:pt x="1957" y="202"/>
                    </a:lnTo>
                    <a:lnTo>
                      <a:pt x="1670" y="317"/>
                    </a:lnTo>
                    <a:lnTo>
                      <a:pt x="1411" y="461"/>
                    </a:lnTo>
                    <a:lnTo>
                      <a:pt x="1180" y="604"/>
                    </a:lnTo>
                    <a:lnTo>
                      <a:pt x="950" y="777"/>
                    </a:lnTo>
                    <a:lnTo>
                      <a:pt x="749" y="979"/>
                    </a:lnTo>
                    <a:lnTo>
                      <a:pt x="547" y="1180"/>
                    </a:lnTo>
                    <a:lnTo>
                      <a:pt x="403" y="1381"/>
                    </a:lnTo>
                    <a:lnTo>
                      <a:pt x="259" y="1640"/>
                    </a:lnTo>
                    <a:lnTo>
                      <a:pt x="144" y="1871"/>
                    </a:lnTo>
                    <a:lnTo>
                      <a:pt x="87" y="2130"/>
                    </a:lnTo>
                    <a:lnTo>
                      <a:pt x="29" y="2389"/>
                    </a:lnTo>
                    <a:lnTo>
                      <a:pt x="0" y="2677"/>
                    </a:lnTo>
                    <a:lnTo>
                      <a:pt x="29" y="2936"/>
                    </a:lnTo>
                    <a:lnTo>
                      <a:pt x="87" y="3195"/>
                    </a:lnTo>
                    <a:lnTo>
                      <a:pt x="144" y="3454"/>
                    </a:lnTo>
                    <a:lnTo>
                      <a:pt x="259" y="3713"/>
                    </a:lnTo>
                    <a:lnTo>
                      <a:pt x="403" y="3943"/>
                    </a:lnTo>
                    <a:lnTo>
                      <a:pt x="547" y="4173"/>
                    </a:lnTo>
                    <a:lnTo>
                      <a:pt x="749" y="4375"/>
                    </a:lnTo>
                    <a:lnTo>
                      <a:pt x="950" y="4576"/>
                    </a:lnTo>
                    <a:lnTo>
                      <a:pt x="1180" y="4749"/>
                    </a:lnTo>
                    <a:lnTo>
                      <a:pt x="1411" y="4893"/>
                    </a:lnTo>
                    <a:lnTo>
                      <a:pt x="1670" y="5036"/>
                    </a:lnTo>
                    <a:lnTo>
                      <a:pt x="1957" y="5123"/>
                    </a:lnTo>
                    <a:lnTo>
                      <a:pt x="2245" y="5238"/>
                    </a:lnTo>
                    <a:lnTo>
                      <a:pt x="2562" y="5295"/>
                    </a:lnTo>
                    <a:lnTo>
                      <a:pt x="2878" y="5324"/>
                    </a:lnTo>
                    <a:lnTo>
                      <a:pt x="3195" y="5353"/>
                    </a:lnTo>
                    <a:lnTo>
                      <a:pt x="3511" y="5324"/>
                    </a:lnTo>
                    <a:lnTo>
                      <a:pt x="3828" y="5295"/>
                    </a:lnTo>
                    <a:lnTo>
                      <a:pt x="4145" y="5238"/>
                    </a:lnTo>
                    <a:lnTo>
                      <a:pt x="4432" y="5123"/>
                    </a:lnTo>
                    <a:lnTo>
                      <a:pt x="4720" y="5036"/>
                    </a:lnTo>
                    <a:lnTo>
                      <a:pt x="4979" y="4893"/>
                    </a:lnTo>
                    <a:lnTo>
                      <a:pt x="5209" y="4749"/>
                    </a:lnTo>
                    <a:lnTo>
                      <a:pt x="5440" y="4576"/>
                    </a:lnTo>
                    <a:lnTo>
                      <a:pt x="5641" y="4375"/>
                    </a:lnTo>
                    <a:lnTo>
                      <a:pt x="5843" y="4173"/>
                    </a:lnTo>
                    <a:lnTo>
                      <a:pt x="5987" y="3943"/>
                    </a:lnTo>
                    <a:lnTo>
                      <a:pt x="6130" y="3713"/>
                    </a:lnTo>
                    <a:lnTo>
                      <a:pt x="6246" y="3454"/>
                    </a:lnTo>
                    <a:lnTo>
                      <a:pt x="6303" y="3195"/>
                    </a:lnTo>
                    <a:lnTo>
                      <a:pt x="6361" y="2936"/>
                    </a:lnTo>
                    <a:lnTo>
                      <a:pt x="6389" y="2677"/>
                    </a:lnTo>
                    <a:lnTo>
                      <a:pt x="6361" y="2389"/>
                    </a:lnTo>
                    <a:lnTo>
                      <a:pt x="6303" y="2130"/>
                    </a:lnTo>
                    <a:lnTo>
                      <a:pt x="6246" y="1871"/>
                    </a:lnTo>
                    <a:lnTo>
                      <a:pt x="6130" y="1640"/>
                    </a:lnTo>
                    <a:lnTo>
                      <a:pt x="5987" y="1381"/>
                    </a:lnTo>
                    <a:lnTo>
                      <a:pt x="5843" y="1180"/>
                    </a:lnTo>
                    <a:lnTo>
                      <a:pt x="5641" y="979"/>
                    </a:lnTo>
                    <a:lnTo>
                      <a:pt x="5440" y="777"/>
                    </a:lnTo>
                    <a:lnTo>
                      <a:pt x="5209" y="604"/>
                    </a:lnTo>
                    <a:lnTo>
                      <a:pt x="4979" y="461"/>
                    </a:lnTo>
                    <a:lnTo>
                      <a:pt x="4720" y="317"/>
                    </a:lnTo>
                    <a:lnTo>
                      <a:pt x="4432" y="202"/>
                    </a:lnTo>
                    <a:lnTo>
                      <a:pt x="4145" y="115"/>
                    </a:lnTo>
                    <a:lnTo>
                      <a:pt x="3828" y="58"/>
                    </a:lnTo>
                    <a:lnTo>
                      <a:pt x="35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1419500" y="4039950"/>
                <a:ext cx="159025" cy="133850"/>
              </a:xfrm>
              <a:custGeom>
                <a:rect b="b" l="l" r="r" t="t"/>
                <a:pathLst>
                  <a:path extrusionOk="0" h="5354" w="6361">
                    <a:moveTo>
                      <a:pt x="2850" y="1"/>
                    </a:moveTo>
                    <a:lnTo>
                      <a:pt x="2533" y="29"/>
                    </a:lnTo>
                    <a:lnTo>
                      <a:pt x="2217" y="116"/>
                    </a:lnTo>
                    <a:lnTo>
                      <a:pt x="1929" y="202"/>
                    </a:lnTo>
                    <a:lnTo>
                      <a:pt x="1641" y="317"/>
                    </a:lnTo>
                    <a:lnTo>
                      <a:pt x="1382" y="432"/>
                    </a:lnTo>
                    <a:lnTo>
                      <a:pt x="1152" y="605"/>
                    </a:lnTo>
                    <a:lnTo>
                      <a:pt x="922" y="778"/>
                    </a:lnTo>
                    <a:lnTo>
                      <a:pt x="720" y="950"/>
                    </a:lnTo>
                    <a:lnTo>
                      <a:pt x="519" y="1181"/>
                    </a:lnTo>
                    <a:lnTo>
                      <a:pt x="375" y="1382"/>
                    </a:lnTo>
                    <a:lnTo>
                      <a:pt x="231" y="1612"/>
                    </a:lnTo>
                    <a:lnTo>
                      <a:pt x="145" y="1871"/>
                    </a:lnTo>
                    <a:lnTo>
                      <a:pt x="58" y="2130"/>
                    </a:lnTo>
                    <a:lnTo>
                      <a:pt x="1" y="2389"/>
                    </a:lnTo>
                    <a:lnTo>
                      <a:pt x="1" y="2677"/>
                    </a:lnTo>
                    <a:lnTo>
                      <a:pt x="1" y="2936"/>
                    </a:lnTo>
                    <a:lnTo>
                      <a:pt x="58" y="3195"/>
                    </a:lnTo>
                    <a:lnTo>
                      <a:pt x="145" y="3454"/>
                    </a:lnTo>
                    <a:lnTo>
                      <a:pt x="231" y="3713"/>
                    </a:lnTo>
                    <a:lnTo>
                      <a:pt x="375" y="3943"/>
                    </a:lnTo>
                    <a:lnTo>
                      <a:pt x="519" y="4174"/>
                    </a:lnTo>
                    <a:lnTo>
                      <a:pt x="720" y="4375"/>
                    </a:lnTo>
                    <a:lnTo>
                      <a:pt x="922" y="4548"/>
                    </a:lnTo>
                    <a:lnTo>
                      <a:pt x="1152" y="4720"/>
                    </a:lnTo>
                    <a:lnTo>
                      <a:pt x="1382" y="4893"/>
                    </a:lnTo>
                    <a:lnTo>
                      <a:pt x="1641" y="5008"/>
                    </a:lnTo>
                    <a:lnTo>
                      <a:pt x="1929" y="5123"/>
                    </a:lnTo>
                    <a:lnTo>
                      <a:pt x="2217" y="5210"/>
                    </a:lnTo>
                    <a:lnTo>
                      <a:pt x="2533" y="5296"/>
                    </a:lnTo>
                    <a:lnTo>
                      <a:pt x="2850" y="5325"/>
                    </a:lnTo>
                    <a:lnTo>
                      <a:pt x="3166" y="5354"/>
                    </a:lnTo>
                    <a:lnTo>
                      <a:pt x="3512" y="5325"/>
                    </a:lnTo>
                    <a:lnTo>
                      <a:pt x="3828" y="5296"/>
                    </a:lnTo>
                    <a:lnTo>
                      <a:pt x="4116" y="5210"/>
                    </a:lnTo>
                    <a:lnTo>
                      <a:pt x="4404" y="5123"/>
                    </a:lnTo>
                    <a:lnTo>
                      <a:pt x="4692" y="5008"/>
                    </a:lnTo>
                    <a:lnTo>
                      <a:pt x="4951" y="4893"/>
                    </a:lnTo>
                    <a:lnTo>
                      <a:pt x="5210" y="4720"/>
                    </a:lnTo>
                    <a:lnTo>
                      <a:pt x="5440" y="4548"/>
                    </a:lnTo>
                    <a:lnTo>
                      <a:pt x="5641" y="4375"/>
                    </a:lnTo>
                    <a:lnTo>
                      <a:pt x="5814" y="4174"/>
                    </a:lnTo>
                    <a:lnTo>
                      <a:pt x="5987" y="3943"/>
                    </a:lnTo>
                    <a:lnTo>
                      <a:pt x="6102" y="3713"/>
                    </a:lnTo>
                    <a:lnTo>
                      <a:pt x="6217" y="3454"/>
                    </a:lnTo>
                    <a:lnTo>
                      <a:pt x="6303" y="3195"/>
                    </a:lnTo>
                    <a:lnTo>
                      <a:pt x="6332" y="2936"/>
                    </a:lnTo>
                    <a:lnTo>
                      <a:pt x="6361" y="2677"/>
                    </a:lnTo>
                    <a:lnTo>
                      <a:pt x="6332" y="2389"/>
                    </a:lnTo>
                    <a:lnTo>
                      <a:pt x="6303" y="2130"/>
                    </a:lnTo>
                    <a:lnTo>
                      <a:pt x="6217" y="1871"/>
                    </a:lnTo>
                    <a:lnTo>
                      <a:pt x="6102" y="1612"/>
                    </a:lnTo>
                    <a:lnTo>
                      <a:pt x="5987" y="1382"/>
                    </a:lnTo>
                    <a:lnTo>
                      <a:pt x="5814" y="1181"/>
                    </a:lnTo>
                    <a:lnTo>
                      <a:pt x="5641" y="950"/>
                    </a:lnTo>
                    <a:lnTo>
                      <a:pt x="5440" y="778"/>
                    </a:lnTo>
                    <a:lnTo>
                      <a:pt x="5210" y="605"/>
                    </a:lnTo>
                    <a:lnTo>
                      <a:pt x="4951" y="432"/>
                    </a:lnTo>
                    <a:lnTo>
                      <a:pt x="4692" y="317"/>
                    </a:lnTo>
                    <a:lnTo>
                      <a:pt x="4404" y="202"/>
                    </a:lnTo>
                    <a:lnTo>
                      <a:pt x="4116" y="116"/>
                    </a:lnTo>
                    <a:lnTo>
                      <a:pt x="3828" y="29"/>
                    </a:lnTo>
                    <a:lnTo>
                      <a:pt x="35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1312300" y="4052175"/>
                <a:ext cx="159025" cy="134575"/>
              </a:xfrm>
              <a:custGeom>
                <a:rect b="b" l="l" r="r" t="t"/>
                <a:pathLst>
                  <a:path extrusionOk="0" h="5383" w="6361">
                    <a:moveTo>
                      <a:pt x="3195" y="1"/>
                    </a:moveTo>
                    <a:lnTo>
                      <a:pt x="2850" y="30"/>
                    </a:lnTo>
                    <a:lnTo>
                      <a:pt x="2533" y="58"/>
                    </a:lnTo>
                    <a:lnTo>
                      <a:pt x="2245" y="145"/>
                    </a:lnTo>
                    <a:lnTo>
                      <a:pt x="1958" y="231"/>
                    </a:lnTo>
                    <a:lnTo>
                      <a:pt x="1670" y="346"/>
                    </a:lnTo>
                    <a:lnTo>
                      <a:pt x="1411" y="461"/>
                    </a:lnTo>
                    <a:lnTo>
                      <a:pt x="1152" y="634"/>
                    </a:lnTo>
                    <a:lnTo>
                      <a:pt x="921" y="807"/>
                    </a:lnTo>
                    <a:lnTo>
                      <a:pt x="720" y="979"/>
                    </a:lnTo>
                    <a:lnTo>
                      <a:pt x="547" y="1210"/>
                    </a:lnTo>
                    <a:lnTo>
                      <a:pt x="375" y="1411"/>
                    </a:lnTo>
                    <a:lnTo>
                      <a:pt x="260" y="1641"/>
                    </a:lnTo>
                    <a:lnTo>
                      <a:pt x="144" y="1900"/>
                    </a:lnTo>
                    <a:lnTo>
                      <a:pt x="58" y="2159"/>
                    </a:lnTo>
                    <a:lnTo>
                      <a:pt x="1" y="2418"/>
                    </a:lnTo>
                    <a:lnTo>
                      <a:pt x="1" y="2706"/>
                    </a:lnTo>
                    <a:lnTo>
                      <a:pt x="1" y="2965"/>
                    </a:lnTo>
                    <a:lnTo>
                      <a:pt x="58" y="3224"/>
                    </a:lnTo>
                    <a:lnTo>
                      <a:pt x="144" y="3483"/>
                    </a:lnTo>
                    <a:lnTo>
                      <a:pt x="260" y="3742"/>
                    </a:lnTo>
                    <a:lnTo>
                      <a:pt x="375" y="3972"/>
                    </a:lnTo>
                    <a:lnTo>
                      <a:pt x="547" y="4203"/>
                    </a:lnTo>
                    <a:lnTo>
                      <a:pt x="720" y="4404"/>
                    </a:lnTo>
                    <a:lnTo>
                      <a:pt x="921" y="4577"/>
                    </a:lnTo>
                    <a:lnTo>
                      <a:pt x="1152" y="4750"/>
                    </a:lnTo>
                    <a:lnTo>
                      <a:pt x="1411" y="4922"/>
                    </a:lnTo>
                    <a:lnTo>
                      <a:pt x="1670" y="5037"/>
                    </a:lnTo>
                    <a:lnTo>
                      <a:pt x="1958" y="5152"/>
                    </a:lnTo>
                    <a:lnTo>
                      <a:pt x="2245" y="5239"/>
                    </a:lnTo>
                    <a:lnTo>
                      <a:pt x="2533" y="5325"/>
                    </a:lnTo>
                    <a:lnTo>
                      <a:pt x="2850" y="5354"/>
                    </a:lnTo>
                    <a:lnTo>
                      <a:pt x="3195" y="5383"/>
                    </a:lnTo>
                    <a:lnTo>
                      <a:pt x="3512" y="5354"/>
                    </a:lnTo>
                    <a:lnTo>
                      <a:pt x="3828" y="5325"/>
                    </a:lnTo>
                    <a:lnTo>
                      <a:pt x="4145" y="5239"/>
                    </a:lnTo>
                    <a:lnTo>
                      <a:pt x="4433" y="5152"/>
                    </a:lnTo>
                    <a:lnTo>
                      <a:pt x="4692" y="5037"/>
                    </a:lnTo>
                    <a:lnTo>
                      <a:pt x="4951" y="4922"/>
                    </a:lnTo>
                    <a:lnTo>
                      <a:pt x="5210" y="4750"/>
                    </a:lnTo>
                    <a:lnTo>
                      <a:pt x="5440" y="4577"/>
                    </a:lnTo>
                    <a:lnTo>
                      <a:pt x="5641" y="4404"/>
                    </a:lnTo>
                    <a:lnTo>
                      <a:pt x="5814" y="4203"/>
                    </a:lnTo>
                    <a:lnTo>
                      <a:pt x="5987" y="3972"/>
                    </a:lnTo>
                    <a:lnTo>
                      <a:pt x="6131" y="3742"/>
                    </a:lnTo>
                    <a:lnTo>
                      <a:pt x="6217" y="3483"/>
                    </a:lnTo>
                    <a:lnTo>
                      <a:pt x="6303" y="3224"/>
                    </a:lnTo>
                    <a:lnTo>
                      <a:pt x="6361" y="2965"/>
                    </a:lnTo>
                    <a:lnTo>
                      <a:pt x="6361" y="2706"/>
                    </a:lnTo>
                    <a:lnTo>
                      <a:pt x="6361" y="2418"/>
                    </a:lnTo>
                    <a:lnTo>
                      <a:pt x="6303" y="2159"/>
                    </a:lnTo>
                    <a:lnTo>
                      <a:pt x="6217" y="1900"/>
                    </a:lnTo>
                    <a:lnTo>
                      <a:pt x="6131" y="1641"/>
                    </a:lnTo>
                    <a:lnTo>
                      <a:pt x="5987" y="1411"/>
                    </a:lnTo>
                    <a:lnTo>
                      <a:pt x="5814" y="1210"/>
                    </a:lnTo>
                    <a:lnTo>
                      <a:pt x="5641" y="979"/>
                    </a:lnTo>
                    <a:lnTo>
                      <a:pt x="5440" y="807"/>
                    </a:lnTo>
                    <a:lnTo>
                      <a:pt x="5210" y="634"/>
                    </a:lnTo>
                    <a:lnTo>
                      <a:pt x="4951" y="461"/>
                    </a:lnTo>
                    <a:lnTo>
                      <a:pt x="4692" y="346"/>
                    </a:lnTo>
                    <a:lnTo>
                      <a:pt x="4433" y="231"/>
                    </a:lnTo>
                    <a:lnTo>
                      <a:pt x="4145" y="145"/>
                    </a:lnTo>
                    <a:lnTo>
                      <a:pt x="3828" y="58"/>
                    </a:lnTo>
                    <a:lnTo>
                      <a:pt x="3512" y="30"/>
                    </a:lnTo>
                    <a:lnTo>
                      <a:pt x="31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3"/>
              <p:cNvSpPr/>
              <p:nvPr/>
            </p:nvSpPr>
            <p:spPr>
              <a:xfrm>
                <a:off x="966950" y="4052175"/>
                <a:ext cx="159750" cy="134575"/>
              </a:xfrm>
              <a:custGeom>
                <a:rect b="b" l="l" r="r" t="t"/>
                <a:pathLst>
                  <a:path extrusionOk="0" h="5383" w="6390">
                    <a:moveTo>
                      <a:pt x="3195" y="1"/>
                    </a:moveTo>
                    <a:lnTo>
                      <a:pt x="2878" y="30"/>
                    </a:lnTo>
                    <a:lnTo>
                      <a:pt x="2562" y="58"/>
                    </a:lnTo>
                    <a:lnTo>
                      <a:pt x="2245" y="145"/>
                    </a:lnTo>
                    <a:lnTo>
                      <a:pt x="1957" y="231"/>
                    </a:lnTo>
                    <a:lnTo>
                      <a:pt x="1670" y="346"/>
                    </a:lnTo>
                    <a:lnTo>
                      <a:pt x="1411" y="461"/>
                    </a:lnTo>
                    <a:lnTo>
                      <a:pt x="1180" y="634"/>
                    </a:lnTo>
                    <a:lnTo>
                      <a:pt x="950" y="807"/>
                    </a:lnTo>
                    <a:lnTo>
                      <a:pt x="749" y="979"/>
                    </a:lnTo>
                    <a:lnTo>
                      <a:pt x="547" y="1210"/>
                    </a:lnTo>
                    <a:lnTo>
                      <a:pt x="403" y="1411"/>
                    </a:lnTo>
                    <a:lnTo>
                      <a:pt x="259" y="1641"/>
                    </a:lnTo>
                    <a:lnTo>
                      <a:pt x="144" y="1900"/>
                    </a:lnTo>
                    <a:lnTo>
                      <a:pt x="58" y="2159"/>
                    </a:lnTo>
                    <a:lnTo>
                      <a:pt x="29" y="2418"/>
                    </a:lnTo>
                    <a:lnTo>
                      <a:pt x="0" y="2706"/>
                    </a:lnTo>
                    <a:lnTo>
                      <a:pt x="29" y="2965"/>
                    </a:lnTo>
                    <a:lnTo>
                      <a:pt x="58" y="3224"/>
                    </a:lnTo>
                    <a:lnTo>
                      <a:pt x="144" y="3483"/>
                    </a:lnTo>
                    <a:lnTo>
                      <a:pt x="259" y="3742"/>
                    </a:lnTo>
                    <a:lnTo>
                      <a:pt x="403" y="3972"/>
                    </a:lnTo>
                    <a:lnTo>
                      <a:pt x="547" y="4203"/>
                    </a:lnTo>
                    <a:lnTo>
                      <a:pt x="749" y="4404"/>
                    </a:lnTo>
                    <a:lnTo>
                      <a:pt x="950" y="4577"/>
                    </a:lnTo>
                    <a:lnTo>
                      <a:pt x="1180" y="4750"/>
                    </a:lnTo>
                    <a:lnTo>
                      <a:pt x="1411" y="4922"/>
                    </a:lnTo>
                    <a:lnTo>
                      <a:pt x="1670" y="5037"/>
                    </a:lnTo>
                    <a:lnTo>
                      <a:pt x="1957" y="5152"/>
                    </a:lnTo>
                    <a:lnTo>
                      <a:pt x="2245" y="5239"/>
                    </a:lnTo>
                    <a:lnTo>
                      <a:pt x="2562" y="5325"/>
                    </a:lnTo>
                    <a:lnTo>
                      <a:pt x="2878" y="5354"/>
                    </a:lnTo>
                    <a:lnTo>
                      <a:pt x="3195" y="5383"/>
                    </a:lnTo>
                    <a:lnTo>
                      <a:pt x="3512" y="5354"/>
                    </a:lnTo>
                    <a:lnTo>
                      <a:pt x="3828" y="5325"/>
                    </a:lnTo>
                    <a:lnTo>
                      <a:pt x="4145" y="5239"/>
                    </a:lnTo>
                    <a:lnTo>
                      <a:pt x="4432" y="5152"/>
                    </a:lnTo>
                    <a:lnTo>
                      <a:pt x="4720" y="5037"/>
                    </a:lnTo>
                    <a:lnTo>
                      <a:pt x="4979" y="4922"/>
                    </a:lnTo>
                    <a:lnTo>
                      <a:pt x="5210" y="4750"/>
                    </a:lnTo>
                    <a:lnTo>
                      <a:pt x="5440" y="4577"/>
                    </a:lnTo>
                    <a:lnTo>
                      <a:pt x="5641" y="4404"/>
                    </a:lnTo>
                    <a:lnTo>
                      <a:pt x="5843" y="4203"/>
                    </a:lnTo>
                    <a:lnTo>
                      <a:pt x="5987" y="3972"/>
                    </a:lnTo>
                    <a:lnTo>
                      <a:pt x="6130" y="3742"/>
                    </a:lnTo>
                    <a:lnTo>
                      <a:pt x="6246" y="3483"/>
                    </a:lnTo>
                    <a:lnTo>
                      <a:pt x="6303" y="3224"/>
                    </a:lnTo>
                    <a:lnTo>
                      <a:pt x="6361" y="2965"/>
                    </a:lnTo>
                    <a:lnTo>
                      <a:pt x="6389" y="2706"/>
                    </a:lnTo>
                    <a:lnTo>
                      <a:pt x="6361" y="2418"/>
                    </a:lnTo>
                    <a:lnTo>
                      <a:pt x="6303" y="2159"/>
                    </a:lnTo>
                    <a:lnTo>
                      <a:pt x="6246" y="1900"/>
                    </a:lnTo>
                    <a:lnTo>
                      <a:pt x="6130" y="1641"/>
                    </a:lnTo>
                    <a:lnTo>
                      <a:pt x="5987" y="1411"/>
                    </a:lnTo>
                    <a:lnTo>
                      <a:pt x="5843" y="1210"/>
                    </a:lnTo>
                    <a:lnTo>
                      <a:pt x="5641" y="979"/>
                    </a:lnTo>
                    <a:lnTo>
                      <a:pt x="5440" y="807"/>
                    </a:lnTo>
                    <a:lnTo>
                      <a:pt x="5210" y="634"/>
                    </a:lnTo>
                    <a:lnTo>
                      <a:pt x="4979" y="461"/>
                    </a:lnTo>
                    <a:lnTo>
                      <a:pt x="4720" y="346"/>
                    </a:lnTo>
                    <a:lnTo>
                      <a:pt x="4432" y="231"/>
                    </a:lnTo>
                    <a:lnTo>
                      <a:pt x="4145" y="145"/>
                    </a:lnTo>
                    <a:lnTo>
                      <a:pt x="3828" y="58"/>
                    </a:lnTo>
                    <a:lnTo>
                      <a:pt x="3512" y="30"/>
                    </a:lnTo>
                    <a:lnTo>
                      <a:pt x="31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1203650" y="4064425"/>
                <a:ext cx="159050" cy="133850"/>
              </a:xfrm>
              <a:custGeom>
                <a:rect b="b" l="l" r="r" t="t"/>
                <a:pathLst>
                  <a:path extrusionOk="0" h="5354" w="6362">
                    <a:moveTo>
                      <a:pt x="2850" y="0"/>
                    </a:moveTo>
                    <a:lnTo>
                      <a:pt x="2533" y="29"/>
                    </a:lnTo>
                    <a:lnTo>
                      <a:pt x="2246" y="115"/>
                    </a:lnTo>
                    <a:lnTo>
                      <a:pt x="1929" y="202"/>
                    </a:lnTo>
                    <a:lnTo>
                      <a:pt x="1670" y="317"/>
                    </a:lnTo>
                    <a:lnTo>
                      <a:pt x="1411" y="432"/>
                    </a:lnTo>
                    <a:lnTo>
                      <a:pt x="1152" y="605"/>
                    </a:lnTo>
                    <a:lnTo>
                      <a:pt x="922" y="777"/>
                    </a:lnTo>
                    <a:lnTo>
                      <a:pt x="720" y="950"/>
                    </a:lnTo>
                    <a:lnTo>
                      <a:pt x="548" y="1180"/>
                    </a:lnTo>
                    <a:lnTo>
                      <a:pt x="375" y="1382"/>
                    </a:lnTo>
                    <a:lnTo>
                      <a:pt x="231" y="1612"/>
                    </a:lnTo>
                    <a:lnTo>
                      <a:pt x="145" y="1871"/>
                    </a:lnTo>
                    <a:lnTo>
                      <a:pt x="58" y="2130"/>
                    </a:lnTo>
                    <a:lnTo>
                      <a:pt x="1" y="2389"/>
                    </a:lnTo>
                    <a:lnTo>
                      <a:pt x="1" y="2677"/>
                    </a:lnTo>
                    <a:lnTo>
                      <a:pt x="1" y="2936"/>
                    </a:lnTo>
                    <a:lnTo>
                      <a:pt x="58" y="3195"/>
                    </a:lnTo>
                    <a:lnTo>
                      <a:pt x="145" y="3454"/>
                    </a:lnTo>
                    <a:lnTo>
                      <a:pt x="231" y="3713"/>
                    </a:lnTo>
                    <a:lnTo>
                      <a:pt x="375" y="3943"/>
                    </a:lnTo>
                    <a:lnTo>
                      <a:pt x="548" y="4173"/>
                    </a:lnTo>
                    <a:lnTo>
                      <a:pt x="720" y="4375"/>
                    </a:lnTo>
                    <a:lnTo>
                      <a:pt x="922" y="4547"/>
                    </a:lnTo>
                    <a:lnTo>
                      <a:pt x="1152" y="4720"/>
                    </a:lnTo>
                    <a:lnTo>
                      <a:pt x="1411" y="4893"/>
                    </a:lnTo>
                    <a:lnTo>
                      <a:pt x="1670" y="5008"/>
                    </a:lnTo>
                    <a:lnTo>
                      <a:pt x="1929" y="5123"/>
                    </a:lnTo>
                    <a:lnTo>
                      <a:pt x="2246" y="5209"/>
                    </a:lnTo>
                    <a:lnTo>
                      <a:pt x="2533" y="5296"/>
                    </a:lnTo>
                    <a:lnTo>
                      <a:pt x="2850" y="5324"/>
                    </a:lnTo>
                    <a:lnTo>
                      <a:pt x="3167" y="5353"/>
                    </a:lnTo>
                    <a:lnTo>
                      <a:pt x="3512" y="5324"/>
                    </a:lnTo>
                    <a:lnTo>
                      <a:pt x="3829" y="5296"/>
                    </a:lnTo>
                    <a:lnTo>
                      <a:pt x="4116" y="5209"/>
                    </a:lnTo>
                    <a:lnTo>
                      <a:pt x="4433" y="5123"/>
                    </a:lnTo>
                    <a:lnTo>
                      <a:pt x="4692" y="5008"/>
                    </a:lnTo>
                    <a:lnTo>
                      <a:pt x="4951" y="4893"/>
                    </a:lnTo>
                    <a:lnTo>
                      <a:pt x="5210" y="4720"/>
                    </a:lnTo>
                    <a:lnTo>
                      <a:pt x="5440" y="4547"/>
                    </a:lnTo>
                    <a:lnTo>
                      <a:pt x="5642" y="4375"/>
                    </a:lnTo>
                    <a:lnTo>
                      <a:pt x="5814" y="4173"/>
                    </a:lnTo>
                    <a:lnTo>
                      <a:pt x="5987" y="3943"/>
                    </a:lnTo>
                    <a:lnTo>
                      <a:pt x="6102" y="3713"/>
                    </a:lnTo>
                    <a:lnTo>
                      <a:pt x="6217" y="3454"/>
                    </a:lnTo>
                    <a:lnTo>
                      <a:pt x="6304" y="3195"/>
                    </a:lnTo>
                    <a:lnTo>
                      <a:pt x="6361" y="2936"/>
                    </a:lnTo>
                    <a:lnTo>
                      <a:pt x="6361" y="2677"/>
                    </a:lnTo>
                    <a:lnTo>
                      <a:pt x="6361" y="2389"/>
                    </a:lnTo>
                    <a:lnTo>
                      <a:pt x="6304" y="2130"/>
                    </a:lnTo>
                    <a:lnTo>
                      <a:pt x="6217" y="1871"/>
                    </a:lnTo>
                    <a:lnTo>
                      <a:pt x="6102" y="1612"/>
                    </a:lnTo>
                    <a:lnTo>
                      <a:pt x="5987" y="1382"/>
                    </a:lnTo>
                    <a:lnTo>
                      <a:pt x="5814" y="1180"/>
                    </a:lnTo>
                    <a:lnTo>
                      <a:pt x="5642" y="950"/>
                    </a:lnTo>
                    <a:lnTo>
                      <a:pt x="5440" y="777"/>
                    </a:lnTo>
                    <a:lnTo>
                      <a:pt x="5210" y="605"/>
                    </a:lnTo>
                    <a:lnTo>
                      <a:pt x="4951" y="432"/>
                    </a:lnTo>
                    <a:lnTo>
                      <a:pt x="4692" y="317"/>
                    </a:lnTo>
                    <a:lnTo>
                      <a:pt x="4433" y="202"/>
                    </a:lnTo>
                    <a:lnTo>
                      <a:pt x="4116" y="115"/>
                    </a:lnTo>
                    <a:lnTo>
                      <a:pt x="3829" y="29"/>
                    </a:lnTo>
                    <a:lnTo>
                      <a:pt x="35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3"/>
              <p:cNvSpPr/>
              <p:nvPr/>
            </p:nvSpPr>
            <p:spPr>
              <a:xfrm>
                <a:off x="1498650" y="4073050"/>
                <a:ext cx="159750" cy="133850"/>
              </a:xfrm>
              <a:custGeom>
                <a:rect b="b" l="l" r="r" t="t"/>
                <a:pathLst>
                  <a:path extrusionOk="0" h="5354" w="6390">
                    <a:moveTo>
                      <a:pt x="2878" y="1"/>
                    </a:moveTo>
                    <a:lnTo>
                      <a:pt x="2562" y="58"/>
                    </a:lnTo>
                    <a:lnTo>
                      <a:pt x="2245" y="116"/>
                    </a:lnTo>
                    <a:lnTo>
                      <a:pt x="1957" y="202"/>
                    </a:lnTo>
                    <a:lnTo>
                      <a:pt x="1670" y="317"/>
                    </a:lnTo>
                    <a:lnTo>
                      <a:pt x="1411" y="461"/>
                    </a:lnTo>
                    <a:lnTo>
                      <a:pt x="1180" y="605"/>
                    </a:lnTo>
                    <a:lnTo>
                      <a:pt x="950" y="778"/>
                    </a:lnTo>
                    <a:lnTo>
                      <a:pt x="749" y="979"/>
                    </a:lnTo>
                    <a:lnTo>
                      <a:pt x="547" y="1180"/>
                    </a:lnTo>
                    <a:lnTo>
                      <a:pt x="403" y="1382"/>
                    </a:lnTo>
                    <a:lnTo>
                      <a:pt x="259" y="1641"/>
                    </a:lnTo>
                    <a:lnTo>
                      <a:pt x="144" y="1871"/>
                    </a:lnTo>
                    <a:lnTo>
                      <a:pt x="58" y="2130"/>
                    </a:lnTo>
                    <a:lnTo>
                      <a:pt x="29" y="2389"/>
                    </a:lnTo>
                    <a:lnTo>
                      <a:pt x="0" y="2677"/>
                    </a:lnTo>
                    <a:lnTo>
                      <a:pt x="29" y="2936"/>
                    </a:lnTo>
                    <a:lnTo>
                      <a:pt x="58" y="3224"/>
                    </a:lnTo>
                    <a:lnTo>
                      <a:pt x="144" y="3454"/>
                    </a:lnTo>
                    <a:lnTo>
                      <a:pt x="259" y="3713"/>
                    </a:lnTo>
                    <a:lnTo>
                      <a:pt x="403" y="3943"/>
                    </a:lnTo>
                    <a:lnTo>
                      <a:pt x="547" y="4174"/>
                    </a:lnTo>
                    <a:lnTo>
                      <a:pt x="749" y="4375"/>
                    </a:lnTo>
                    <a:lnTo>
                      <a:pt x="950" y="4576"/>
                    </a:lnTo>
                    <a:lnTo>
                      <a:pt x="1180" y="4749"/>
                    </a:lnTo>
                    <a:lnTo>
                      <a:pt x="1411" y="4893"/>
                    </a:lnTo>
                    <a:lnTo>
                      <a:pt x="1670" y="5037"/>
                    </a:lnTo>
                    <a:lnTo>
                      <a:pt x="1957" y="5152"/>
                    </a:lnTo>
                    <a:lnTo>
                      <a:pt x="2245" y="5238"/>
                    </a:lnTo>
                    <a:lnTo>
                      <a:pt x="2562" y="5296"/>
                    </a:lnTo>
                    <a:lnTo>
                      <a:pt x="2878" y="5325"/>
                    </a:lnTo>
                    <a:lnTo>
                      <a:pt x="3195" y="5353"/>
                    </a:lnTo>
                    <a:lnTo>
                      <a:pt x="3511" y="5325"/>
                    </a:lnTo>
                    <a:lnTo>
                      <a:pt x="3828" y="5296"/>
                    </a:lnTo>
                    <a:lnTo>
                      <a:pt x="4145" y="5238"/>
                    </a:lnTo>
                    <a:lnTo>
                      <a:pt x="4432" y="5152"/>
                    </a:lnTo>
                    <a:lnTo>
                      <a:pt x="4720" y="5037"/>
                    </a:lnTo>
                    <a:lnTo>
                      <a:pt x="4979" y="4893"/>
                    </a:lnTo>
                    <a:lnTo>
                      <a:pt x="5209" y="4749"/>
                    </a:lnTo>
                    <a:lnTo>
                      <a:pt x="5440" y="4576"/>
                    </a:lnTo>
                    <a:lnTo>
                      <a:pt x="5641" y="4375"/>
                    </a:lnTo>
                    <a:lnTo>
                      <a:pt x="5843" y="4174"/>
                    </a:lnTo>
                    <a:lnTo>
                      <a:pt x="5986" y="3943"/>
                    </a:lnTo>
                    <a:lnTo>
                      <a:pt x="6130" y="3713"/>
                    </a:lnTo>
                    <a:lnTo>
                      <a:pt x="6246" y="3454"/>
                    </a:lnTo>
                    <a:lnTo>
                      <a:pt x="6303" y="3224"/>
                    </a:lnTo>
                    <a:lnTo>
                      <a:pt x="6361" y="2936"/>
                    </a:lnTo>
                    <a:lnTo>
                      <a:pt x="6389" y="2677"/>
                    </a:lnTo>
                    <a:lnTo>
                      <a:pt x="6361" y="2389"/>
                    </a:lnTo>
                    <a:lnTo>
                      <a:pt x="6303" y="2130"/>
                    </a:lnTo>
                    <a:lnTo>
                      <a:pt x="6246" y="1871"/>
                    </a:lnTo>
                    <a:lnTo>
                      <a:pt x="6130" y="1641"/>
                    </a:lnTo>
                    <a:lnTo>
                      <a:pt x="5986" y="1382"/>
                    </a:lnTo>
                    <a:lnTo>
                      <a:pt x="5843" y="1180"/>
                    </a:lnTo>
                    <a:lnTo>
                      <a:pt x="5641" y="979"/>
                    </a:lnTo>
                    <a:lnTo>
                      <a:pt x="5440" y="778"/>
                    </a:lnTo>
                    <a:lnTo>
                      <a:pt x="5209" y="605"/>
                    </a:lnTo>
                    <a:lnTo>
                      <a:pt x="4979" y="461"/>
                    </a:lnTo>
                    <a:lnTo>
                      <a:pt x="4720" y="317"/>
                    </a:lnTo>
                    <a:lnTo>
                      <a:pt x="4432" y="202"/>
                    </a:lnTo>
                    <a:lnTo>
                      <a:pt x="4145" y="116"/>
                    </a:lnTo>
                    <a:lnTo>
                      <a:pt x="3828" y="58"/>
                    </a:lnTo>
                    <a:lnTo>
                      <a:pt x="35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1079900" y="4073050"/>
                <a:ext cx="159050" cy="133850"/>
              </a:xfrm>
              <a:custGeom>
                <a:rect b="b" l="l" r="r" t="t"/>
                <a:pathLst>
                  <a:path extrusionOk="0" h="5354" w="6362">
                    <a:moveTo>
                      <a:pt x="2850" y="1"/>
                    </a:moveTo>
                    <a:lnTo>
                      <a:pt x="2533" y="58"/>
                    </a:lnTo>
                    <a:lnTo>
                      <a:pt x="2246" y="116"/>
                    </a:lnTo>
                    <a:lnTo>
                      <a:pt x="1929" y="202"/>
                    </a:lnTo>
                    <a:lnTo>
                      <a:pt x="1670" y="317"/>
                    </a:lnTo>
                    <a:lnTo>
                      <a:pt x="1411" y="461"/>
                    </a:lnTo>
                    <a:lnTo>
                      <a:pt x="1152" y="605"/>
                    </a:lnTo>
                    <a:lnTo>
                      <a:pt x="922" y="778"/>
                    </a:lnTo>
                    <a:lnTo>
                      <a:pt x="720" y="979"/>
                    </a:lnTo>
                    <a:lnTo>
                      <a:pt x="548" y="1180"/>
                    </a:lnTo>
                    <a:lnTo>
                      <a:pt x="375" y="1382"/>
                    </a:lnTo>
                    <a:lnTo>
                      <a:pt x="260" y="1641"/>
                    </a:lnTo>
                    <a:lnTo>
                      <a:pt x="145" y="1871"/>
                    </a:lnTo>
                    <a:lnTo>
                      <a:pt x="58" y="2130"/>
                    </a:lnTo>
                    <a:lnTo>
                      <a:pt x="1" y="2389"/>
                    </a:lnTo>
                    <a:lnTo>
                      <a:pt x="1" y="2677"/>
                    </a:lnTo>
                    <a:lnTo>
                      <a:pt x="1" y="2936"/>
                    </a:lnTo>
                    <a:lnTo>
                      <a:pt x="58" y="3224"/>
                    </a:lnTo>
                    <a:lnTo>
                      <a:pt x="145" y="3454"/>
                    </a:lnTo>
                    <a:lnTo>
                      <a:pt x="260" y="3713"/>
                    </a:lnTo>
                    <a:lnTo>
                      <a:pt x="375" y="3943"/>
                    </a:lnTo>
                    <a:lnTo>
                      <a:pt x="548" y="4174"/>
                    </a:lnTo>
                    <a:lnTo>
                      <a:pt x="720" y="4375"/>
                    </a:lnTo>
                    <a:lnTo>
                      <a:pt x="922" y="4576"/>
                    </a:lnTo>
                    <a:lnTo>
                      <a:pt x="1152" y="4749"/>
                    </a:lnTo>
                    <a:lnTo>
                      <a:pt x="1411" y="4893"/>
                    </a:lnTo>
                    <a:lnTo>
                      <a:pt x="1670" y="5037"/>
                    </a:lnTo>
                    <a:lnTo>
                      <a:pt x="1929" y="5152"/>
                    </a:lnTo>
                    <a:lnTo>
                      <a:pt x="2246" y="5238"/>
                    </a:lnTo>
                    <a:lnTo>
                      <a:pt x="2533" y="5296"/>
                    </a:lnTo>
                    <a:lnTo>
                      <a:pt x="2850" y="5325"/>
                    </a:lnTo>
                    <a:lnTo>
                      <a:pt x="3195" y="5353"/>
                    </a:lnTo>
                    <a:lnTo>
                      <a:pt x="3512" y="5325"/>
                    </a:lnTo>
                    <a:lnTo>
                      <a:pt x="3828" y="5296"/>
                    </a:lnTo>
                    <a:lnTo>
                      <a:pt x="4116" y="5238"/>
                    </a:lnTo>
                    <a:lnTo>
                      <a:pt x="4433" y="5152"/>
                    </a:lnTo>
                    <a:lnTo>
                      <a:pt x="4692" y="5037"/>
                    </a:lnTo>
                    <a:lnTo>
                      <a:pt x="4951" y="4893"/>
                    </a:lnTo>
                    <a:lnTo>
                      <a:pt x="5210" y="4749"/>
                    </a:lnTo>
                    <a:lnTo>
                      <a:pt x="5440" y="4576"/>
                    </a:lnTo>
                    <a:lnTo>
                      <a:pt x="5642" y="4375"/>
                    </a:lnTo>
                    <a:lnTo>
                      <a:pt x="5814" y="4174"/>
                    </a:lnTo>
                    <a:lnTo>
                      <a:pt x="5987" y="3943"/>
                    </a:lnTo>
                    <a:lnTo>
                      <a:pt x="6102" y="3713"/>
                    </a:lnTo>
                    <a:lnTo>
                      <a:pt x="6217" y="3454"/>
                    </a:lnTo>
                    <a:lnTo>
                      <a:pt x="6303" y="3224"/>
                    </a:lnTo>
                    <a:lnTo>
                      <a:pt x="6361" y="2936"/>
                    </a:lnTo>
                    <a:lnTo>
                      <a:pt x="6361" y="2677"/>
                    </a:lnTo>
                    <a:lnTo>
                      <a:pt x="6361" y="2389"/>
                    </a:lnTo>
                    <a:lnTo>
                      <a:pt x="6303" y="2130"/>
                    </a:lnTo>
                    <a:lnTo>
                      <a:pt x="6217" y="1871"/>
                    </a:lnTo>
                    <a:lnTo>
                      <a:pt x="6102" y="1641"/>
                    </a:lnTo>
                    <a:lnTo>
                      <a:pt x="5987" y="1382"/>
                    </a:lnTo>
                    <a:lnTo>
                      <a:pt x="5814" y="1180"/>
                    </a:lnTo>
                    <a:lnTo>
                      <a:pt x="5642" y="979"/>
                    </a:lnTo>
                    <a:lnTo>
                      <a:pt x="5440" y="778"/>
                    </a:lnTo>
                    <a:lnTo>
                      <a:pt x="5210" y="605"/>
                    </a:lnTo>
                    <a:lnTo>
                      <a:pt x="4951" y="461"/>
                    </a:lnTo>
                    <a:lnTo>
                      <a:pt x="4692" y="317"/>
                    </a:lnTo>
                    <a:lnTo>
                      <a:pt x="4433" y="202"/>
                    </a:lnTo>
                    <a:lnTo>
                      <a:pt x="4116" y="116"/>
                    </a:lnTo>
                    <a:lnTo>
                      <a:pt x="3828" y="58"/>
                    </a:lnTo>
                    <a:lnTo>
                      <a:pt x="35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1571325" y="4157950"/>
                <a:ext cx="159750" cy="134575"/>
              </a:xfrm>
              <a:custGeom>
                <a:rect b="b" l="l" r="r" t="t"/>
                <a:pathLst>
                  <a:path extrusionOk="0" h="5383" w="6390">
                    <a:moveTo>
                      <a:pt x="3195" y="0"/>
                    </a:moveTo>
                    <a:lnTo>
                      <a:pt x="2878" y="29"/>
                    </a:lnTo>
                    <a:lnTo>
                      <a:pt x="2561" y="58"/>
                    </a:lnTo>
                    <a:lnTo>
                      <a:pt x="2245" y="144"/>
                    </a:lnTo>
                    <a:lnTo>
                      <a:pt x="1957" y="231"/>
                    </a:lnTo>
                    <a:lnTo>
                      <a:pt x="1669" y="346"/>
                    </a:lnTo>
                    <a:lnTo>
                      <a:pt x="1410" y="461"/>
                    </a:lnTo>
                    <a:lnTo>
                      <a:pt x="1180" y="634"/>
                    </a:lnTo>
                    <a:lnTo>
                      <a:pt x="950" y="806"/>
                    </a:lnTo>
                    <a:lnTo>
                      <a:pt x="748" y="979"/>
                    </a:lnTo>
                    <a:lnTo>
                      <a:pt x="547" y="1180"/>
                    </a:lnTo>
                    <a:lnTo>
                      <a:pt x="403" y="1411"/>
                    </a:lnTo>
                    <a:lnTo>
                      <a:pt x="259" y="1641"/>
                    </a:lnTo>
                    <a:lnTo>
                      <a:pt x="144" y="1900"/>
                    </a:lnTo>
                    <a:lnTo>
                      <a:pt x="86" y="2159"/>
                    </a:lnTo>
                    <a:lnTo>
                      <a:pt x="29" y="2418"/>
                    </a:lnTo>
                    <a:lnTo>
                      <a:pt x="0" y="2677"/>
                    </a:lnTo>
                    <a:lnTo>
                      <a:pt x="29" y="2965"/>
                    </a:lnTo>
                    <a:lnTo>
                      <a:pt x="86" y="3224"/>
                    </a:lnTo>
                    <a:lnTo>
                      <a:pt x="144" y="3483"/>
                    </a:lnTo>
                    <a:lnTo>
                      <a:pt x="259" y="3742"/>
                    </a:lnTo>
                    <a:lnTo>
                      <a:pt x="403" y="3972"/>
                    </a:lnTo>
                    <a:lnTo>
                      <a:pt x="547" y="4202"/>
                    </a:lnTo>
                    <a:lnTo>
                      <a:pt x="748" y="4404"/>
                    </a:lnTo>
                    <a:lnTo>
                      <a:pt x="950" y="4576"/>
                    </a:lnTo>
                    <a:lnTo>
                      <a:pt x="1180" y="4749"/>
                    </a:lnTo>
                    <a:lnTo>
                      <a:pt x="1410" y="4922"/>
                    </a:lnTo>
                    <a:lnTo>
                      <a:pt x="1669" y="5037"/>
                    </a:lnTo>
                    <a:lnTo>
                      <a:pt x="1957" y="5152"/>
                    </a:lnTo>
                    <a:lnTo>
                      <a:pt x="2245" y="5238"/>
                    </a:lnTo>
                    <a:lnTo>
                      <a:pt x="2561" y="5325"/>
                    </a:lnTo>
                    <a:lnTo>
                      <a:pt x="2878" y="5353"/>
                    </a:lnTo>
                    <a:lnTo>
                      <a:pt x="3195" y="5382"/>
                    </a:lnTo>
                    <a:lnTo>
                      <a:pt x="3511" y="5353"/>
                    </a:lnTo>
                    <a:lnTo>
                      <a:pt x="3828" y="5325"/>
                    </a:lnTo>
                    <a:lnTo>
                      <a:pt x="4144" y="5238"/>
                    </a:lnTo>
                    <a:lnTo>
                      <a:pt x="4432" y="5152"/>
                    </a:lnTo>
                    <a:lnTo>
                      <a:pt x="4720" y="5037"/>
                    </a:lnTo>
                    <a:lnTo>
                      <a:pt x="4979" y="4922"/>
                    </a:lnTo>
                    <a:lnTo>
                      <a:pt x="5209" y="4749"/>
                    </a:lnTo>
                    <a:lnTo>
                      <a:pt x="5439" y="4576"/>
                    </a:lnTo>
                    <a:lnTo>
                      <a:pt x="5641" y="4404"/>
                    </a:lnTo>
                    <a:lnTo>
                      <a:pt x="5842" y="4202"/>
                    </a:lnTo>
                    <a:lnTo>
                      <a:pt x="5986" y="3972"/>
                    </a:lnTo>
                    <a:lnTo>
                      <a:pt x="6130" y="3742"/>
                    </a:lnTo>
                    <a:lnTo>
                      <a:pt x="6245" y="3483"/>
                    </a:lnTo>
                    <a:lnTo>
                      <a:pt x="6303" y="3224"/>
                    </a:lnTo>
                    <a:lnTo>
                      <a:pt x="6360" y="2965"/>
                    </a:lnTo>
                    <a:lnTo>
                      <a:pt x="6389" y="2677"/>
                    </a:lnTo>
                    <a:lnTo>
                      <a:pt x="6360" y="2418"/>
                    </a:lnTo>
                    <a:lnTo>
                      <a:pt x="6303" y="2159"/>
                    </a:lnTo>
                    <a:lnTo>
                      <a:pt x="6245" y="1900"/>
                    </a:lnTo>
                    <a:lnTo>
                      <a:pt x="6130" y="1641"/>
                    </a:lnTo>
                    <a:lnTo>
                      <a:pt x="5986" y="1411"/>
                    </a:lnTo>
                    <a:lnTo>
                      <a:pt x="5842" y="1180"/>
                    </a:lnTo>
                    <a:lnTo>
                      <a:pt x="5641" y="979"/>
                    </a:lnTo>
                    <a:lnTo>
                      <a:pt x="5439" y="806"/>
                    </a:lnTo>
                    <a:lnTo>
                      <a:pt x="5209" y="634"/>
                    </a:lnTo>
                    <a:lnTo>
                      <a:pt x="4979" y="461"/>
                    </a:lnTo>
                    <a:lnTo>
                      <a:pt x="4720" y="346"/>
                    </a:lnTo>
                    <a:lnTo>
                      <a:pt x="4432" y="231"/>
                    </a:lnTo>
                    <a:lnTo>
                      <a:pt x="4144" y="144"/>
                    </a:lnTo>
                    <a:lnTo>
                      <a:pt x="3828" y="58"/>
                    </a:lnTo>
                    <a:lnTo>
                      <a:pt x="3511" y="29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825200" y="4175925"/>
                <a:ext cx="284225" cy="192150"/>
              </a:xfrm>
              <a:custGeom>
                <a:rect b="b" l="l" r="r" t="t"/>
                <a:pathLst>
                  <a:path extrusionOk="0" h="7686" w="11369">
                    <a:moveTo>
                      <a:pt x="5670" y="1"/>
                    </a:moveTo>
                    <a:lnTo>
                      <a:pt x="5095" y="30"/>
                    </a:lnTo>
                    <a:lnTo>
                      <a:pt x="4519" y="87"/>
                    </a:lnTo>
                    <a:lnTo>
                      <a:pt x="4001" y="174"/>
                    </a:lnTo>
                    <a:lnTo>
                      <a:pt x="3454" y="318"/>
                    </a:lnTo>
                    <a:lnTo>
                      <a:pt x="2965" y="490"/>
                    </a:lnTo>
                    <a:lnTo>
                      <a:pt x="2505" y="663"/>
                    </a:lnTo>
                    <a:lnTo>
                      <a:pt x="2073" y="893"/>
                    </a:lnTo>
                    <a:lnTo>
                      <a:pt x="1670" y="1123"/>
                    </a:lnTo>
                    <a:lnTo>
                      <a:pt x="1296" y="1411"/>
                    </a:lnTo>
                    <a:lnTo>
                      <a:pt x="979" y="1699"/>
                    </a:lnTo>
                    <a:lnTo>
                      <a:pt x="692" y="2016"/>
                    </a:lnTo>
                    <a:lnTo>
                      <a:pt x="433" y="2361"/>
                    </a:lnTo>
                    <a:lnTo>
                      <a:pt x="260" y="2706"/>
                    </a:lnTo>
                    <a:lnTo>
                      <a:pt x="116" y="3080"/>
                    </a:lnTo>
                    <a:lnTo>
                      <a:pt x="30" y="3454"/>
                    </a:lnTo>
                    <a:lnTo>
                      <a:pt x="1" y="3857"/>
                    </a:lnTo>
                    <a:lnTo>
                      <a:pt x="30" y="4232"/>
                    </a:lnTo>
                    <a:lnTo>
                      <a:pt x="116" y="4606"/>
                    </a:lnTo>
                    <a:lnTo>
                      <a:pt x="260" y="4980"/>
                    </a:lnTo>
                    <a:lnTo>
                      <a:pt x="433" y="5325"/>
                    </a:lnTo>
                    <a:lnTo>
                      <a:pt x="692" y="5670"/>
                    </a:lnTo>
                    <a:lnTo>
                      <a:pt x="979" y="5987"/>
                    </a:lnTo>
                    <a:lnTo>
                      <a:pt x="1296" y="6275"/>
                    </a:lnTo>
                    <a:lnTo>
                      <a:pt x="1670" y="6563"/>
                    </a:lnTo>
                    <a:lnTo>
                      <a:pt x="2073" y="6793"/>
                    </a:lnTo>
                    <a:lnTo>
                      <a:pt x="2505" y="7023"/>
                    </a:lnTo>
                    <a:lnTo>
                      <a:pt x="2965" y="7225"/>
                    </a:lnTo>
                    <a:lnTo>
                      <a:pt x="3454" y="7368"/>
                    </a:lnTo>
                    <a:lnTo>
                      <a:pt x="4001" y="7512"/>
                    </a:lnTo>
                    <a:lnTo>
                      <a:pt x="4519" y="7599"/>
                    </a:lnTo>
                    <a:lnTo>
                      <a:pt x="5095" y="7656"/>
                    </a:lnTo>
                    <a:lnTo>
                      <a:pt x="5670" y="7685"/>
                    </a:lnTo>
                    <a:lnTo>
                      <a:pt x="6246" y="7656"/>
                    </a:lnTo>
                    <a:lnTo>
                      <a:pt x="6822" y="7599"/>
                    </a:lnTo>
                    <a:lnTo>
                      <a:pt x="7368" y="7512"/>
                    </a:lnTo>
                    <a:lnTo>
                      <a:pt x="7886" y="7368"/>
                    </a:lnTo>
                    <a:lnTo>
                      <a:pt x="8376" y="7225"/>
                    </a:lnTo>
                    <a:lnTo>
                      <a:pt x="8865" y="7023"/>
                    </a:lnTo>
                    <a:lnTo>
                      <a:pt x="9297" y="6793"/>
                    </a:lnTo>
                    <a:lnTo>
                      <a:pt x="9700" y="6563"/>
                    </a:lnTo>
                    <a:lnTo>
                      <a:pt x="10074" y="6275"/>
                    </a:lnTo>
                    <a:lnTo>
                      <a:pt x="10390" y="5987"/>
                    </a:lnTo>
                    <a:lnTo>
                      <a:pt x="10678" y="5670"/>
                    </a:lnTo>
                    <a:lnTo>
                      <a:pt x="10908" y="5325"/>
                    </a:lnTo>
                    <a:lnTo>
                      <a:pt x="11110" y="4980"/>
                    </a:lnTo>
                    <a:lnTo>
                      <a:pt x="11254" y="4606"/>
                    </a:lnTo>
                    <a:lnTo>
                      <a:pt x="11340" y="4232"/>
                    </a:lnTo>
                    <a:lnTo>
                      <a:pt x="11369" y="3857"/>
                    </a:lnTo>
                    <a:lnTo>
                      <a:pt x="11340" y="3454"/>
                    </a:lnTo>
                    <a:lnTo>
                      <a:pt x="11254" y="3080"/>
                    </a:lnTo>
                    <a:lnTo>
                      <a:pt x="11110" y="2706"/>
                    </a:lnTo>
                    <a:lnTo>
                      <a:pt x="10908" y="2361"/>
                    </a:lnTo>
                    <a:lnTo>
                      <a:pt x="10678" y="2016"/>
                    </a:lnTo>
                    <a:lnTo>
                      <a:pt x="10390" y="1699"/>
                    </a:lnTo>
                    <a:lnTo>
                      <a:pt x="10074" y="1411"/>
                    </a:lnTo>
                    <a:lnTo>
                      <a:pt x="9700" y="1123"/>
                    </a:lnTo>
                    <a:lnTo>
                      <a:pt x="9297" y="893"/>
                    </a:lnTo>
                    <a:lnTo>
                      <a:pt x="8865" y="663"/>
                    </a:lnTo>
                    <a:lnTo>
                      <a:pt x="8376" y="490"/>
                    </a:lnTo>
                    <a:lnTo>
                      <a:pt x="7886" y="318"/>
                    </a:lnTo>
                    <a:lnTo>
                      <a:pt x="7368" y="174"/>
                    </a:lnTo>
                    <a:lnTo>
                      <a:pt x="6822" y="87"/>
                    </a:lnTo>
                    <a:lnTo>
                      <a:pt x="6246" y="30"/>
                    </a:lnTo>
                    <a:lnTo>
                      <a:pt x="567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504325" y="4180975"/>
                <a:ext cx="259750" cy="302925"/>
              </a:xfrm>
              <a:custGeom>
                <a:rect b="b" l="l" r="r" t="t"/>
                <a:pathLst>
                  <a:path extrusionOk="0" h="12117" w="10390">
                    <a:moveTo>
                      <a:pt x="2216" y="0"/>
                    </a:moveTo>
                    <a:lnTo>
                      <a:pt x="1641" y="29"/>
                    </a:lnTo>
                    <a:lnTo>
                      <a:pt x="1094" y="87"/>
                    </a:lnTo>
                    <a:lnTo>
                      <a:pt x="547" y="144"/>
                    </a:lnTo>
                    <a:lnTo>
                      <a:pt x="0" y="259"/>
                    </a:lnTo>
                    <a:lnTo>
                      <a:pt x="144" y="921"/>
                    </a:lnTo>
                    <a:lnTo>
                      <a:pt x="288" y="1612"/>
                    </a:lnTo>
                    <a:lnTo>
                      <a:pt x="490" y="2303"/>
                    </a:lnTo>
                    <a:lnTo>
                      <a:pt x="691" y="2993"/>
                    </a:lnTo>
                    <a:lnTo>
                      <a:pt x="893" y="3684"/>
                    </a:lnTo>
                    <a:lnTo>
                      <a:pt x="1152" y="4404"/>
                    </a:lnTo>
                    <a:lnTo>
                      <a:pt x="1411" y="5094"/>
                    </a:lnTo>
                    <a:lnTo>
                      <a:pt x="1698" y="5814"/>
                    </a:lnTo>
                    <a:lnTo>
                      <a:pt x="2101" y="6706"/>
                    </a:lnTo>
                    <a:lnTo>
                      <a:pt x="2504" y="7541"/>
                    </a:lnTo>
                    <a:lnTo>
                      <a:pt x="2936" y="8375"/>
                    </a:lnTo>
                    <a:lnTo>
                      <a:pt x="3396" y="9181"/>
                    </a:lnTo>
                    <a:lnTo>
                      <a:pt x="3857" y="9958"/>
                    </a:lnTo>
                    <a:lnTo>
                      <a:pt x="4346" y="10706"/>
                    </a:lnTo>
                    <a:lnTo>
                      <a:pt x="4835" y="11426"/>
                    </a:lnTo>
                    <a:lnTo>
                      <a:pt x="5353" y="12116"/>
                    </a:lnTo>
                    <a:lnTo>
                      <a:pt x="5900" y="11915"/>
                    </a:lnTo>
                    <a:lnTo>
                      <a:pt x="6418" y="11685"/>
                    </a:lnTo>
                    <a:lnTo>
                      <a:pt x="6907" y="11426"/>
                    </a:lnTo>
                    <a:lnTo>
                      <a:pt x="7397" y="11167"/>
                    </a:lnTo>
                    <a:lnTo>
                      <a:pt x="7828" y="10850"/>
                    </a:lnTo>
                    <a:lnTo>
                      <a:pt x="8231" y="10534"/>
                    </a:lnTo>
                    <a:lnTo>
                      <a:pt x="8634" y="10188"/>
                    </a:lnTo>
                    <a:lnTo>
                      <a:pt x="8980" y="9814"/>
                    </a:lnTo>
                    <a:lnTo>
                      <a:pt x="9296" y="9440"/>
                    </a:lnTo>
                    <a:lnTo>
                      <a:pt x="9584" y="9037"/>
                    </a:lnTo>
                    <a:lnTo>
                      <a:pt x="9814" y="8605"/>
                    </a:lnTo>
                    <a:lnTo>
                      <a:pt x="10016" y="8174"/>
                    </a:lnTo>
                    <a:lnTo>
                      <a:pt x="10188" y="7713"/>
                    </a:lnTo>
                    <a:lnTo>
                      <a:pt x="10303" y="7253"/>
                    </a:lnTo>
                    <a:lnTo>
                      <a:pt x="10361" y="6764"/>
                    </a:lnTo>
                    <a:lnTo>
                      <a:pt x="10390" y="6274"/>
                    </a:lnTo>
                    <a:lnTo>
                      <a:pt x="10361" y="5958"/>
                    </a:lnTo>
                    <a:lnTo>
                      <a:pt x="10332" y="5641"/>
                    </a:lnTo>
                    <a:lnTo>
                      <a:pt x="10303" y="5325"/>
                    </a:lnTo>
                    <a:lnTo>
                      <a:pt x="10217" y="5037"/>
                    </a:lnTo>
                    <a:lnTo>
                      <a:pt x="10131" y="4720"/>
                    </a:lnTo>
                    <a:lnTo>
                      <a:pt x="10016" y="4432"/>
                    </a:lnTo>
                    <a:lnTo>
                      <a:pt x="9900" y="4145"/>
                    </a:lnTo>
                    <a:lnTo>
                      <a:pt x="9728" y="3857"/>
                    </a:lnTo>
                    <a:lnTo>
                      <a:pt x="9584" y="3569"/>
                    </a:lnTo>
                    <a:lnTo>
                      <a:pt x="9382" y="3310"/>
                    </a:lnTo>
                    <a:lnTo>
                      <a:pt x="9210" y="3051"/>
                    </a:lnTo>
                    <a:lnTo>
                      <a:pt x="8980" y="2792"/>
                    </a:lnTo>
                    <a:lnTo>
                      <a:pt x="8519" y="2303"/>
                    </a:lnTo>
                    <a:lnTo>
                      <a:pt x="8001" y="1842"/>
                    </a:lnTo>
                    <a:lnTo>
                      <a:pt x="7397" y="1439"/>
                    </a:lnTo>
                    <a:lnTo>
                      <a:pt x="6763" y="1094"/>
                    </a:lnTo>
                    <a:lnTo>
                      <a:pt x="6102" y="777"/>
                    </a:lnTo>
                    <a:lnTo>
                      <a:pt x="5382" y="518"/>
                    </a:lnTo>
                    <a:lnTo>
                      <a:pt x="4634" y="288"/>
                    </a:lnTo>
                    <a:lnTo>
                      <a:pt x="3857" y="144"/>
                    </a:lnTo>
                    <a:lnTo>
                      <a:pt x="3051" y="58"/>
                    </a:lnTo>
                    <a:lnTo>
                      <a:pt x="2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1623125" y="4271625"/>
                <a:ext cx="159025" cy="133850"/>
              </a:xfrm>
              <a:custGeom>
                <a:rect b="b" l="l" r="r" t="t"/>
                <a:pathLst>
                  <a:path extrusionOk="0" h="5354" w="6361">
                    <a:moveTo>
                      <a:pt x="2849" y="1"/>
                    </a:moveTo>
                    <a:lnTo>
                      <a:pt x="2533" y="58"/>
                    </a:lnTo>
                    <a:lnTo>
                      <a:pt x="2216" y="116"/>
                    </a:lnTo>
                    <a:lnTo>
                      <a:pt x="1928" y="202"/>
                    </a:lnTo>
                    <a:lnTo>
                      <a:pt x="1641" y="317"/>
                    </a:lnTo>
                    <a:lnTo>
                      <a:pt x="1382" y="461"/>
                    </a:lnTo>
                    <a:lnTo>
                      <a:pt x="1151" y="605"/>
                    </a:lnTo>
                    <a:lnTo>
                      <a:pt x="921" y="778"/>
                    </a:lnTo>
                    <a:lnTo>
                      <a:pt x="720" y="979"/>
                    </a:lnTo>
                    <a:lnTo>
                      <a:pt x="518" y="1181"/>
                    </a:lnTo>
                    <a:lnTo>
                      <a:pt x="374" y="1382"/>
                    </a:lnTo>
                    <a:lnTo>
                      <a:pt x="230" y="1612"/>
                    </a:lnTo>
                    <a:lnTo>
                      <a:pt x="144" y="1871"/>
                    </a:lnTo>
                    <a:lnTo>
                      <a:pt x="58" y="2130"/>
                    </a:lnTo>
                    <a:lnTo>
                      <a:pt x="0" y="2389"/>
                    </a:lnTo>
                    <a:lnTo>
                      <a:pt x="0" y="2677"/>
                    </a:lnTo>
                    <a:lnTo>
                      <a:pt x="0" y="2936"/>
                    </a:lnTo>
                    <a:lnTo>
                      <a:pt x="58" y="3195"/>
                    </a:lnTo>
                    <a:lnTo>
                      <a:pt x="144" y="3454"/>
                    </a:lnTo>
                    <a:lnTo>
                      <a:pt x="230" y="3713"/>
                    </a:lnTo>
                    <a:lnTo>
                      <a:pt x="374" y="3943"/>
                    </a:lnTo>
                    <a:lnTo>
                      <a:pt x="518" y="4174"/>
                    </a:lnTo>
                    <a:lnTo>
                      <a:pt x="720" y="4375"/>
                    </a:lnTo>
                    <a:lnTo>
                      <a:pt x="921" y="4577"/>
                    </a:lnTo>
                    <a:lnTo>
                      <a:pt x="1151" y="4749"/>
                    </a:lnTo>
                    <a:lnTo>
                      <a:pt x="1382" y="4893"/>
                    </a:lnTo>
                    <a:lnTo>
                      <a:pt x="1641" y="5037"/>
                    </a:lnTo>
                    <a:lnTo>
                      <a:pt x="1928" y="5123"/>
                    </a:lnTo>
                    <a:lnTo>
                      <a:pt x="2216" y="5238"/>
                    </a:lnTo>
                    <a:lnTo>
                      <a:pt x="2533" y="5296"/>
                    </a:lnTo>
                    <a:lnTo>
                      <a:pt x="2849" y="5325"/>
                    </a:lnTo>
                    <a:lnTo>
                      <a:pt x="3166" y="5354"/>
                    </a:lnTo>
                    <a:lnTo>
                      <a:pt x="3511" y="5325"/>
                    </a:lnTo>
                    <a:lnTo>
                      <a:pt x="3828" y="5296"/>
                    </a:lnTo>
                    <a:lnTo>
                      <a:pt x="4116" y="5238"/>
                    </a:lnTo>
                    <a:lnTo>
                      <a:pt x="4403" y="5123"/>
                    </a:lnTo>
                    <a:lnTo>
                      <a:pt x="4691" y="5037"/>
                    </a:lnTo>
                    <a:lnTo>
                      <a:pt x="4950" y="4893"/>
                    </a:lnTo>
                    <a:lnTo>
                      <a:pt x="5209" y="4749"/>
                    </a:lnTo>
                    <a:lnTo>
                      <a:pt x="5411" y="4577"/>
                    </a:lnTo>
                    <a:lnTo>
                      <a:pt x="5641" y="4375"/>
                    </a:lnTo>
                    <a:lnTo>
                      <a:pt x="5814" y="4174"/>
                    </a:lnTo>
                    <a:lnTo>
                      <a:pt x="5986" y="3943"/>
                    </a:lnTo>
                    <a:lnTo>
                      <a:pt x="6101" y="3713"/>
                    </a:lnTo>
                    <a:lnTo>
                      <a:pt x="6217" y="3454"/>
                    </a:lnTo>
                    <a:lnTo>
                      <a:pt x="6303" y="3195"/>
                    </a:lnTo>
                    <a:lnTo>
                      <a:pt x="6332" y="2936"/>
                    </a:lnTo>
                    <a:lnTo>
                      <a:pt x="6360" y="2677"/>
                    </a:lnTo>
                    <a:lnTo>
                      <a:pt x="6332" y="2389"/>
                    </a:lnTo>
                    <a:lnTo>
                      <a:pt x="6303" y="2130"/>
                    </a:lnTo>
                    <a:lnTo>
                      <a:pt x="6217" y="1871"/>
                    </a:lnTo>
                    <a:lnTo>
                      <a:pt x="6101" y="1612"/>
                    </a:lnTo>
                    <a:lnTo>
                      <a:pt x="5986" y="1382"/>
                    </a:lnTo>
                    <a:lnTo>
                      <a:pt x="5814" y="1181"/>
                    </a:lnTo>
                    <a:lnTo>
                      <a:pt x="5641" y="979"/>
                    </a:lnTo>
                    <a:lnTo>
                      <a:pt x="5411" y="778"/>
                    </a:lnTo>
                    <a:lnTo>
                      <a:pt x="5209" y="605"/>
                    </a:lnTo>
                    <a:lnTo>
                      <a:pt x="4950" y="461"/>
                    </a:lnTo>
                    <a:lnTo>
                      <a:pt x="4691" y="317"/>
                    </a:lnTo>
                    <a:lnTo>
                      <a:pt x="4403" y="202"/>
                    </a:lnTo>
                    <a:lnTo>
                      <a:pt x="4116" y="116"/>
                    </a:lnTo>
                    <a:lnTo>
                      <a:pt x="3828" y="58"/>
                    </a:lnTo>
                    <a:lnTo>
                      <a:pt x="35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1435325" y="4275225"/>
                <a:ext cx="167675" cy="113700"/>
              </a:xfrm>
              <a:custGeom>
                <a:rect b="b" l="l" r="r" t="t"/>
                <a:pathLst>
                  <a:path extrusionOk="0" h="4548" w="6707">
                    <a:moveTo>
                      <a:pt x="3368" y="0"/>
                    </a:moveTo>
                    <a:lnTo>
                      <a:pt x="3023" y="29"/>
                    </a:lnTo>
                    <a:lnTo>
                      <a:pt x="2677" y="58"/>
                    </a:lnTo>
                    <a:lnTo>
                      <a:pt x="2361" y="116"/>
                    </a:lnTo>
                    <a:lnTo>
                      <a:pt x="2044" y="202"/>
                    </a:lnTo>
                    <a:lnTo>
                      <a:pt x="1756" y="288"/>
                    </a:lnTo>
                    <a:lnTo>
                      <a:pt x="1469" y="403"/>
                    </a:lnTo>
                    <a:lnTo>
                      <a:pt x="1210" y="519"/>
                    </a:lnTo>
                    <a:lnTo>
                      <a:pt x="979" y="662"/>
                    </a:lnTo>
                    <a:lnTo>
                      <a:pt x="778" y="835"/>
                    </a:lnTo>
                    <a:lnTo>
                      <a:pt x="576" y="1008"/>
                    </a:lnTo>
                    <a:lnTo>
                      <a:pt x="404" y="1209"/>
                    </a:lnTo>
                    <a:lnTo>
                      <a:pt x="260" y="1382"/>
                    </a:lnTo>
                    <a:lnTo>
                      <a:pt x="145" y="1612"/>
                    </a:lnTo>
                    <a:lnTo>
                      <a:pt x="58" y="1814"/>
                    </a:lnTo>
                    <a:lnTo>
                      <a:pt x="30" y="2044"/>
                    </a:lnTo>
                    <a:lnTo>
                      <a:pt x="1" y="2274"/>
                    </a:lnTo>
                    <a:lnTo>
                      <a:pt x="30" y="2504"/>
                    </a:lnTo>
                    <a:lnTo>
                      <a:pt x="58" y="2735"/>
                    </a:lnTo>
                    <a:lnTo>
                      <a:pt x="145" y="2965"/>
                    </a:lnTo>
                    <a:lnTo>
                      <a:pt x="260" y="3166"/>
                    </a:lnTo>
                    <a:lnTo>
                      <a:pt x="404" y="3368"/>
                    </a:lnTo>
                    <a:lnTo>
                      <a:pt x="576" y="3540"/>
                    </a:lnTo>
                    <a:lnTo>
                      <a:pt x="778" y="3713"/>
                    </a:lnTo>
                    <a:lnTo>
                      <a:pt x="979" y="3886"/>
                    </a:lnTo>
                    <a:lnTo>
                      <a:pt x="1210" y="4030"/>
                    </a:lnTo>
                    <a:lnTo>
                      <a:pt x="1469" y="4145"/>
                    </a:lnTo>
                    <a:lnTo>
                      <a:pt x="1756" y="4260"/>
                    </a:lnTo>
                    <a:lnTo>
                      <a:pt x="2044" y="4375"/>
                    </a:lnTo>
                    <a:lnTo>
                      <a:pt x="2361" y="4433"/>
                    </a:lnTo>
                    <a:lnTo>
                      <a:pt x="2677" y="4490"/>
                    </a:lnTo>
                    <a:lnTo>
                      <a:pt x="3023" y="4519"/>
                    </a:lnTo>
                    <a:lnTo>
                      <a:pt x="3368" y="4548"/>
                    </a:lnTo>
                    <a:lnTo>
                      <a:pt x="3685" y="4519"/>
                    </a:lnTo>
                    <a:lnTo>
                      <a:pt x="4030" y="4490"/>
                    </a:lnTo>
                    <a:lnTo>
                      <a:pt x="4346" y="4433"/>
                    </a:lnTo>
                    <a:lnTo>
                      <a:pt x="4663" y="4375"/>
                    </a:lnTo>
                    <a:lnTo>
                      <a:pt x="4951" y="4260"/>
                    </a:lnTo>
                    <a:lnTo>
                      <a:pt x="5239" y="4145"/>
                    </a:lnTo>
                    <a:lnTo>
                      <a:pt x="5498" y="4030"/>
                    </a:lnTo>
                    <a:lnTo>
                      <a:pt x="5728" y="3886"/>
                    </a:lnTo>
                    <a:lnTo>
                      <a:pt x="5958" y="3713"/>
                    </a:lnTo>
                    <a:lnTo>
                      <a:pt x="6131" y="3540"/>
                    </a:lnTo>
                    <a:lnTo>
                      <a:pt x="6303" y="3368"/>
                    </a:lnTo>
                    <a:lnTo>
                      <a:pt x="6447" y="3166"/>
                    </a:lnTo>
                    <a:lnTo>
                      <a:pt x="6563" y="2965"/>
                    </a:lnTo>
                    <a:lnTo>
                      <a:pt x="6649" y="2735"/>
                    </a:lnTo>
                    <a:lnTo>
                      <a:pt x="6706" y="2504"/>
                    </a:lnTo>
                    <a:lnTo>
                      <a:pt x="6706" y="2274"/>
                    </a:lnTo>
                    <a:lnTo>
                      <a:pt x="6706" y="2044"/>
                    </a:lnTo>
                    <a:lnTo>
                      <a:pt x="6649" y="1814"/>
                    </a:lnTo>
                    <a:lnTo>
                      <a:pt x="6563" y="1612"/>
                    </a:lnTo>
                    <a:lnTo>
                      <a:pt x="6447" y="1382"/>
                    </a:lnTo>
                    <a:lnTo>
                      <a:pt x="6303" y="1209"/>
                    </a:lnTo>
                    <a:lnTo>
                      <a:pt x="6131" y="1008"/>
                    </a:lnTo>
                    <a:lnTo>
                      <a:pt x="5958" y="835"/>
                    </a:lnTo>
                    <a:lnTo>
                      <a:pt x="5728" y="662"/>
                    </a:lnTo>
                    <a:lnTo>
                      <a:pt x="5498" y="519"/>
                    </a:lnTo>
                    <a:lnTo>
                      <a:pt x="5239" y="403"/>
                    </a:lnTo>
                    <a:lnTo>
                      <a:pt x="4951" y="288"/>
                    </a:lnTo>
                    <a:lnTo>
                      <a:pt x="4663" y="202"/>
                    </a:lnTo>
                    <a:lnTo>
                      <a:pt x="4346" y="116"/>
                    </a:lnTo>
                    <a:lnTo>
                      <a:pt x="4030" y="58"/>
                    </a:lnTo>
                    <a:lnTo>
                      <a:pt x="3685" y="29"/>
                    </a:lnTo>
                    <a:lnTo>
                      <a:pt x="33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1676350" y="4365150"/>
                <a:ext cx="159050" cy="133850"/>
              </a:xfrm>
              <a:custGeom>
                <a:rect b="b" l="l" r="r" t="t"/>
                <a:pathLst>
                  <a:path extrusionOk="0" h="5354" w="6362">
                    <a:moveTo>
                      <a:pt x="2850" y="1"/>
                    </a:moveTo>
                    <a:lnTo>
                      <a:pt x="2533" y="30"/>
                    </a:lnTo>
                    <a:lnTo>
                      <a:pt x="2246" y="116"/>
                    </a:lnTo>
                    <a:lnTo>
                      <a:pt x="1958" y="202"/>
                    </a:lnTo>
                    <a:lnTo>
                      <a:pt x="1670" y="317"/>
                    </a:lnTo>
                    <a:lnTo>
                      <a:pt x="1411" y="433"/>
                    </a:lnTo>
                    <a:lnTo>
                      <a:pt x="1152" y="605"/>
                    </a:lnTo>
                    <a:lnTo>
                      <a:pt x="951" y="778"/>
                    </a:lnTo>
                    <a:lnTo>
                      <a:pt x="720" y="951"/>
                    </a:lnTo>
                    <a:lnTo>
                      <a:pt x="548" y="1181"/>
                    </a:lnTo>
                    <a:lnTo>
                      <a:pt x="375" y="1382"/>
                    </a:lnTo>
                    <a:lnTo>
                      <a:pt x="260" y="1613"/>
                    </a:lnTo>
                    <a:lnTo>
                      <a:pt x="145" y="1872"/>
                    </a:lnTo>
                    <a:lnTo>
                      <a:pt x="58" y="2131"/>
                    </a:lnTo>
                    <a:lnTo>
                      <a:pt x="30" y="2390"/>
                    </a:lnTo>
                    <a:lnTo>
                      <a:pt x="1" y="2677"/>
                    </a:lnTo>
                    <a:lnTo>
                      <a:pt x="30" y="2936"/>
                    </a:lnTo>
                    <a:lnTo>
                      <a:pt x="58" y="3195"/>
                    </a:lnTo>
                    <a:lnTo>
                      <a:pt x="145" y="3454"/>
                    </a:lnTo>
                    <a:lnTo>
                      <a:pt x="260" y="3713"/>
                    </a:lnTo>
                    <a:lnTo>
                      <a:pt x="375" y="3944"/>
                    </a:lnTo>
                    <a:lnTo>
                      <a:pt x="548" y="4174"/>
                    </a:lnTo>
                    <a:lnTo>
                      <a:pt x="720" y="4375"/>
                    </a:lnTo>
                    <a:lnTo>
                      <a:pt x="951" y="4548"/>
                    </a:lnTo>
                    <a:lnTo>
                      <a:pt x="1152" y="4721"/>
                    </a:lnTo>
                    <a:lnTo>
                      <a:pt x="1411" y="4893"/>
                    </a:lnTo>
                    <a:lnTo>
                      <a:pt x="1670" y="5008"/>
                    </a:lnTo>
                    <a:lnTo>
                      <a:pt x="1958" y="5124"/>
                    </a:lnTo>
                    <a:lnTo>
                      <a:pt x="2246" y="5210"/>
                    </a:lnTo>
                    <a:lnTo>
                      <a:pt x="2533" y="5296"/>
                    </a:lnTo>
                    <a:lnTo>
                      <a:pt x="2850" y="5325"/>
                    </a:lnTo>
                    <a:lnTo>
                      <a:pt x="3195" y="5354"/>
                    </a:lnTo>
                    <a:lnTo>
                      <a:pt x="3512" y="5325"/>
                    </a:lnTo>
                    <a:lnTo>
                      <a:pt x="3829" y="5296"/>
                    </a:lnTo>
                    <a:lnTo>
                      <a:pt x="4145" y="5210"/>
                    </a:lnTo>
                    <a:lnTo>
                      <a:pt x="4433" y="5124"/>
                    </a:lnTo>
                    <a:lnTo>
                      <a:pt x="4721" y="5008"/>
                    </a:lnTo>
                    <a:lnTo>
                      <a:pt x="4980" y="4893"/>
                    </a:lnTo>
                    <a:lnTo>
                      <a:pt x="5210" y="4721"/>
                    </a:lnTo>
                    <a:lnTo>
                      <a:pt x="5440" y="4548"/>
                    </a:lnTo>
                    <a:lnTo>
                      <a:pt x="5642" y="4375"/>
                    </a:lnTo>
                    <a:lnTo>
                      <a:pt x="5843" y="4174"/>
                    </a:lnTo>
                    <a:lnTo>
                      <a:pt x="5987" y="3944"/>
                    </a:lnTo>
                    <a:lnTo>
                      <a:pt x="6131" y="3713"/>
                    </a:lnTo>
                    <a:lnTo>
                      <a:pt x="6246" y="3454"/>
                    </a:lnTo>
                    <a:lnTo>
                      <a:pt x="6304" y="3195"/>
                    </a:lnTo>
                    <a:lnTo>
                      <a:pt x="6361" y="2936"/>
                    </a:lnTo>
                    <a:lnTo>
                      <a:pt x="6361" y="2677"/>
                    </a:lnTo>
                    <a:lnTo>
                      <a:pt x="6361" y="2390"/>
                    </a:lnTo>
                    <a:lnTo>
                      <a:pt x="6304" y="2131"/>
                    </a:lnTo>
                    <a:lnTo>
                      <a:pt x="6246" y="1872"/>
                    </a:lnTo>
                    <a:lnTo>
                      <a:pt x="6131" y="1613"/>
                    </a:lnTo>
                    <a:lnTo>
                      <a:pt x="5987" y="1382"/>
                    </a:lnTo>
                    <a:lnTo>
                      <a:pt x="5843" y="1181"/>
                    </a:lnTo>
                    <a:lnTo>
                      <a:pt x="5642" y="951"/>
                    </a:lnTo>
                    <a:lnTo>
                      <a:pt x="5440" y="778"/>
                    </a:lnTo>
                    <a:lnTo>
                      <a:pt x="5210" y="605"/>
                    </a:lnTo>
                    <a:lnTo>
                      <a:pt x="4980" y="433"/>
                    </a:lnTo>
                    <a:lnTo>
                      <a:pt x="4721" y="317"/>
                    </a:lnTo>
                    <a:lnTo>
                      <a:pt x="4433" y="202"/>
                    </a:lnTo>
                    <a:lnTo>
                      <a:pt x="4145" y="116"/>
                    </a:lnTo>
                    <a:lnTo>
                      <a:pt x="3829" y="30"/>
                    </a:lnTo>
                    <a:lnTo>
                      <a:pt x="35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1588575" y="4371625"/>
                <a:ext cx="216600" cy="153275"/>
              </a:xfrm>
              <a:custGeom>
                <a:rect b="b" l="l" r="r" t="t"/>
                <a:pathLst>
                  <a:path extrusionOk="0" h="6131" w="8664">
                    <a:moveTo>
                      <a:pt x="4087" y="1"/>
                    </a:moveTo>
                    <a:lnTo>
                      <a:pt x="3627" y="58"/>
                    </a:lnTo>
                    <a:lnTo>
                      <a:pt x="3195" y="116"/>
                    </a:lnTo>
                    <a:lnTo>
                      <a:pt x="2792" y="231"/>
                    </a:lnTo>
                    <a:lnTo>
                      <a:pt x="2389" y="346"/>
                    </a:lnTo>
                    <a:lnTo>
                      <a:pt x="2015" y="519"/>
                    </a:lnTo>
                    <a:lnTo>
                      <a:pt x="1670" y="692"/>
                    </a:lnTo>
                    <a:lnTo>
                      <a:pt x="1353" y="893"/>
                    </a:lnTo>
                    <a:lnTo>
                      <a:pt x="1037" y="1095"/>
                    </a:lnTo>
                    <a:lnTo>
                      <a:pt x="778" y="1354"/>
                    </a:lnTo>
                    <a:lnTo>
                      <a:pt x="548" y="1584"/>
                    </a:lnTo>
                    <a:lnTo>
                      <a:pt x="375" y="1872"/>
                    </a:lnTo>
                    <a:lnTo>
                      <a:pt x="202" y="2131"/>
                    </a:lnTo>
                    <a:lnTo>
                      <a:pt x="87" y="2447"/>
                    </a:lnTo>
                    <a:lnTo>
                      <a:pt x="30" y="2735"/>
                    </a:lnTo>
                    <a:lnTo>
                      <a:pt x="1" y="3052"/>
                    </a:lnTo>
                    <a:lnTo>
                      <a:pt x="30" y="3368"/>
                    </a:lnTo>
                    <a:lnTo>
                      <a:pt x="87" y="3685"/>
                    </a:lnTo>
                    <a:lnTo>
                      <a:pt x="202" y="3972"/>
                    </a:lnTo>
                    <a:lnTo>
                      <a:pt x="375" y="4260"/>
                    </a:lnTo>
                    <a:lnTo>
                      <a:pt x="548" y="4519"/>
                    </a:lnTo>
                    <a:lnTo>
                      <a:pt x="778" y="4778"/>
                    </a:lnTo>
                    <a:lnTo>
                      <a:pt x="1037" y="5009"/>
                    </a:lnTo>
                    <a:lnTo>
                      <a:pt x="1353" y="5210"/>
                    </a:lnTo>
                    <a:lnTo>
                      <a:pt x="1670" y="5411"/>
                    </a:lnTo>
                    <a:lnTo>
                      <a:pt x="2015" y="5613"/>
                    </a:lnTo>
                    <a:lnTo>
                      <a:pt x="2389" y="5757"/>
                    </a:lnTo>
                    <a:lnTo>
                      <a:pt x="2792" y="5872"/>
                    </a:lnTo>
                    <a:lnTo>
                      <a:pt x="3195" y="5987"/>
                    </a:lnTo>
                    <a:lnTo>
                      <a:pt x="3627" y="6073"/>
                    </a:lnTo>
                    <a:lnTo>
                      <a:pt x="4087" y="6102"/>
                    </a:lnTo>
                    <a:lnTo>
                      <a:pt x="4548" y="6131"/>
                    </a:lnTo>
                    <a:lnTo>
                      <a:pt x="5210" y="6102"/>
                    </a:lnTo>
                    <a:lnTo>
                      <a:pt x="5872" y="5987"/>
                    </a:lnTo>
                    <a:lnTo>
                      <a:pt x="6476" y="5843"/>
                    </a:lnTo>
                    <a:lnTo>
                      <a:pt x="7023" y="5642"/>
                    </a:lnTo>
                    <a:lnTo>
                      <a:pt x="7541" y="5383"/>
                    </a:lnTo>
                    <a:lnTo>
                      <a:pt x="7771" y="5239"/>
                    </a:lnTo>
                    <a:lnTo>
                      <a:pt x="7973" y="5066"/>
                    </a:lnTo>
                    <a:lnTo>
                      <a:pt x="8174" y="4893"/>
                    </a:lnTo>
                    <a:lnTo>
                      <a:pt x="8347" y="4721"/>
                    </a:lnTo>
                    <a:lnTo>
                      <a:pt x="8519" y="4548"/>
                    </a:lnTo>
                    <a:lnTo>
                      <a:pt x="8663" y="4347"/>
                    </a:lnTo>
                    <a:lnTo>
                      <a:pt x="8203" y="3800"/>
                    </a:lnTo>
                    <a:lnTo>
                      <a:pt x="7800" y="3224"/>
                    </a:lnTo>
                    <a:lnTo>
                      <a:pt x="7455" y="2706"/>
                    </a:lnTo>
                    <a:lnTo>
                      <a:pt x="7109" y="2159"/>
                    </a:lnTo>
                    <a:lnTo>
                      <a:pt x="6793" y="1641"/>
                    </a:lnTo>
                    <a:lnTo>
                      <a:pt x="6534" y="1152"/>
                    </a:lnTo>
                    <a:lnTo>
                      <a:pt x="6044" y="174"/>
                    </a:lnTo>
                    <a:lnTo>
                      <a:pt x="5670" y="87"/>
                    </a:lnTo>
                    <a:lnTo>
                      <a:pt x="5325" y="30"/>
                    </a:lnTo>
                    <a:lnTo>
                      <a:pt x="49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753275" y="4419125"/>
                <a:ext cx="203625" cy="95700"/>
              </a:xfrm>
              <a:custGeom>
                <a:rect b="b" l="l" r="r" t="t"/>
                <a:pathLst>
                  <a:path extrusionOk="0" h="3828" w="8145">
                    <a:moveTo>
                      <a:pt x="3655" y="0"/>
                    </a:moveTo>
                    <a:lnTo>
                      <a:pt x="3252" y="29"/>
                    </a:lnTo>
                    <a:lnTo>
                      <a:pt x="2849" y="87"/>
                    </a:lnTo>
                    <a:lnTo>
                      <a:pt x="2475" y="144"/>
                    </a:lnTo>
                    <a:lnTo>
                      <a:pt x="2130" y="231"/>
                    </a:lnTo>
                    <a:lnTo>
                      <a:pt x="1784" y="317"/>
                    </a:lnTo>
                    <a:lnTo>
                      <a:pt x="1497" y="432"/>
                    </a:lnTo>
                    <a:lnTo>
                      <a:pt x="1209" y="547"/>
                    </a:lnTo>
                    <a:lnTo>
                      <a:pt x="921" y="691"/>
                    </a:lnTo>
                    <a:lnTo>
                      <a:pt x="691" y="835"/>
                    </a:lnTo>
                    <a:lnTo>
                      <a:pt x="489" y="1008"/>
                    </a:lnTo>
                    <a:lnTo>
                      <a:pt x="317" y="1180"/>
                    </a:lnTo>
                    <a:lnTo>
                      <a:pt x="173" y="1353"/>
                    </a:lnTo>
                    <a:lnTo>
                      <a:pt x="86" y="1526"/>
                    </a:lnTo>
                    <a:lnTo>
                      <a:pt x="29" y="1727"/>
                    </a:lnTo>
                    <a:lnTo>
                      <a:pt x="0" y="1929"/>
                    </a:lnTo>
                    <a:lnTo>
                      <a:pt x="29" y="2101"/>
                    </a:lnTo>
                    <a:lnTo>
                      <a:pt x="86" y="2303"/>
                    </a:lnTo>
                    <a:lnTo>
                      <a:pt x="173" y="2475"/>
                    </a:lnTo>
                    <a:lnTo>
                      <a:pt x="317" y="2648"/>
                    </a:lnTo>
                    <a:lnTo>
                      <a:pt x="489" y="2821"/>
                    </a:lnTo>
                    <a:lnTo>
                      <a:pt x="691" y="2993"/>
                    </a:lnTo>
                    <a:lnTo>
                      <a:pt x="921" y="3137"/>
                    </a:lnTo>
                    <a:lnTo>
                      <a:pt x="1209" y="3281"/>
                    </a:lnTo>
                    <a:lnTo>
                      <a:pt x="1497" y="3396"/>
                    </a:lnTo>
                    <a:lnTo>
                      <a:pt x="1784" y="3511"/>
                    </a:lnTo>
                    <a:lnTo>
                      <a:pt x="2130" y="3598"/>
                    </a:lnTo>
                    <a:lnTo>
                      <a:pt x="2475" y="3684"/>
                    </a:lnTo>
                    <a:lnTo>
                      <a:pt x="2849" y="3742"/>
                    </a:lnTo>
                    <a:lnTo>
                      <a:pt x="3252" y="3799"/>
                    </a:lnTo>
                    <a:lnTo>
                      <a:pt x="3655" y="3828"/>
                    </a:lnTo>
                    <a:lnTo>
                      <a:pt x="4490" y="3828"/>
                    </a:lnTo>
                    <a:lnTo>
                      <a:pt x="4892" y="3799"/>
                    </a:lnTo>
                    <a:lnTo>
                      <a:pt x="5267" y="3742"/>
                    </a:lnTo>
                    <a:lnTo>
                      <a:pt x="5641" y="3684"/>
                    </a:lnTo>
                    <a:lnTo>
                      <a:pt x="6015" y="3598"/>
                    </a:lnTo>
                    <a:lnTo>
                      <a:pt x="6331" y="3511"/>
                    </a:lnTo>
                    <a:lnTo>
                      <a:pt x="6648" y="3396"/>
                    </a:lnTo>
                    <a:lnTo>
                      <a:pt x="6936" y="3281"/>
                    </a:lnTo>
                    <a:lnTo>
                      <a:pt x="7195" y="3137"/>
                    </a:lnTo>
                    <a:lnTo>
                      <a:pt x="7454" y="2993"/>
                    </a:lnTo>
                    <a:lnTo>
                      <a:pt x="7655" y="2821"/>
                    </a:lnTo>
                    <a:lnTo>
                      <a:pt x="7828" y="2648"/>
                    </a:lnTo>
                    <a:lnTo>
                      <a:pt x="7943" y="2475"/>
                    </a:lnTo>
                    <a:lnTo>
                      <a:pt x="8058" y="2303"/>
                    </a:lnTo>
                    <a:lnTo>
                      <a:pt x="8116" y="2101"/>
                    </a:lnTo>
                    <a:lnTo>
                      <a:pt x="8145" y="1929"/>
                    </a:lnTo>
                    <a:lnTo>
                      <a:pt x="8116" y="1727"/>
                    </a:lnTo>
                    <a:lnTo>
                      <a:pt x="8058" y="1526"/>
                    </a:lnTo>
                    <a:lnTo>
                      <a:pt x="7943" y="1353"/>
                    </a:lnTo>
                    <a:lnTo>
                      <a:pt x="7828" y="1180"/>
                    </a:lnTo>
                    <a:lnTo>
                      <a:pt x="7655" y="1008"/>
                    </a:lnTo>
                    <a:lnTo>
                      <a:pt x="7454" y="835"/>
                    </a:lnTo>
                    <a:lnTo>
                      <a:pt x="7195" y="691"/>
                    </a:lnTo>
                    <a:lnTo>
                      <a:pt x="6936" y="547"/>
                    </a:lnTo>
                    <a:lnTo>
                      <a:pt x="6648" y="432"/>
                    </a:lnTo>
                    <a:lnTo>
                      <a:pt x="6331" y="317"/>
                    </a:lnTo>
                    <a:lnTo>
                      <a:pt x="6015" y="231"/>
                    </a:lnTo>
                    <a:lnTo>
                      <a:pt x="5641" y="144"/>
                    </a:lnTo>
                    <a:lnTo>
                      <a:pt x="5267" y="87"/>
                    </a:lnTo>
                    <a:lnTo>
                      <a:pt x="4892" y="29"/>
                    </a:lnTo>
                    <a:lnTo>
                      <a:pt x="44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1756225" y="4447900"/>
                <a:ext cx="159025" cy="133850"/>
              </a:xfrm>
              <a:custGeom>
                <a:rect b="b" l="l" r="r" t="t"/>
                <a:pathLst>
                  <a:path extrusionOk="0" h="5354" w="6361">
                    <a:moveTo>
                      <a:pt x="3166" y="1"/>
                    </a:moveTo>
                    <a:lnTo>
                      <a:pt x="2850" y="29"/>
                    </a:lnTo>
                    <a:lnTo>
                      <a:pt x="2533" y="58"/>
                    </a:lnTo>
                    <a:lnTo>
                      <a:pt x="2245" y="116"/>
                    </a:lnTo>
                    <a:lnTo>
                      <a:pt x="1929" y="202"/>
                    </a:lnTo>
                    <a:lnTo>
                      <a:pt x="1670" y="317"/>
                    </a:lnTo>
                    <a:lnTo>
                      <a:pt x="1411" y="461"/>
                    </a:lnTo>
                    <a:lnTo>
                      <a:pt x="1152" y="605"/>
                    </a:lnTo>
                    <a:lnTo>
                      <a:pt x="921" y="778"/>
                    </a:lnTo>
                    <a:lnTo>
                      <a:pt x="720" y="979"/>
                    </a:lnTo>
                    <a:lnTo>
                      <a:pt x="547" y="1180"/>
                    </a:lnTo>
                    <a:lnTo>
                      <a:pt x="375" y="1411"/>
                    </a:lnTo>
                    <a:lnTo>
                      <a:pt x="259" y="1641"/>
                    </a:lnTo>
                    <a:lnTo>
                      <a:pt x="144" y="1871"/>
                    </a:lnTo>
                    <a:lnTo>
                      <a:pt x="58" y="2130"/>
                    </a:lnTo>
                    <a:lnTo>
                      <a:pt x="0" y="2418"/>
                    </a:lnTo>
                    <a:lnTo>
                      <a:pt x="0" y="2677"/>
                    </a:lnTo>
                    <a:lnTo>
                      <a:pt x="0" y="2965"/>
                    </a:lnTo>
                    <a:lnTo>
                      <a:pt x="58" y="3224"/>
                    </a:lnTo>
                    <a:lnTo>
                      <a:pt x="144" y="3483"/>
                    </a:lnTo>
                    <a:lnTo>
                      <a:pt x="259" y="3713"/>
                    </a:lnTo>
                    <a:lnTo>
                      <a:pt x="375" y="3943"/>
                    </a:lnTo>
                    <a:lnTo>
                      <a:pt x="547" y="4174"/>
                    </a:lnTo>
                    <a:lnTo>
                      <a:pt x="720" y="4375"/>
                    </a:lnTo>
                    <a:lnTo>
                      <a:pt x="921" y="4576"/>
                    </a:lnTo>
                    <a:lnTo>
                      <a:pt x="1152" y="4749"/>
                    </a:lnTo>
                    <a:lnTo>
                      <a:pt x="1411" y="4893"/>
                    </a:lnTo>
                    <a:lnTo>
                      <a:pt x="1670" y="5037"/>
                    </a:lnTo>
                    <a:lnTo>
                      <a:pt x="1929" y="5152"/>
                    </a:lnTo>
                    <a:lnTo>
                      <a:pt x="2245" y="5238"/>
                    </a:lnTo>
                    <a:lnTo>
                      <a:pt x="2533" y="5296"/>
                    </a:lnTo>
                    <a:lnTo>
                      <a:pt x="2850" y="5353"/>
                    </a:lnTo>
                    <a:lnTo>
                      <a:pt x="3511" y="5353"/>
                    </a:lnTo>
                    <a:lnTo>
                      <a:pt x="3828" y="5296"/>
                    </a:lnTo>
                    <a:lnTo>
                      <a:pt x="4116" y="5238"/>
                    </a:lnTo>
                    <a:lnTo>
                      <a:pt x="4432" y="5152"/>
                    </a:lnTo>
                    <a:lnTo>
                      <a:pt x="4691" y="5037"/>
                    </a:lnTo>
                    <a:lnTo>
                      <a:pt x="4950" y="4893"/>
                    </a:lnTo>
                    <a:lnTo>
                      <a:pt x="5209" y="4749"/>
                    </a:lnTo>
                    <a:lnTo>
                      <a:pt x="5440" y="4576"/>
                    </a:lnTo>
                    <a:lnTo>
                      <a:pt x="5641" y="4375"/>
                    </a:lnTo>
                    <a:lnTo>
                      <a:pt x="5814" y="4174"/>
                    </a:lnTo>
                    <a:lnTo>
                      <a:pt x="5986" y="3943"/>
                    </a:lnTo>
                    <a:lnTo>
                      <a:pt x="6102" y="3713"/>
                    </a:lnTo>
                    <a:lnTo>
                      <a:pt x="6217" y="3483"/>
                    </a:lnTo>
                    <a:lnTo>
                      <a:pt x="6303" y="3224"/>
                    </a:lnTo>
                    <a:lnTo>
                      <a:pt x="6361" y="2965"/>
                    </a:lnTo>
                    <a:lnTo>
                      <a:pt x="6361" y="2677"/>
                    </a:lnTo>
                    <a:lnTo>
                      <a:pt x="6361" y="2418"/>
                    </a:lnTo>
                    <a:lnTo>
                      <a:pt x="6303" y="2130"/>
                    </a:lnTo>
                    <a:lnTo>
                      <a:pt x="6217" y="1871"/>
                    </a:lnTo>
                    <a:lnTo>
                      <a:pt x="6102" y="1641"/>
                    </a:lnTo>
                    <a:lnTo>
                      <a:pt x="5986" y="1411"/>
                    </a:lnTo>
                    <a:lnTo>
                      <a:pt x="5814" y="1180"/>
                    </a:lnTo>
                    <a:lnTo>
                      <a:pt x="5641" y="979"/>
                    </a:lnTo>
                    <a:lnTo>
                      <a:pt x="5440" y="778"/>
                    </a:lnTo>
                    <a:lnTo>
                      <a:pt x="5209" y="605"/>
                    </a:lnTo>
                    <a:lnTo>
                      <a:pt x="4950" y="461"/>
                    </a:lnTo>
                    <a:lnTo>
                      <a:pt x="4691" y="317"/>
                    </a:lnTo>
                    <a:lnTo>
                      <a:pt x="4432" y="202"/>
                    </a:lnTo>
                    <a:lnTo>
                      <a:pt x="4116" y="116"/>
                    </a:lnTo>
                    <a:lnTo>
                      <a:pt x="3828" y="58"/>
                    </a:lnTo>
                    <a:lnTo>
                      <a:pt x="3511" y="29"/>
                    </a:lnTo>
                    <a:lnTo>
                      <a:pt x="316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1842550" y="4514800"/>
                <a:ext cx="159750" cy="133850"/>
              </a:xfrm>
              <a:custGeom>
                <a:rect b="b" l="l" r="r" t="t"/>
                <a:pathLst>
                  <a:path extrusionOk="0" h="5354" w="6390">
                    <a:moveTo>
                      <a:pt x="3195" y="1"/>
                    </a:moveTo>
                    <a:lnTo>
                      <a:pt x="2879" y="30"/>
                    </a:lnTo>
                    <a:lnTo>
                      <a:pt x="2562" y="59"/>
                    </a:lnTo>
                    <a:lnTo>
                      <a:pt x="2246" y="116"/>
                    </a:lnTo>
                    <a:lnTo>
                      <a:pt x="1958" y="202"/>
                    </a:lnTo>
                    <a:lnTo>
                      <a:pt x="1670" y="318"/>
                    </a:lnTo>
                    <a:lnTo>
                      <a:pt x="1411" y="461"/>
                    </a:lnTo>
                    <a:lnTo>
                      <a:pt x="1181" y="605"/>
                    </a:lnTo>
                    <a:lnTo>
                      <a:pt x="951" y="778"/>
                    </a:lnTo>
                    <a:lnTo>
                      <a:pt x="749" y="979"/>
                    </a:lnTo>
                    <a:lnTo>
                      <a:pt x="548" y="1181"/>
                    </a:lnTo>
                    <a:lnTo>
                      <a:pt x="404" y="1411"/>
                    </a:lnTo>
                    <a:lnTo>
                      <a:pt x="260" y="1641"/>
                    </a:lnTo>
                    <a:lnTo>
                      <a:pt x="145" y="1872"/>
                    </a:lnTo>
                    <a:lnTo>
                      <a:pt x="87" y="2131"/>
                    </a:lnTo>
                    <a:lnTo>
                      <a:pt x="30" y="2418"/>
                    </a:lnTo>
                    <a:lnTo>
                      <a:pt x="1" y="2677"/>
                    </a:lnTo>
                    <a:lnTo>
                      <a:pt x="30" y="2965"/>
                    </a:lnTo>
                    <a:lnTo>
                      <a:pt x="87" y="3224"/>
                    </a:lnTo>
                    <a:lnTo>
                      <a:pt x="145" y="3483"/>
                    </a:lnTo>
                    <a:lnTo>
                      <a:pt x="260" y="3714"/>
                    </a:lnTo>
                    <a:lnTo>
                      <a:pt x="404" y="3944"/>
                    </a:lnTo>
                    <a:lnTo>
                      <a:pt x="548" y="4174"/>
                    </a:lnTo>
                    <a:lnTo>
                      <a:pt x="749" y="4375"/>
                    </a:lnTo>
                    <a:lnTo>
                      <a:pt x="951" y="4577"/>
                    </a:lnTo>
                    <a:lnTo>
                      <a:pt x="1181" y="4750"/>
                    </a:lnTo>
                    <a:lnTo>
                      <a:pt x="1411" y="4893"/>
                    </a:lnTo>
                    <a:lnTo>
                      <a:pt x="1670" y="5037"/>
                    </a:lnTo>
                    <a:lnTo>
                      <a:pt x="1958" y="5152"/>
                    </a:lnTo>
                    <a:lnTo>
                      <a:pt x="2246" y="5239"/>
                    </a:lnTo>
                    <a:lnTo>
                      <a:pt x="2562" y="5296"/>
                    </a:lnTo>
                    <a:lnTo>
                      <a:pt x="2879" y="5354"/>
                    </a:lnTo>
                    <a:lnTo>
                      <a:pt x="3512" y="5354"/>
                    </a:lnTo>
                    <a:lnTo>
                      <a:pt x="3829" y="5296"/>
                    </a:lnTo>
                    <a:lnTo>
                      <a:pt x="4145" y="5239"/>
                    </a:lnTo>
                    <a:lnTo>
                      <a:pt x="4433" y="5152"/>
                    </a:lnTo>
                    <a:lnTo>
                      <a:pt x="4721" y="5037"/>
                    </a:lnTo>
                    <a:lnTo>
                      <a:pt x="4980" y="4893"/>
                    </a:lnTo>
                    <a:lnTo>
                      <a:pt x="5239" y="4750"/>
                    </a:lnTo>
                    <a:lnTo>
                      <a:pt x="5440" y="4577"/>
                    </a:lnTo>
                    <a:lnTo>
                      <a:pt x="5670" y="4375"/>
                    </a:lnTo>
                    <a:lnTo>
                      <a:pt x="5843" y="4174"/>
                    </a:lnTo>
                    <a:lnTo>
                      <a:pt x="5987" y="3944"/>
                    </a:lnTo>
                    <a:lnTo>
                      <a:pt x="6131" y="3714"/>
                    </a:lnTo>
                    <a:lnTo>
                      <a:pt x="6246" y="3483"/>
                    </a:lnTo>
                    <a:lnTo>
                      <a:pt x="6332" y="3224"/>
                    </a:lnTo>
                    <a:lnTo>
                      <a:pt x="6361" y="2965"/>
                    </a:lnTo>
                    <a:lnTo>
                      <a:pt x="6390" y="2677"/>
                    </a:lnTo>
                    <a:lnTo>
                      <a:pt x="6361" y="2418"/>
                    </a:lnTo>
                    <a:lnTo>
                      <a:pt x="6332" y="2131"/>
                    </a:lnTo>
                    <a:lnTo>
                      <a:pt x="6246" y="1872"/>
                    </a:lnTo>
                    <a:lnTo>
                      <a:pt x="6131" y="1641"/>
                    </a:lnTo>
                    <a:lnTo>
                      <a:pt x="5987" y="1411"/>
                    </a:lnTo>
                    <a:lnTo>
                      <a:pt x="5843" y="1181"/>
                    </a:lnTo>
                    <a:lnTo>
                      <a:pt x="5670" y="979"/>
                    </a:lnTo>
                    <a:lnTo>
                      <a:pt x="5440" y="778"/>
                    </a:lnTo>
                    <a:lnTo>
                      <a:pt x="5239" y="605"/>
                    </a:lnTo>
                    <a:lnTo>
                      <a:pt x="4980" y="461"/>
                    </a:lnTo>
                    <a:lnTo>
                      <a:pt x="4721" y="318"/>
                    </a:lnTo>
                    <a:lnTo>
                      <a:pt x="4433" y="202"/>
                    </a:lnTo>
                    <a:lnTo>
                      <a:pt x="4145" y="116"/>
                    </a:lnTo>
                    <a:lnTo>
                      <a:pt x="3829" y="59"/>
                    </a:lnTo>
                    <a:lnTo>
                      <a:pt x="3512" y="30"/>
                    </a:lnTo>
                    <a:lnTo>
                      <a:pt x="31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1964875" y="4581725"/>
                <a:ext cx="159025" cy="133850"/>
              </a:xfrm>
              <a:custGeom>
                <a:rect b="b" l="l" r="r" t="t"/>
                <a:pathLst>
                  <a:path extrusionOk="0" h="5354" w="6361">
                    <a:moveTo>
                      <a:pt x="3195" y="0"/>
                    </a:moveTo>
                    <a:lnTo>
                      <a:pt x="2850" y="29"/>
                    </a:lnTo>
                    <a:lnTo>
                      <a:pt x="2533" y="58"/>
                    </a:lnTo>
                    <a:lnTo>
                      <a:pt x="2245" y="116"/>
                    </a:lnTo>
                    <a:lnTo>
                      <a:pt x="1929" y="202"/>
                    </a:lnTo>
                    <a:lnTo>
                      <a:pt x="1670" y="317"/>
                    </a:lnTo>
                    <a:lnTo>
                      <a:pt x="1411" y="461"/>
                    </a:lnTo>
                    <a:lnTo>
                      <a:pt x="1152" y="605"/>
                    </a:lnTo>
                    <a:lnTo>
                      <a:pt x="921" y="777"/>
                    </a:lnTo>
                    <a:lnTo>
                      <a:pt x="720" y="979"/>
                    </a:lnTo>
                    <a:lnTo>
                      <a:pt x="547" y="1180"/>
                    </a:lnTo>
                    <a:lnTo>
                      <a:pt x="375" y="1411"/>
                    </a:lnTo>
                    <a:lnTo>
                      <a:pt x="259" y="1641"/>
                    </a:lnTo>
                    <a:lnTo>
                      <a:pt x="144" y="1900"/>
                    </a:lnTo>
                    <a:lnTo>
                      <a:pt x="58" y="2130"/>
                    </a:lnTo>
                    <a:lnTo>
                      <a:pt x="0" y="2418"/>
                    </a:lnTo>
                    <a:lnTo>
                      <a:pt x="0" y="2677"/>
                    </a:lnTo>
                    <a:lnTo>
                      <a:pt x="0" y="2965"/>
                    </a:lnTo>
                    <a:lnTo>
                      <a:pt x="58" y="3224"/>
                    </a:lnTo>
                    <a:lnTo>
                      <a:pt x="144" y="3483"/>
                    </a:lnTo>
                    <a:lnTo>
                      <a:pt x="259" y="3713"/>
                    </a:lnTo>
                    <a:lnTo>
                      <a:pt x="375" y="3972"/>
                    </a:lnTo>
                    <a:lnTo>
                      <a:pt x="547" y="4173"/>
                    </a:lnTo>
                    <a:lnTo>
                      <a:pt x="720" y="4375"/>
                    </a:lnTo>
                    <a:lnTo>
                      <a:pt x="921" y="4576"/>
                    </a:lnTo>
                    <a:lnTo>
                      <a:pt x="1152" y="4749"/>
                    </a:lnTo>
                    <a:lnTo>
                      <a:pt x="1411" y="4893"/>
                    </a:lnTo>
                    <a:lnTo>
                      <a:pt x="1670" y="5037"/>
                    </a:lnTo>
                    <a:lnTo>
                      <a:pt x="1929" y="5152"/>
                    </a:lnTo>
                    <a:lnTo>
                      <a:pt x="2245" y="5238"/>
                    </a:lnTo>
                    <a:lnTo>
                      <a:pt x="2533" y="5296"/>
                    </a:lnTo>
                    <a:lnTo>
                      <a:pt x="2850" y="5353"/>
                    </a:lnTo>
                    <a:lnTo>
                      <a:pt x="3511" y="5353"/>
                    </a:lnTo>
                    <a:lnTo>
                      <a:pt x="3828" y="5296"/>
                    </a:lnTo>
                    <a:lnTo>
                      <a:pt x="4116" y="5238"/>
                    </a:lnTo>
                    <a:lnTo>
                      <a:pt x="4432" y="5152"/>
                    </a:lnTo>
                    <a:lnTo>
                      <a:pt x="4691" y="5037"/>
                    </a:lnTo>
                    <a:lnTo>
                      <a:pt x="4950" y="4893"/>
                    </a:lnTo>
                    <a:lnTo>
                      <a:pt x="5209" y="4749"/>
                    </a:lnTo>
                    <a:lnTo>
                      <a:pt x="5440" y="4576"/>
                    </a:lnTo>
                    <a:lnTo>
                      <a:pt x="5641" y="4375"/>
                    </a:lnTo>
                    <a:lnTo>
                      <a:pt x="5814" y="4173"/>
                    </a:lnTo>
                    <a:lnTo>
                      <a:pt x="5987" y="3972"/>
                    </a:lnTo>
                    <a:lnTo>
                      <a:pt x="6130" y="3713"/>
                    </a:lnTo>
                    <a:lnTo>
                      <a:pt x="6217" y="3483"/>
                    </a:lnTo>
                    <a:lnTo>
                      <a:pt x="6303" y="3224"/>
                    </a:lnTo>
                    <a:lnTo>
                      <a:pt x="6361" y="2965"/>
                    </a:lnTo>
                    <a:lnTo>
                      <a:pt x="6361" y="2677"/>
                    </a:lnTo>
                    <a:lnTo>
                      <a:pt x="6361" y="2418"/>
                    </a:lnTo>
                    <a:lnTo>
                      <a:pt x="6303" y="2130"/>
                    </a:lnTo>
                    <a:lnTo>
                      <a:pt x="6217" y="1900"/>
                    </a:lnTo>
                    <a:lnTo>
                      <a:pt x="6130" y="1641"/>
                    </a:lnTo>
                    <a:lnTo>
                      <a:pt x="5987" y="1411"/>
                    </a:lnTo>
                    <a:lnTo>
                      <a:pt x="5814" y="1180"/>
                    </a:lnTo>
                    <a:lnTo>
                      <a:pt x="5641" y="979"/>
                    </a:lnTo>
                    <a:lnTo>
                      <a:pt x="5440" y="777"/>
                    </a:lnTo>
                    <a:lnTo>
                      <a:pt x="5209" y="605"/>
                    </a:lnTo>
                    <a:lnTo>
                      <a:pt x="4950" y="461"/>
                    </a:lnTo>
                    <a:lnTo>
                      <a:pt x="4691" y="317"/>
                    </a:lnTo>
                    <a:lnTo>
                      <a:pt x="4432" y="202"/>
                    </a:lnTo>
                    <a:lnTo>
                      <a:pt x="4116" y="116"/>
                    </a:lnTo>
                    <a:lnTo>
                      <a:pt x="3828" y="58"/>
                    </a:lnTo>
                    <a:lnTo>
                      <a:pt x="3511" y="29"/>
                    </a:lnTo>
                    <a:lnTo>
                      <a:pt x="3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820900" y="4600425"/>
                <a:ext cx="187075" cy="320200"/>
              </a:xfrm>
              <a:custGeom>
                <a:rect b="b" l="l" r="r" t="t"/>
                <a:pathLst>
                  <a:path extrusionOk="0" h="12808" w="7483">
                    <a:moveTo>
                      <a:pt x="0" y="1"/>
                    </a:moveTo>
                    <a:lnTo>
                      <a:pt x="0" y="12807"/>
                    </a:lnTo>
                    <a:lnTo>
                      <a:pt x="7483" y="12807"/>
                    </a:lnTo>
                    <a:lnTo>
                      <a:pt x="74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1312300" y="4606175"/>
                <a:ext cx="187100" cy="320200"/>
              </a:xfrm>
              <a:custGeom>
                <a:rect b="b" l="l" r="r" t="t"/>
                <a:pathLst>
                  <a:path extrusionOk="0" h="12808" w="7484">
                    <a:moveTo>
                      <a:pt x="1" y="1"/>
                    </a:moveTo>
                    <a:lnTo>
                      <a:pt x="1" y="12808"/>
                    </a:lnTo>
                    <a:lnTo>
                      <a:pt x="7483" y="12808"/>
                    </a:lnTo>
                    <a:lnTo>
                      <a:pt x="74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1509450" y="4632075"/>
                <a:ext cx="241050" cy="123800"/>
              </a:xfrm>
              <a:custGeom>
                <a:rect b="b" l="l" r="r" t="t"/>
                <a:pathLst>
                  <a:path extrusionOk="0" h="4952" w="9642">
                    <a:moveTo>
                      <a:pt x="4317" y="1"/>
                    </a:moveTo>
                    <a:lnTo>
                      <a:pt x="3857" y="59"/>
                    </a:lnTo>
                    <a:lnTo>
                      <a:pt x="3396" y="145"/>
                    </a:lnTo>
                    <a:lnTo>
                      <a:pt x="2936" y="260"/>
                    </a:lnTo>
                    <a:lnTo>
                      <a:pt x="2504" y="404"/>
                    </a:lnTo>
                    <a:lnTo>
                      <a:pt x="2130" y="548"/>
                    </a:lnTo>
                    <a:lnTo>
                      <a:pt x="1756" y="749"/>
                    </a:lnTo>
                    <a:lnTo>
                      <a:pt x="1410" y="951"/>
                    </a:lnTo>
                    <a:lnTo>
                      <a:pt x="1094" y="1181"/>
                    </a:lnTo>
                    <a:lnTo>
                      <a:pt x="806" y="1440"/>
                    </a:lnTo>
                    <a:lnTo>
                      <a:pt x="576" y="1699"/>
                    </a:lnTo>
                    <a:lnTo>
                      <a:pt x="374" y="1987"/>
                    </a:lnTo>
                    <a:lnTo>
                      <a:pt x="202" y="2303"/>
                    </a:lnTo>
                    <a:lnTo>
                      <a:pt x="86" y="2620"/>
                    </a:lnTo>
                    <a:lnTo>
                      <a:pt x="29" y="2936"/>
                    </a:lnTo>
                    <a:lnTo>
                      <a:pt x="0" y="3253"/>
                    </a:lnTo>
                    <a:lnTo>
                      <a:pt x="29" y="3570"/>
                    </a:lnTo>
                    <a:lnTo>
                      <a:pt x="86" y="3857"/>
                    </a:lnTo>
                    <a:lnTo>
                      <a:pt x="173" y="4116"/>
                    </a:lnTo>
                    <a:lnTo>
                      <a:pt x="288" y="4404"/>
                    </a:lnTo>
                    <a:lnTo>
                      <a:pt x="1381" y="4001"/>
                    </a:lnTo>
                    <a:lnTo>
                      <a:pt x="2302" y="3627"/>
                    </a:lnTo>
                    <a:lnTo>
                      <a:pt x="3051" y="3311"/>
                    </a:lnTo>
                    <a:lnTo>
                      <a:pt x="3626" y="3052"/>
                    </a:lnTo>
                    <a:lnTo>
                      <a:pt x="4979" y="3570"/>
                    </a:lnTo>
                    <a:lnTo>
                      <a:pt x="6332" y="4059"/>
                    </a:lnTo>
                    <a:lnTo>
                      <a:pt x="7655" y="4519"/>
                    </a:lnTo>
                    <a:lnTo>
                      <a:pt x="8922" y="4951"/>
                    </a:lnTo>
                    <a:lnTo>
                      <a:pt x="9094" y="4778"/>
                    </a:lnTo>
                    <a:lnTo>
                      <a:pt x="9238" y="4577"/>
                    </a:lnTo>
                    <a:lnTo>
                      <a:pt x="9353" y="4375"/>
                    </a:lnTo>
                    <a:lnTo>
                      <a:pt x="9468" y="4145"/>
                    </a:lnTo>
                    <a:lnTo>
                      <a:pt x="9526" y="3944"/>
                    </a:lnTo>
                    <a:lnTo>
                      <a:pt x="9584" y="3714"/>
                    </a:lnTo>
                    <a:lnTo>
                      <a:pt x="9641" y="3483"/>
                    </a:lnTo>
                    <a:lnTo>
                      <a:pt x="9641" y="3253"/>
                    </a:lnTo>
                    <a:lnTo>
                      <a:pt x="9612" y="2936"/>
                    </a:lnTo>
                    <a:lnTo>
                      <a:pt x="9555" y="2620"/>
                    </a:lnTo>
                    <a:lnTo>
                      <a:pt x="9440" y="2303"/>
                    </a:lnTo>
                    <a:lnTo>
                      <a:pt x="9267" y="1987"/>
                    </a:lnTo>
                    <a:lnTo>
                      <a:pt x="9066" y="1699"/>
                    </a:lnTo>
                    <a:lnTo>
                      <a:pt x="8807" y="1440"/>
                    </a:lnTo>
                    <a:lnTo>
                      <a:pt x="8548" y="1181"/>
                    </a:lnTo>
                    <a:lnTo>
                      <a:pt x="8231" y="951"/>
                    </a:lnTo>
                    <a:lnTo>
                      <a:pt x="7886" y="749"/>
                    </a:lnTo>
                    <a:lnTo>
                      <a:pt x="7511" y="548"/>
                    </a:lnTo>
                    <a:lnTo>
                      <a:pt x="7109" y="404"/>
                    </a:lnTo>
                    <a:lnTo>
                      <a:pt x="6706" y="260"/>
                    </a:lnTo>
                    <a:lnTo>
                      <a:pt x="6245" y="145"/>
                    </a:lnTo>
                    <a:lnTo>
                      <a:pt x="5785" y="59"/>
                    </a:lnTo>
                    <a:lnTo>
                      <a:pt x="532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1323100" y="4870225"/>
                <a:ext cx="165500" cy="43200"/>
              </a:xfrm>
              <a:custGeom>
                <a:rect b="b" l="l" r="r" t="t"/>
                <a:pathLst>
                  <a:path extrusionOk="0" h="1728" w="6620">
                    <a:moveTo>
                      <a:pt x="5238" y="1"/>
                    </a:moveTo>
                    <a:lnTo>
                      <a:pt x="5065" y="30"/>
                    </a:lnTo>
                    <a:lnTo>
                      <a:pt x="4922" y="58"/>
                    </a:lnTo>
                    <a:lnTo>
                      <a:pt x="4778" y="116"/>
                    </a:lnTo>
                    <a:lnTo>
                      <a:pt x="4634" y="202"/>
                    </a:lnTo>
                    <a:lnTo>
                      <a:pt x="4519" y="289"/>
                    </a:lnTo>
                    <a:lnTo>
                      <a:pt x="4403" y="404"/>
                    </a:lnTo>
                    <a:lnTo>
                      <a:pt x="4288" y="548"/>
                    </a:lnTo>
                    <a:lnTo>
                      <a:pt x="4202" y="663"/>
                    </a:lnTo>
                    <a:lnTo>
                      <a:pt x="4058" y="490"/>
                    </a:lnTo>
                    <a:lnTo>
                      <a:pt x="3857" y="317"/>
                    </a:lnTo>
                    <a:lnTo>
                      <a:pt x="3742" y="231"/>
                    </a:lnTo>
                    <a:lnTo>
                      <a:pt x="3626" y="174"/>
                    </a:lnTo>
                    <a:lnTo>
                      <a:pt x="3483" y="116"/>
                    </a:lnTo>
                    <a:lnTo>
                      <a:pt x="3310" y="87"/>
                    </a:lnTo>
                    <a:lnTo>
                      <a:pt x="3022" y="87"/>
                    </a:lnTo>
                    <a:lnTo>
                      <a:pt x="2878" y="145"/>
                    </a:lnTo>
                    <a:lnTo>
                      <a:pt x="2734" y="231"/>
                    </a:lnTo>
                    <a:lnTo>
                      <a:pt x="2590" y="317"/>
                    </a:lnTo>
                    <a:lnTo>
                      <a:pt x="2475" y="433"/>
                    </a:lnTo>
                    <a:lnTo>
                      <a:pt x="2331" y="548"/>
                    </a:lnTo>
                    <a:lnTo>
                      <a:pt x="2245" y="692"/>
                    </a:lnTo>
                    <a:lnTo>
                      <a:pt x="2130" y="548"/>
                    </a:lnTo>
                    <a:lnTo>
                      <a:pt x="1986" y="433"/>
                    </a:lnTo>
                    <a:lnTo>
                      <a:pt x="1842" y="346"/>
                    </a:lnTo>
                    <a:lnTo>
                      <a:pt x="1669" y="260"/>
                    </a:lnTo>
                    <a:lnTo>
                      <a:pt x="1526" y="202"/>
                    </a:lnTo>
                    <a:lnTo>
                      <a:pt x="1324" y="174"/>
                    </a:lnTo>
                    <a:lnTo>
                      <a:pt x="979" y="174"/>
                    </a:lnTo>
                    <a:lnTo>
                      <a:pt x="806" y="231"/>
                    </a:lnTo>
                    <a:lnTo>
                      <a:pt x="633" y="317"/>
                    </a:lnTo>
                    <a:lnTo>
                      <a:pt x="461" y="433"/>
                    </a:lnTo>
                    <a:lnTo>
                      <a:pt x="317" y="548"/>
                    </a:lnTo>
                    <a:lnTo>
                      <a:pt x="202" y="692"/>
                    </a:lnTo>
                    <a:lnTo>
                      <a:pt x="115" y="864"/>
                    </a:lnTo>
                    <a:lnTo>
                      <a:pt x="29" y="1066"/>
                    </a:lnTo>
                    <a:lnTo>
                      <a:pt x="0" y="1267"/>
                    </a:lnTo>
                    <a:lnTo>
                      <a:pt x="0" y="1354"/>
                    </a:lnTo>
                    <a:lnTo>
                      <a:pt x="29" y="1411"/>
                    </a:lnTo>
                    <a:lnTo>
                      <a:pt x="87" y="1469"/>
                    </a:lnTo>
                    <a:lnTo>
                      <a:pt x="173" y="1526"/>
                    </a:lnTo>
                    <a:lnTo>
                      <a:pt x="259" y="1497"/>
                    </a:lnTo>
                    <a:lnTo>
                      <a:pt x="346" y="1469"/>
                    </a:lnTo>
                    <a:lnTo>
                      <a:pt x="403" y="1411"/>
                    </a:lnTo>
                    <a:lnTo>
                      <a:pt x="432" y="1325"/>
                    </a:lnTo>
                    <a:lnTo>
                      <a:pt x="461" y="1210"/>
                    </a:lnTo>
                    <a:lnTo>
                      <a:pt x="518" y="1066"/>
                    </a:lnTo>
                    <a:lnTo>
                      <a:pt x="576" y="979"/>
                    </a:lnTo>
                    <a:lnTo>
                      <a:pt x="662" y="864"/>
                    </a:lnTo>
                    <a:lnTo>
                      <a:pt x="748" y="778"/>
                    </a:lnTo>
                    <a:lnTo>
                      <a:pt x="835" y="720"/>
                    </a:lnTo>
                    <a:lnTo>
                      <a:pt x="950" y="663"/>
                    </a:lnTo>
                    <a:lnTo>
                      <a:pt x="1065" y="634"/>
                    </a:lnTo>
                    <a:lnTo>
                      <a:pt x="1209" y="605"/>
                    </a:lnTo>
                    <a:lnTo>
                      <a:pt x="1382" y="634"/>
                    </a:lnTo>
                    <a:lnTo>
                      <a:pt x="1526" y="663"/>
                    </a:lnTo>
                    <a:lnTo>
                      <a:pt x="1641" y="749"/>
                    </a:lnTo>
                    <a:lnTo>
                      <a:pt x="1785" y="864"/>
                    </a:lnTo>
                    <a:lnTo>
                      <a:pt x="1871" y="979"/>
                    </a:lnTo>
                    <a:lnTo>
                      <a:pt x="1957" y="1123"/>
                    </a:lnTo>
                    <a:lnTo>
                      <a:pt x="2015" y="1267"/>
                    </a:lnTo>
                    <a:lnTo>
                      <a:pt x="2044" y="1354"/>
                    </a:lnTo>
                    <a:lnTo>
                      <a:pt x="2101" y="1382"/>
                    </a:lnTo>
                    <a:lnTo>
                      <a:pt x="2159" y="1440"/>
                    </a:lnTo>
                    <a:lnTo>
                      <a:pt x="2303" y="1440"/>
                    </a:lnTo>
                    <a:lnTo>
                      <a:pt x="2360" y="1382"/>
                    </a:lnTo>
                    <a:lnTo>
                      <a:pt x="2418" y="1354"/>
                    </a:lnTo>
                    <a:lnTo>
                      <a:pt x="2446" y="1296"/>
                    </a:lnTo>
                    <a:lnTo>
                      <a:pt x="2533" y="1123"/>
                    </a:lnTo>
                    <a:lnTo>
                      <a:pt x="2590" y="951"/>
                    </a:lnTo>
                    <a:lnTo>
                      <a:pt x="2705" y="836"/>
                    </a:lnTo>
                    <a:lnTo>
                      <a:pt x="2792" y="720"/>
                    </a:lnTo>
                    <a:lnTo>
                      <a:pt x="2907" y="634"/>
                    </a:lnTo>
                    <a:lnTo>
                      <a:pt x="3051" y="577"/>
                    </a:lnTo>
                    <a:lnTo>
                      <a:pt x="3166" y="548"/>
                    </a:lnTo>
                    <a:lnTo>
                      <a:pt x="3281" y="519"/>
                    </a:lnTo>
                    <a:lnTo>
                      <a:pt x="3367" y="548"/>
                    </a:lnTo>
                    <a:lnTo>
                      <a:pt x="3483" y="605"/>
                    </a:lnTo>
                    <a:lnTo>
                      <a:pt x="3626" y="720"/>
                    </a:lnTo>
                    <a:lnTo>
                      <a:pt x="3770" y="836"/>
                    </a:lnTo>
                    <a:lnTo>
                      <a:pt x="3828" y="951"/>
                    </a:lnTo>
                    <a:lnTo>
                      <a:pt x="3943" y="1123"/>
                    </a:lnTo>
                    <a:lnTo>
                      <a:pt x="4029" y="1354"/>
                    </a:lnTo>
                    <a:lnTo>
                      <a:pt x="4058" y="1411"/>
                    </a:lnTo>
                    <a:lnTo>
                      <a:pt x="4116" y="1469"/>
                    </a:lnTo>
                    <a:lnTo>
                      <a:pt x="4173" y="1497"/>
                    </a:lnTo>
                    <a:lnTo>
                      <a:pt x="4260" y="1526"/>
                    </a:lnTo>
                    <a:lnTo>
                      <a:pt x="4346" y="1497"/>
                    </a:lnTo>
                    <a:lnTo>
                      <a:pt x="4403" y="1440"/>
                    </a:lnTo>
                    <a:lnTo>
                      <a:pt x="4432" y="1382"/>
                    </a:lnTo>
                    <a:lnTo>
                      <a:pt x="4461" y="1325"/>
                    </a:lnTo>
                    <a:lnTo>
                      <a:pt x="4490" y="1152"/>
                    </a:lnTo>
                    <a:lnTo>
                      <a:pt x="4547" y="979"/>
                    </a:lnTo>
                    <a:lnTo>
                      <a:pt x="4634" y="836"/>
                    </a:lnTo>
                    <a:lnTo>
                      <a:pt x="4720" y="720"/>
                    </a:lnTo>
                    <a:lnTo>
                      <a:pt x="4835" y="605"/>
                    </a:lnTo>
                    <a:lnTo>
                      <a:pt x="4979" y="519"/>
                    </a:lnTo>
                    <a:lnTo>
                      <a:pt x="5123" y="461"/>
                    </a:lnTo>
                    <a:lnTo>
                      <a:pt x="5267" y="433"/>
                    </a:lnTo>
                    <a:lnTo>
                      <a:pt x="5411" y="461"/>
                    </a:lnTo>
                    <a:lnTo>
                      <a:pt x="5583" y="490"/>
                    </a:lnTo>
                    <a:lnTo>
                      <a:pt x="5727" y="577"/>
                    </a:lnTo>
                    <a:lnTo>
                      <a:pt x="5871" y="692"/>
                    </a:lnTo>
                    <a:lnTo>
                      <a:pt x="6015" y="864"/>
                    </a:lnTo>
                    <a:lnTo>
                      <a:pt x="6101" y="1066"/>
                    </a:lnTo>
                    <a:lnTo>
                      <a:pt x="6159" y="1267"/>
                    </a:lnTo>
                    <a:lnTo>
                      <a:pt x="6188" y="1497"/>
                    </a:lnTo>
                    <a:lnTo>
                      <a:pt x="6188" y="1584"/>
                    </a:lnTo>
                    <a:lnTo>
                      <a:pt x="6217" y="1670"/>
                    </a:lnTo>
                    <a:lnTo>
                      <a:pt x="6303" y="1728"/>
                    </a:lnTo>
                    <a:lnTo>
                      <a:pt x="6476" y="1728"/>
                    </a:lnTo>
                    <a:lnTo>
                      <a:pt x="6562" y="1670"/>
                    </a:lnTo>
                    <a:lnTo>
                      <a:pt x="6591" y="1613"/>
                    </a:lnTo>
                    <a:lnTo>
                      <a:pt x="6619" y="1526"/>
                    </a:lnTo>
                    <a:lnTo>
                      <a:pt x="6619" y="1210"/>
                    </a:lnTo>
                    <a:lnTo>
                      <a:pt x="6533" y="922"/>
                    </a:lnTo>
                    <a:lnTo>
                      <a:pt x="6389" y="634"/>
                    </a:lnTo>
                    <a:lnTo>
                      <a:pt x="6217" y="375"/>
                    </a:lnTo>
                    <a:lnTo>
                      <a:pt x="5986" y="202"/>
                    </a:lnTo>
                    <a:lnTo>
                      <a:pt x="5756" y="87"/>
                    </a:lnTo>
                    <a:lnTo>
                      <a:pt x="549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823050" y="4870225"/>
                <a:ext cx="165500" cy="43200"/>
              </a:xfrm>
              <a:custGeom>
                <a:rect b="b" l="l" r="r" t="t"/>
                <a:pathLst>
                  <a:path extrusionOk="0" h="1728" w="6620">
                    <a:moveTo>
                      <a:pt x="5238" y="1"/>
                    </a:moveTo>
                    <a:lnTo>
                      <a:pt x="5066" y="30"/>
                    </a:lnTo>
                    <a:lnTo>
                      <a:pt x="4922" y="58"/>
                    </a:lnTo>
                    <a:lnTo>
                      <a:pt x="4778" y="116"/>
                    </a:lnTo>
                    <a:lnTo>
                      <a:pt x="4634" y="202"/>
                    </a:lnTo>
                    <a:lnTo>
                      <a:pt x="4519" y="289"/>
                    </a:lnTo>
                    <a:lnTo>
                      <a:pt x="4404" y="404"/>
                    </a:lnTo>
                    <a:lnTo>
                      <a:pt x="4289" y="548"/>
                    </a:lnTo>
                    <a:lnTo>
                      <a:pt x="4202" y="663"/>
                    </a:lnTo>
                    <a:lnTo>
                      <a:pt x="4058" y="490"/>
                    </a:lnTo>
                    <a:lnTo>
                      <a:pt x="3886" y="317"/>
                    </a:lnTo>
                    <a:lnTo>
                      <a:pt x="3742" y="231"/>
                    </a:lnTo>
                    <a:lnTo>
                      <a:pt x="3627" y="174"/>
                    </a:lnTo>
                    <a:lnTo>
                      <a:pt x="3483" y="116"/>
                    </a:lnTo>
                    <a:lnTo>
                      <a:pt x="3339" y="87"/>
                    </a:lnTo>
                    <a:lnTo>
                      <a:pt x="3166" y="87"/>
                    </a:lnTo>
                    <a:lnTo>
                      <a:pt x="3022" y="116"/>
                    </a:lnTo>
                    <a:lnTo>
                      <a:pt x="2879" y="145"/>
                    </a:lnTo>
                    <a:lnTo>
                      <a:pt x="2735" y="231"/>
                    </a:lnTo>
                    <a:lnTo>
                      <a:pt x="2591" y="317"/>
                    </a:lnTo>
                    <a:lnTo>
                      <a:pt x="2476" y="433"/>
                    </a:lnTo>
                    <a:lnTo>
                      <a:pt x="2361" y="548"/>
                    </a:lnTo>
                    <a:lnTo>
                      <a:pt x="2245" y="692"/>
                    </a:lnTo>
                    <a:lnTo>
                      <a:pt x="2130" y="548"/>
                    </a:lnTo>
                    <a:lnTo>
                      <a:pt x="1986" y="433"/>
                    </a:lnTo>
                    <a:lnTo>
                      <a:pt x="1842" y="346"/>
                    </a:lnTo>
                    <a:lnTo>
                      <a:pt x="1670" y="260"/>
                    </a:lnTo>
                    <a:lnTo>
                      <a:pt x="1526" y="202"/>
                    </a:lnTo>
                    <a:lnTo>
                      <a:pt x="1353" y="174"/>
                    </a:lnTo>
                    <a:lnTo>
                      <a:pt x="979" y="174"/>
                    </a:lnTo>
                    <a:lnTo>
                      <a:pt x="806" y="231"/>
                    </a:lnTo>
                    <a:lnTo>
                      <a:pt x="634" y="317"/>
                    </a:lnTo>
                    <a:lnTo>
                      <a:pt x="461" y="433"/>
                    </a:lnTo>
                    <a:lnTo>
                      <a:pt x="346" y="548"/>
                    </a:lnTo>
                    <a:lnTo>
                      <a:pt x="202" y="692"/>
                    </a:lnTo>
                    <a:lnTo>
                      <a:pt x="116" y="864"/>
                    </a:lnTo>
                    <a:lnTo>
                      <a:pt x="29" y="1066"/>
                    </a:lnTo>
                    <a:lnTo>
                      <a:pt x="1" y="1267"/>
                    </a:lnTo>
                    <a:lnTo>
                      <a:pt x="1" y="1354"/>
                    </a:lnTo>
                    <a:lnTo>
                      <a:pt x="29" y="1411"/>
                    </a:lnTo>
                    <a:lnTo>
                      <a:pt x="87" y="1469"/>
                    </a:lnTo>
                    <a:lnTo>
                      <a:pt x="173" y="1526"/>
                    </a:lnTo>
                    <a:lnTo>
                      <a:pt x="260" y="1497"/>
                    </a:lnTo>
                    <a:lnTo>
                      <a:pt x="346" y="1469"/>
                    </a:lnTo>
                    <a:lnTo>
                      <a:pt x="404" y="1411"/>
                    </a:lnTo>
                    <a:lnTo>
                      <a:pt x="432" y="1325"/>
                    </a:lnTo>
                    <a:lnTo>
                      <a:pt x="461" y="1210"/>
                    </a:lnTo>
                    <a:lnTo>
                      <a:pt x="519" y="1066"/>
                    </a:lnTo>
                    <a:lnTo>
                      <a:pt x="576" y="979"/>
                    </a:lnTo>
                    <a:lnTo>
                      <a:pt x="663" y="864"/>
                    </a:lnTo>
                    <a:lnTo>
                      <a:pt x="749" y="778"/>
                    </a:lnTo>
                    <a:lnTo>
                      <a:pt x="835" y="720"/>
                    </a:lnTo>
                    <a:lnTo>
                      <a:pt x="950" y="663"/>
                    </a:lnTo>
                    <a:lnTo>
                      <a:pt x="1065" y="634"/>
                    </a:lnTo>
                    <a:lnTo>
                      <a:pt x="1238" y="605"/>
                    </a:lnTo>
                    <a:lnTo>
                      <a:pt x="1382" y="634"/>
                    </a:lnTo>
                    <a:lnTo>
                      <a:pt x="1526" y="663"/>
                    </a:lnTo>
                    <a:lnTo>
                      <a:pt x="1670" y="749"/>
                    </a:lnTo>
                    <a:lnTo>
                      <a:pt x="1785" y="864"/>
                    </a:lnTo>
                    <a:lnTo>
                      <a:pt x="1871" y="979"/>
                    </a:lnTo>
                    <a:lnTo>
                      <a:pt x="1958" y="1123"/>
                    </a:lnTo>
                    <a:lnTo>
                      <a:pt x="2015" y="1267"/>
                    </a:lnTo>
                    <a:lnTo>
                      <a:pt x="2073" y="1354"/>
                    </a:lnTo>
                    <a:lnTo>
                      <a:pt x="2101" y="1382"/>
                    </a:lnTo>
                    <a:lnTo>
                      <a:pt x="2159" y="1440"/>
                    </a:lnTo>
                    <a:lnTo>
                      <a:pt x="2303" y="1440"/>
                    </a:lnTo>
                    <a:lnTo>
                      <a:pt x="2389" y="1411"/>
                    </a:lnTo>
                    <a:lnTo>
                      <a:pt x="2418" y="1354"/>
                    </a:lnTo>
                    <a:lnTo>
                      <a:pt x="2447" y="1296"/>
                    </a:lnTo>
                    <a:lnTo>
                      <a:pt x="2533" y="1123"/>
                    </a:lnTo>
                    <a:lnTo>
                      <a:pt x="2620" y="951"/>
                    </a:lnTo>
                    <a:lnTo>
                      <a:pt x="2706" y="836"/>
                    </a:lnTo>
                    <a:lnTo>
                      <a:pt x="2821" y="720"/>
                    </a:lnTo>
                    <a:lnTo>
                      <a:pt x="2936" y="634"/>
                    </a:lnTo>
                    <a:lnTo>
                      <a:pt x="3051" y="577"/>
                    </a:lnTo>
                    <a:lnTo>
                      <a:pt x="3166" y="548"/>
                    </a:lnTo>
                    <a:lnTo>
                      <a:pt x="3281" y="519"/>
                    </a:lnTo>
                    <a:lnTo>
                      <a:pt x="3425" y="577"/>
                    </a:lnTo>
                    <a:lnTo>
                      <a:pt x="3569" y="663"/>
                    </a:lnTo>
                    <a:lnTo>
                      <a:pt x="3713" y="778"/>
                    </a:lnTo>
                    <a:lnTo>
                      <a:pt x="3857" y="951"/>
                    </a:lnTo>
                    <a:lnTo>
                      <a:pt x="3943" y="1123"/>
                    </a:lnTo>
                    <a:lnTo>
                      <a:pt x="4030" y="1354"/>
                    </a:lnTo>
                    <a:lnTo>
                      <a:pt x="4058" y="1411"/>
                    </a:lnTo>
                    <a:lnTo>
                      <a:pt x="4116" y="1469"/>
                    </a:lnTo>
                    <a:lnTo>
                      <a:pt x="4174" y="1497"/>
                    </a:lnTo>
                    <a:lnTo>
                      <a:pt x="4260" y="1526"/>
                    </a:lnTo>
                    <a:lnTo>
                      <a:pt x="4346" y="1497"/>
                    </a:lnTo>
                    <a:lnTo>
                      <a:pt x="4404" y="1440"/>
                    </a:lnTo>
                    <a:lnTo>
                      <a:pt x="4461" y="1382"/>
                    </a:lnTo>
                    <a:lnTo>
                      <a:pt x="4461" y="1325"/>
                    </a:lnTo>
                    <a:lnTo>
                      <a:pt x="4490" y="1152"/>
                    </a:lnTo>
                    <a:lnTo>
                      <a:pt x="4548" y="979"/>
                    </a:lnTo>
                    <a:lnTo>
                      <a:pt x="4634" y="836"/>
                    </a:lnTo>
                    <a:lnTo>
                      <a:pt x="4749" y="720"/>
                    </a:lnTo>
                    <a:lnTo>
                      <a:pt x="4864" y="605"/>
                    </a:lnTo>
                    <a:lnTo>
                      <a:pt x="4979" y="519"/>
                    </a:lnTo>
                    <a:lnTo>
                      <a:pt x="5123" y="461"/>
                    </a:lnTo>
                    <a:lnTo>
                      <a:pt x="5267" y="433"/>
                    </a:lnTo>
                    <a:lnTo>
                      <a:pt x="5440" y="461"/>
                    </a:lnTo>
                    <a:lnTo>
                      <a:pt x="5584" y="490"/>
                    </a:lnTo>
                    <a:lnTo>
                      <a:pt x="5756" y="577"/>
                    </a:lnTo>
                    <a:lnTo>
                      <a:pt x="5900" y="692"/>
                    </a:lnTo>
                    <a:lnTo>
                      <a:pt x="6015" y="864"/>
                    </a:lnTo>
                    <a:lnTo>
                      <a:pt x="6131" y="1066"/>
                    </a:lnTo>
                    <a:lnTo>
                      <a:pt x="6159" y="1267"/>
                    </a:lnTo>
                    <a:lnTo>
                      <a:pt x="6188" y="1497"/>
                    </a:lnTo>
                    <a:lnTo>
                      <a:pt x="6188" y="1584"/>
                    </a:lnTo>
                    <a:lnTo>
                      <a:pt x="6246" y="1670"/>
                    </a:lnTo>
                    <a:lnTo>
                      <a:pt x="6303" y="1728"/>
                    </a:lnTo>
                    <a:lnTo>
                      <a:pt x="6476" y="1728"/>
                    </a:lnTo>
                    <a:lnTo>
                      <a:pt x="6562" y="1670"/>
                    </a:lnTo>
                    <a:lnTo>
                      <a:pt x="6620" y="1613"/>
                    </a:lnTo>
                    <a:lnTo>
                      <a:pt x="6620" y="1526"/>
                    </a:lnTo>
                    <a:lnTo>
                      <a:pt x="6620" y="1210"/>
                    </a:lnTo>
                    <a:lnTo>
                      <a:pt x="6534" y="922"/>
                    </a:lnTo>
                    <a:lnTo>
                      <a:pt x="6418" y="634"/>
                    </a:lnTo>
                    <a:lnTo>
                      <a:pt x="6303" y="519"/>
                    </a:lnTo>
                    <a:lnTo>
                      <a:pt x="6217" y="375"/>
                    </a:lnTo>
                    <a:lnTo>
                      <a:pt x="5987" y="202"/>
                    </a:lnTo>
                    <a:lnTo>
                      <a:pt x="5756" y="87"/>
                    </a:lnTo>
                    <a:lnTo>
                      <a:pt x="549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9" name="Google Shape;269;p13"/>
            <p:cNvGrpSpPr/>
            <p:nvPr/>
          </p:nvGrpSpPr>
          <p:grpSpPr>
            <a:xfrm rot="-5853451">
              <a:off x="1637272" y="4289444"/>
              <a:ext cx="592777" cy="990277"/>
              <a:chOff x="2061075" y="4786925"/>
              <a:chExt cx="1096525" cy="1831825"/>
            </a:xfrm>
          </p:grpSpPr>
          <p:sp>
            <p:nvSpPr>
              <p:cNvPr id="270" name="Google Shape;270;p13"/>
              <p:cNvSpPr/>
              <p:nvPr/>
            </p:nvSpPr>
            <p:spPr>
              <a:xfrm>
                <a:off x="2644575" y="5270425"/>
                <a:ext cx="478475" cy="238175"/>
              </a:xfrm>
              <a:custGeom>
                <a:rect b="b" l="l" r="r" t="t"/>
                <a:pathLst>
                  <a:path extrusionOk="0" h="9527" w="19139">
                    <a:moveTo>
                      <a:pt x="19139" y="0"/>
                    </a:moveTo>
                    <a:lnTo>
                      <a:pt x="9699" y="461"/>
                    </a:lnTo>
                    <a:lnTo>
                      <a:pt x="260" y="950"/>
                    </a:lnTo>
                    <a:lnTo>
                      <a:pt x="1" y="1180"/>
                    </a:lnTo>
                    <a:lnTo>
                      <a:pt x="6131" y="9526"/>
                    </a:lnTo>
                    <a:lnTo>
                      <a:pt x="191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2644575" y="4920025"/>
                <a:ext cx="513025" cy="588575"/>
              </a:xfrm>
              <a:custGeom>
                <a:rect b="b" l="l" r="r" t="t"/>
                <a:pathLst>
                  <a:path extrusionOk="0" h="23543" w="20521">
                    <a:moveTo>
                      <a:pt x="20520" y="1"/>
                    </a:moveTo>
                    <a:lnTo>
                      <a:pt x="13124" y="5555"/>
                    </a:lnTo>
                    <a:lnTo>
                      <a:pt x="1" y="15196"/>
                    </a:lnTo>
                    <a:lnTo>
                      <a:pt x="6131" y="23542"/>
                    </a:lnTo>
                    <a:lnTo>
                      <a:pt x="19254" y="13901"/>
                    </a:lnTo>
                    <a:lnTo>
                      <a:pt x="205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2599250" y="5247400"/>
                <a:ext cx="96450" cy="97150"/>
              </a:xfrm>
              <a:custGeom>
                <a:rect b="b" l="l" r="r" t="t"/>
                <a:pathLst>
                  <a:path extrusionOk="0" h="3886" w="3858">
                    <a:moveTo>
                      <a:pt x="1871" y="0"/>
                    </a:moveTo>
                    <a:lnTo>
                      <a:pt x="1670" y="29"/>
                    </a:lnTo>
                    <a:lnTo>
                      <a:pt x="1497" y="58"/>
                    </a:lnTo>
                    <a:lnTo>
                      <a:pt x="1324" y="115"/>
                    </a:lnTo>
                    <a:lnTo>
                      <a:pt x="1152" y="173"/>
                    </a:lnTo>
                    <a:lnTo>
                      <a:pt x="979" y="259"/>
                    </a:lnTo>
                    <a:lnTo>
                      <a:pt x="806" y="375"/>
                    </a:lnTo>
                    <a:lnTo>
                      <a:pt x="663" y="490"/>
                    </a:lnTo>
                    <a:lnTo>
                      <a:pt x="547" y="605"/>
                    </a:lnTo>
                    <a:lnTo>
                      <a:pt x="404" y="749"/>
                    </a:lnTo>
                    <a:lnTo>
                      <a:pt x="317" y="893"/>
                    </a:lnTo>
                    <a:lnTo>
                      <a:pt x="202" y="1065"/>
                    </a:lnTo>
                    <a:lnTo>
                      <a:pt x="116" y="1238"/>
                    </a:lnTo>
                    <a:lnTo>
                      <a:pt x="58" y="1439"/>
                    </a:lnTo>
                    <a:lnTo>
                      <a:pt x="29" y="1612"/>
                    </a:lnTo>
                    <a:lnTo>
                      <a:pt x="1" y="1813"/>
                    </a:lnTo>
                    <a:lnTo>
                      <a:pt x="1" y="2015"/>
                    </a:lnTo>
                    <a:lnTo>
                      <a:pt x="1" y="2188"/>
                    </a:lnTo>
                    <a:lnTo>
                      <a:pt x="29" y="2389"/>
                    </a:lnTo>
                    <a:lnTo>
                      <a:pt x="87" y="2562"/>
                    </a:lnTo>
                    <a:lnTo>
                      <a:pt x="173" y="2734"/>
                    </a:lnTo>
                    <a:lnTo>
                      <a:pt x="260" y="2907"/>
                    </a:lnTo>
                    <a:lnTo>
                      <a:pt x="346" y="3051"/>
                    </a:lnTo>
                    <a:lnTo>
                      <a:pt x="461" y="3195"/>
                    </a:lnTo>
                    <a:lnTo>
                      <a:pt x="576" y="3339"/>
                    </a:lnTo>
                    <a:lnTo>
                      <a:pt x="720" y="3454"/>
                    </a:lnTo>
                    <a:lnTo>
                      <a:pt x="893" y="3569"/>
                    </a:lnTo>
                    <a:lnTo>
                      <a:pt x="1037" y="3684"/>
                    </a:lnTo>
                    <a:lnTo>
                      <a:pt x="1238" y="3742"/>
                    </a:lnTo>
                    <a:lnTo>
                      <a:pt x="1411" y="3828"/>
                    </a:lnTo>
                    <a:lnTo>
                      <a:pt x="1612" y="3857"/>
                    </a:lnTo>
                    <a:lnTo>
                      <a:pt x="1814" y="3886"/>
                    </a:lnTo>
                    <a:lnTo>
                      <a:pt x="1986" y="3886"/>
                    </a:lnTo>
                    <a:lnTo>
                      <a:pt x="2188" y="3857"/>
                    </a:lnTo>
                    <a:lnTo>
                      <a:pt x="2361" y="3828"/>
                    </a:lnTo>
                    <a:lnTo>
                      <a:pt x="2533" y="3799"/>
                    </a:lnTo>
                    <a:lnTo>
                      <a:pt x="2706" y="3713"/>
                    </a:lnTo>
                    <a:lnTo>
                      <a:pt x="2879" y="3627"/>
                    </a:lnTo>
                    <a:lnTo>
                      <a:pt x="3051" y="3540"/>
                    </a:lnTo>
                    <a:lnTo>
                      <a:pt x="3195" y="3425"/>
                    </a:lnTo>
                    <a:lnTo>
                      <a:pt x="3339" y="3281"/>
                    </a:lnTo>
                    <a:lnTo>
                      <a:pt x="3454" y="3166"/>
                    </a:lnTo>
                    <a:lnTo>
                      <a:pt x="3569" y="2993"/>
                    </a:lnTo>
                    <a:lnTo>
                      <a:pt x="3656" y="2821"/>
                    </a:lnTo>
                    <a:lnTo>
                      <a:pt x="3742" y="2648"/>
                    </a:lnTo>
                    <a:lnTo>
                      <a:pt x="3799" y="2475"/>
                    </a:lnTo>
                    <a:lnTo>
                      <a:pt x="3828" y="2274"/>
                    </a:lnTo>
                    <a:lnTo>
                      <a:pt x="3857" y="2072"/>
                    </a:lnTo>
                    <a:lnTo>
                      <a:pt x="3857" y="1900"/>
                    </a:lnTo>
                    <a:lnTo>
                      <a:pt x="3857" y="1698"/>
                    </a:lnTo>
                    <a:lnTo>
                      <a:pt x="3828" y="1526"/>
                    </a:lnTo>
                    <a:lnTo>
                      <a:pt x="3771" y="1324"/>
                    </a:lnTo>
                    <a:lnTo>
                      <a:pt x="3713" y="1152"/>
                    </a:lnTo>
                    <a:lnTo>
                      <a:pt x="3627" y="1008"/>
                    </a:lnTo>
                    <a:lnTo>
                      <a:pt x="3512" y="835"/>
                    </a:lnTo>
                    <a:lnTo>
                      <a:pt x="3397" y="691"/>
                    </a:lnTo>
                    <a:lnTo>
                      <a:pt x="3281" y="547"/>
                    </a:lnTo>
                    <a:lnTo>
                      <a:pt x="3138" y="432"/>
                    </a:lnTo>
                    <a:lnTo>
                      <a:pt x="2994" y="317"/>
                    </a:lnTo>
                    <a:lnTo>
                      <a:pt x="2821" y="231"/>
                    </a:lnTo>
                    <a:lnTo>
                      <a:pt x="2648" y="144"/>
                    </a:lnTo>
                    <a:lnTo>
                      <a:pt x="2447" y="87"/>
                    </a:lnTo>
                    <a:lnTo>
                      <a:pt x="2245" y="29"/>
                    </a:lnTo>
                    <a:lnTo>
                      <a:pt x="2073" y="29"/>
                    </a:lnTo>
                    <a:lnTo>
                      <a:pt x="1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2623000" y="4825050"/>
                <a:ext cx="235300" cy="479200"/>
              </a:xfrm>
              <a:custGeom>
                <a:rect b="b" l="l" r="r" t="t"/>
                <a:pathLst>
                  <a:path extrusionOk="0" h="19168" w="9412">
                    <a:moveTo>
                      <a:pt x="0" y="1"/>
                    </a:moveTo>
                    <a:lnTo>
                      <a:pt x="403" y="9441"/>
                    </a:lnTo>
                    <a:lnTo>
                      <a:pt x="777" y="18880"/>
                    </a:lnTo>
                    <a:lnTo>
                      <a:pt x="979" y="19168"/>
                    </a:lnTo>
                    <a:lnTo>
                      <a:pt x="9411" y="1309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2435200" y="5297750"/>
                <a:ext cx="585700" cy="517350"/>
              </a:xfrm>
              <a:custGeom>
                <a:rect b="b" l="l" r="r" t="t"/>
                <a:pathLst>
                  <a:path extrusionOk="0" h="20694" w="23428">
                    <a:moveTo>
                      <a:pt x="8433" y="1"/>
                    </a:moveTo>
                    <a:lnTo>
                      <a:pt x="1" y="6073"/>
                    </a:lnTo>
                    <a:lnTo>
                      <a:pt x="9498" y="19283"/>
                    </a:lnTo>
                    <a:lnTo>
                      <a:pt x="23427" y="20693"/>
                    </a:lnTo>
                    <a:lnTo>
                      <a:pt x="23427" y="20693"/>
                    </a:lnTo>
                    <a:lnTo>
                      <a:pt x="17930" y="1323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2435200" y="5297750"/>
                <a:ext cx="235300" cy="478500"/>
              </a:xfrm>
              <a:custGeom>
                <a:rect b="b" l="l" r="r" t="t"/>
                <a:pathLst>
                  <a:path extrusionOk="0" h="19140" w="9412">
                    <a:moveTo>
                      <a:pt x="8433" y="1"/>
                    </a:moveTo>
                    <a:lnTo>
                      <a:pt x="1" y="6073"/>
                    </a:lnTo>
                    <a:lnTo>
                      <a:pt x="9412" y="19139"/>
                    </a:lnTo>
                    <a:lnTo>
                      <a:pt x="9038" y="9728"/>
                    </a:lnTo>
                    <a:lnTo>
                      <a:pt x="8635" y="28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2273325" y="4786925"/>
                <a:ext cx="584975" cy="517325"/>
              </a:xfrm>
              <a:custGeom>
                <a:rect b="b" l="l" r="r" t="t"/>
                <a:pathLst>
                  <a:path extrusionOk="0" h="20693" w="23399">
                    <a:moveTo>
                      <a:pt x="1" y="1"/>
                    </a:moveTo>
                    <a:lnTo>
                      <a:pt x="5469" y="7454"/>
                    </a:lnTo>
                    <a:lnTo>
                      <a:pt x="14966" y="20693"/>
                    </a:lnTo>
                    <a:lnTo>
                      <a:pt x="23398" y="14621"/>
                    </a:lnTo>
                    <a:lnTo>
                      <a:pt x="13901" y="14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2169725" y="5087675"/>
                <a:ext cx="477750" cy="241050"/>
              </a:xfrm>
              <a:custGeom>
                <a:rect b="b" l="l" r="r" t="t"/>
                <a:pathLst>
                  <a:path extrusionOk="0" h="9642" w="19110">
                    <a:moveTo>
                      <a:pt x="12893" y="0"/>
                    </a:moveTo>
                    <a:lnTo>
                      <a:pt x="0" y="9641"/>
                    </a:lnTo>
                    <a:lnTo>
                      <a:pt x="0" y="9641"/>
                    </a:lnTo>
                    <a:lnTo>
                      <a:pt x="9411" y="9095"/>
                    </a:lnTo>
                    <a:lnTo>
                      <a:pt x="18851" y="8548"/>
                    </a:lnTo>
                    <a:lnTo>
                      <a:pt x="19110" y="8318"/>
                    </a:lnTo>
                    <a:lnTo>
                      <a:pt x="128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2137350" y="5087675"/>
                <a:ext cx="510125" cy="592150"/>
              </a:xfrm>
              <a:custGeom>
                <a:rect b="b" l="l" r="r" t="t"/>
                <a:pathLst>
                  <a:path extrusionOk="0" h="23686" w="20405">
                    <a:moveTo>
                      <a:pt x="14188" y="0"/>
                    </a:moveTo>
                    <a:lnTo>
                      <a:pt x="1151" y="9757"/>
                    </a:lnTo>
                    <a:lnTo>
                      <a:pt x="0" y="23686"/>
                    </a:lnTo>
                    <a:lnTo>
                      <a:pt x="0" y="23686"/>
                    </a:lnTo>
                    <a:lnTo>
                      <a:pt x="7368" y="18074"/>
                    </a:lnTo>
                    <a:lnTo>
                      <a:pt x="20405" y="8318"/>
                    </a:lnTo>
                    <a:lnTo>
                      <a:pt x="14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2061075" y="5239475"/>
                <a:ext cx="602950" cy="1379275"/>
              </a:xfrm>
              <a:custGeom>
                <a:rect b="b" l="l" r="r" t="t"/>
                <a:pathLst>
                  <a:path extrusionOk="0" h="55171" w="24118">
                    <a:moveTo>
                      <a:pt x="20261" y="1"/>
                    </a:moveTo>
                    <a:lnTo>
                      <a:pt x="1" y="53703"/>
                    </a:lnTo>
                    <a:lnTo>
                      <a:pt x="3857" y="55171"/>
                    </a:lnTo>
                    <a:lnTo>
                      <a:pt x="24118" y="1440"/>
                    </a:lnTo>
                    <a:lnTo>
                      <a:pt x="202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14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282" name="Google Shape;282;p14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283" name="Google Shape;283;p14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4" name="Google Shape;284;p14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" name="Google Shape;285;p14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6" name="Google Shape;286;p14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7" name="Google Shape;287;p14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8" name="Google Shape;288;p14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9" name="Google Shape;289;p14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0" name="Google Shape;290;p14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1" name="Google Shape;291;p14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2" name="Google Shape;292;p14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3" name="Google Shape;293;p14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294" name="Google Shape;294;p14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5" name="Google Shape;295;p14"/>
          <p:cNvSpPr txBox="1"/>
          <p:nvPr>
            <p:ph type="title"/>
          </p:nvPr>
        </p:nvSpPr>
        <p:spPr>
          <a:xfrm>
            <a:off x="713225" y="2384250"/>
            <a:ext cx="4449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6" name="Google Shape;296;p14"/>
          <p:cNvSpPr txBox="1"/>
          <p:nvPr>
            <p:ph hasCustomPrompt="1" idx="2" type="title"/>
          </p:nvPr>
        </p:nvSpPr>
        <p:spPr>
          <a:xfrm>
            <a:off x="713225" y="1468350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7" name="Google Shape;297;p14"/>
          <p:cNvSpPr txBox="1"/>
          <p:nvPr>
            <p:ph idx="1" type="subTitle"/>
          </p:nvPr>
        </p:nvSpPr>
        <p:spPr>
          <a:xfrm>
            <a:off x="713225" y="3300150"/>
            <a:ext cx="4449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6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15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300" name="Google Shape;300;p15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301" name="Google Shape;301;p15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2" name="Google Shape;302;p15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3" name="Google Shape;303;p15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" name="Google Shape;304;p15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5" name="Google Shape;305;p15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6" name="Google Shape;306;p15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7" name="Google Shape;307;p15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8" name="Google Shape;308;p15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9" name="Google Shape;309;p15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0" name="Google Shape;310;p15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1" name="Google Shape;311;p15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312" name="Google Shape;312;p15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3" name="Google Shape;313;p15"/>
          <p:cNvSpPr txBox="1"/>
          <p:nvPr>
            <p:ph type="title"/>
          </p:nvPr>
        </p:nvSpPr>
        <p:spPr>
          <a:xfrm>
            <a:off x="2347350" y="1717500"/>
            <a:ext cx="4449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4" name="Google Shape;314;p15"/>
          <p:cNvSpPr txBox="1"/>
          <p:nvPr>
            <p:ph hasCustomPrompt="1" idx="2" type="title"/>
          </p:nvPr>
        </p:nvSpPr>
        <p:spPr>
          <a:xfrm>
            <a:off x="3745950" y="801600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15"/>
          <p:cNvSpPr txBox="1"/>
          <p:nvPr>
            <p:ph idx="1" type="subTitle"/>
          </p:nvPr>
        </p:nvSpPr>
        <p:spPr>
          <a:xfrm>
            <a:off x="2347350" y="2633400"/>
            <a:ext cx="4449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6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318" name="Google Shape;318;p16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319" name="Google Shape;319;p16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" name="Google Shape;323;p16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4" name="Google Shape;324;p16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" name="Google Shape;325;p16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" name="Google Shape;326;p16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" name="Google Shape;327;p16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330" name="Google Shape;330;p16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1" name="Google Shape;331;p16"/>
          <p:cNvSpPr txBox="1"/>
          <p:nvPr>
            <p:ph type="title"/>
          </p:nvPr>
        </p:nvSpPr>
        <p:spPr>
          <a:xfrm>
            <a:off x="1745650" y="2513362"/>
            <a:ext cx="6691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2" name="Google Shape;332;p16"/>
          <p:cNvSpPr txBox="1"/>
          <p:nvPr>
            <p:ph idx="1" type="subTitle"/>
          </p:nvPr>
        </p:nvSpPr>
        <p:spPr>
          <a:xfrm>
            <a:off x="1745625" y="539488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17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335" name="Google Shape;335;p17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336" name="Google Shape;336;p17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7" name="Google Shape;337;p17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" name="Google Shape;338;p17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17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0" name="Google Shape;340;p17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3" name="Google Shape;343;p17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4" name="Google Shape;344;p17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5" name="Google Shape;345;p17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347" name="Google Shape;347;p17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8" name="Google Shape;348;p17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49" name="Google Shape;349;p17"/>
          <p:cNvGrpSpPr/>
          <p:nvPr/>
        </p:nvGrpSpPr>
        <p:grpSpPr>
          <a:xfrm>
            <a:off x="135879" y="3952654"/>
            <a:ext cx="1024164" cy="1033400"/>
            <a:chOff x="59679" y="3952654"/>
            <a:chExt cx="1024164" cy="1033400"/>
          </a:xfrm>
        </p:grpSpPr>
        <p:grpSp>
          <p:nvGrpSpPr>
            <p:cNvPr id="350" name="Google Shape;350;p17"/>
            <p:cNvGrpSpPr/>
            <p:nvPr/>
          </p:nvGrpSpPr>
          <p:grpSpPr>
            <a:xfrm flipH="1">
              <a:off x="59679" y="3952654"/>
              <a:ext cx="702553" cy="917245"/>
              <a:chOff x="4109650" y="6360675"/>
              <a:chExt cx="1211925" cy="1582275"/>
            </a:xfrm>
          </p:grpSpPr>
          <p:sp>
            <p:nvSpPr>
              <p:cNvPr id="351" name="Google Shape;351;p17"/>
              <p:cNvSpPr/>
              <p:nvPr/>
            </p:nvSpPr>
            <p:spPr>
              <a:xfrm>
                <a:off x="4668925" y="6465950"/>
                <a:ext cx="93375" cy="1275400"/>
              </a:xfrm>
              <a:custGeom>
                <a:rect b="b" l="l" r="r" t="t"/>
                <a:pathLst>
                  <a:path extrusionOk="0" h="51016" w="3735">
                    <a:moveTo>
                      <a:pt x="1" y="1"/>
                    </a:moveTo>
                    <a:lnTo>
                      <a:pt x="1" y="51016"/>
                    </a:lnTo>
                    <a:lnTo>
                      <a:pt x="3735" y="51016"/>
                    </a:lnTo>
                    <a:lnTo>
                      <a:pt x="37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4109650" y="7638275"/>
                <a:ext cx="1211925" cy="304675"/>
              </a:xfrm>
              <a:custGeom>
                <a:rect b="b" l="l" r="r" t="t"/>
                <a:pathLst>
                  <a:path extrusionOk="0" h="12187" w="48477">
                    <a:moveTo>
                      <a:pt x="7737" y="1"/>
                    </a:moveTo>
                    <a:lnTo>
                      <a:pt x="6751" y="31"/>
                    </a:lnTo>
                    <a:lnTo>
                      <a:pt x="5795" y="90"/>
                    </a:lnTo>
                    <a:lnTo>
                      <a:pt x="5317" y="150"/>
                    </a:lnTo>
                    <a:lnTo>
                      <a:pt x="4839" y="240"/>
                    </a:lnTo>
                    <a:lnTo>
                      <a:pt x="4391" y="329"/>
                    </a:lnTo>
                    <a:lnTo>
                      <a:pt x="3943" y="449"/>
                    </a:lnTo>
                    <a:lnTo>
                      <a:pt x="3525" y="598"/>
                    </a:lnTo>
                    <a:lnTo>
                      <a:pt x="3137" y="777"/>
                    </a:lnTo>
                    <a:lnTo>
                      <a:pt x="2719" y="986"/>
                    </a:lnTo>
                    <a:lnTo>
                      <a:pt x="2360" y="1255"/>
                    </a:lnTo>
                    <a:lnTo>
                      <a:pt x="2002" y="1524"/>
                    </a:lnTo>
                    <a:lnTo>
                      <a:pt x="1673" y="1853"/>
                    </a:lnTo>
                    <a:lnTo>
                      <a:pt x="1375" y="2211"/>
                    </a:lnTo>
                    <a:lnTo>
                      <a:pt x="1076" y="2599"/>
                    </a:lnTo>
                    <a:lnTo>
                      <a:pt x="837" y="3047"/>
                    </a:lnTo>
                    <a:lnTo>
                      <a:pt x="598" y="3555"/>
                    </a:lnTo>
                    <a:lnTo>
                      <a:pt x="389" y="4093"/>
                    </a:lnTo>
                    <a:lnTo>
                      <a:pt x="240" y="4720"/>
                    </a:lnTo>
                    <a:lnTo>
                      <a:pt x="90" y="5377"/>
                    </a:lnTo>
                    <a:lnTo>
                      <a:pt x="1" y="6064"/>
                    </a:lnTo>
                    <a:lnTo>
                      <a:pt x="120" y="6841"/>
                    </a:lnTo>
                    <a:lnTo>
                      <a:pt x="240" y="7528"/>
                    </a:lnTo>
                    <a:lnTo>
                      <a:pt x="389" y="8155"/>
                    </a:lnTo>
                    <a:lnTo>
                      <a:pt x="598" y="8722"/>
                    </a:lnTo>
                    <a:lnTo>
                      <a:pt x="807" y="9230"/>
                    </a:lnTo>
                    <a:lnTo>
                      <a:pt x="1076" y="9678"/>
                    </a:lnTo>
                    <a:lnTo>
                      <a:pt x="1404" y="10096"/>
                    </a:lnTo>
                    <a:lnTo>
                      <a:pt x="1584" y="10305"/>
                    </a:lnTo>
                    <a:lnTo>
                      <a:pt x="1763" y="10485"/>
                    </a:lnTo>
                    <a:lnTo>
                      <a:pt x="1972" y="10634"/>
                    </a:lnTo>
                    <a:lnTo>
                      <a:pt x="2211" y="10813"/>
                    </a:lnTo>
                    <a:lnTo>
                      <a:pt x="2719" y="11082"/>
                    </a:lnTo>
                    <a:lnTo>
                      <a:pt x="3286" y="11321"/>
                    </a:lnTo>
                    <a:lnTo>
                      <a:pt x="3943" y="11530"/>
                    </a:lnTo>
                    <a:lnTo>
                      <a:pt x="4660" y="11709"/>
                    </a:lnTo>
                    <a:lnTo>
                      <a:pt x="5496" y="11858"/>
                    </a:lnTo>
                    <a:lnTo>
                      <a:pt x="6422" y="11948"/>
                    </a:lnTo>
                    <a:lnTo>
                      <a:pt x="7438" y="12038"/>
                    </a:lnTo>
                    <a:lnTo>
                      <a:pt x="8573" y="12127"/>
                    </a:lnTo>
                    <a:lnTo>
                      <a:pt x="9797" y="12157"/>
                    </a:lnTo>
                    <a:lnTo>
                      <a:pt x="12665" y="12187"/>
                    </a:lnTo>
                    <a:lnTo>
                      <a:pt x="16040" y="12187"/>
                    </a:lnTo>
                    <a:lnTo>
                      <a:pt x="19983" y="12157"/>
                    </a:lnTo>
                    <a:lnTo>
                      <a:pt x="24552" y="12097"/>
                    </a:lnTo>
                    <a:lnTo>
                      <a:pt x="29809" y="12038"/>
                    </a:lnTo>
                    <a:lnTo>
                      <a:pt x="35753" y="12038"/>
                    </a:lnTo>
                    <a:lnTo>
                      <a:pt x="42473" y="12097"/>
                    </a:lnTo>
                    <a:lnTo>
                      <a:pt x="42832" y="12068"/>
                    </a:lnTo>
                    <a:lnTo>
                      <a:pt x="43220" y="12038"/>
                    </a:lnTo>
                    <a:lnTo>
                      <a:pt x="43549" y="11978"/>
                    </a:lnTo>
                    <a:lnTo>
                      <a:pt x="43907" y="11888"/>
                    </a:lnTo>
                    <a:lnTo>
                      <a:pt x="44236" y="11799"/>
                    </a:lnTo>
                    <a:lnTo>
                      <a:pt x="44534" y="11709"/>
                    </a:lnTo>
                    <a:lnTo>
                      <a:pt x="45132" y="11440"/>
                    </a:lnTo>
                    <a:lnTo>
                      <a:pt x="45699" y="11142"/>
                    </a:lnTo>
                    <a:lnTo>
                      <a:pt x="46207" y="10783"/>
                    </a:lnTo>
                    <a:lnTo>
                      <a:pt x="46655" y="10395"/>
                    </a:lnTo>
                    <a:lnTo>
                      <a:pt x="47073" y="9947"/>
                    </a:lnTo>
                    <a:lnTo>
                      <a:pt x="47402" y="9469"/>
                    </a:lnTo>
                    <a:lnTo>
                      <a:pt x="47730" y="8991"/>
                    </a:lnTo>
                    <a:lnTo>
                      <a:pt x="47969" y="8453"/>
                    </a:lnTo>
                    <a:lnTo>
                      <a:pt x="48178" y="7886"/>
                    </a:lnTo>
                    <a:lnTo>
                      <a:pt x="48328" y="7348"/>
                    </a:lnTo>
                    <a:lnTo>
                      <a:pt x="48417" y="6751"/>
                    </a:lnTo>
                    <a:lnTo>
                      <a:pt x="48477" y="6183"/>
                    </a:lnTo>
                    <a:lnTo>
                      <a:pt x="48447" y="5586"/>
                    </a:lnTo>
                    <a:lnTo>
                      <a:pt x="48387" y="5019"/>
                    </a:lnTo>
                    <a:lnTo>
                      <a:pt x="48268" y="4451"/>
                    </a:lnTo>
                    <a:lnTo>
                      <a:pt x="48089" y="3884"/>
                    </a:lnTo>
                    <a:lnTo>
                      <a:pt x="47850" y="3346"/>
                    </a:lnTo>
                    <a:lnTo>
                      <a:pt x="47551" y="2838"/>
                    </a:lnTo>
                    <a:lnTo>
                      <a:pt x="47222" y="2360"/>
                    </a:lnTo>
                    <a:lnTo>
                      <a:pt x="46804" y="1882"/>
                    </a:lnTo>
                    <a:lnTo>
                      <a:pt x="46326" y="1464"/>
                    </a:lnTo>
                    <a:lnTo>
                      <a:pt x="46087" y="1285"/>
                    </a:lnTo>
                    <a:lnTo>
                      <a:pt x="45819" y="1106"/>
                    </a:lnTo>
                    <a:lnTo>
                      <a:pt x="45520" y="927"/>
                    </a:lnTo>
                    <a:lnTo>
                      <a:pt x="45221" y="777"/>
                    </a:lnTo>
                    <a:lnTo>
                      <a:pt x="44893" y="628"/>
                    </a:lnTo>
                    <a:lnTo>
                      <a:pt x="44564" y="509"/>
                    </a:lnTo>
                    <a:lnTo>
                      <a:pt x="44236" y="389"/>
                    </a:lnTo>
                    <a:lnTo>
                      <a:pt x="43847" y="270"/>
                    </a:lnTo>
                    <a:lnTo>
                      <a:pt x="43489" y="180"/>
                    </a:lnTo>
                    <a:lnTo>
                      <a:pt x="43101" y="120"/>
                    </a:lnTo>
                    <a:lnTo>
                      <a:pt x="42682" y="61"/>
                    </a:lnTo>
                    <a:lnTo>
                      <a:pt x="42264" y="31"/>
                    </a:lnTo>
                    <a:lnTo>
                      <a:pt x="41816" y="1"/>
                    </a:lnTo>
                    <a:lnTo>
                      <a:pt x="41368" y="1"/>
                    </a:lnTo>
                    <a:lnTo>
                      <a:pt x="40890" y="31"/>
                    </a:lnTo>
                    <a:lnTo>
                      <a:pt x="40383" y="61"/>
                    </a:lnTo>
                    <a:lnTo>
                      <a:pt x="12545" y="61"/>
                    </a:lnTo>
                    <a:lnTo>
                      <a:pt x="11649" y="90"/>
                    </a:lnTo>
                    <a:lnTo>
                      <a:pt x="10693" y="90"/>
                    </a:lnTo>
                    <a:lnTo>
                      <a:pt x="8752" y="31"/>
                    </a:lnTo>
                    <a:lnTo>
                      <a:pt x="77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4201500" y="7338100"/>
                <a:ext cx="1027500" cy="303950"/>
              </a:xfrm>
              <a:custGeom>
                <a:rect b="b" l="l" r="r" t="t"/>
                <a:pathLst>
                  <a:path extrusionOk="0" h="12158" w="41100">
                    <a:moveTo>
                      <a:pt x="7169" y="1"/>
                    </a:moveTo>
                    <a:lnTo>
                      <a:pt x="6213" y="60"/>
                    </a:lnTo>
                    <a:lnTo>
                      <a:pt x="5317" y="150"/>
                    </a:lnTo>
                    <a:lnTo>
                      <a:pt x="4839" y="210"/>
                    </a:lnTo>
                    <a:lnTo>
                      <a:pt x="4421" y="329"/>
                    </a:lnTo>
                    <a:lnTo>
                      <a:pt x="3973" y="419"/>
                    </a:lnTo>
                    <a:lnTo>
                      <a:pt x="3555" y="568"/>
                    </a:lnTo>
                    <a:lnTo>
                      <a:pt x="3166" y="747"/>
                    </a:lnTo>
                    <a:lnTo>
                      <a:pt x="2778" y="927"/>
                    </a:lnTo>
                    <a:lnTo>
                      <a:pt x="2420" y="1166"/>
                    </a:lnTo>
                    <a:lnTo>
                      <a:pt x="2061" y="1434"/>
                    </a:lnTo>
                    <a:lnTo>
                      <a:pt x="1733" y="1733"/>
                    </a:lnTo>
                    <a:lnTo>
                      <a:pt x="1434" y="2062"/>
                    </a:lnTo>
                    <a:lnTo>
                      <a:pt x="1165" y="2420"/>
                    </a:lnTo>
                    <a:lnTo>
                      <a:pt x="896" y="2838"/>
                    </a:lnTo>
                    <a:lnTo>
                      <a:pt x="687" y="3316"/>
                    </a:lnTo>
                    <a:lnTo>
                      <a:pt x="478" y="3824"/>
                    </a:lnTo>
                    <a:lnTo>
                      <a:pt x="299" y="4361"/>
                    </a:lnTo>
                    <a:lnTo>
                      <a:pt x="180" y="4959"/>
                    </a:lnTo>
                    <a:lnTo>
                      <a:pt x="90" y="5616"/>
                    </a:lnTo>
                    <a:lnTo>
                      <a:pt x="0" y="6333"/>
                    </a:lnTo>
                    <a:lnTo>
                      <a:pt x="150" y="7050"/>
                    </a:lnTo>
                    <a:lnTo>
                      <a:pt x="299" y="7707"/>
                    </a:lnTo>
                    <a:lnTo>
                      <a:pt x="448" y="8274"/>
                    </a:lnTo>
                    <a:lnTo>
                      <a:pt x="658" y="8812"/>
                    </a:lnTo>
                    <a:lnTo>
                      <a:pt x="896" y="9320"/>
                    </a:lnTo>
                    <a:lnTo>
                      <a:pt x="1165" y="9768"/>
                    </a:lnTo>
                    <a:lnTo>
                      <a:pt x="1494" y="10156"/>
                    </a:lnTo>
                    <a:lnTo>
                      <a:pt x="1852" y="10484"/>
                    </a:lnTo>
                    <a:lnTo>
                      <a:pt x="2270" y="10813"/>
                    </a:lnTo>
                    <a:lnTo>
                      <a:pt x="2718" y="11082"/>
                    </a:lnTo>
                    <a:lnTo>
                      <a:pt x="3256" y="11321"/>
                    </a:lnTo>
                    <a:lnTo>
                      <a:pt x="3824" y="11500"/>
                    </a:lnTo>
                    <a:lnTo>
                      <a:pt x="4481" y="11679"/>
                    </a:lnTo>
                    <a:lnTo>
                      <a:pt x="5198" y="11799"/>
                    </a:lnTo>
                    <a:lnTo>
                      <a:pt x="6004" y="11918"/>
                    </a:lnTo>
                    <a:lnTo>
                      <a:pt x="6870" y="12008"/>
                    </a:lnTo>
                    <a:lnTo>
                      <a:pt x="7826" y="12068"/>
                    </a:lnTo>
                    <a:lnTo>
                      <a:pt x="8901" y="12127"/>
                    </a:lnTo>
                    <a:lnTo>
                      <a:pt x="11261" y="12157"/>
                    </a:lnTo>
                    <a:lnTo>
                      <a:pt x="14039" y="12157"/>
                    </a:lnTo>
                    <a:lnTo>
                      <a:pt x="17264" y="12127"/>
                    </a:lnTo>
                    <a:lnTo>
                      <a:pt x="20938" y="12068"/>
                    </a:lnTo>
                    <a:lnTo>
                      <a:pt x="25120" y="12038"/>
                    </a:lnTo>
                    <a:lnTo>
                      <a:pt x="29839" y="12038"/>
                    </a:lnTo>
                    <a:lnTo>
                      <a:pt x="35126" y="12068"/>
                    </a:lnTo>
                    <a:lnTo>
                      <a:pt x="35514" y="12038"/>
                    </a:lnTo>
                    <a:lnTo>
                      <a:pt x="35872" y="12008"/>
                    </a:lnTo>
                    <a:lnTo>
                      <a:pt x="36231" y="11948"/>
                    </a:lnTo>
                    <a:lnTo>
                      <a:pt x="36589" y="11858"/>
                    </a:lnTo>
                    <a:lnTo>
                      <a:pt x="37246" y="11649"/>
                    </a:lnTo>
                    <a:lnTo>
                      <a:pt x="37844" y="11410"/>
                    </a:lnTo>
                    <a:lnTo>
                      <a:pt x="38381" y="11112"/>
                    </a:lnTo>
                    <a:lnTo>
                      <a:pt x="38889" y="10753"/>
                    </a:lnTo>
                    <a:lnTo>
                      <a:pt x="39337" y="10365"/>
                    </a:lnTo>
                    <a:lnTo>
                      <a:pt x="39725" y="9917"/>
                    </a:lnTo>
                    <a:lnTo>
                      <a:pt x="40084" y="9469"/>
                    </a:lnTo>
                    <a:lnTo>
                      <a:pt x="40382" y="8961"/>
                    </a:lnTo>
                    <a:lnTo>
                      <a:pt x="40621" y="8453"/>
                    </a:lnTo>
                    <a:lnTo>
                      <a:pt x="40830" y="7916"/>
                    </a:lnTo>
                    <a:lnTo>
                      <a:pt x="40980" y="7348"/>
                    </a:lnTo>
                    <a:lnTo>
                      <a:pt x="41069" y="6781"/>
                    </a:lnTo>
                    <a:lnTo>
                      <a:pt x="41099" y="6213"/>
                    </a:lnTo>
                    <a:lnTo>
                      <a:pt x="41099" y="5646"/>
                    </a:lnTo>
                    <a:lnTo>
                      <a:pt x="41039" y="5078"/>
                    </a:lnTo>
                    <a:lnTo>
                      <a:pt x="40920" y="4541"/>
                    </a:lnTo>
                    <a:lnTo>
                      <a:pt x="40741" y="3973"/>
                    </a:lnTo>
                    <a:lnTo>
                      <a:pt x="40532" y="3465"/>
                    </a:lnTo>
                    <a:lnTo>
                      <a:pt x="40263" y="2958"/>
                    </a:lnTo>
                    <a:lnTo>
                      <a:pt x="39964" y="2450"/>
                    </a:lnTo>
                    <a:lnTo>
                      <a:pt x="39576" y="2002"/>
                    </a:lnTo>
                    <a:lnTo>
                      <a:pt x="39158" y="1584"/>
                    </a:lnTo>
                    <a:lnTo>
                      <a:pt x="38710" y="1225"/>
                    </a:lnTo>
                    <a:lnTo>
                      <a:pt x="38172" y="867"/>
                    </a:lnTo>
                    <a:lnTo>
                      <a:pt x="37605" y="598"/>
                    </a:lnTo>
                    <a:lnTo>
                      <a:pt x="36977" y="359"/>
                    </a:lnTo>
                    <a:lnTo>
                      <a:pt x="36290" y="180"/>
                    </a:lnTo>
                    <a:lnTo>
                      <a:pt x="35932" y="120"/>
                    </a:lnTo>
                    <a:lnTo>
                      <a:pt x="35574" y="60"/>
                    </a:lnTo>
                    <a:lnTo>
                      <a:pt x="35185" y="31"/>
                    </a:lnTo>
                    <a:lnTo>
                      <a:pt x="11769" y="31"/>
                    </a:lnTo>
                    <a:lnTo>
                      <a:pt x="10902" y="60"/>
                    </a:lnTo>
                    <a:lnTo>
                      <a:pt x="10006" y="60"/>
                    </a:lnTo>
                    <a:lnTo>
                      <a:pt x="812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4296325" y="7037925"/>
                <a:ext cx="838575" cy="301700"/>
              </a:xfrm>
              <a:custGeom>
                <a:rect b="b" l="l" r="r" t="t"/>
                <a:pathLst>
                  <a:path extrusionOk="0" h="12068" w="33543">
                    <a:moveTo>
                      <a:pt x="11112" y="1"/>
                    </a:moveTo>
                    <a:lnTo>
                      <a:pt x="7647" y="31"/>
                    </a:lnTo>
                    <a:lnTo>
                      <a:pt x="6303" y="60"/>
                    </a:lnTo>
                    <a:lnTo>
                      <a:pt x="5317" y="90"/>
                    </a:lnTo>
                    <a:lnTo>
                      <a:pt x="4750" y="120"/>
                    </a:lnTo>
                    <a:lnTo>
                      <a:pt x="4600" y="150"/>
                    </a:lnTo>
                    <a:lnTo>
                      <a:pt x="4600" y="180"/>
                    </a:lnTo>
                    <a:lnTo>
                      <a:pt x="4630" y="180"/>
                    </a:lnTo>
                    <a:lnTo>
                      <a:pt x="4093" y="329"/>
                    </a:lnTo>
                    <a:lnTo>
                      <a:pt x="3585" y="538"/>
                    </a:lnTo>
                    <a:lnTo>
                      <a:pt x="3107" y="747"/>
                    </a:lnTo>
                    <a:lnTo>
                      <a:pt x="2689" y="1016"/>
                    </a:lnTo>
                    <a:lnTo>
                      <a:pt x="2271" y="1315"/>
                    </a:lnTo>
                    <a:lnTo>
                      <a:pt x="1912" y="1643"/>
                    </a:lnTo>
                    <a:lnTo>
                      <a:pt x="1554" y="1972"/>
                    </a:lnTo>
                    <a:lnTo>
                      <a:pt x="1255" y="2360"/>
                    </a:lnTo>
                    <a:lnTo>
                      <a:pt x="986" y="2749"/>
                    </a:lnTo>
                    <a:lnTo>
                      <a:pt x="718" y="3167"/>
                    </a:lnTo>
                    <a:lnTo>
                      <a:pt x="508" y="3585"/>
                    </a:lnTo>
                    <a:lnTo>
                      <a:pt x="359" y="4033"/>
                    </a:lnTo>
                    <a:lnTo>
                      <a:pt x="210" y="4511"/>
                    </a:lnTo>
                    <a:lnTo>
                      <a:pt x="90" y="4959"/>
                    </a:lnTo>
                    <a:lnTo>
                      <a:pt x="31" y="5437"/>
                    </a:lnTo>
                    <a:lnTo>
                      <a:pt x="1" y="5915"/>
                    </a:lnTo>
                    <a:lnTo>
                      <a:pt x="1" y="6393"/>
                    </a:lnTo>
                    <a:lnTo>
                      <a:pt x="31" y="6870"/>
                    </a:lnTo>
                    <a:lnTo>
                      <a:pt x="120" y="7318"/>
                    </a:lnTo>
                    <a:lnTo>
                      <a:pt x="240" y="7796"/>
                    </a:lnTo>
                    <a:lnTo>
                      <a:pt x="389" y="8244"/>
                    </a:lnTo>
                    <a:lnTo>
                      <a:pt x="568" y="8692"/>
                    </a:lnTo>
                    <a:lnTo>
                      <a:pt x="777" y="9111"/>
                    </a:lnTo>
                    <a:lnTo>
                      <a:pt x="1046" y="9529"/>
                    </a:lnTo>
                    <a:lnTo>
                      <a:pt x="1375" y="9917"/>
                    </a:lnTo>
                    <a:lnTo>
                      <a:pt x="1703" y="10275"/>
                    </a:lnTo>
                    <a:lnTo>
                      <a:pt x="2091" y="10634"/>
                    </a:lnTo>
                    <a:lnTo>
                      <a:pt x="2510" y="10932"/>
                    </a:lnTo>
                    <a:lnTo>
                      <a:pt x="2988" y="11231"/>
                    </a:lnTo>
                    <a:lnTo>
                      <a:pt x="3495" y="11500"/>
                    </a:lnTo>
                    <a:lnTo>
                      <a:pt x="4033" y="11709"/>
                    </a:lnTo>
                    <a:lnTo>
                      <a:pt x="4630" y="11888"/>
                    </a:lnTo>
                    <a:lnTo>
                      <a:pt x="5377" y="11978"/>
                    </a:lnTo>
                    <a:lnTo>
                      <a:pt x="5944" y="12038"/>
                    </a:lnTo>
                    <a:lnTo>
                      <a:pt x="6363" y="12067"/>
                    </a:lnTo>
                    <a:lnTo>
                      <a:pt x="6751" y="12067"/>
                    </a:lnTo>
                    <a:lnTo>
                      <a:pt x="7737" y="12038"/>
                    </a:lnTo>
                    <a:lnTo>
                      <a:pt x="27569" y="12038"/>
                    </a:lnTo>
                    <a:lnTo>
                      <a:pt x="28286" y="11978"/>
                    </a:lnTo>
                    <a:lnTo>
                      <a:pt x="29003" y="11829"/>
                    </a:lnTo>
                    <a:lnTo>
                      <a:pt x="29630" y="11649"/>
                    </a:lnTo>
                    <a:lnTo>
                      <a:pt x="30227" y="11410"/>
                    </a:lnTo>
                    <a:lnTo>
                      <a:pt x="30765" y="11112"/>
                    </a:lnTo>
                    <a:lnTo>
                      <a:pt x="31273" y="10783"/>
                    </a:lnTo>
                    <a:lnTo>
                      <a:pt x="31721" y="10395"/>
                    </a:lnTo>
                    <a:lnTo>
                      <a:pt x="32109" y="9977"/>
                    </a:lnTo>
                    <a:lnTo>
                      <a:pt x="32468" y="9559"/>
                    </a:lnTo>
                    <a:lnTo>
                      <a:pt x="32766" y="9081"/>
                    </a:lnTo>
                    <a:lnTo>
                      <a:pt x="33005" y="8573"/>
                    </a:lnTo>
                    <a:lnTo>
                      <a:pt x="33214" y="8065"/>
                    </a:lnTo>
                    <a:lnTo>
                      <a:pt x="33364" y="7557"/>
                    </a:lnTo>
                    <a:lnTo>
                      <a:pt x="33453" y="7020"/>
                    </a:lnTo>
                    <a:lnTo>
                      <a:pt x="33513" y="6452"/>
                    </a:lnTo>
                    <a:lnTo>
                      <a:pt x="33543" y="5915"/>
                    </a:lnTo>
                    <a:lnTo>
                      <a:pt x="33513" y="5377"/>
                    </a:lnTo>
                    <a:lnTo>
                      <a:pt x="33423" y="4839"/>
                    </a:lnTo>
                    <a:lnTo>
                      <a:pt x="33304" y="4302"/>
                    </a:lnTo>
                    <a:lnTo>
                      <a:pt x="33125" y="3764"/>
                    </a:lnTo>
                    <a:lnTo>
                      <a:pt x="32886" y="3286"/>
                    </a:lnTo>
                    <a:lnTo>
                      <a:pt x="32617" y="2778"/>
                    </a:lnTo>
                    <a:lnTo>
                      <a:pt x="32318" y="2330"/>
                    </a:lnTo>
                    <a:lnTo>
                      <a:pt x="31960" y="1912"/>
                    </a:lnTo>
                    <a:lnTo>
                      <a:pt x="31542" y="1524"/>
                    </a:lnTo>
                    <a:lnTo>
                      <a:pt x="31094" y="1166"/>
                    </a:lnTo>
                    <a:lnTo>
                      <a:pt x="30616" y="837"/>
                    </a:lnTo>
                    <a:lnTo>
                      <a:pt x="30078" y="568"/>
                    </a:lnTo>
                    <a:lnTo>
                      <a:pt x="29481" y="359"/>
                    </a:lnTo>
                    <a:lnTo>
                      <a:pt x="28853" y="180"/>
                    </a:lnTo>
                    <a:lnTo>
                      <a:pt x="28167" y="60"/>
                    </a:lnTo>
                    <a:lnTo>
                      <a:pt x="27450" y="31"/>
                    </a:lnTo>
                    <a:lnTo>
                      <a:pt x="23119" y="31"/>
                    </a:lnTo>
                    <a:lnTo>
                      <a:pt x="151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4385925" y="6734025"/>
                <a:ext cx="658625" cy="304675"/>
              </a:xfrm>
              <a:custGeom>
                <a:rect b="b" l="l" r="r" t="t"/>
                <a:pathLst>
                  <a:path extrusionOk="0" h="12187" w="26345">
                    <a:moveTo>
                      <a:pt x="6303" y="0"/>
                    </a:moveTo>
                    <a:lnTo>
                      <a:pt x="5945" y="30"/>
                    </a:lnTo>
                    <a:lnTo>
                      <a:pt x="5258" y="150"/>
                    </a:lnTo>
                    <a:lnTo>
                      <a:pt x="4571" y="329"/>
                    </a:lnTo>
                    <a:lnTo>
                      <a:pt x="3973" y="538"/>
                    </a:lnTo>
                    <a:lnTo>
                      <a:pt x="3376" y="837"/>
                    </a:lnTo>
                    <a:lnTo>
                      <a:pt x="2838" y="1165"/>
                    </a:lnTo>
                    <a:lnTo>
                      <a:pt x="2331" y="1524"/>
                    </a:lnTo>
                    <a:lnTo>
                      <a:pt x="1883" y="1942"/>
                    </a:lnTo>
                    <a:lnTo>
                      <a:pt x="1464" y="2390"/>
                    </a:lnTo>
                    <a:lnTo>
                      <a:pt x="1106" y="2868"/>
                    </a:lnTo>
                    <a:lnTo>
                      <a:pt x="777" y="3375"/>
                    </a:lnTo>
                    <a:lnTo>
                      <a:pt x="509" y="3913"/>
                    </a:lnTo>
                    <a:lnTo>
                      <a:pt x="300" y="4481"/>
                    </a:lnTo>
                    <a:lnTo>
                      <a:pt x="150" y="5018"/>
                    </a:lnTo>
                    <a:lnTo>
                      <a:pt x="31" y="5616"/>
                    </a:lnTo>
                    <a:lnTo>
                      <a:pt x="1" y="6183"/>
                    </a:lnTo>
                    <a:lnTo>
                      <a:pt x="1" y="6751"/>
                    </a:lnTo>
                    <a:lnTo>
                      <a:pt x="61" y="7318"/>
                    </a:lnTo>
                    <a:lnTo>
                      <a:pt x="210" y="7886"/>
                    </a:lnTo>
                    <a:lnTo>
                      <a:pt x="389" y="8423"/>
                    </a:lnTo>
                    <a:lnTo>
                      <a:pt x="628" y="8961"/>
                    </a:lnTo>
                    <a:lnTo>
                      <a:pt x="957" y="9469"/>
                    </a:lnTo>
                    <a:lnTo>
                      <a:pt x="1136" y="9708"/>
                    </a:lnTo>
                    <a:lnTo>
                      <a:pt x="1345" y="9946"/>
                    </a:lnTo>
                    <a:lnTo>
                      <a:pt x="1554" y="10185"/>
                    </a:lnTo>
                    <a:lnTo>
                      <a:pt x="1793" y="10394"/>
                    </a:lnTo>
                    <a:lnTo>
                      <a:pt x="2062" y="10604"/>
                    </a:lnTo>
                    <a:lnTo>
                      <a:pt x="2331" y="10813"/>
                    </a:lnTo>
                    <a:lnTo>
                      <a:pt x="2599" y="11022"/>
                    </a:lnTo>
                    <a:lnTo>
                      <a:pt x="2928" y="11201"/>
                    </a:lnTo>
                    <a:lnTo>
                      <a:pt x="3257" y="11350"/>
                    </a:lnTo>
                    <a:lnTo>
                      <a:pt x="3585" y="11529"/>
                    </a:lnTo>
                    <a:lnTo>
                      <a:pt x="3944" y="11649"/>
                    </a:lnTo>
                    <a:lnTo>
                      <a:pt x="4332" y="11798"/>
                    </a:lnTo>
                    <a:lnTo>
                      <a:pt x="4720" y="11918"/>
                    </a:lnTo>
                    <a:lnTo>
                      <a:pt x="5138" y="12007"/>
                    </a:lnTo>
                    <a:lnTo>
                      <a:pt x="5586" y="12097"/>
                    </a:lnTo>
                    <a:lnTo>
                      <a:pt x="6034" y="12187"/>
                    </a:lnTo>
                    <a:lnTo>
                      <a:pt x="20341" y="12187"/>
                    </a:lnTo>
                    <a:lnTo>
                      <a:pt x="20968" y="12127"/>
                    </a:lnTo>
                    <a:lnTo>
                      <a:pt x="21596" y="12037"/>
                    </a:lnTo>
                    <a:lnTo>
                      <a:pt x="22163" y="11888"/>
                    </a:lnTo>
                    <a:lnTo>
                      <a:pt x="22701" y="11709"/>
                    </a:lnTo>
                    <a:lnTo>
                      <a:pt x="23209" y="11470"/>
                    </a:lnTo>
                    <a:lnTo>
                      <a:pt x="23686" y="11171"/>
                    </a:lnTo>
                    <a:lnTo>
                      <a:pt x="24105" y="10843"/>
                    </a:lnTo>
                    <a:lnTo>
                      <a:pt x="24493" y="10484"/>
                    </a:lnTo>
                    <a:lnTo>
                      <a:pt x="24881" y="10096"/>
                    </a:lnTo>
                    <a:lnTo>
                      <a:pt x="25180" y="9708"/>
                    </a:lnTo>
                    <a:lnTo>
                      <a:pt x="25479" y="9259"/>
                    </a:lnTo>
                    <a:lnTo>
                      <a:pt x="25718" y="8782"/>
                    </a:lnTo>
                    <a:lnTo>
                      <a:pt x="25927" y="8304"/>
                    </a:lnTo>
                    <a:lnTo>
                      <a:pt x="26076" y="7826"/>
                    </a:lnTo>
                    <a:lnTo>
                      <a:pt x="26225" y="7318"/>
                    </a:lnTo>
                    <a:lnTo>
                      <a:pt x="26285" y="6810"/>
                    </a:lnTo>
                    <a:lnTo>
                      <a:pt x="26345" y="6273"/>
                    </a:lnTo>
                    <a:lnTo>
                      <a:pt x="26345" y="5765"/>
                    </a:lnTo>
                    <a:lnTo>
                      <a:pt x="26285" y="5257"/>
                    </a:lnTo>
                    <a:lnTo>
                      <a:pt x="26195" y="4720"/>
                    </a:lnTo>
                    <a:lnTo>
                      <a:pt x="26076" y="4242"/>
                    </a:lnTo>
                    <a:lnTo>
                      <a:pt x="25897" y="3734"/>
                    </a:lnTo>
                    <a:lnTo>
                      <a:pt x="25658" y="3256"/>
                    </a:lnTo>
                    <a:lnTo>
                      <a:pt x="25389" y="2808"/>
                    </a:lnTo>
                    <a:lnTo>
                      <a:pt x="25060" y="2390"/>
                    </a:lnTo>
                    <a:lnTo>
                      <a:pt x="24702" y="1972"/>
                    </a:lnTo>
                    <a:lnTo>
                      <a:pt x="24284" y="1583"/>
                    </a:lnTo>
                    <a:lnTo>
                      <a:pt x="23806" y="1255"/>
                    </a:lnTo>
                    <a:lnTo>
                      <a:pt x="23298" y="926"/>
                    </a:lnTo>
                    <a:lnTo>
                      <a:pt x="22731" y="657"/>
                    </a:lnTo>
                    <a:lnTo>
                      <a:pt x="22103" y="448"/>
                    </a:lnTo>
                    <a:lnTo>
                      <a:pt x="21446" y="239"/>
                    </a:lnTo>
                    <a:lnTo>
                      <a:pt x="20759" y="180"/>
                    </a:lnTo>
                    <a:lnTo>
                      <a:pt x="20132" y="150"/>
                    </a:lnTo>
                    <a:lnTo>
                      <a:pt x="19475" y="120"/>
                    </a:lnTo>
                    <a:lnTo>
                      <a:pt x="18728" y="150"/>
                    </a:lnTo>
                    <a:lnTo>
                      <a:pt x="8245" y="150"/>
                    </a:lnTo>
                    <a:lnTo>
                      <a:pt x="7826" y="90"/>
                    </a:lnTo>
                    <a:lnTo>
                      <a:pt x="7438" y="30"/>
                    </a:lnTo>
                    <a:lnTo>
                      <a:pt x="7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4494200" y="6360675"/>
                <a:ext cx="442825" cy="308400"/>
              </a:xfrm>
              <a:custGeom>
                <a:rect b="b" l="l" r="r" t="t"/>
                <a:pathLst>
                  <a:path extrusionOk="0" h="12336" w="17713">
                    <a:moveTo>
                      <a:pt x="7886" y="0"/>
                    </a:moveTo>
                    <a:lnTo>
                      <a:pt x="7139" y="60"/>
                    </a:lnTo>
                    <a:lnTo>
                      <a:pt x="6333" y="120"/>
                    </a:lnTo>
                    <a:lnTo>
                      <a:pt x="5526" y="209"/>
                    </a:lnTo>
                    <a:lnTo>
                      <a:pt x="4690" y="329"/>
                    </a:lnTo>
                    <a:lnTo>
                      <a:pt x="4152" y="448"/>
                    </a:lnTo>
                    <a:lnTo>
                      <a:pt x="3645" y="627"/>
                    </a:lnTo>
                    <a:lnTo>
                      <a:pt x="3167" y="866"/>
                    </a:lnTo>
                    <a:lnTo>
                      <a:pt x="2719" y="1165"/>
                    </a:lnTo>
                    <a:lnTo>
                      <a:pt x="2271" y="1523"/>
                    </a:lnTo>
                    <a:lnTo>
                      <a:pt x="1853" y="1912"/>
                    </a:lnTo>
                    <a:lnTo>
                      <a:pt x="1494" y="2360"/>
                    </a:lnTo>
                    <a:lnTo>
                      <a:pt x="1136" y="2808"/>
                    </a:lnTo>
                    <a:lnTo>
                      <a:pt x="837" y="3316"/>
                    </a:lnTo>
                    <a:lnTo>
                      <a:pt x="598" y="3853"/>
                    </a:lnTo>
                    <a:lnTo>
                      <a:pt x="359" y="4391"/>
                    </a:lnTo>
                    <a:lnTo>
                      <a:pt x="210" y="4958"/>
                    </a:lnTo>
                    <a:lnTo>
                      <a:pt x="90" y="5526"/>
                    </a:lnTo>
                    <a:lnTo>
                      <a:pt x="31" y="6093"/>
                    </a:lnTo>
                    <a:lnTo>
                      <a:pt x="1" y="6691"/>
                    </a:lnTo>
                    <a:lnTo>
                      <a:pt x="61" y="7258"/>
                    </a:lnTo>
                    <a:lnTo>
                      <a:pt x="180" y="7826"/>
                    </a:lnTo>
                    <a:lnTo>
                      <a:pt x="359" y="8393"/>
                    </a:lnTo>
                    <a:lnTo>
                      <a:pt x="479" y="8662"/>
                    </a:lnTo>
                    <a:lnTo>
                      <a:pt x="598" y="8931"/>
                    </a:lnTo>
                    <a:lnTo>
                      <a:pt x="777" y="9200"/>
                    </a:lnTo>
                    <a:lnTo>
                      <a:pt x="927" y="9439"/>
                    </a:lnTo>
                    <a:lnTo>
                      <a:pt x="1136" y="9678"/>
                    </a:lnTo>
                    <a:lnTo>
                      <a:pt x="1345" y="9946"/>
                    </a:lnTo>
                    <a:lnTo>
                      <a:pt x="1584" y="10155"/>
                    </a:lnTo>
                    <a:lnTo>
                      <a:pt x="1823" y="10394"/>
                    </a:lnTo>
                    <a:lnTo>
                      <a:pt x="2092" y="10603"/>
                    </a:lnTo>
                    <a:lnTo>
                      <a:pt x="2390" y="10813"/>
                    </a:lnTo>
                    <a:lnTo>
                      <a:pt x="2689" y="11022"/>
                    </a:lnTo>
                    <a:lnTo>
                      <a:pt x="3018" y="11201"/>
                    </a:lnTo>
                    <a:lnTo>
                      <a:pt x="3376" y="11380"/>
                    </a:lnTo>
                    <a:lnTo>
                      <a:pt x="3764" y="11529"/>
                    </a:lnTo>
                    <a:lnTo>
                      <a:pt x="4182" y="11679"/>
                    </a:lnTo>
                    <a:lnTo>
                      <a:pt x="4601" y="11798"/>
                    </a:lnTo>
                    <a:lnTo>
                      <a:pt x="5049" y="11948"/>
                    </a:lnTo>
                    <a:lnTo>
                      <a:pt x="5526" y="12037"/>
                    </a:lnTo>
                    <a:lnTo>
                      <a:pt x="6004" y="12127"/>
                    </a:lnTo>
                    <a:lnTo>
                      <a:pt x="6542" y="12216"/>
                    </a:lnTo>
                    <a:lnTo>
                      <a:pt x="7080" y="12276"/>
                    </a:lnTo>
                    <a:lnTo>
                      <a:pt x="7647" y="12306"/>
                    </a:lnTo>
                    <a:lnTo>
                      <a:pt x="8274" y="12336"/>
                    </a:lnTo>
                    <a:lnTo>
                      <a:pt x="9529" y="12336"/>
                    </a:lnTo>
                    <a:lnTo>
                      <a:pt x="10216" y="12306"/>
                    </a:lnTo>
                    <a:lnTo>
                      <a:pt x="10933" y="12246"/>
                    </a:lnTo>
                    <a:lnTo>
                      <a:pt x="11679" y="12186"/>
                    </a:lnTo>
                    <a:lnTo>
                      <a:pt x="12307" y="12186"/>
                    </a:lnTo>
                    <a:lnTo>
                      <a:pt x="12635" y="12157"/>
                    </a:lnTo>
                    <a:lnTo>
                      <a:pt x="12934" y="12097"/>
                    </a:lnTo>
                    <a:lnTo>
                      <a:pt x="13232" y="12007"/>
                    </a:lnTo>
                    <a:lnTo>
                      <a:pt x="13531" y="11918"/>
                    </a:lnTo>
                    <a:lnTo>
                      <a:pt x="13830" y="11798"/>
                    </a:lnTo>
                    <a:lnTo>
                      <a:pt x="14129" y="11679"/>
                    </a:lnTo>
                    <a:lnTo>
                      <a:pt x="14666" y="11380"/>
                    </a:lnTo>
                    <a:lnTo>
                      <a:pt x="15174" y="11022"/>
                    </a:lnTo>
                    <a:lnTo>
                      <a:pt x="15652" y="10574"/>
                    </a:lnTo>
                    <a:lnTo>
                      <a:pt x="16100" y="10126"/>
                    </a:lnTo>
                    <a:lnTo>
                      <a:pt x="16488" y="9618"/>
                    </a:lnTo>
                    <a:lnTo>
                      <a:pt x="16847" y="9050"/>
                    </a:lnTo>
                    <a:lnTo>
                      <a:pt x="17145" y="8483"/>
                    </a:lnTo>
                    <a:lnTo>
                      <a:pt x="17384" y="7885"/>
                    </a:lnTo>
                    <a:lnTo>
                      <a:pt x="17563" y="7258"/>
                    </a:lnTo>
                    <a:lnTo>
                      <a:pt x="17683" y="6631"/>
                    </a:lnTo>
                    <a:lnTo>
                      <a:pt x="17713" y="6004"/>
                    </a:lnTo>
                    <a:lnTo>
                      <a:pt x="17713" y="5705"/>
                    </a:lnTo>
                    <a:lnTo>
                      <a:pt x="17713" y="5376"/>
                    </a:lnTo>
                    <a:lnTo>
                      <a:pt x="17683" y="5078"/>
                    </a:lnTo>
                    <a:lnTo>
                      <a:pt x="17623" y="4749"/>
                    </a:lnTo>
                    <a:lnTo>
                      <a:pt x="17533" y="4451"/>
                    </a:lnTo>
                    <a:lnTo>
                      <a:pt x="17444" y="4152"/>
                    </a:lnTo>
                    <a:lnTo>
                      <a:pt x="17324" y="3853"/>
                    </a:lnTo>
                    <a:lnTo>
                      <a:pt x="17175" y="3555"/>
                    </a:lnTo>
                    <a:lnTo>
                      <a:pt x="17026" y="3256"/>
                    </a:lnTo>
                    <a:lnTo>
                      <a:pt x="16847" y="2987"/>
                    </a:lnTo>
                    <a:lnTo>
                      <a:pt x="16637" y="2718"/>
                    </a:lnTo>
                    <a:lnTo>
                      <a:pt x="16399" y="2449"/>
                    </a:lnTo>
                    <a:lnTo>
                      <a:pt x="16160" y="2181"/>
                    </a:lnTo>
                    <a:lnTo>
                      <a:pt x="15891" y="1942"/>
                    </a:lnTo>
                    <a:lnTo>
                      <a:pt x="15592" y="1703"/>
                    </a:lnTo>
                    <a:lnTo>
                      <a:pt x="15264" y="1494"/>
                    </a:lnTo>
                    <a:lnTo>
                      <a:pt x="14905" y="1285"/>
                    </a:lnTo>
                    <a:lnTo>
                      <a:pt x="14547" y="1075"/>
                    </a:lnTo>
                    <a:lnTo>
                      <a:pt x="14158" y="896"/>
                    </a:lnTo>
                    <a:lnTo>
                      <a:pt x="13710" y="717"/>
                    </a:lnTo>
                    <a:lnTo>
                      <a:pt x="13262" y="568"/>
                    </a:lnTo>
                    <a:lnTo>
                      <a:pt x="12784" y="418"/>
                    </a:lnTo>
                    <a:lnTo>
                      <a:pt x="12277" y="299"/>
                    </a:lnTo>
                    <a:lnTo>
                      <a:pt x="11739" y="209"/>
                    </a:lnTo>
                    <a:lnTo>
                      <a:pt x="11172" y="120"/>
                    </a:lnTo>
                    <a:lnTo>
                      <a:pt x="10574" y="60"/>
                    </a:lnTo>
                    <a:lnTo>
                      <a:pt x="99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7" name="Google Shape;357;p17"/>
            <p:cNvGrpSpPr/>
            <p:nvPr/>
          </p:nvGrpSpPr>
          <p:grpSpPr>
            <a:xfrm rot="-10564369">
              <a:off x="521783" y="4737364"/>
              <a:ext cx="554838" cy="229960"/>
              <a:chOff x="6228000" y="1478750"/>
              <a:chExt cx="745100" cy="308775"/>
            </a:xfrm>
          </p:grpSpPr>
          <p:sp>
            <p:nvSpPr>
              <p:cNvPr id="358" name="Google Shape;358;p17"/>
              <p:cNvSpPr/>
              <p:nvPr/>
            </p:nvSpPr>
            <p:spPr>
              <a:xfrm>
                <a:off x="6270525" y="1478750"/>
                <a:ext cx="702575" cy="305625"/>
              </a:xfrm>
              <a:custGeom>
                <a:rect b="b" l="l" r="r" t="t"/>
                <a:pathLst>
                  <a:path extrusionOk="0" h="12225" w="28103">
                    <a:moveTo>
                      <a:pt x="25646" y="0"/>
                    </a:moveTo>
                    <a:lnTo>
                      <a:pt x="25394" y="32"/>
                    </a:lnTo>
                    <a:lnTo>
                      <a:pt x="25173" y="63"/>
                    </a:lnTo>
                    <a:lnTo>
                      <a:pt x="24921" y="126"/>
                    </a:lnTo>
                    <a:lnTo>
                      <a:pt x="3403" y="7467"/>
                    </a:lnTo>
                    <a:lnTo>
                      <a:pt x="32" y="10050"/>
                    </a:lnTo>
                    <a:lnTo>
                      <a:pt x="1" y="10302"/>
                    </a:lnTo>
                    <a:lnTo>
                      <a:pt x="32" y="10586"/>
                    </a:lnTo>
                    <a:lnTo>
                      <a:pt x="64" y="10838"/>
                    </a:lnTo>
                    <a:lnTo>
                      <a:pt x="127" y="11090"/>
                    </a:lnTo>
                    <a:lnTo>
                      <a:pt x="284" y="11437"/>
                    </a:lnTo>
                    <a:lnTo>
                      <a:pt x="473" y="11720"/>
                    </a:lnTo>
                    <a:lnTo>
                      <a:pt x="694" y="12004"/>
                    </a:lnTo>
                    <a:lnTo>
                      <a:pt x="946" y="12224"/>
                    </a:lnTo>
                    <a:lnTo>
                      <a:pt x="4947" y="12004"/>
                    </a:lnTo>
                    <a:lnTo>
                      <a:pt x="26465" y="4695"/>
                    </a:lnTo>
                    <a:lnTo>
                      <a:pt x="26717" y="4600"/>
                    </a:lnTo>
                    <a:lnTo>
                      <a:pt x="26906" y="4506"/>
                    </a:lnTo>
                    <a:lnTo>
                      <a:pt x="27126" y="4380"/>
                    </a:lnTo>
                    <a:lnTo>
                      <a:pt x="27315" y="4222"/>
                    </a:lnTo>
                    <a:lnTo>
                      <a:pt x="27473" y="4064"/>
                    </a:lnTo>
                    <a:lnTo>
                      <a:pt x="27630" y="3875"/>
                    </a:lnTo>
                    <a:lnTo>
                      <a:pt x="27756" y="3686"/>
                    </a:lnTo>
                    <a:lnTo>
                      <a:pt x="27851" y="3466"/>
                    </a:lnTo>
                    <a:lnTo>
                      <a:pt x="27945" y="3277"/>
                    </a:lnTo>
                    <a:lnTo>
                      <a:pt x="28008" y="3056"/>
                    </a:lnTo>
                    <a:lnTo>
                      <a:pt x="28071" y="2836"/>
                    </a:lnTo>
                    <a:lnTo>
                      <a:pt x="28103" y="2584"/>
                    </a:lnTo>
                    <a:lnTo>
                      <a:pt x="28103" y="2363"/>
                    </a:lnTo>
                    <a:lnTo>
                      <a:pt x="28071" y="2111"/>
                    </a:lnTo>
                    <a:lnTo>
                      <a:pt x="28040" y="1859"/>
                    </a:lnTo>
                    <a:lnTo>
                      <a:pt x="27977" y="1639"/>
                    </a:lnTo>
                    <a:lnTo>
                      <a:pt x="27882" y="1418"/>
                    </a:lnTo>
                    <a:lnTo>
                      <a:pt x="27756" y="1198"/>
                    </a:lnTo>
                    <a:lnTo>
                      <a:pt x="27630" y="1009"/>
                    </a:lnTo>
                    <a:lnTo>
                      <a:pt x="27504" y="819"/>
                    </a:lnTo>
                    <a:lnTo>
                      <a:pt x="27315" y="662"/>
                    </a:lnTo>
                    <a:lnTo>
                      <a:pt x="27158" y="504"/>
                    </a:lnTo>
                    <a:lnTo>
                      <a:pt x="26969" y="378"/>
                    </a:lnTo>
                    <a:lnTo>
                      <a:pt x="26748" y="252"/>
                    </a:lnTo>
                    <a:lnTo>
                      <a:pt x="26559" y="158"/>
                    </a:lnTo>
                    <a:lnTo>
                      <a:pt x="26339" y="95"/>
                    </a:lnTo>
                    <a:lnTo>
                      <a:pt x="26118" y="32"/>
                    </a:lnTo>
                    <a:lnTo>
                      <a:pt x="258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6228000" y="1665400"/>
                <a:ext cx="166200" cy="122125"/>
              </a:xfrm>
              <a:custGeom>
                <a:rect b="b" l="l" r="r" t="t"/>
                <a:pathLst>
                  <a:path extrusionOk="0" h="4885" w="6648">
                    <a:moveTo>
                      <a:pt x="5104" y="1"/>
                    </a:moveTo>
                    <a:lnTo>
                      <a:pt x="1733" y="2584"/>
                    </a:lnTo>
                    <a:lnTo>
                      <a:pt x="32" y="3908"/>
                    </a:lnTo>
                    <a:lnTo>
                      <a:pt x="0" y="4128"/>
                    </a:lnTo>
                    <a:lnTo>
                      <a:pt x="32" y="4286"/>
                    </a:lnTo>
                    <a:lnTo>
                      <a:pt x="63" y="4443"/>
                    </a:lnTo>
                    <a:lnTo>
                      <a:pt x="126" y="4601"/>
                    </a:lnTo>
                    <a:lnTo>
                      <a:pt x="189" y="4727"/>
                    </a:lnTo>
                    <a:lnTo>
                      <a:pt x="347" y="4884"/>
                    </a:lnTo>
                    <a:lnTo>
                      <a:pt x="2647" y="4758"/>
                    </a:lnTo>
                    <a:lnTo>
                      <a:pt x="6648" y="4538"/>
                    </a:lnTo>
                    <a:lnTo>
                      <a:pt x="5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6852575" y="1489775"/>
                <a:ext cx="55950" cy="120525"/>
              </a:xfrm>
              <a:custGeom>
                <a:rect b="b" l="l" r="r" t="t"/>
                <a:pathLst>
                  <a:path extrusionOk="0" h="4821" w="2238">
                    <a:moveTo>
                      <a:pt x="694" y="0"/>
                    </a:moveTo>
                    <a:lnTo>
                      <a:pt x="1" y="252"/>
                    </a:lnTo>
                    <a:lnTo>
                      <a:pt x="1544" y="4821"/>
                    </a:lnTo>
                    <a:lnTo>
                      <a:pt x="2238" y="456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6816350" y="1499225"/>
                <a:ext cx="66975" cy="123675"/>
              </a:xfrm>
              <a:custGeom>
                <a:rect b="b" l="l" r="r" t="t"/>
                <a:pathLst>
                  <a:path extrusionOk="0" h="4947" w="2679">
                    <a:moveTo>
                      <a:pt x="1135" y="0"/>
                    </a:moveTo>
                    <a:lnTo>
                      <a:pt x="0" y="379"/>
                    </a:lnTo>
                    <a:lnTo>
                      <a:pt x="1544" y="4947"/>
                    </a:lnTo>
                    <a:lnTo>
                      <a:pt x="2678" y="4537"/>
                    </a:lnTo>
                    <a:lnTo>
                      <a:pt x="11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18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364" name="Google Shape;364;p18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365" name="Google Shape;365;p18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6" name="Google Shape;366;p18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7" name="Google Shape;367;p18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8" name="Google Shape;368;p18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3" name="Google Shape;373;p18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4" name="Google Shape;374;p18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376" name="Google Shape;376;p18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7" name="Google Shape;377;p18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78" name="Google Shape;378;p18"/>
          <p:cNvGrpSpPr/>
          <p:nvPr/>
        </p:nvGrpSpPr>
        <p:grpSpPr>
          <a:xfrm>
            <a:off x="8354532" y="3488288"/>
            <a:ext cx="1739107" cy="1391351"/>
            <a:chOff x="8430787" y="3171837"/>
            <a:chExt cx="2134921" cy="1708017"/>
          </a:xfrm>
        </p:grpSpPr>
        <p:grpSp>
          <p:nvGrpSpPr>
            <p:cNvPr id="379" name="Google Shape;379;p18"/>
            <p:cNvGrpSpPr/>
            <p:nvPr/>
          </p:nvGrpSpPr>
          <p:grpSpPr>
            <a:xfrm>
              <a:off x="8430787" y="3915491"/>
              <a:ext cx="2134921" cy="964363"/>
              <a:chOff x="2770024" y="6636316"/>
              <a:chExt cx="2134921" cy="964363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2829482" y="6712553"/>
                <a:ext cx="2007836" cy="883332"/>
              </a:xfrm>
              <a:custGeom>
                <a:rect b="b" l="l" r="r" t="t"/>
                <a:pathLst>
                  <a:path extrusionOk="0" h="74074" w="168372">
                    <a:moveTo>
                      <a:pt x="0" y="1"/>
                    </a:moveTo>
                    <a:lnTo>
                      <a:pt x="0" y="74073"/>
                    </a:lnTo>
                    <a:lnTo>
                      <a:pt x="168372" y="74073"/>
                    </a:lnTo>
                    <a:lnTo>
                      <a:pt x="168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4090670" y="6707759"/>
                <a:ext cx="9600" cy="892920"/>
              </a:xfrm>
              <a:custGeom>
                <a:rect b="b" l="l" r="r" t="t"/>
                <a:pathLst>
                  <a:path extrusionOk="0" h="74878" w="805">
                    <a:moveTo>
                      <a:pt x="403" y="1"/>
                    </a:moveTo>
                    <a:lnTo>
                      <a:pt x="242" y="41"/>
                    </a:lnTo>
                    <a:lnTo>
                      <a:pt x="121" y="121"/>
                    </a:lnTo>
                    <a:lnTo>
                      <a:pt x="41" y="242"/>
                    </a:lnTo>
                    <a:lnTo>
                      <a:pt x="0" y="403"/>
                    </a:lnTo>
                    <a:lnTo>
                      <a:pt x="0" y="74475"/>
                    </a:lnTo>
                    <a:lnTo>
                      <a:pt x="41" y="74636"/>
                    </a:lnTo>
                    <a:lnTo>
                      <a:pt x="121" y="74757"/>
                    </a:lnTo>
                    <a:lnTo>
                      <a:pt x="242" y="74837"/>
                    </a:lnTo>
                    <a:lnTo>
                      <a:pt x="403" y="74877"/>
                    </a:lnTo>
                    <a:lnTo>
                      <a:pt x="563" y="74837"/>
                    </a:lnTo>
                    <a:lnTo>
                      <a:pt x="684" y="74757"/>
                    </a:lnTo>
                    <a:lnTo>
                      <a:pt x="764" y="74636"/>
                    </a:lnTo>
                    <a:lnTo>
                      <a:pt x="805" y="74475"/>
                    </a:lnTo>
                    <a:lnTo>
                      <a:pt x="805" y="403"/>
                    </a:lnTo>
                    <a:lnTo>
                      <a:pt x="764" y="242"/>
                    </a:lnTo>
                    <a:lnTo>
                      <a:pt x="684" y="121"/>
                    </a:lnTo>
                    <a:lnTo>
                      <a:pt x="563" y="41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2770024" y="6636316"/>
                <a:ext cx="2134921" cy="182238"/>
              </a:xfrm>
              <a:custGeom>
                <a:rect b="b" l="l" r="r" t="t"/>
                <a:pathLst>
                  <a:path extrusionOk="0" h="15282" w="179029">
                    <a:moveTo>
                      <a:pt x="0" y="0"/>
                    </a:moveTo>
                    <a:lnTo>
                      <a:pt x="0" y="15281"/>
                    </a:lnTo>
                    <a:lnTo>
                      <a:pt x="179028" y="15281"/>
                    </a:lnTo>
                    <a:lnTo>
                      <a:pt x="1790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2824688" y="6813737"/>
                <a:ext cx="2017436" cy="9612"/>
              </a:xfrm>
              <a:custGeom>
                <a:rect b="b" l="l" r="r" t="t"/>
                <a:pathLst>
                  <a:path extrusionOk="0" h="806" w="169177">
                    <a:moveTo>
                      <a:pt x="402" y="1"/>
                    </a:moveTo>
                    <a:lnTo>
                      <a:pt x="282" y="41"/>
                    </a:lnTo>
                    <a:lnTo>
                      <a:pt x="121" y="122"/>
                    </a:lnTo>
                    <a:lnTo>
                      <a:pt x="41" y="242"/>
                    </a:lnTo>
                    <a:lnTo>
                      <a:pt x="0" y="403"/>
                    </a:lnTo>
                    <a:lnTo>
                      <a:pt x="41" y="564"/>
                    </a:lnTo>
                    <a:lnTo>
                      <a:pt x="121" y="685"/>
                    </a:lnTo>
                    <a:lnTo>
                      <a:pt x="282" y="765"/>
                    </a:lnTo>
                    <a:lnTo>
                      <a:pt x="402" y="805"/>
                    </a:lnTo>
                    <a:lnTo>
                      <a:pt x="168774" y="805"/>
                    </a:lnTo>
                    <a:lnTo>
                      <a:pt x="168935" y="765"/>
                    </a:lnTo>
                    <a:lnTo>
                      <a:pt x="169055" y="685"/>
                    </a:lnTo>
                    <a:lnTo>
                      <a:pt x="169136" y="564"/>
                    </a:lnTo>
                    <a:lnTo>
                      <a:pt x="169176" y="403"/>
                    </a:lnTo>
                    <a:lnTo>
                      <a:pt x="169136" y="242"/>
                    </a:lnTo>
                    <a:lnTo>
                      <a:pt x="169055" y="122"/>
                    </a:lnTo>
                    <a:lnTo>
                      <a:pt x="168935" y="41"/>
                    </a:lnTo>
                    <a:lnTo>
                      <a:pt x="16877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3177144" y="6906775"/>
                <a:ext cx="388445" cy="98799"/>
              </a:xfrm>
              <a:custGeom>
                <a:rect b="b" l="l" r="r" t="t"/>
                <a:pathLst>
                  <a:path extrusionOk="0" h="8285" w="32574">
                    <a:moveTo>
                      <a:pt x="1" y="0"/>
                    </a:moveTo>
                    <a:lnTo>
                      <a:pt x="1" y="5429"/>
                    </a:lnTo>
                    <a:lnTo>
                      <a:pt x="1408" y="5912"/>
                    </a:lnTo>
                    <a:lnTo>
                      <a:pt x="3017" y="6434"/>
                    </a:lnTo>
                    <a:lnTo>
                      <a:pt x="4786" y="6877"/>
                    </a:lnTo>
                    <a:lnTo>
                      <a:pt x="6716" y="7319"/>
                    </a:lnTo>
                    <a:lnTo>
                      <a:pt x="7762" y="7520"/>
                    </a:lnTo>
                    <a:lnTo>
                      <a:pt x="8807" y="7681"/>
                    </a:lnTo>
                    <a:lnTo>
                      <a:pt x="9893" y="7842"/>
                    </a:lnTo>
                    <a:lnTo>
                      <a:pt x="11059" y="8003"/>
                    </a:lnTo>
                    <a:lnTo>
                      <a:pt x="12226" y="8123"/>
                    </a:lnTo>
                    <a:lnTo>
                      <a:pt x="13432" y="8204"/>
                    </a:lnTo>
                    <a:lnTo>
                      <a:pt x="14679" y="8244"/>
                    </a:lnTo>
                    <a:lnTo>
                      <a:pt x="15925" y="8284"/>
                    </a:lnTo>
                    <a:lnTo>
                      <a:pt x="17292" y="8284"/>
                    </a:lnTo>
                    <a:lnTo>
                      <a:pt x="18579" y="8244"/>
                    </a:lnTo>
                    <a:lnTo>
                      <a:pt x="19866" y="8163"/>
                    </a:lnTo>
                    <a:lnTo>
                      <a:pt x="21072" y="8043"/>
                    </a:lnTo>
                    <a:lnTo>
                      <a:pt x="22279" y="7922"/>
                    </a:lnTo>
                    <a:lnTo>
                      <a:pt x="23445" y="7761"/>
                    </a:lnTo>
                    <a:lnTo>
                      <a:pt x="24531" y="7560"/>
                    </a:lnTo>
                    <a:lnTo>
                      <a:pt x="25616" y="7359"/>
                    </a:lnTo>
                    <a:lnTo>
                      <a:pt x="27627" y="6917"/>
                    </a:lnTo>
                    <a:lnTo>
                      <a:pt x="29477" y="6434"/>
                    </a:lnTo>
                    <a:lnTo>
                      <a:pt x="31126" y="5952"/>
                    </a:lnTo>
                    <a:lnTo>
                      <a:pt x="32573" y="5429"/>
                    </a:lnTo>
                    <a:lnTo>
                      <a:pt x="325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8"/>
              <p:cNvSpPr/>
              <p:nvPr/>
            </p:nvSpPr>
            <p:spPr>
              <a:xfrm>
                <a:off x="4410523" y="6906775"/>
                <a:ext cx="297326" cy="98799"/>
              </a:xfrm>
              <a:custGeom>
                <a:rect b="b" l="l" r="r" t="t"/>
                <a:pathLst>
                  <a:path extrusionOk="0" h="8285" w="24933">
                    <a:moveTo>
                      <a:pt x="0" y="0"/>
                    </a:moveTo>
                    <a:lnTo>
                      <a:pt x="0" y="5429"/>
                    </a:lnTo>
                    <a:lnTo>
                      <a:pt x="1086" y="5912"/>
                    </a:lnTo>
                    <a:lnTo>
                      <a:pt x="2293" y="6434"/>
                    </a:lnTo>
                    <a:lnTo>
                      <a:pt x="3660" y="6877"/>
                    </a:lnTo>
                    <a:lnTo>
                      <a:pt x="5148" y="7319"/>
                    </a:lnTo>
                    <a:lnTo>
                      <a:pt x="6756" y="7681"/>
                    </a:lnTo>
                    <a:lnTo>
                      <a:pt x="7561" y="7842"/>
                    </a:lnTo>
                    <a:lnTo>
                      <a:pt x="8445" y="8003"/>
                    </a:lnTo>
                    <a:lnTo>
                      <a:pt x="9330" y="8123"/>
                    </a:lnTo>
                    <a:lnTo>
                      <a:pt x="10255" y="8204"/>
                    </a:lnTo>
                    <a:lnTo>
                      <a:pt x="11220" y="8244"/>
                    </a:lnTo>
                    <a:lnTo>
                      <a:pt x="12185" y="8284"/>
                    </a:lnTo>
                    <a:lnTo>
                      <a:pt x="13231" y="8284"/>
                    </a:lnTo>
                    <a:lnTo>
                      <a:pt x="14236" y="8244"/>
                    </a:lnTo>
                    <a:lnTo>
                      <a:pt x="15201" y="8163"/>
                    </a:lnTo>
                    <a:lnTo>
                      <a:pt x="16126" y="8043"/>
                    </a:lnTo>
                    <a:lnTo>
                      <a:pt x="17051" y="7922"/>
                    </a:lnTo>
                    <a:lnTo>
                      <a:pt x="17935" y="7761"/>
                    </a:lnTo>
                    <a:lnTo>
                      <a:pt x="18780" y="7560"/>
                    </a:lnTo>
                    <a:lnTo>
                      <a:pt x="19584" y="7359"/>
                    </a:lnTo>
                    <a:lnTo>
                      <a:pt x="21152" y="6917"/>
                    </a:lnTo>
                    <a:lnTo>
                      <a:pt x="22560" y="6434"/>
                    </a:lnTo>
                    <a:lnTo>
                      <a:pt x="23807" y="5952"/>
                    </a:lnTo>
                    <a:lnTo>
                      <a:pt x="24932" y="5429"/>
                    </a:lnTo>
                    <a:lnTo>
                      <a:pt x="249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" name="Google Shape;386;p18"/>
            <p:cNvGrpSpPr/>
            <p:nvPr/>
          </p:nvGrpSpPr>
          <p:grpSpPr>
            <a:xfrm>
              <a:off x="8520667" y="3171837"/>
              <a:ext cx="743664" cy="743664"/>
              <a:chOff x="9588418" y="5254045"/>
              <a:chExt cx="940871" cy="940871"/>
            </a:xfrm>
          </p:grpSpPr>
          <p:sp>
            <p:nvSpPr>
              <p:cNvPr id="387" name="Google Shape;387;p18"/>
              <p:cNvSpPr/>
              <p:nvPr/>
            </p:nvSpPr>
            <p:spPr>
              <a:xfrm>
                <a:off x="9588418" y="5254045"/>
                <a:ext cx="940871" cy="940871"/>
              </a:xfrm>
              <a:custGeom>
                <a:rect b="b" l="l" r="r" t="t"/>
                <a:pathLst>
                  <a:path extrusionOk="0" h="78899" w="78899">
                    <a:moveTo>
                      <a:pt x="37720" y="0"/>
                    </a:moveTo>
                    <a:lnTo>
                      <a:pt x="36554" y="81"/>
                    </a:lnTo>
                    <a:lnTo>
                      <a:pt x="35428" y="161"/>
                    </a:lnTo>
                    <a:lnTo>
                      <a:pt x="34302" y="322"/>
                    </a:lnTo>
                    <a:lnTo>
                      <a:pt x="33176" y="483"/>
                    </a:lnTo>
                    <a:lnTo>
                      <a:pt x="32010" y="684"/>
                    </a:lnTo>
                    <a:lnTo>
                      <a:pt x="30884" y="885"/>
                    </a:lnTo>
                    <a:lnTo>
                      <a:pt x="29758" y="1166"/>
                    </a:lnTo>
                    <a:lnTo>
                      <a:pt x="28672" y="1448"/>
                    </a:lnTo>
                    <a:lnTo>
                      <a:pt x="27546" y="1810"/>
                    </a:lnTo>
                    <a:lnTo>
                      <a:pt x="26461" y="2172"/>
                    </a:lnTo>
                    <a:lnTo>
                      <a:pt x="25335" y="2574"/>
                    </a:lnTo>
                    <a:lnTo>
                      <a:pt x="24249" y="2976"/>
                    </a:lnTo>
                    <a:lnTo>
                      <a:pt x="23203" y="3458"/>
                    </a:lnTo>
                    <a:lnTo>
                      <a:pt x="22118" y="3941"/>
                    </a:lnTo>
                    <a:lnTo>
                      <a:pt x="21434" y="4303"/>
                    </a:lnTo>
                    <a:lnTo>
                      <a:pt x="20791" y="4665"/>
                    </a:lnTo>
                    <a:lnTo>
                      <a:pt x="19222" y="5550"/>
                    </a:lnTo>
                    <a:lnTo>
                      <a:pt x="17654" y="6515"/>
                    </a:lnTo>
                    <a:lnTo>
                      <a:pt x="16166" y="7560"/>
                    </a:lnTo>
                    <a:lnTo>
                      <a:pt x="14678" y="8686"/>
                    </a:lnTo>
                    <a:lnTo>
                      <a:pt x="13874" y="9370"/>
                    </a:lnTo>
                    <a:lnTo>
                      <a:pt x="13070" y="10053"/>
                    </a:lnTo>
                    <a:lnTo>
                      <a:pt x="12266" y="10777"/>
                    </a:lnTo>
                    <a:lnTo>
                      <a:pt x="11542" y="11501"/>
                    </a:lnTo>
                    <a:lnTo>
                      <a:pt x="10818" y="12265"/>
                    </a:lnTo>
                    <a:lnTo>
                      <a:pt x="10094" y="13029"/>
                    </a:lnTo>
                    <a:lnTo>
                      <a:pt x="9410" y="13793"/>
                    </a:lnTo>
                    <a:lnTo>
                      <a:pt x="8767" y="14598"/>
                    </a:lnTo>
                    <a:lnTo>
                      <a:pt x="8124" y="15402"/>
                    </a:lnTo>
                    <a:lnTo>
                      <a:pt x="7480" y="16246"/>
                    </a:lnTo>
                    <a:lnTo>
                      <a:pt x="6917" y="17050"/>
                    </a:lnTo>
                    <a:lnTo>
                      <a:pt x="6354" y="17895"/>
                    </a:lnTo>
                    <a:lnTo>
                      <a:pt x="5791" y="18780"/>
                    </a:lnTo>
                    <a:lnTo>
                      <a:pt x="5268" y="19624"/>
                    </a:lnTo>
                    <a:lnTo>
                      <a:pt x="4786" y="20509"/>
                    </a:lnTo>
                    <a:lnTo>
                      <a:pt x="4303" y="21434"/>
                    </a:lnTo>
                    <a:lnTo>
                      <a:pt x="3660" y="22721"/>
                    </a:lnTo>
                    <a:lnTo>
                      <a:pt x="3137" y="23887"/>
                    </a:lnTo>
                    <a:lnTo>
                      <a:pt x="2655" y="25053"/>
                    </a:lnTo>
                    <a:lnTo>
                      <a:pt x="2212" y="26259"/>
                    </a:lnTo>
                    <a:lnTo>
                      <a:pt x="1810" y="27466"/>
                    </a:lnTo>
                    <a:lnTo>
                      <a:pt x="1448" y="28672"/>
                    </a:lnTo>
                    <a:lnTo>
                      <a:pt x="1127" y="29878"/>
                    </a:lnTo>
                    <a:lnTo>
                      <a:pt x="845" y="31125"/>
                    </a:lnTo>
                    <a:lnTo>
                      <a:pt x="604" y="32372"/>
                    </a:lnTo>
                    <a:lnTo>
                      <a:pt x="403" y="33578"/>
                    </a:lnTo>
                    <a:lnTo>
                      <a:pt x="242" y="34825"/>
                    </a:lnTo>
                    <a:lnTo>
                      <a:pt x="121" y="36111"/>
                    </a:lnTo>
                    <a:lnTo>
                      <a:pt x="41" y="37358"/>
                    </a:lnTo>
                    <a:lnTo>
                      <a:pt x="1" y="38605"/>
                    </a:lnTo>
                    <a:lnTo>
                      <a:pt x="1" y="39891"/>
                    </a:lnTo>
                    <a:lnTo>
                      <a:pt x="1" y="41138"/>
                    </a:lnTo>
                    <a:lnTo>
                      <a:pt x="81" y="42385"/>
                    </a:lnTo>
                    <a:lnTo>
                      <a:pt x="202" y="43672"/>
                    </a:lnTo>
                    <a:lnTo>
                      <a:pt x="363" y="44918"/>
                    </a:lnTo>
                    <a:lnTo>
                      <a:pt x="564" y="46165"/>
                    </a:lnTo>
                    <a:lnTo>
                      <a:pt x="805" y="47411"/>
                    </a:lnTo>
                    <a:lnTo>
                      <a:pt x="1086" y="48658"/>
                    </a:lnTo>
                    <a:lnTo>
                      <a:pt x="1408" y="49905"/>
                    </a:lnTo>
                    <a:lnTo>
                      <a:pt x="1770" y="51111"/>
                    </a:lnTo>
                    <a:lnTo>
                      <a:pt x="2172" y="52358"/>
                    </a:lnTo>
                    <a:lnTo>
                      <a:pt x="2614" y="53564"/>
                    </a:lnTo>
                    <a:lnTo>
                      <a:pt x="3097" y="54730"/>
                    </a:lnTo>
                    <a:lnTo>
                      <a:pt x="3620" y="55936"/>
                    </a:lnTo>
                    <a:lnTo>
                      <a:pt x="4183" y="57103"/>
                    </a:lnTo>
                    <a:lnTo>
                      <a:pt x="4786" y="58269"/>
                    </a:lnTo>
                    <a:lnTo>
                      <a:pt x="5429" y="59395"/>
                    </a:lnTo>
                    <a:lnTo>
                      <a:pt x="6113" y="60561"/>
                    </a:lnTo>
                    <a:lnTo>
                      <a:pt x="6877" y="61647"/>
                    </a:lnTo>
                    <a:lnTo>
                      <a:pt x="7279" y="62290"/>
                    </a:lnTo>
                    <a:lnTo>
                      <a:pt x="7762" y="62893"/>
                    </a:lnTo>
                    <a:lnTo>
                      <a:pt x="8244" y="63577"/>
                    </a:lnTo>
                    <a:lnTo>
                      <a:pt x="8727" y="64180"/>
                    </a:lnTo>
                    <a:lnTo>
                      <a:pt x="9853" y="65507"/>
                    </a:lnTo>
                    <a:lnTo>
                      <a:pt x="11019" y="66794"/>
                    </a:lnTo>
                    <a:lnTo>
                      <a:pt x="12225" y="68000"/>
                    </a:lnTo>
                    <a:lnTo>
                      <a:pt x="13472" y="69126"/>
                    </a:lnTo>
                    <a:lnTo>
                      <a:pt x="14759" y="70212"/>
                    </a:lnTo>
                    <a:lnTo>
                      <a:pt x="16086" y="71258"/>
                    </a:lnTo>
                    <a:lnTo>
                      <a:pt x="17453" y="72183"/>
                    </a:lnTo>
                    <a:lnTo>
                      <a:pt x="18820" y="73107"/>
                    </a:lnTo>
                    <a:lnTo>
                      <a:pt x="20268" y="73912"/>
                    </a:lnTo>
                    <a:lnTo>
                      <a:pt x="21716" y="74676"/>
                    </a:lnTo>
                    <a:lnTo>
                      <a:pt x="23163" y="75400"/>
                    </a:lnTo>
                    <a:lnTo>
                      <a:pt x="24691" y="76043"/>
                    </a:lnTo>
                    <a:lnTo>
                      <a:pt x="26219" y="76606"/>
                    </a:lnTo>
                    <a:lnTo>
                      <a:pt x="27748" y="77129"/>
                    </a:lnTo>
                    <a:lnTo>
                      <a:pt x="29316" y="77571"/>
                    </a:lnTo>
                    <a:lnTo>
                      <a:pt x="30884" y="77973"/>
                    </a:lnTo>
                    <a:lnTo>
                      <a:pt x="32332" y="78255"/>
                    </a:lnTo>
                    <a:lnTo>
                      <a:pt x="33377" y="78416"/>
                    </a:lnTo>
                    <a:lnTo>
                      <a:pt x="34383" y="78576"/>
                    </a:lnTo>
                    <a:lnTo>
                      <a:pt x="35428" y="78697"/>
                    </a:lnTo>
                    <a:lnTo>
                      <a:pt x="36474" y="78777"/>
                    </a:lnTo>
                    <a:lnTo>
                      <a:pt x="37479" y="78858"/>
                    </a:lnTo>
                    <a:lnTo>
                      <a:pt x="38525" y="78898"/>
                    </a:lnTo>
                    <a:lnTo>
                      <a:pt x="40616" y="78898"/>
                    </a:lnTo>
                    <a:lnTo>
                      <a:pt x="41661" y="78858"/>
                    </a:lnTo>
                    <a:lnTo>
                      <a:pt x="42707" y="78777"/>
                    </a:lnTo>
                    <a:lnTo>
                      <a:pt x="43712" y="78657"/>
                    </a:lnTo>
                    <a:lnTo>
                      <a:pt x="44758" y="78536"/>
                    </a:lnTo>
                    <a:lnTo>
                      <a:pt x="45803" y="78375"/>
                    </a:lnTo>
                    <a:lnTo>
                      <a:pt x="46808" y="78214"/>
                    </a:lnTo>
                    <a:lnTo>
                      <a:pt x="47854" y="78013"/>
                    </a:lnTo>
                    <a:lnTo>
                      <a:pt x="48859" y="77772"/>
                    </a:lnTo>
                    <a:lnTo>
                      <a:pt x="49905" y="77491"/>
                    </a:lnTo>
                    <a:lnTo>
                      <a:pt x="50910" y="77209"/>
                    </a:lnTo>
                    <a:lnTo>
                      <a:pt x="51915" y="76887"/>
                    </a:lnTo>
                    <a:lnTo>
                      <a:pt x="52921" y="76526"/>
                    </a:lnTo>
                    <a:lnTo>
                      <a:pt x="53886" y="76164"/>
                    </a:lnTo>
                    <a:lnTo>
                      <a:pt x="54891" y="75761"/>
                    </a:lnTo>
                    <a:lnTo>
                      <a:pt x="55856" y="75319"/>
                    </a:lnTo>
                    <a:lnTo>
                      <a:pt x="56821" y="74877"/>
                    </a:lnTo>
                    <a:lnTo>
                      <a:pt x="57787" y="74394"/>
                    </a:lnTo>
                    <a:lnTo>
                      <a:pt x="58752" y="73871"/>
                    </a:lnTo>
                    <a:lnTo>
                      <a:pt x="59677" y="73308"/>
                    </a:lnTo>
                    <a:lnTo>
                      <a:pt x="60601" y="72746"/>
                    </a:lnTo>
                    <a:lnTo>
                      <a:pt x="61526" y="72142"/>
                    </a:lnTo>
                    <a:lnTo>
                      <a:pt x="62411" y="71499"/>
                    </a:lnTo>
                    <a:lnTo>
                      <a:pt x="63336" y="70856"/>
                    </a:lnTo>
                    <a:lnTo>
                      <a:pt x="64180" y="70172"/>
                    </a:lnTo>
                    <a:lnTo>
                      <a:pt x="64381" y="70011"/>
                    </a:lnTo>
                    <a:lnTo>
                      <a:pt x="64944" y="69528"/>
                    </a:lnTo>
                    <a:lnTo>
                      <a:pt x="65507" y="69046"/>
                    </a:lnTo>
                    <a:lnTo>
                      <a:pt x="66513" y="68161"/>
                    </a:lnTo>
                    <a:lnTo>
                      <a:pt x="67438" y="67236"/>
                    </a:lnTo>
                    <a:lnTo>
                      <a:pt x="68363" y="66311"/>
                    </a:lnTo>
                    <a:lnTo>
                      <a:pt x="69207" y="65346"/>
                    </a:lnTo>
                    <a:lnTo>
                      <a:pt x="70052" y="64341"/>
                    </a:lnTo>
                    <a:lnTo>
                      <a:pt x="70856" y="63336"/>
                    </a:lnTo>
                    <a:lnTo>
                      <a:pt x="71580" y="62330"/>
                    </a:lnTo>
                    <a:lnTo>
                      <a:pt x="72303" y="61285"/>
                    </a:lnTo>
                    <a:lnTo>
                      <a:pt x="72987" y="60199"/>
                    </a:lnTo>
                    <a:lnTo>
                      <a:pt x="73630" y="59113"/>
                    </a:lnTo>
                    <a:lnTo>
                      <a:pt x="74274" y="58028"/>
                    </a:lnTo>
                    <a:lnTo>
                      <a:pt x="74837" y="56902"/>
                    </a:lnTo>
                    <a:lnTo>
                      <a:pt x="75360" y="55735"/>
                    </a:lnTo>
                    <a:lnTo>
                      <a:pt x="75882" y="54609"/>
                    </a:lnTo>
                    <a:lnTo>
                      <a:pt x="76325" y="53443"/>
                    </a:lnTo>
                    <a:lnTo>
                      <a:pt x="76727" y="52277"/>
                    </a:lnTo>
                    <a:lnTo>
                      <a:pt x="77008" y="51553"/>
                    </a:lnTo>
                    <a:lnTo>
                      <a:pt x="77250" y="50829"/>
                    </a:lnTo>
                    <a:lnTo>
                      <a:pt x="77531" y="49824"/>
                    </a:lnTo>
                    <a:lnTo>
                      <a:pt x="77813" y="48738"/>
                    </a:lnTo>
                    <a:lnTo>
                      <a:pt x="78054" y="47693"/>
                    </a:lnTo>
                    <a:lnTo>
                      <a:pt x="78255" y="46647"/>
                    </a:lnTo>
                    <a:lnTo>
                      <a:pt x="78416" y="45562"/>
                    </a:lnTo>
                    <a:lnTo>
                      <a:pt x="78577" y="44516"/>
                    </a:lnTo>
                    <a:lnTo>
                      <a:pt x="78697" y="43430"/>
                    </a:lnTo>
                    <a:lnTo>
                      <a:pt x="78818" y="42344"/>
                    </a:lnTo>
                    <a:lnTo>
                      <a:pt x="78858" y="41259"/>
                    </a:lnTo>
                    <a:lnTo>
                      <a:pt x="78898" y="40173"/>
                    </a:lnTo>
                    <a:lnTo>
                      <a:pt x="78898" y="39127"/>
                    </a:lnTo>
                    <a:lnTo>
                      <a:pt x="78898" y="38042"/>
                    </a:lnTo>
                    <a:lnTo>
                      <a:pt x="78818" y="36956"/>
                    </a:lnTo>
                    <a:lnTo>
                      <a:pt x="78738" y="35870"/>
                    </a:lnTo>
                    <a:lnTo>
                      <a:pt x="78617" y="34784"/>
                    </a:lnTo>
                    <a:lnTo>
                      <a:pt x="78496" y="33699"/>
                    </a:lnTo>
                    <a:lnTo>
                      <a:pt x="78295" y="32613"/>
                    </a:lnTo>
                    <a:lnTo>
                      <a:pt x="78094" y="31567"/>
                    </a:lnTo>
                    <a:lnTo>
                      <a:pt x="77893" y="30482"/>
                    </a:lnTo>
                    <a:lnTo>
                      <a:pt x="77612" y="29436"/>
                    </a:lnTo>
                    <a:lnTo>
                      <a:pt x="77330" y="28391"/>
                    </a:lnTo>
                    <a:lnTo>
                      <a:pt x="77008" y="27305"/>
                    </a:lnTo>
                    <a:lnTo>
                      <a:pt x="76646" y="26299"/>
                    </a:lnTo>
                    <a:lnTo>
                      <a:pt x="76244" y="25254"/>
                    </a:lnTo>
                    <a:lnTo>
                      <a:pt x="75842" y="24208"/>
                    </a:lnTo>
                    <a:lnTo>
                      <a:pt x="75400" y="23203"/>
                    </a:lnTo>
                    <a:lnTo>
                      <a:pt x="74917" y="22198"/>
                    </a:lnTo>
                    <a:lnTo>
                      <a:pt x="74435" y="21192"/>
                    </a:lnTo>
                    <a:lnTo>
                      <a:pt x="73872" y="20187"/>
                    </a:lnTo>
                    <a:lnTo>
                      <a:pt x="73309" y="19222"/>
                    </a:lnTo>
                    <a:lnTo>
                      <a:pt x="72706" y="18257"/>
                    </a:lnTo>
                    <a:lnTo>
                      <a:pt x="72102" y="17292"/>
                    </a:lnTo>
                    <a:lnTo>
                      <a:pt x="71660" y="16648"/>
                    </a:lnTo>
                    <a:lnTo>
                      <a:pt x="71177" y="16045"/>
                    </a:lnTo>
                    <a:lnTo>
                      <a:pt x="70695" y="15362"/>
                    </a:lnTo>
                    <a:lnTo>
                      <a:pt x="70172" y="14678"/>
                    </a:lnTo>
                    <a:lnTo>
                      <a:pt x="69489" y="13833"/>
                    </a:lnTo>
                    <a:lnTo>
                      <a:pt x="68765" y="13029"/>
                    </a:lnTo>
                    <a:lnTo>
                      <a:pt x="68041" y="12225"/>
                    </a:lnTo>
                    <a:lnTo>
                      <a:pt x="67277" y="11461"/>
                    </a:lnTo>
                    <a:lnTo>
                      <a:pt x="66513" y="10737"/>
                    </a:lnTo>
                    <a:lnTo>
                      <a:pt x="65749" y="10013"/>
                    </a:lnTo>
                    <a:lnTo>
                      <a:pt x="64944" y="9289"/>
                    </a:lnTo>
                    <a:lnTo>
                      <a:pt x="64100" y="8646"/>
                    </a:lnTo>
                    <a:lnTo>
                      <a:pt x="63296" y="8003"/>
                    </a:lnTo>
                    <a:lnTo>
                      <a:pt x="62451" y="7359"/>
                    </a:lnTo>
                    <a:lnTo>
                      <a:pt x="61607" y="6756"/>
                    </a:lnTo>
                    <a:lnTo>
                      <a:pt x="60722" y="6193"/>
                    </a:lnTo>
                    <a:lnTo>
                      <a:pt x="59837" y="5630"/>
                    </a:lnTo>
                    <a:lnTo>
                      <a:pt x="58953" y="5107"/>
                    </a:lnTo>
                    <a:lnTo>
                      <a:pt x="58028" y="4625"/>
                    </a:lnTo>
                    <a:lnTo>
                      <a:pt x="57143" y="4142"/>
                    </a:lnTo>
                    <a:lnTo>
                      <a:pt x="56218" y="3700"/>
                    </a:lnTo>
                    <a:lnTo>
                      <a:pt x="55293" y="3257"/>
                    </a:lnTo>
                    <a:lnTo>
                      <a:pt x="54328" y="2896"/>
                    </a:lnTo>
                    <a:lnTo>
                      <a:pt x="53363" y="2493"/>
                    </a:lnTo>
                    <a:lnTo>
                      <a:pt x="52438" y="2172"/>
                    </a:lnTo>
                    <a:lnTo>
                      <a:pt x="51433" y="1850"/>
                    </a:lnTo>
                    <a:lnTo>
                      <a:pt x="50468" y="1528"/>
                    </a:lnTo>
                    <a:lnTo>
                      <a:pt x="49503" y="1287"/>
                    </a:lnTo>
                    <a:lnTo>
                      <a:pt x="48497" y="1046"/>
                    </a:lnTo>
                    <a:lnTo>
                      <a:pt x="47532" y="804"/>
                    </a:lnTo>
                    <a:lnTo>
                      <a:pt x="46527" y="603"/>
                    </a:lnTo>
                    <a:lnTo>
                      <a:pt x="45522" y="443"/>
                    </a:lnTo>
                    <a:lnTo>
                      <a:pt x="44516" y="322"/>
                    </a:lnTo>
                    <a:lnTo>
                      <a:pt x="43511" y="201"/>
                    </a:lnTo>
                    <a:lnTo>
                      <a:pt x="42506" y="81"/>
                    </a:lnTo>
                    <a:lnTo>
                      <a:pt x="41500" y="40"/>
                    </a:lnTo>
                    <a:lnTo>
                      <a:pt x="400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8"/>
              <p:cNvSpPr/>
              <p:nvPr/>
            </p:nvSpPr>
            <p:spPr>
              <a:xfrm>
                <a:off x="9588418" y="5254045"/>
                <a:ext cx="940871" cy="940871"/>
              </a:xfrm>
              <a:custGeom>
                <a:rect b="b" l="l" r="r" t="t"/>
                <a:pathLst>
                  <a:path extrusionOk="0" fill="none" h="78899" w="78899">
                    <a:moveTo>
                      <a:pt x="64381" y="70011"/>
                    </a:moveTo>
                    <a:lnTo>
                      <a:pt x="64180" y="70172"/>
                    </a:lnTo>
                    <a:lnTo>
                      <a:pt x="64180" y="70172"/>
                    </a:lnTo>
                    <a:lnTo>
                      <a:pt x="63336" y="70856"/>
                    </a:lnTo>
                    <a:lnTo>
                      <a:pt x="62411" y="71499"/>
                    </a:lnTo>
                    <a:lnTo>
                      <a:pt x="61526" y="72142"/>
                    </a:lnTo>
                    <a:lnTo>
                      <a:pt x="60601" y="72746"/>
                    </a:lnTo>
                    <a:lnTo>
                      <a:pt x="59677" y="73308"/>
                    </a:lnTo>
                    <a:lnTo>
                      <a:pt x="58752" y="73871"/>
                    </a:lnTo>
                    <a:lnTo>
                      <a:pt x="57787" y="74394"/>
                    </a:lnTo>
                    <a:lnTo>
                      <a:pt x="56821" y="74877"/>
                    </a:lnTo>
                    <a:lnTo>
                      <a:pt x="55856" y="75319"/>
                    </a:lnTo>
                    <a:lnTo>
                      <a:pt x="54891" y="75761"/>
                    </a:lnTo>
                    <a:lnTo>
                      <a:pt x="53886" y="76164"/>
                    </a:lnTo>
                    <a:lnTo>
                      <a:pt x="52921" y="76526"/>
                    </a:lnTo>
                    <a:lnTo>
                      <a:pt x="51915" y="76887"/>
                    </a:lnTo>
                    <a:lnTo>
                      <a:pt x="50910" y="77209"/>
                    </a:lnTo>
                    <a:lnTo>
                      <a:pt x="49905" y="77491"/>
                    </a:lnTo>
                    <a:lnTo>
                      <a:pt x="48859" y="77772"/>
                    </a:lnTo>
                    <a:lnTo>
                      <a:pt x="47854" y="78013"/>
                    </a:lnTo>
                    <a:lnTo>
                      <a:pt x="46808" y="78214"/>
                    </a:lnTo>
                    <a:lnTo>
                      <a:pt x="45803" y="78375"/>
                    </a:lnTo>
                    <a:lnTo>
                      <a:pt x="44758" y="78536"/>
                    </a:lnTo>
                    <a:lnTo>
                      <a:pt x="43712" y="78657"/>
                    </a:lnTo>
                    <a:lnTo>
                      <a:pt x="42707" y="78777"/>
                    </a:lnTo>
                    <a:lnTo>
                      <a:pt x="41661" y="78858"/>
                    </a:lnTo>
                    <a:lnTo>
                      <a:pt x="40616" y="78898"/>
                    </a:lnTo>
                    <a:lnTo>
                      <a:pt x="39570" y="78898"/>
                    </a:lnTo>
                    <a:lnTo>
                      <a:pt x="38525" y="78898"/>
                    </a:lnTo>
                    <a:lnTo>
                      <a:pt x="37479" y="78858"/>
                    </a:lnTo>
                    <a:lnTo>
                      <a:pt x="36474" y="78777"/>
                    </a:lnTo>
                    <a:lnTo>
                      <a:pt x="35428" y="78697"/>
                    </a:lnTo>
                    <a:lnTo>
                      <a:pt x="34383" y="78576"/>
                    </a:lnTo>
                    <a:lnTo>
                      <a:pt x="33377" y="78416"/>
                    </a:lnTo>
                    <a:lnTo>
                      <a:pt x="32332" y="78255"/>
                    </a:lnTo>
                    <a:lnTo>
                      <a:pt x="32332" y="78255"/>
                    </a:lnTo>
                    <a:lnTo>
                      <a:pt x="30884" y="77973"/>
                    </a:lnTo>
                    <a:lnTo>
                      <a:pt x="30884" y="77973"/>
                    </a:lnTo>
                    <a:lnTo>
                      <a:pt x="29316" y="77571"/>
                    </a:lnTo>
                    <a:lnTo>
                      <a:pt x="27748" y="77129"/>
                    </a:lnTo>
                    <a:lnTo>
                      <a:pt x="26219" y="76606"/>
                    </a:lnTo>
                    <a:lnTo>
                      <a:pt x="24691" y="76043"/>
                    </a:lnTo>
                    <a:lnTo>
                      <a:pt x="23163" y="75400"/>
                    </a:lnTo>
                    <a:lnTo>
                      <a:pt x="21716" y="74676"/>
                    </a:lnTo>
                    <a:lnTo>
                      <a:pt x="20268" y="73912"/>
                    </a:lnTo>
                    <a:lnTo>
                      <a:pt x="18820" y="73107"/>
                    </a:lnTo>
                    <a:lnTo>
                      <a:pt x="17453" y="72183"/>
                    </a:lnTo>
                    <a:lnTo>
                      <a:pt x="16086" y="71258"/>
                    </a:lnTo>
                    <a:lnTo>
                      <a:pt x="14759" y="70212"/>
                    </a:lnTo>
                    <a:lnTo>
                      <a:pt x="13472" y="69126"/>
                    </a:lnTo>
                    <a:lnTo>
                      <a:pt x="12225" y="68000"/>
                    </a:lnTo>
                    <a:lnTo>
                      <a:pt x="11019" y="66794"/>
                    </a:lnTo>
                    <a:lnTo>
                      <a:pt x="9853" y="65507"/>
                    </a:lnTo>
                    <a:lnTo>
                      <a:pt x="8727" y="64180"/>
                    </a:lnTo>
                    <a:lnTo>
                      <a:pt x="8727" y="64180"/>
                    </a:lnTo>
                    <a:lnTo>
                      <a:pt x="8244" y="63577"/>
                    </a:lnTo>
                    <a:lnTo>
                      <a:pt x="7762" y="62893"/>
                    </a:lnTo>
                    <a:lnTo>
                      <a:pt x="7762" y="62893"/>
                    </a:lnTo>
                    <a:lnTo>
                      <a:pt x="7279" y="62290"/>
                    </a:lnTo>
                    <a:lnTo>
                      <a:pt x="6877" y="61647"/>
                    </a:lnTo>
                    <a:lnTo>
                      <a:pt x="6877" y="61647"/>
                    </a:lnTo>
                    <a:lnTo>
                      <a:pt x="6113" y="60561"/>
                    </a:lnTo>
                    <a:lnTo>
                      <a:pt x="5429" y="59395"/>
                    </a:lnTo>
                    <a:lnTo>
                      <a:pt x="4786" y="58269"/>
                    </a:lnTo>
                    <a:lnTo>
                      <a:pt x="4183" y="57103"/>
                    </a:lnTo>
                    <a:lnTo>
                      <a:pt x="3620" y="55936"/>
                    </a:lnTo>
                    <a:lnTo>
                      <a:pt x="3097" y="54730"/>
                    </a:lnTo>
                    <a:lnTo>
                      <a:pt x="2614" y="53564"/>
                    </a:lnTo>
                    <a:lnTo>
                      <a:pt x="2172" y="52358"/>
                    </a:lnTo>
                    <a:lnTo>
                      <a:pt x="1770" y="51111"/>
                    </a:lnTo>
                    <a:lnTo>
                      <a:pt x="1408" y="49905"/>
                    </a:lnTo>
                    <a:lnTo>
                      <a:pt x="1086" y="48658"/>
                    </a:lnTo>
                    <a:lnTo>
                      <a:pt x="805" y="47411"/>
                    </a:lnTo>
                    <a:lnTo>
                      <a:pt x="564" y="46165"/>
                    </a:lnTo>
                    <a:lnTo>
                      <a:pt x="363" y="44918"/>
                    </a:lnTo>
                    <a:lnTo>
                      <a:pt x="202" y="43672"/>
                    </a:lnTo>
                    <a:lnTo>
                      <a:pt x="81" y="42385"/>
                    </a:lnTo>
                    <a:lnTo>
                      <a:pt x="1" y="41138"/>
                    </a:lnTo>
                    <a:lnTo>
                      <a:pt x="1" y="39891"/>
                    </a:lnTo>
                    <a:lnTo>
                      <a:pt x="1" y="38605"/>
                    </a:lnTo>
                    <a:lnTo>
                      <a:pt x="41" y="37358"/>
                    </a:lnTo>
                    <a:lnTo>
                      <a:pt x="121" y="36111"/>
                    </a:lnTo>
                    <a:lnTo>
                      <a:pt x="242" y="34825"/>
                    </a:lnTo>
                    <a:lnTo>
                      <a:pt x="403" y="33578"/>
                    </a:lnTo>
                    <a:lnTo>
                      <a:pt x="604" y="32372"/>
                    </a:lnTo>
                    <a:lnTo>
                      <a:pt x="845" y="31125"/>
                    </a:lnTo>
                    <a:lnTo>
                      <a:pt x="1127" y="29878"/>
                    </a:lnTo>
                    <a:lnTo>
                      <a:pt x="1448" y="28672"/>
                    </a:lnTo>
                    <a:lnTo>
                      <a:pt x="1810" y="27466"/>
                    </a:lnTo>
                    <a:lnTo>
                      <a:pt x="2212" y="26259"/>
                    </a:lnTo>
                    <a:lnTo>
                      <a:pt x="2655" y="25053"/>
                    </a:lnTo>
                    <a:lnTo>
                      <a:pt x="3137" y="23887"/>
                    </a:lnTo>
                    <a:lnTo>
                      <a:pt x="3660" y="22721"/>
                    </a:lnTo>
                    <a:lnTo>
                      <a:pt x="3660" y="22721"/>
                    </a:lnTo>
                    <a:lnTo>
                      <a:pt x="4303" y="21434"/>
                    </a:lnTo>
                    <a:lnTo>
                      <a:pt x="4303" y="21434"/>
                    </a:lnTo>
                    <a:lnTo>
                      <a:pt x="4786" y="20509"/>
                    </a:lnTo>
                    <a:lnTo>
                      <a:pt x="5268" y="19624"/>
                    </a:lnTo>
                    <a:lnTo>
                      <a:pt x="5791" y="18780"/>
                    </a:lnTo>
                    <a:lnTo>
                      <a:pt x="6354" y="17895"/>
                    </a:lnTo>
                    <a:lnTo>
                      <a:pt x="6917" y="17050"/>
                    </a:lnTo>
                    <a:lnTo>
                      <a:pt x="7480" y="16246"/>
                    </a:lnTo>
                    <a:lnTo>
                      <a:pt x="8124" y="15402"/>
                    </a:lnTo>
                    <a:lnTo>
                      <a:pt x="8767" y="14598"/>
                    </a:lnTo>
                    <a:lnTo>
                      <a:pt x="9410" y="13793"/>
                    </a:lnTo>
                    <a:lnTo>
                      <a:pt x="10094" y="13029"/>
                    </a:lnTo>
                    <a:lnTo>
                      <a:pt x="10818" y="12265"/>
                    </a:lnTo>
                    <a:lnTo>
                      <a:pt x="11542" y="11501"/>
                    </a:lnTo>
                    <a:lnTo>
                      <a:pt x="12266" y="10777"/>
                    </a:lnTo>
                    <a:lnTo>
                      <a:pt x="13070" y="10053"/>
                    </a:lnTo>
                    <a:lnTo>
                      <a:pt x="13874" y="9370"/>
                    </a:lnTo>
                    <a:lnTo>
                      <a:pt x="14678" y="8686"/>
                    </a:lnTo>
                    <a:lnTo>
                      <a:pt x="14678" y="8686"/>
                    </a:lnTo>
                    <a:lnTo>
                      <a:pt x="16166" y="7560"/>
                    </a:lnTo>
                    <a:lnTo>
                      <a:pt x="17654" y="6515"/>
                    </a:lnTo>
                    <a:lnTo>
                      <a:pt x="19222" y="5550"/>
                    </a:lnTo>
                    <a:lnTo>
                      <a:pt x="20791" y="4665"/>
                    </a:lnTo>
                    <a:lnTo>
                      <a:pt x="20791" y="4665"/>
                    </a:lnTo>
                    <a:lnTo>
                      <a:pt x="21434" y="4303"/>
                    </a:lnTo>
                    <a:lnTo>
                      <a:pt x="22118" y="3941"/>
                    </a:lnTo>
                    <a:lnTo>
                      <a:pt x="22118" y="3941"/>
                    </a:lnTo>
                    <a:lnTo>
                      <a:pt x="23203" y="3458"/>
                    </a:lnTo>
                    <a:lnTo>
                      <a:pt x="24249" y="2976"/>
                    </a:lnTo>
                    <a:lnTo>
                      <a:pt x="25335" y="2574"/>
                    </a:lnTo>
                    <a:lnTo>
                      <a:pt x="26461" y="2172"/>
                    </a:lnTo>
                    <a:lnTo>
                      <a:pt x="27546" y="1810"/>
                    </a:lnTo>
                    <a:lnTo>
                      <a:pt x="28672" y="1448"/>
                    </a:lnTo>
                    <a:lnTo>
                      <a:pt x="29758" y="1166"/>
                    </a:lnTo>
                    <a:lnTo>
                      <a:pt x="30884" y="885"/>
                    </a:lnTo>
                    <a:lnTo>
                      <a:pt x="32010" y="684"/>
                    </a:lnTo>
                    <a:lnTo>
                      <a:pt x="33176" y="483"/>
                    </a:lnTo>
                    <a:lnTo>
                      <a:pt x="34302" y="322"/>
                    </a:lnTo>
                    <a:lnTo>
                      <a:pt x="35428" y="161"/>
                    </a:lnTo>
                    <a:lnTo>
                      <a:pt x="36554" y="81"/>
                    </a:lnTo>
                    <a:lnTo>
                      <a:pt x="37720" y="0"/>
                    </a:lnTo>
                    <a:lnTo>
                      <a:pt x="38846" y="0"/>
                    </a:lnTo>
                    <a:lnTo>
                      <a:pt x="40012" y="0"/>
                    </a:lnTo>
                    <a:lnTo>
                      <a:pt x="40012" y="0"/>
                    </a:lnTo>
                    <a:lnTo>
                      <a:pt x="41500" y="40"/>
                    </a:lnTo>
                    <a:lnTo>
                      <a:pt x="41500" y="40"/>
                    </a:lnTo>
                    <a:lnTo>
                      <a:pt x="42506" y="81"/>
                    </a:lnTo>
                    <a:lnTo>
                      <a:pt x="43511" y="201"/>
                    </a:lnTo>
                    <a:lnTo>
                      <a:pt x="44516" y="322"/>
                    </a:lnTo>
                    <a:lnTo>
                      <a:pt x="45522" y="443"/>
                    </a:lnTo>
                    <a:lnTo>
                      <a:pt x="46527" y="603"/>
                    </a:lnTo>
                    <a:lnTo>
                      <a:pt x="47532" y="804"/>
                    </a:lnTo>
                    <a:lnTo>
                      <a:pt x="48497" y="1046"/>
                    </a:lnTo>
                    <a:lnTo>
                      <a:pt x="49503" y="1287"/>
                    </a:lnTo>
                    <a:lnTo>
                      <a:pt x="50468" y="1528"/>
                    </a:lnTo>
                    <a:lnTo>
                      <a:pt x="51433" y="1850"/>
                    </a:lnTo>
                    <a:lnTo>
                      <a:pt x="52438" y="2172"/>
                    </a:lnTo>
                    <a:lnTo>
                      <a:pt x="53363" y="2493"/>
                    </a:lnTo>
                    <a:lnTo>
                      <a:pt x="54328" y="2896"/>
                    </a:lnTo>
                    <a:lnTo>
                      <a:pt x="55293" y="3257"/>
                    </a:lnTo>
                    <a:lnTo>
                      <a:pt x="56218" y="3700"/>
                    </a:lnTo>
                    <a:lnTo>
                      <a:pt x="57143" y="4142"/>
                    </a:lnTo>
                    <a:lnTo>
                      <a:pt x="58028" y="4625"/>
                    </a:lnTo>
                    <a:lnTo>
                      <a:pt x="58953" y="5107"/>
                    </a:lnTo>
                    <a:lnTo>
                      <a:pt x="59837" y="5630"/>
                    </a:lnTo>
                    <a:lnTo>
                      <a:pt x="60722" y="6193"/>
                    </a:lnTo>
                    <a:lnTo>
                      <a:pt x="61607" y="6756"/>
                    </a:lnTo>
                    <a:lnTo>
                      <a:pt x="62451" y="7359"/>
                    </a:lnTo>
                    <a:lnTo>
                      <a:pt x="63296" y="8003"/>
                    </a:lnTo>
                    <a:lnTo>
                      <a:pt x="64100" y="8646"/>
                    </a:lnTo>
                    <a:lnTo>
                      <a:pt x="64944" y="9289"/>
                    </a:lnTo>
                    <a:lnTo>
                      <a:pt x="65749" y="10013"/>
                    </a:lnTo>
                    <a:lnTo>
                      <a:pt x="66513" y="10737"/>
                    </a:lnTo>
                    <a:lnTo>
                      <a:pt x="67277" y="11461"/>
                    </a:lnTo>
                    <a:lnTo>
                      <a:pt x="68041" y="12225"/>
                    </a:lnTo>
                    <a:lnTo>
                      <a:pt x="68765" y="13029"/>
                    </a:lnTo>
                    <a:lnTo>
                      <a:pt x="69489" y="13833"/>
                    </a:lnTo>
                    <a:lnTo>
                      <a:pt x="70172" y="14678"/>
                    </a:lnTo>
                    <a:lnTo>
                      <a:pt x="70172" y="14678"/>
                    </a:lnTo>
                    <a:lnTo>
                      <a:pt x="70695" y="15362"/>
                    </a:lnTo>
                    <a:lnTo>
                      <a:pt x="71177" y="16045"/>
                    </a:lnTo>
                    <a:lnTo>
                      <a:pt x="71177" y="16045"/>
                    </a:lnTo>
                    <a:lnTo>
                      <a:pt x="71660" y="16648"/>
                    </a:lnTo>
                    <a:lnTo>
                      <a:pt x="72102" y="17292"/>
                    </a:lnTo>
                    <a:lnTo>
                      <a:pt x="72102" y="17292"/>
                    </a:lnTo>
                    <a:lnTo>
                      <a:pt x="72706" y="18257"/>
                    </a:lnTo>
                    <a:lnTo>
                      <a:pt x="73309" y="19222"/>
                    </a:lnTo>
                    <a:lnTo>
                      <a:pt x="73872" y="20187"/>
                    </a:lnTo>
                    <a:lnTo>
                      <a:pt x="74435" y="21192"/>
                    </a:lnTo>
                    <a:lnTo>
                      <a:pt x="74917" y="22198"/>
                    </a:lnTo>
                    <a:lnTo>
                      <a:pt x="75400" y="23203"/>
                    </a:lnTo>
                    <a:lnTo>
                      <a:pt x="75842" y="24208"/>
                    </a:lnTo>
                    <a:lnTo>
                      <a:pt x="76244" y="25254"/>
                    </a:lnTo>
                    <a:lnTo>
                      <a:pt x="76646" y="26299"/>
                    </a:lnTo>
                    <a:lnTo>
                      <a:pt x="77008" y="27305"/>
                    </a:lnTo>
                    <a:lnTo>
                      <a:pt x="77330" y="28391"/>
                    </a:lnTo>
                    <a:lnTo>
                      <a:pt x="77612" y="29436"/>
                    </a:lnTo>
                    <a:lnTo>
                      <a:pt x="77893" y="30482"/>
                    </a:lnTo>
                    <a:lnTo>
                      <a:pt x="78094" y="31567"/>
                    </a:lnTo>
                    <a:lnTo>
                      <a:pt x="78295" y="32613"/>
                    </a:lnTo>
                    <a:lnTo>
                      <a:pt x="78496" y="33699"/>
                    </a:lnTo>
                    <a:lnTo>
                      <a:pt x="78617" y="34784"/>
                    </a:lnTo>
                    <a:lnTo>
                      <a:pt x="78738" y="35870"/>
                    </a:lnTo>
                    <a:lnTo>
                      <a:pt x="78818" y="36956"/>
                    </a:lnTo>
                    <a:lnTo>
                      <a:pt x="78898" y="38042"/>
                    </a:lnTo>
                    <a:lnTo>
                      <a:pt x="78898" y="39127"/>
                    </a:lnTo>
                    <a:lnTo>
                      <a:pt x="78898" y="40173"/>
                    </a:lnTo>
                    <a:lnTo>
                      <a:pt x="78858" y="41259"/>
                    </a:lnTo>
                    <a:lnTo>
                      <a:pt x="78818" y="42344"/>
                    </a:lnTo>
                    <a:lnTo>
                      <a:pt x="78697" y="43430"/>
                    </a:lnTo>
                    <a:lnTo>
                      <a:pt x="78577" y="44516"/>
                    </a:lnTo>
                    <a:lnTo>
                      <a:pt x="78416" y="45562"/>
                    </a:lnTo>
                    <a:lnTo>
                      <a:pt x="78255" y="46647"/>
                    </a:lnTo>
                    <a:lnTo>
                      <a:pt x="78054" y="47693"/>
                    </a:lnTo>
                    <a:lnTo>
                      <a:pt x="77813" y="48738"/>
                    </a:lnTo>
                    <a:lnTo>
                      <a:pt x="77531" y="49824"/>
                    </a:lnTo>
                    <a:lnTo>
                      <a:pt x="77250" y="50829"/>
                    </a:lnTo>
                    <a:lnTo>
                      <a:pt x="77250" y="50829"/>
                    </a:lnTo>
                    <a:lnTo>
                      <a:pt x="77008" y="51553"/>
                    </a:lnTo>
                    <a:lnTo>
                      <a:pt x="76727" y="52277"/>
                    </a:lnTo>
                    <a:lnTo>
                      <a:pt x="76727" y="52277"/>
                    </a:lnTo>
                    <a:lnTo>
                      <a:pt x="76325" y="53443"/>
                    </a:lnTo>
                    <a:lnTo>
                      <a:pt x="75882" y="54609"/>
                    </a:lnTo>
                    <a:lnTo>
                      <a:pt x="75360" y="55735"/>
                    </a:lnTo>
                    <a:lnTo>
                      <a:pt x="74837" y="56902"/>
                    </a:lnTo>
                    <a:lnTo>
                      <a:pt x="74274" y="58028"/>
                    </a:lnTo>
                    <a:lnTo>
                      <a:pt x="73630" y="59113"/>
                    </a:lnTo>
                    <a:lnTo>
                      <a:pt x="72987" y="60199"/>
                    </a:lnTo>
                    <a:lnTo>
                      <a:pt x="72303" y="61285"/>
                    </a:lnTo>
                    <a:lnTo>
                      <a:pt x="71580" y="62330"/>
                    </a:lnTo>
                    <a:lnTo>
                      <a:pt x="70856" y="63336"/>
                    </a:lnTo>
                    <a:lnTo>
                      <a:pt x="70052" y="64341"/>
                    </a:lnTo>
                    <a:lnTo>
                      <a:pt x="69207" y="65346"/>
                    </a:lnTo>
                    <a:lnTo>
                      <a:pt x="68363" y="66311"/>
                    </a:lnTo>
                    <a:lnTo>
                      <a:pt x="67438" y="67236"/>
                    </a:lnTo>
                    <a:lnTo>
                      <a:pt x="66513" y="68161"/>
                    </a:lnTo>
                    <a:lnTo>
                      <a:pt x="65507" y="69046"/>
                    </a:lnTo>
                    <a:lnTo>
                      <a:pt x="65507" y="69046"/>
                    </a:lnTo>
                    <a:lnTo>
                      <a:pt x="64944" y="69528"/>
                    </a:lnTo>
                    <a:lnTo>
                      <a:pt x="64381" y="7001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9670427" y="5445382"/>
                <a:ext cx="777820" cy="558674"/>
              </a:xfrm>
              <a:custGeom>
                <a:rect b="b" l="l" r="r" t="t"/>
                <a:pathLst>
                  <a:path extrusionOk="0" h="46849" w="65226">
                    <a:moveTo>
                      <a:pt x="64300" y="0"/>
                    </a:moveTo>
                    <a:lnTo>
                      <a:pt x="60842" y="1327"/>
                    </a:lnTo>
                    <a:lnTo>
                      <a:pt x="57424" y="2694"/>
                    </a:lnTo>
                    <a:lnTo>
                      <a:pt x="54006" y="4182"/>
                    </a:lnTo>
                    <a:lnTo>
                      <a:pt x="50668" y="5751"/>
                    </a:lnTo>
                    <a:lnTo>
                      <a:pt x="47331" y="7399"/>
                    </a:lnTo>
                    <a:lnTo>
                      <a:pt x="44073" y="9129"/>
                    </a:lnTo>
                    <a:lnTo>
                      <a:pt x="40816" y="10938"/>
                    </a:lnTo>
                    <a:lnTo>
                      <a:pt x="37639" y="12828"/>
                    </a:lnTo>
                    <a:lnTo>
                      <a:pt x="36393" y="13632"/>
                    </a:lnTo>
                    <a:lnTo>
                      <a:pt x="34704" y="14678"/>
                    </a:lnTo>
                    <a:lnTo>
                      <a:pt x="33015" y="15804"/>
                    </a:lnTo>
                    <a:lnTo>
                      <a:pt x="31366" y="16890"/>
                    </a:lnTo>
                    <a:lnTo>
                      <a:pt x="29717" y="18056"/>
                    </a:lnTo>
                    <a:lnTo>
                      <a:pt x="28792" y="18699"/>
                    </a:lnTo>
                    <a:lnTo>
                      <a:pt x="28672" y="18780"/>
                    </a:lnTo>
                    <a:lnTo>
                      <a:pt x="28511" y="18860"/>
                    </a:lnTo>
                    <a:lnTo>
                      <a:pt x="26902" y="20066"/>
                    </a:lnTo>
                    <a:lnTo>
                      <a:pt x="25294" y="21233"/>
                    </a:lnTo>
                    <a:lnTo>
                      <a:pt x="23726" y="22439"/>
                    </a:lnTo>
                    <a:lnTo>
                      <a:pt x="22198" y="23686"/>
                    </a:lnTo>
                    <a:lnTo>
                      <a:pt x="21594" y="24128"/>
                    </a:lnTo>
                    <a:lnTo>
                      <a:pt x="21031" y="24611"/>
                    </a:lnTo>
                    <a:lnTo>
                      <a:pt x="19584" y="25817"/>
                    </a:lnTo>
                    <a:lnTo>
                      <a:pt x="18176" y="27023"/>
                    </a:lnTo>
                    <a:lnTo>
                      <a:pt x="16769" y="28230"/>
                    </a:lnTo>
                    <a:lnTo>
                      <a:pt x="15361" y="29476"/>
                    </a:lnTo>
                    <a:lnTo>
                      <a:pt x="12667" y="31970"/>
                    </a:lnTo>
                    <a:lnTo>
                      <a:pt x="9973" y="34583"/>
                    </a:lnTo>
                    <a:lnTo>
                      <a:pt x="7399" y="37237"/>
                    </a:lnTo>
                    <a:lnTo>
                      <a:pt x="4866" y="39972"/>
                    </a:lnTo>
                    <a:lnTo>
                      <a:pt x="2373" y="42747"/>
                    </a:lnTo>
                    <a:lnTo>
                      <a:pt x="0" y="45602"/>
                    </a:lnTo>
                    <a:lnTo>
                      <a:pt x="402" y="46245"/>
                    </a:lnTo>
                    <a:lnTo>
                      <a:pt x="885" y="46848"/>
                    </a:lnTo>
                    <a:lnTo>
                      <a:pt x="3257" y="44033"/>
                    </a:lnTo>
                    <a:lnTo>
                      <a:pt x="5710" y="41219"/>
                    </a:lnTo>
                    <a:lnTo>
                      <a:pt x="8203" y="38524"/>
                    </a:lnTo>
                    <a:lnTo>
                      <a:pt x="10777" y="35870"/>
                    </a:lnTo>
                    <a:lnTo>
                      <a:pt x="13431" y="33297"/>
                    </a:lnTo>
                    <a:lnTo>
                      <a:pt x="16125" y="30763"/>
                    </a:lnTo>
                    <a:lnTo>
                      <a:pt x="18940" y="28310"/>
                    </a:lnTo>
                    <a:lnTo>
                      <a:pt x="21755" y="25938"/>
                    </a:lnTo>
                    <a:lnTo>
                      <a:pt x="22318" y="25455"/>
                    </a:lnTo>
                    <a:lnTo>
                      <a:pt x="22921" y="24972"/>
                    </a:lnTo>
                    <a:lnTo>
                      <a:pt x="24490" y="23726"/>
                    </a:lnTo>
                    <a:lnTo>
                      <a:pt x="26058" y="22519"/>
                    </a:lnTo>
                    <a:lnTo>
                      <a:pt x="27667" y="21313"/>
                    </a:lnTo>
                    <a:lnTo>
                      <a:pt x="29315" y="20147"/>
                    </a:lnTo>
                    <a:lnTo>
                      <a:pt x="29677" y="19865"/>
                    </a:lnTo>
                    <a:lnTo>
                      <a:pt x="30079" y="19584"/>
                    </a:lnTo>
                    <a:lnTo>
                      <a:pt x="30522" y="19302"/>
                    </a:lnTo>
                    <a:lnTo>
                      <a:pt x="32130" y="18176"/>
                    </a:lnTo>
                    <a:lnTo>
                      <a:pt x="33779" y="17050"/>
                    </a:lnTo>
                    <a:lnTo>
                      <a:pt x="35428" y="15965"/>
                    </a:lnTo>
                    <a:lnTo>
                      <a:pt x="37076" y="14919"/>
                    </a:lnTo>
                    <a:lnTo>
                      <a:pt x="38363" y="14155"/>
                    </a:lnTo>
                    <a:lnTo>
                      <a:pt x="41540" y="12225"/>
                    </a:lnTo>
                    <a:lnTo>
                      <a:pt x="44797" y="10415"/>
                    </a:lnTo>
                    <a:lnTo>
                      <a:pt x="48095" y="8686"/>
                    </a:lnTo>
                    <a:lnTo>
                      <a:pt x="51432" y="6997"/>
                    </a:lnTo>
                    <a:lnTo>
                      <a:pt x="54810" y="5429"/>
                    </a:lnTo>
                    <a:lnTo>
                      <a:pt x="58269" y="3981"/>
                    </a:lnTo>
                    <a:lnTo>
                      <a:pt x="61727" y="2574"/>
                    </a:lnTo>
                    <a:lnTo>
                      <a:pt x="65225" y="1247"/>
                    </a:lnTo>
                    <a:lnTo>
                      <a:pt x="64783" y="603"/>
                    </a:lnTo>
                    <a:lnTo>
                      <a:pt x="643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9670427" y="5445382"/>
                <a:ext cx="777820" cy="558674"/>
              </a:xfrm>
              <a:custGeom>
                <a:rect b="b" l="l" r="r" t="t"/>
                <a:pathLst>
                  <a:path extrusionOk="0" fill="none" h="46849" w="65226">
                    <a:moveTo>
                      <a:pt x="21755" y="25938"/>
                    </a:moveTo>
                    <a:lnTo>
                      <a:pt x="21755" y="25938"/>
                    </a:lnTo>
                    <a:lnTo>
                      <a:pt x="18940" y="28310"/>
                    </a:lnTo>
                    <a:lnTo>
                      <a:pt x="16125" y="30763"/>
                    </a:lnTo>
                    <a:lnTo>
                      <a:pt x="13431" y="33297"/>
                    </a:lnTo>
                    <a:lnTo>
                      <a:pt x="10777" y="35870"/>
                    </a:lnTo>
                    <a:lnTo>
                      <a:pt x="8203" y="38524"/>
                    </a:lnTo>
                    <a:lnTo>
                      <a:pt x="5710" y="41219"/>
                    </a:lnTo>
                    <a:lnTo>
                      <a:pt x="3257" y="44033"/>
                    </a:lnTo>
                    <a:lnTo>
                      <a:pt x="885" y="46848"/>
                    </a:lnTo>
                    <a:lnTo>
                      <a:pt x="885" y="46848"/>
                    </a:lnTo>
                    <a:lnTo>
                      <a:pt x="402" y="46245"/>
                    </a:lnTo>
                    <a:lnTo>
                      <a:pt x="0" y="45602"/>
                    </a:lnTo>
                    <a:lnTo>
                      <a:pt x="0" y="45602"/>
                    </a:lnTo>
                    <a:lnTo>
                      <a:pt x="2373" y="42747"/>
                    </a:lnTo>
                    <a:lnTo>
                      <a:pt x="4866" y="39972"/>
                    </a:lnTo>
                    <a:lnTo>
                      <a:pt x="7399" y="37237"/>
                    </a:lnTo>
                    <a:lnTo>
                      <a:pt x="9973" y="34583"/>
                    </a:lnTo>
                    <a:lnTo>
                      <a:pt x="12667" y="31970"/>
                    </a:lnTo>
                    <a:lnTo>
                      <a:pt x="15361" y="29476"/>
                    </a:lnTo>
                    <a:lnTo>
                      <a:pt x="16769" y="28230"/>
                    </a:lnTo>
                    <a:lnTo>
                      <a:pt x="18176" y="27023"/>
                    </a:lnTo>
                    <a:lnTo>
                      <a:pt x="19584" y="25817"/>
                    </a:lnTo>
                    <a:lnTo>
                      <a:pt x="21031" y="24611"/>
                    </a:lnTo>
                    <a:lnTo>
                      <a:pt x="21031" y="24611"/>
                    </a:lnTo>
                    <a:lnTo>
                      <a:pt x="21594" y="24128"/>
                    </a:lnTo>
                    <a:lnTo>
                      <a:pt x="22198" y="23686"/>
                    </a:lnTo>
                    <a:lnTo>
                      <a:pt x="22198" y="23686"/>
                    </a:lnTo>
                    <a:lnTo>
                      <a:pt x="23726" y="22439"/>
                    </a:lnTo>
                    <a:lnTo>
                      <a:pt x="25294" y="21233"/>
                    </a:lnTo>
                    <a:lnTo>
                      <a:pt x="26902" y="20066"/>
                    </a:lnTo>
                    <a:lnTo>
                      <a:pt x="28511" y="18860"/>
                    </a:lnTo>
                    <a:lnTo>
                      <a:pt x="28511" y="18860"/>
                    </a:lnTo>
                    <a:lnTo>
                      <a:pt x="28672" y="18780"/>
                    </a:lnTo>
                    <a:lnTo>
                      <a:pt x="28792" y="18699"/>
                    </a:lnTo>
                    <a:lnTo>
                      <a:pt x="29717" y="18056"/>
                    </a:lnTo>
                    <a:lnTo>
                      <a:pt x="29717" y="18056"/>
                    </a:lnTo>
                    <a:lnTo>
                      <a:pt x="31366" y="16890"/>
                    </a:lnTo>
                    <a:lnTo>
                      <a:pt x="33015" y="15804"/>
                    </a:lnTo>
                    <a:lnTo>
                      <a:pt x="34704" y="14678"/>
                    </a:lnTo>
                    <a:lnTo>
                      <a:pt x="36393" y="13632"/>
                    </a:lnTo>
                    <a:lnTo>
                      <a:pt x="36393" y="13632"/>
                    </a:lnTo>
                    <a:lnTo>
                      <a:pt x="37639" y="12828"/>
                    </a:lnTo>
                    <a:lnTo>
                      <a:pt x="37639" y="12828"/>
                    </a:lnTo>
                    <a:lnTo>
                      <a:pt x="40816" y="10938"/>
                    </a:lnTo>
                    <a:lnTo>
                      <a:pt x="44073" y="9129"/>
                    </a:lnTo>
                    <a:lnTo>
                      <a:pt x="47331" y="7399"/>
                    </a:lnTo>
                    <a:lnTo>
                      <a:pt x="50668" y="5751"/>
                    </a:lnTo>
                    <a:lnTo>
                      <a:pt x="54006" y="4182"/>
                    </a:lnTo>
                    <a:lnTo>
                      <a:pt x="57424" y="2694"/>
                    </a:lnTo>
                    <a:lnTo>
                      <a:pt x="60842" y="1327"/>
                    </a:lnTo>
                    <a:lnTo>
                      <a:pt x="64300" y="0"/>
                    </a:lnTo>
                    <a:lnTo>
                      <a:pt x="64300" y="0"/>
                    </a:lnTo>
                    <a:lnTo>
                      <a:pt x="64783" y="603"/>
                    </a:lnTo>
                    <a:lnTo>
                      <a:pt x="65225" y="1247"/>
                    </a:lnTo>
                    <a:lnTo>
                      <a:pt x="65225" y="1247"/>
                    </a:lnTo>
                    <a:lnTo>
                      <a:pt x="61727" y="2574"/>
                    </a:lnTo>
                    <a:lnTo>
                      <a:pt x="58269" y="3981"/>
                    </a:lnTo>
                    <a:lnTo>
                      <a:pt x="54810" y="5429"/>
                    </a:lnTo>
                    <a:lnTo>
                      <a:pt x="51432" y="6997"/>
                    </a:lnTo>
                    <a:lnTo>
                      <a:pt x="48095" y="8686"/>
                    </a:lnTo>
                    <a:lnTo>
                      <a:pt x="44797" y="10415"/>
                    </a:lnTo>
                    <a:lnTo>
                      <a:pt x="41540" y="12225"/>
                    </a:lnTo>
                    <a:lnTo>
                      <a:pt x="38363" y="14155"/>
                    </a:lnTo>
                    <a:lnTo>
                      <a:pt x="38363" y="14155"/>
                    </a:lnTo>
                    <a:lnTo>
                      <a:pt x="37076" y="14919"/>
                    </a:lnTo>
                    <a:lnTo>
                      <a:pt x="37076" y="14919"/>
                    </a:lnTo>
                    <a:lnTo>
                      <a:pt x="35428" y="15965"/>
                    </a:lnTo>
                    <a:lnTo>
                      <a:pt x="33779" y="17050"/>
                    </a:lnTo>
                    <a:lnTo>
                      <a:pt x="32130" y="18176"/>
                    </a:lnTo>
                    <a:lnTo>
                      <a:pt x="30522" y="19302"/>
                    </a:lnTo>
                    <a:lnTo>
                      <a:pt x="30522" y="19302"/>
                    </a:lnTo>
                    <a:lnTo>
                      <a:pt x="30079" y="19584"/>
                    </a:lnTo>
                    <a:lnTo>
                      <a:pt x="29677" y="19865"/>
                    </a:lnTo>
                    <a:lnTo>
                      <a:pt x="29677" y="19865"/>
                    </a:lnTo>
                    <a:lnTo>
                      <a:pt x="29315" y="20147"/>
                    </a:lnTo>
                    <a:lnTo>
                      <a:pt x="29315" y="20147"/>
                    </a:lnTo>
                    <a:lnTo>
                      <a:pt x="27667" y="21313"/>
                    </a:lnTo>
                    <a:lnTo>
                      <a:pt x="26058" y="22519"/>
                    </a:lnTo>
                    <a:lnTo>
                      <a:pt x="24490" y="23726"/>
                    </a:lnTo>
                    <a:lnTo>
                      <a:pt x="22921" y="24972"/>
                    </a:lnTo>
                    <a:lnTo>
                      <a:pt x="22921" y="24972"/>
                    </a:lnTo>
                    <a:lnTo>
                      <a:pt x="22318" y="25455"/>
                    </a:lnTo>
                    <a:lnTo>
                      <a:pt x="21755" y="259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8"/>
              <p:cNvSpPr/>
              <p:nvPr/>
            </p:nvSpPr>
            <p:spPr>
              <a:xfrm>
                <a:off x="10051180" y="5254045"/>
                <a:ext cx="458445" cy="623415"/>
              </a:xfrm>
              <a:custGeom>
                <a:rect b="b" l="l" r="r" t="t"/>
                <a:pathLst>
                  <a:path extrusionOk="0" h="52278" w="38444">
                    <a:moveTo>
                      <a:pt x="1206" y="0"/>
                    </a:moveTo>
                    <a:lnTo>
                      <a:pt x="925" y="1207"/>
                    </a:lnTo>
                    <a:lnTo>
                      <a:pt x="684" y="2413"/>
                    </a:lnTo>
                    <a:lnTo>
                      <a:pt x="483" y="3619"/>
                    </a:lnTo>
                    <a:lnTo>
                      <a:pt x="322" y="4826"/>
                    </a:lnTo>
                    <a:lnTo>
                      <a:pt x="201" y="6072"/>
                    </a:lnTo>
                    <a:lnTo>
                      <a:pt x="121" y="7279"/>
                    </a:lnTo>
                    <a:lnTo>
                      <a:pt x="40" y="8485"/>
                    </a:lnTo>
                    <a:lnTo>
                      <a:pt x="0" y="9732"/>
                    </a:lnTo>
                    <a:lnTo>
                      <a:pt x="0" y="10295"/>
                    </a:lnTo>
                    <a:lnTo>
                      <a:pt x="80" y="11622"/>
                    </a:lnTo>
                    <a:lnTo>
                      <a:pt x="201" y="13552"/>
                    </a:lnTo>
                    <a:lnTo>
                      <a:pt x="322" y="14758"/>
                    </a:lnTo>
                    <a:lnTo>
                      <a:pt x="483" y="16045"/>
                    </a:lnTo>
                    <a:lnTo>
                      <a:pt x="684" y="17412"/>
                    </a:lnTo>
                    <a:lnTo>
                      <a:pt x="925" y="18860"/>
                    </a:lnTo>
                    <a:lnTo>
                      <a:pt x="1247" y="20388"/>
                    </a:lnTo>
                    <a:lnTo>
                      <a:pt x="1609" y="21997"/>
                    </a:lnTo>
                    <a:lnTo>
                      <a:pt x="2051" y="23605"/>
                    </a:lnTo>
                    <a:lnTo>
                      <a:pt x="2574" y="25254"/>
                    </a:lnTo>
                    <a:lnTo>
                      <a:pt x="3177" y="26903"/>
                    </a:lnTo>
                    <a:lnTo>
                      <a:pt x="3861" y="28511"/>
                    </a:lnTo>
                    <a:lnTo>
                      <a:pt x="4142" y="29114"/>
                    </a:lnTo>
                    <a:lnTo>
                      <a:pt x="4464" y="29677"/>
                    </a:lnTo>
                    <a:lnTo>
                      <a:pt x="4785" y="30361"/>
                    </a:lnTo>
                    <a:lnTo>
                      <a:pt x="5147" y="30964"/>
                    </a:lnTo>
                    <a:lnTo>
                      <a:pt x="5831" y="32130"/>
                    </a:lnTo>
                    <a:lnTo>
                      <a:pt x="6595" y="33297"/>
                    </a:lnTo>
                    <a:lnTo>
                      <a:pt x="7359" y="34382"/>
                    </a:lnTo>
                    <a:lnTo>
                      <a:pt x="8204" y="35468"/>
                    </a:lnTo>
                    <a:lnTo>
                      <a:pt x="8847" y="36232"/>
                    </a:lnTo>
                    <a:lnTo>
                      <a:pt x="9490" y="36956"/>
                    </a:lnTo>
                    <a:lnTo>
                      <a:pt x="10134" y="37680"/>
                    </a:lnTo>
                    <a:lnTo>
                      <a:pt x="10858" y="38404"/>
                    </a:lnTo>
                    <a:lnTo>
                      <a:pt x="11581" y="39127"/>
                    </a:lnTo>
                    <a:lnTo>
                      <a:pt x="12305" y="39811"/>
                    </a:lnTo>
                    <a:lnTo>
                      <a:pt x="13069" y="40495"/>
                    </a:lnTo>
                    <a:lnTo>
                      <a:pt x="13833" y="41138"/>
                    </a:lnTo>
                    <a:lnTo>
                      <a:pt x="15482" y="42425"/>
                    </a:lnTo>
                    <a:lnTo>
                      <a:pt x="17171" y="43631"/>
                    </a:lnTo>
                    <a:lnTo>
                      <a:pt x="18940" y="44797"/>
                    </a:lnTo>
                    <a:lnTo>
                      <a:pt x="20790" y="45923"/>
                    </a:lnTo>
                    <a:lnTo>
                      <a:pt x="22720" y="46969"/>
                    </a:lnTo>
                    <a:lnTo>
                      <a:pt x="24731" y="47934"/>
                    </a:lnTo>
                    <a:lnTo>
                      <a:pt x="26782" y="48819"/>
                    </a:lnTo>
                    <a:lnTo>
                      <a:pt x="28913" y="49663"/>
                    </a:lnTo>
                    <a:lnTo>
                      <a:pt x="31085" y="50427"/>
                    </a:lnTo>
                    <a:lnTo>
                      <a:pt x="33337" y="51111"/>
                    </a:lnTo>
                    <a:lnTo>
                      <a:pt x="35589" y="51714"/>
                    </a:lnTo>
                    <a:lnTo>
                      <a:pt x="37921" y="52277"/>
                    </a:lnTo>
                    <a:lnTo>
                      <a:pt x="38202" y="51553"/>
                    </a:lnTo>
                    <a:lnTo>
                      <a:pt x="38444" y="50829"/>
                    </a:lnTo>
                    <a:lnTo>
                      <a:pt x="37076" y="50548"/>
                    </a:lnTo>
                    <a:lnTo>
                      <a:pt x="35749" y="50226"/>
                    </a:lnTo>
                    <a:lnTo>
                      <a:pt x="34422" y="49864"/>
                    </a:lnTo>
                    <a:lnTo>
                      <a:pt x="33136" y="49502"/>
                    </a:lnTo>
                    <a:lnTo>
                      <a:pt x="31849" y="49100"/>
                    </a:lnTo>
                    <a:lnTo>
                      <a:pt x="30562" y="48698"/>
                    </a:lnTo>
                    <a:lnTo>
                      <a:pt x="29315" y="48216"/>
                    </a:lnTo>
                    <a:lnTo>
                      <a:pt x="28109" y="47773"/>
                    </a:lnTo>
                    <a:lnTo>
                      <a:pt x="26903" y="47250"/>
                    </a:lnTo>
                    <a:lnTo>
                      <a:pt x="25736" y="46728"/>
                    </a:lnTo>
                    <a:lnTo>
                      <a:pt x="24570" y="46205"/>
                    </a:lnTo>
                    <a:lnTo>
                      <a:pt x="23404" y="45642"/>
                    </a:lnTo>
                    <a:lnTo>
                      <a:pt x="22318" y="45039"/>
                    </a:lnTo>
                    <a:lnTo>
                      <a:pt x="21232" y="44436"/>
                    </a:lnTo>
                    <a:lnTo>
                      <a:pt x="20147" y="43832"/>
                    </a:lnTo>
                    <a:lnTo>
                      <a:pt x="19101" y="43149"/>
                    </a:lnTo>
                    <a:lnTo>
                      <a:pt x="18096" y="42505"/>
                    </a:lnTo>
                    <a:lnTo>
                      <a:pt x="17091" y="41781"/>
                    </a:lnTo>
                    <a:lnTo>
                      <a:pt x="16125" y="41098"/>
                    </a:lnTo>
                    <a:lnTo>
                      <a:pt x="15201" y="40334"/>
                    </a:lnTo>
                    <a:lnTo>
                      <a:pt x="14316" y="39610"/>
                    </a:lnTo>
                    <a:lnTo>
                      <a:pt x="13431" y="38846"/>
                    </a:lnTo>
                    <a:lnTo>
                      <a:pt x="12587" y="38042"/>
                    </a:lnTo>
                    <a:lnTo>
                      <a:pt x="11782" y="37237"/>
                    </a:lnTo>
                    <a:lnTo>
                      <a:pt x="10978" y="36433"/>
                    </a:lnTo>
                    <a:lnTo>
                      <a:pt x="10214" y="35589"/>
                    </a:lnTo>
                    <a:lnTo>
                      <a:pt x="9490" y="34704"/>
                    </a:lnTo>
                    <a:lnTo>
                      <a:pt x="8807" y="33860"/>
                    </a:lnTo>
                    <a:lnTo>
                      <a:pt x="8163" y="32935"/>
                    </a:lnTo>
                    <a:lnTo>
                      <a:pt x="7560" y="32050"/>
                    </a:lnTo>
                    <a:lnTo>
                      <a:pt x="6957" y="31125"/>
                    </a:lnTo>
                    <a:lnTo>
                      <a:pt x="6434" y="30200"/>
                    </a:lnTo>
                    <a:lnTo>
                      <a:pt x="6032" y="29557"/>
                    </a:lnTo>
                    <a:lnTo>
                      <a:pt x="5710" y="28873"/>
                    </a:lnTo>
                    <a:lnTo>
                      <a:pt x="5469" y="28391"/>
                    </a:lnTo>
                    <a:lnTo>
                      <a:pt x="5228" y="27908"/>
                    </a:lnTo>
                    <a:lnTo>
                      <a:pt x="4584" y="26340"/>
                    </a:lnTo>
                    <a:lnTo>
                      <a:pt x="3981" y="24731"/>
                    </a:lnTo>
                    <a:lnTo>
                      <a:pt x="3499" y="23123"/>
                    </a:lnTo>
                    <a:lnTo>
                      <a:pt x="3056" y="21554"/>
                    </a:lnTo>
                    <a:lnTo>
                      <a:pt x="2694" y="20026"/>
                    </a:lnTo>
                    <a:lnTo>
                      <a:pt x="2373" y="18498"/>
                    </a:lnTo>
                    <a:lnTo>
                      <a:pt x="2131" y="17091"/>
                    </a:lnTo>
                    <a:lnTo>
                      <a:pt x="1930" y="15723"/>
                    </a:lnTo>
                    <a:lnTo>
                      <a:pt x="1810" y="14477"/>
                    </a:lnTo>
                    <a:lnTo>
                      <a:pt x="1689" y="13311"/>
                    </a:lnTo>
                    <a:lnTo>
                      <a:pt x="1568" y="11421"/>
                    </a:lnTo>
                    <a:lnTo>
                      <a:pt x="1528" y="10174"/>
                    </a:lnTo>
                    <a:lnTo>
                      <a:pt x="1488" y="9732"/>
                    </a:lnTo>
                    <a:lnTo>
                      <a:pt x="1528" y="8525"/>
                    </a:lnTo>
                    <a:lnTo>
                      <a:pt x="1609" y="7319"/>
                    </a:lnTo>
                    <a:lnTo>
                      <a:pt x="1689" y="6072"/>
                    </a:lnTo>
                    <a:lnTo>
                      <a:pt x="1810" y="4866"/>
                    </a:lnTo>
                    <a:lnTo>
                      <a:pt x="1971" y="3660"/>
                    </a:lnTo>
                    <a:lnTo>
                      <a:pt x="2172" y="2453"/>
                    </a:lnTo>
                    <a:lnTo>
                      <a:pt x="2413" y="1247"/>
                    </a:lnTo>
                    <a:lnTo>
                      <a:pt x="2694" y="40"/>
                    </a:lnTo>
                    <a:lnTo>
                      <a:pt x="12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8"/>
              <p:cNvSpPr/>
              <p:nvPr/>
            </p:nvSpPr>
            <p:spPr>
              <a:xfrm>
                <a:off x="9632052" y="5509634"/>
                <a:ext cx="368781" cy="677602"/>
              </a:xfrm>
              <a:custGeom>
                <a:rect b="b" l="l" r="r" t="t"/>
                <a:pathLst>
                  <a:path extrusionOk="0" h="56822" w="30925">
                    <a:moveTo>
                      <a:pt x="644" y="1"/>
                    </a:moveTo>
                    <a:lnTo>
                      <a:pt x="1" y="1288"/>
                    </a:lnTo>
                    <a:lnTo>
                      <a:pt x="1650" y="1810"/>
                    </a:lnTo>
                    <a:lnTo>
                      <a:pt x="3258" y="2373"/>
                    </a:lnTo>
                    <a:lnTo>
                      <a:pt x="4867" y="3017"/>
                    </a:lnTo>
                    <a:lnTo>
                      <a:pt x="6435" y="3741"/>
                    </a:lnTo>
                    <a:lnTo>
                      <a:pt x="6958" y="3982"/>
                    </a:lnTo>
                    <a:lnTo>
                      <a:pt x="8084" y="4585"/>
                    </a:lnTo>
                    <a:lnTo>
                      <a:pt x="9732" y="5510"/>
                    </a:lnTo>
                    <a:lnTo>
                      <a:pt x="10738" y="6113"/>
                    </a:lnTo>
                    <a:lnTo>
                      <a:pt x="11783" y="6797"/>
                    </a:lnTo>
                    <a:lnTo>
                      <a:pt x="12909" y="7561"/>
                    </a:lnTo>
                    <a:lnTo>
                      <a:pt x="14075" y="8405"/>
                    </a:lnTo>
                    <a:lnTo>
                      <a:pt x="15282" y="9290"/>
                    </a:lnTo>
                    <a:lnTo>
                      <a:pt x="16528" y="10295"/>
                    </a:lnTo>
                    <a:lnTo>
                      <a:pt x="17735" y="11341"/>
                    </a:lnTo>
                    <a:lnTo>
                      <a:pt x="18941" y="12467"/>
                    </a:lnTo>
                    <a:lnTo>
                      <a:pt x="20107" y="13633"/>
                    </a:lnTo>
                    <a:lnTo>
                      <a:pt x="21233" y="14920"/>
                    </a:lnTo>
                    <a:lnTo>
                      <a:pt x="22038" y="15925"/>
                    </a:lnTo>
                    <a:lnTo>
                      <a:pt x="22842" y="16971"/>
                    </a:lnTo>
                    <a:lnTo>
                      <a:pt x="23566" y="18097"/>
                    </a:lnTo>
                    <a:lnTo>
                      <a:pt x="24249" y="19223"/>
                    </a:lnTo>
                    <a:lnTo>
                      <a:pt x="24651" y="19906"/>
                    </a:lnTo>
                    <a:lnTo>
                      <a:pt x="24973" y="20550"/>
                    </a:lnTo>
                    <a:lnTo>
                      <a:pt x="25456" y="21474"/>
                    </a:lnTo>
                    <a:lnTo>
                      <a:pt x="25898" y="22399"/>
                    </a:lnTo>
                    <a:lnTo>
                      <a:pt x="26300" y="23364"/>
                    </a:lnTo>
                    <a:lnTo>
                      <a:pt x="26702" y="24330"/>
                    </a:lnTo>
                    <a:lnTo>
                      <a:pt x="27064" y="25295"/>
                    </a:lnTo>
                    <a:lnTo>
                      <a:pt x="27386" y="26300"/>
                    </a:lnTo>
                    <a:lnTo>
                      <a:pt x="27708" y="27346"/>
                    </a:lnTo>
                    <a:lnTo>
                      <a:pt x="27989" y="28391"/>
                    </a:lnTo>
                    <a:lnTo>
                      <a:pt x="28230" y="29437"/>
                    </a:lnTo>
                    <a:lnTo>
                      <a:pt x="28472" y="30482"/>
                    </a:lnTo>
                    <a:lnTo>
                      <a:pt x="28673" y="31568"/>
                    </a:lnTo>
                    <a:lnTo>
                      <a:pt x="28874" y="32694"/>
                    </a:lnTo>
                    <a:lnTo>
                      <a:pt x="29035" y="33780"/>
                    </a:lnTo>
                    <a:lnTo>
                      <a:pt x="29155" y="34906"/>
                    </a:lnTo>
                    <a:lnTo>
                      <a:pt x="29276" y="36032"/>
                    </a:lnTo>
                    <a:lnTo>
                      <a:pt x="29356" y="37198"/>
                    </a:lnTo>
                    <a:lnTo>
                      <a:pt x="29397" y="38324"/>
                    </a:lnTo>
                    <a:lnTo>
                      <a:pt x="29437" y="39490"/>
                    </a:lnTo>
                    <a:lnTo>
                      <a:pt x="29437" y="40656"/>
                    </a:lnTo>
                    <a:lnTo>
                      <a:pt x="29437" y="41862"/>
                    </a:lnTo>
                    <a:lnTo>
                      <a:pt x="29397" y="43069"/>
                    </a:lnTo>
                    <a:lnTo>
                      <a:pt x="29316" y="44235"/>
                    </a:lnTo>
                    <a:lnTo>
                      <a:pt x="29236" y="45441"/>
                    </a:lnTo>
                    <a:lnTo>
                      <a:pt x="29115" y="46648"/>
                    </a:lnTo>
                    <a:lnTo>
                      <a:pt x="28954" y="47894"/>
                    </a:lnTo>
                    <a:lnTo>
                      <a:pt x="28793" y="49101"/>
                    </a:lnTo>
                    <a:lnTo>
                      <a:pt x="28592" y="50347"/>
                    </a:lnTo>
                    <a:lnTo>
                      <a:pt x="28351" y="51554"/>
                    </a:lnTo>
                    <a:lnTo>
                      <a:pt x="28110" y="52800"/>
                    </a:lnTo>
                    <a:lnTo>
                      <a:pt x="27828" y="54047"/>
                    </a:lnTo>
                    <a:lnTo>
                      <a:pt x="27547" y="55294"/>
                    </a:lnTo>
                    <a:lnTo>
                      <a:pt x="27225" y="56540"/>
                    </a:lnTo>
                    <a:lnTo>
                      <a:pt x="28673" y="56822"/>
                    </a:lnTo>
                    <a:lnTo>
                      <a:pt x="28994" y="55535"/>
                    </a:lnTo>
                    <a:lnTo>
                      <a:pt x="29316" y="54248"/>
                    </a:lnTo>
                    <a:lnTo>
                      <a:pt x="29598" y="52961"/>
                    </a:lnTo>
                    <a:lnTo>
                      <a:pt x="29839" y="51715"/>
                    </a:lnTo>
                    <a:lnTo>
                      <a:pt x="30080" y="50428"/>
                    </a:lnTo>
                    <a:lnTo>
                      <a:pt x="30281" y="49141"/>
                    </a:lnTo>
                    <a:lnTo>
                      <a:pt x="30442" y="47894"/>
                    </a:lnTo>
                    <a:lnTo>
                      <a:pt x="30603" y="46608"/>
                    </a:lnTo>
                    <a:lnTo>
                      <a:pt x="30724" y="45361"/>
                    </a:lnTo>
                    <a:lnTo>
                      <a:pt x="30804" y="44114"/>
                    </a:lnTo>
                    <a:lnTo>
                      <a:pt x="30885" y="42868"/>
                    </a:lnTo>
                    <a:lnTo>
                      <a:pt x="30925" y="41661"/>
                    </a:lnTo>
                    <a:lnTo>
                      <a:pt x="30925" y="40415"/>
                    </a:lnTo>
                    <a:lnTo>
                      <a:pt x="30885" y="39208"/>
                    </a:lnTo>
                    <a:lnTo>
                      <a:pt x="30844" y="38002"/>
                    </a:lnTo>
                    <a:lnTo>
                      <a:pt x="30804" y="36796"/>
                    </a:lnTo>
                    <a:lnTo>
                      <a:pt x="30683" y="35629"/>
                    </a:lnTo>
                    <a:lnTo>
                      <a:pt x="30563" y="34463"/>
                    </a:lnTo>
                    <a:lnTo>
                      <a:pt x="30442" y="33297"/>
                    </a:lnTo>
                    <a:lnTo>
                      <a:pt x="30241" y="32131"/>
                    </a:lnTo>
                    <a:lnTo>
                      <a:pt x="30040" y="31005"/>
                    </a:lnTo>
                    <a:lnTo>
                      <a:pt x="29839" y="29879"/>
                    </a:lnTo>
                    <a:lnTo>
                      <a:pt x="29557" y="28793"/>
                    </a:lnTo>
                    <a:lnTo>
                      <a:pt x="29316" y="27707"/>
                    </a:lnTo>
                    <a:lnTo>
                      <a:pt x="28994" y="26622"/>
                    </a:lnTo>
                    <a:lnTo>
                      <a:pt x="28673" y="25536"/>
                    </a:lnTo>
                    <a:lnTo>
                      <a:pt x="28311" y="24531"/>
                    </a:lnTo>
                    <a:lnTo>
                      <a:pt x="27909" y="23485"/>
                    </a:lnTo>
                    <a:lnTo>
                      <a:pt x="27507" y="22480"/>
                    </a:lnTo>
                    <a:lnTo>
                      <a:pt x="27104" y="21515"/>
                    </a:lnTo>
                    <a:lnTo>
                      <a:pt x="26622" y="20550"/>
                    </a:lnTo>
                    <a:lnTo>
                      <a:pt x="26139" y="19584"/>
                    </a:lnTo>
                    <a:lnTo>
                      <a:pt x="25777" y="18941"/>
                    </a:lnTo>
                    <a:lnTo>
                      <a:pt x="25416" y="18298"/>
                    </a:lnTo>
                    <a:lnTo>
                      <a:pt x="24692" y="17131"/>
                    </a:lnTo>
                    <a:lnTo>
                      <a:pt x="23968" y="16046"/>
                    </a:lnTo>
                    <a:lnTo>
                      <a:pt x="23204" y="14960"/>
                    </a:lnTo>
                    <a:lnTo>
                      <a:pt x="22359" y="13955"/>
                    </a:lnTo>
                    <a:lnTo>
                      <a:pt x="21233" y="12668"/>
                    </a:lnTo>
                    <a:lnTo>
                      <a:pt x="20067" y="11461"/>
                    </a:lnTo>
                    <a:lnTo>
                      <a:pt x="18821" y="10295"/>
                    </a:lnTo>
                    <a:lnTo>
                      <a:pt x="17614" y="9250"/>
                    </a:lnTo>
                    <a:lnTo>
                      <a:pt x="16408" y="8244"/>
                    </a:lnTo>
                    <a:lnTo>
                      <a:pt x="15161" y="7319"/>
                    </a:lnTo>
                    <a:lnTo>
                      <a:pt x="13995" y="6475"/>
                    </a:lnTo>
                    <a:lnTo>
                      <a:pt x="12869" y="5711"/>
                    </a:lnTo>
                    <a:lnTo>
                      <a:pt x="11783" y="4987"/>
                    </a:lnTo>
                    <a:lnTo>
                      <a:pt x="10778" y="4384"/>
                    </a:lnTo>
                    <a:lnTo>
                      <a:pt x="9049" y="3379"/>
                    </a:lnTo>
                    <a:lnTo>
                      <a:pt x="7762" y="2695"/>
                    </a:lnTo>
                    <a:lnTo>
                      <a:pt x="7038" y="2373"/>
                    </a:lnTo>
                    <a:lnTo>
                      <a:pt x="5510" y="1649"/>
                    </a:lnTo>
                    <a:lnTo>
                      <a:pt x="3902" y="1046"/>
                    </a:lnTo>
                    <a:lnTo>
                      <a:pt x="2293" y="483"/>
                    </a:lnTo>
                    <a:lnTo>
                      <a:pt x="6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8"/>
              <p:cNvSpPr/>
              <p:nvPr/>
            </p:nvSpPr>
            <p:spPr>
              <a:xfrm>
                <a:off x="9836339" y="5301042"/>
                <a:ext cx="533262" cy="787897"/>
              </a:xfrm>
              <a:custGeom>
                <a:rect b="b" l="l" r="r" t="t"/>
                <a:pathLst>
                  <a:path extrusionOk="0" h="66071" w="44718">
                    <a:moveTo>
                      <a:pt x="1328" y="0"/>
                    </a:moveTo>
                    <a:lnTo>
                      <a:pt x="644" y="362"/>
                    </a:lnTo>
                    <a:lnTo>
                      <a:pt x="1" y="724"/>
                    </a:lnTo>
                    <a:lnTo>
                      <a:pt x="1247" y="4021"/>
                    </a:lnTo>
                    <a:lnTo>
                      <a:pt x="2534" y="7279"/>
                    </a:lnTo>
                    <a:lnTo>
                      <a:pt x="3901" y="10536"/>
                    </a:lnTo>
                    <a:lnTo>
                      <a:pt x="5349" y="13713"/>
                    </a:lnTo>
                    <a:lnTo>
                      <a:pt x="6837" y="16890"/>
                    </a:lnTo>
                    <a:lnTo>
                      <a:pt x="8405" y="20026"/>
                    </a:lnTo>
                    <a:lnTo>
                      <a:pt x="10054" y="23123"/>
                    </a:lnTo>
                    <a:lnTo>
                      <a:pt x="11783" y="26179"/>
                    </a:lnTo>
                    <a:lnTo>
                      <a:pt x="13150" y="28592"/>
                    </a:lnTo>
                    <a:lnTo>
                      <a:pt x="14598" y="30964"/>
                    </a:lnTo>
                    <a:lnTo>
                      <a:pt x="15402" y="32251"/>
                    </a:lnTo>
                    <a:lnTo>
                      <a:pt x="16689" y="34262"/>
                    </a:lnTo>
                    <a:lnTo>
                      <a:pt x="18016" y="36272"/>
                    </a:lnTo>
                    <a:lnTo>
                      <a:pt x="19383" y="38283"/>
                    </a:lnTo>
                    <a:lnTo>
                      <a:pt x="20751" y="40253"/>
                    </a:lnTo>
                    <a:lnTo>
                      <a:pt x="22198" y="42224"/>
                    </a:lnTo>
                    <a:lnTo>
                      <a:pt x="23606" y="44154"/>
                    </a:lnTo>
                    <a:lnTo>
                      <a:pt x="25094" y="46044"/>
                    </a:lnTo>
                    <a:lnTo>
                      <a:pt x="26581" y="47934"/>
                    </a:lnTo>
                    <a:lnTo>
                      <a:pt x="28552" y="50347"/>
                    </a:lnTo>
                    <a:lnTo>
                      <a:pt x="30563" y="52679"/>
                    </a:lnTo>
                    <a:lnTo>
                      <a:pt x="32613" y="55011"/>
                    </a:lnTo>
                    <a:lnTo>
                      <a:pt x="34704" y="57304"/>
                    </a:lnTo>
                    <a:lnTo>
                      <a:pt x="36876" y="59556"/>
                    </a:lnTo>
                    <a:lnTo>
                      <a:pt x="39047" y="61767"/>
                    </a:lnTo>
                    <a:lnTo>
                      <a:pt x="41299" y="63939"/>
                    </a:lnTo>
                    <a:lnTo>
                      <a:pt x="43591" y="66070"/>
                    </a:lnTo>
                    <a:lnTo>
                      <a:pt x="44154" y="65587"/>
                    </a:lnTo>
                    <a:lnTo>
                      <a:pt x="44717" y="65105"/>
                    </a:lnTo>
                    <a:lnTo>
                      <a:pt x="42707" y="63175"/>
                    </a:lnTo>
                    <a:lnTo>
                      <a:pt x="40696" y="61285"/>
                    </a:lnTo>
                    <a:lnTo>
                      <a:pt x="38726" y="59314"/>
                    </a:lnTo>
                    <a:lnTo>
                      <a:pt x="36836" y="57344"/>
                    </a:lnTo>
                    <a:lnTo>
                      <a:pt x="34946" y="55333"/>
                    </a:lnTo>
                    <a:lnTo>
                      <a:pt x="33096" y="53282"/>
                    </a:lnTo>
                    <a:lnTo>
                      <a:pt x="31286" y="51231"/>
                    </a:lnTo>
                    <a:lnTo>
                      <a:pt x="29477" y="49140"/>
                    </a:lnTo>
                    <a:lnTo>
                      <a:pt x="27748" y="47009"/>
                    </a:lnTo>
                    <a:lnTo>
                      <a:pt x="26059" y="44878"/>
                    </a:lnTo>
                    <a:lnTo>
                      <a:pt x="24370" y="42666"/>
                    </a:lnTo>
                    <a:lnTo>
                      <a:pt x="22761" y="40495"/>
                    </a:lnTo>
                    <a:lnTo>
                      <a:pt x="21153" y="38243"/>
                    </a:lnTo>
                    <a:lnTo>
                      <a:pt x="19625" y="35991"/>
                    </a:lnTo>
                    <a:lnTo>
                      <a:pt x="18096" y="33699"/>
                    </a:lnTo>
                    <a:lnTo>
                      <a:pt x="16609" y="31406"/>
                    </a:lnTo>
                    <a:lnTo>
                      <a:pt x="15804" y="30160"/>
                    </a:lnTo>
                    <a:lnTo>
                      <a:pt x="14397" y="27827"/>
                    </a:lnTo>
                    <a:lnTo>
                      <a:pt x="13030" y="25455"/>
                    </a:lnTo>
                    <a:lnTo>
                      <a:pt x="11341" y="22399"/>
                    </a:lnTo>
                    <a:lnTo>
                      <a:pt x="9732" y="19302"/>
                    </a:lnTo>
                    <a:lnTo>
                      <a:pt x="8164" y="16166"/>
                    </a:lnTo>
                    <a:lnTo>
                      <a:pt x="6636" y="12989"/>
                    </a:lnTo>
                    <a:lnTo>
                      <a:pt x="5228" y="9812"/>
                    </a:lnTo>
                    <a:lnTo>
                      <a:pt x="3861" y="6555"/>
                    </a:lnTo>
                    <a:lnTo>
                      <a:pt x="2574" y="3298"/>
                    </a:lnTo>
                    <a:lnTo>
                      <a:pt x="13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19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396" name="Google Shape;396;p19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397" name="Google Shape;397;p19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1" name="Google Shape;401;p19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408" name="Google Shape;408;p19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9" name="Google Shape;409;p19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10" name="Google Shape;410;p19"/>
          <p:cNvGrpSpPr/>
          <p:nvPr/>
        </p:nvGrpSpPr>
        <p:grpSpPr>
          <a:xfrm>
            <a:off x="71467" y="4371260"/>
            <a:ext cx="1245401" cy="717871"/>
            <a:chOff x="71467" y="4371260"/>
            <a:chExt cx="1245401" cy="717871"/>
          </a:xfrm>
        </p:grpSpPr>
        <p:grpSp>
          <p:nvGrpSpPr>
            <p:cNvPr id="411" name="Google Shape;411;p19"/>
            <p:cNvGrpSpPr/>
            <p:nvPr/>
          </p:nvGrpSpPr>
          <p:grpSpPr>
            <a:xfrm rot="-5853451">
              <a:off x="304897" y="4235057"/>
              <a:ext cx="592777" cy="990277"/>
              <a:chOff x="2061075" y="4786925"/>
              <a:chExt cx="1096525" cy="1831825"/>
            </a:xfrm>
          </p:grpSpPr>
          <p:sp>
            <p:nvSpPr>
              <p:cNvPr id="412" name="Google Shape;412;p19"/>
              <p:cNvSpPr/>
              <p:nvPr/>
            </p:nvSpPr>
            <p:spPr>
              <a:xfrm>
                <a:off x="2061075" y="5239475"/>
                <a:ext cx="602950" cy="1379275"/>
              </a:xfrm>
              <a:custGeom>
                <a:rect b="b" l="l" r="r" t="t"/>
                <a:pathLst>
                  <a:path extrusionOk="0" h="55171" w="24118">
                    <a:moveTo>
                      <a:pt x="20261" y="1"/>
                    </a:moveTo>
                    <a:lnTo>
                      <a:pt x="1" y="53703"/>
                    </a:lnTo>
                    <a:lnTo>
                      <a:pt x="3857" y="55171"/>
                    </a:lnTo>
                    <a:lnTo>
                      <a:pt x="24118" y="1440"/>
                    </a:lnTo>
                    <a:lnTo>
                      <a:pt x="202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2273325" y="4786925"/>
                <a:ext cx="584975" cy="517325"/>
              </a:xfrm>
              <a:custGeom>
                <a:rect b="b" l="l" r="r" t="t"/>
                <a:pathLst>
                  <a:path extrusionOk="0" h="20693" w="23399">
                    <a:moveTo>
                      <a:pt x="1" y="1"/>
                    </a:moveTo>
                    <a:lnTo>
                      <a:pt x="5469" y="7454"/>
                    </a:lnTo>
                    <a:lnTo>
                      <a:pt x="14966" y="20693"/>
                    </a:lnTo>
                    <a:lnTo>
                      <a:pt x="23398" y="14621"/>
                    </a:lnTo>
                    <a:lnTo>
                      <a:pt x="13901" y="14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2623000" y="4825050"/>
                <a:ext cx="235300" cy="479200"/>
              </a:xfrm>
              <a:custGeom>
                <a:rect b="b" l="l" r="r" t="t"/>
                <a:pathLst>
                  <a:path extrusionOk="0" h="19168" w="9412">
                    <a:moveTo>
                      <a:pt x="0" y="1"/>
                    </a:moveTo>
                    <a:lnTo>
                      <a:pt x="403" y="9441"/>
                    </a:lnTo>
                    <a:lnTo>
                      <a:pt x="777" y="18880"/>
                    </a:lnTo>
                    <a:lnTo>
                      <a:pt x="979" y="19168"/>
                    </a:lnTo>
                    <a:lnTo>
                      <a:pt x="9411" y="1309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2435200" y="5297750"/>
                <a:ext cx="585700" cy="517350"/>
              </a:xfrm>
              <a:custGeom>
                <a:rect b="b" l="l" r="r" t="t"/>
                <a:pathLst>
                  <a:path extrusionOk="0" h="20694" w="23428">
                    <a:moveTo>
                      <a:pt x="8433" y="1"/>
                    </a:moveTo>
                    <a:lnTo>
                      <a:pt x="1" y="6073"/>
                    </a:lnTo>
                    <a:lnTo>
                      <a:pt x="9498" y="19283"/>
                    </a:lnTo>
                    <a:lnTo>
                      <a:pt x="23427" y="20693"/>
                    </a:lnTo>
                    <a:lnTo>
                      <a:pt x="23427" y="20693"/>
                    </a:lnTo>
                    <a:lnTo>
                      <a:pt x="17930" y="1323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2435200" y="5297750"/>
                <a:ext cx="235300" cy="478500"/>
              </a:xfrm>
              <a:custGeom>
                <a:rect b="b" l="l" r="r" t="t"/>
                <a:pathLst>
                  <a:path extrusionOk="0" h="19140" w="9412">
                    <a:moveTo>
                      <a:pt x="8433" y="1"/>
                    </a:moveTo>
                    <a:lnTo>
                      <a:pt x="1" y="6073"/>
                    </a:lnTo>
                    <a:lnTo>
                      <a:pt x="9412" y="19139"/>
                    </a:lnTo>
                    <a:lnTo>
                      <a:pt x="9038" y="9728"/>
                    </a:lnTo>
                    <a:lnTo>
                      <a:pt x="8635" y="28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2644575" y="4920025"/>
                <a:ext cx="513025" cy="588575"/>
              </a:xfrm>
              <a:custGeom>
                <a:rect b="b" l="l" r="r" t="t"/>
                <a:pathLst>
                  <a:path extrusionOk="0" h="23543" w="20521">
                    <a:moveTo>
                      <a:pt x="20520" y="1"/>
                    </a:moveTo>
                    <a:lnTo>
                      <a:pt x="13124" y="5555"/>
                    </a:lnTo>
                    <a:lnTo>
                      <a:pt x="1" y="15196"/>
                    </a:lnTo>
                    <a:lnTo>
                      <a:pt x="6131" y="23542"/>
                    </a:lnTo>
                    <a:lnTo>
                      <a:pt x="19254" y="13901"/>
                    </a:lnTo>
                    <a:lnTo>
                      <a:pt x="205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2644575" y="5270425"/>
                <a:ext cx="478475" cy="238175"/>
              </a:xfrm>
              <a:custGeom>
                <a:rect b="b" l="l" r="r" t="t"/>
                <a:pathLst>
                  <a:path extrusionOk="0" h="9527" w="19139">
                    <a:moveTo>
                      <a:pt x="19139" y="0"/>
                    </a:moveTo>
                    <a:lnTo>
                      <a:pt x="9699" y="461"/>
                    </a:lnTo>
                    <a:lnTo>
                      <a:pt x="260" y="950"/>
                    </a:lnTo>
                    <a:lnTo>
                      <a:pt x="1" y="1180"/>
                    </a:lnTo>
                    <a:lnTo>
                      <a:pt x="6131" y="9526"/>
                    </a:lnTo>
                    <a:lnTo>
                      <a:pt x="191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2137350" y="5087675"/>
                <a:ext cx="510125" cy="592150"/>
              </a:xfrm>
              <a:custGeom>
                <a:rect b="b" l="l" r="r" t="t"/>
                <a:pathLst>
                  <a:path extrusionOk="0" h="23686" w="20405">
                    <a:moveTo>
                      <a:pt x="14188" y="0"/>
                    </a:moveTo>
                    <a:lnTo>
                      <a:pt x="1151" y="9757"/>
                    </a:lnTo>
                    <a:lnTo>
                      <a:pt x="0" y="23686"/>
                    </a:lnTo>
                    <a:lnTo>
                      <a:pt x="0" y="23686"/>
                    </a:lnTo>
                    <a:lnTo>
                      <a:pt x="7368" y="18074"/>
                    </a:lnTo>
                    <a:lnTo>
                      <a:pt x="20405" y="8318"/>
                    </a:lnTo>
                    <a:lnTo>
                      <a:pt x="14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2169725" y="5087675"/>
                <a:ext cx="477750" cy="241050"/>
              </a:xfrm>
              <a:custGeom>
                <a:rect b="b" l="l" r="r" t="t"/>
                <a:pathLst>
                  <a:path extrusionOk="0" h="9642" w="19110">
                    <a:moveTo>
                      <a:pt x="12893" y="0"/>
                    </a:moveTo>
                    <a:lnTo>
                      <a:pt x="0" y="9641"/>
                    </a:lnTo>
                    <a:lnTo>
                      <a:pt x="0" y="9641"/>
                    </a:lnTo>
                    <a:lnTo>
                      <a:pt x="9411" y="9095"/>
                    </a:lnTo>
                    <a:lnTo>
                      <a:pt x="18851" y="8548"/>
                    </a:lnTo>
                    <a:lnTo>
                      <a:pt x="19110" y="8318"/>
                    </a:lnTo>
                    <a:lnTo>
                      <a:pt x="128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2599250" y="5247400"/>
                <a:ext cx="96450" cy="97150"/>
              </a:xfrm>
              <a:custGeom>
                <a:rect b="b" l="l" r="r" t="t"/>
                <a:pathLst>
                  <a:path extrusionOk="0" h="3886" w="3858">
                    <a:moveTo>
                      <a:pt x="1871" y="0"/>
                    </a:moveTo>
                    <a:lnTo>
                      <a:pt x="1670" y="29"/>
                    </a:lnTo>
                    <a:lnTo>
                      <a:pt x="1497" y="58"/>
                    </a:lnTo>
                    <a:lnTo>
                      <a:pt x="1324" y="115"/>
                    </a:lnTo>
                    <a:lnTo>
                      <a:pt x="1152" y="173"/>
                    </a:lnTo>
                    <a:lnTo>
                      <a:pt x="979" y="259"/>
                    </a:lnTo>
                    <a:lnTo>
                      <a:pt x="806" y="375"/>
                    </a:lnTo>
                    <a:lnTo>
                      <a:pt x="663" y="490"/>
                    </a:lnTo>
                    <a:lnTo>
                      <a:pt x="547" y="605"/>
                    </a:lnTo>
                    <a:lnTo>
                      <a:pt x="404" y="749"/>
                    </a:lnTo>
                    <a:lnTo>
                      <a:pt x="317" y="893"/>
                    </a:lnTo>
                    <a:lnTo>
                      <a:pt x="202" y="1065"/>
                    </a:lnTo>
                    <a:lnTo>
                      <a:pt x="116" y="1238"/>
                    </a:lnTo>
                    <a:lnTo>
                      <a:pt x="58" y="1439"/>
                    </a:lnTo>
                    <a:lnTo>
                      <a:pt x="29" y="1612"/>
                    </a:lnTo>
                    <a:lnTo>
                      <a:pt x="1" y="1813"/>
                    </a:lnTo>
                    <a:lnTo>
                      <a:pt x="1" y="2015"/>
                    </a:lnTo>
                    <a:lnTo>
                      <a:pt x="1" y="2188"/>
                    </a:lnTo>
                    <a:lnTo>
                      <a:pt x="29" y="2389"/>
                    </a:lnTo>
                    <a:lnTo>
                      <a:pt x="87" y="2562"/>
                    </a:lnTo>
                    <a:lnTo>
                      <a:pt x="173" y="2734"/>
                    </a:lnTo>
                    <a:lnTo>
                      <a:pt x="260" y="2907"/>
                    </a:lnTo>
                    <a:lnTo>
                      <a:pt x="346" y="3051"/>
                    </a:lnTo>
                    <a:lnTo>
                      <a:pt x="461" y="3195"/>
                    </a:lnTo>
                    <a:lnTo>
                      <a:pt x="576" y="3339"/>
                    </a:lnTo>
                    <a:lnTo>
                      <a:pt x="720" y="3454"/>
                    </a:lnTo>
                    <a:lnTo>
                      <a:pt x="893" y="3569"/>
                    </a:lnTo>
                    <a:lnTo>
                      <a:pt x="1037" y="3684"/>
                    </a:lnTo>
                    <a:lnTo>
                      <a:pt x="1238" y="3742"/>
                    </a:lnTo>
                    <a:lnTo>
                      <a:pt x="1411" y="3828"/>
                    </a:lnTo>
                    <a:lnTo>
                      <a:pt x="1612" y="3857"/>
                    </a:lnTo>
                    <a:lnTo>
                      <a:pt x="1814" y="3886"/>
                    </a:lnTo>
                    <a:lnTo>
                      <a:pt x="1986" y="3886"/>
                    </a:lnTo>
                    <a:lnTo>
                      <a:pt x="2188" y="3857"/>
                    </a:lnTo>
                    <a:lnTo>
                      <a:pt x="2361" y="3828"/>
                    </a:lnTo>
                    <a:lnTo>
                      <a:pt x="2533" y="3799"/>
                    </a:lnTo>
                    <a:lnTo>
                      <a:pt x="2706" y="3713"/>
                    </a:lnTo>
                    <a:lnTo>
                      <a:pt x="2879" y="3627"/>
                    </a:lnTo>
                    <a:lnTo>
                      <a:pt x="3051" y="3540"/>
                    </a:lnTo>
                    <a:lnTo>
                      <a:pt x="3195" y="3425"/>
                    </a:lnTo>
                    <a:lnTo>
                      <a:pt x="3339" y="3281"/>
                    </a:lnTo>
                    <a:lnTo>
                      <a:pt x="3454" y="3166"/>
                    </a:lnTo>
                    <a:lnTo>
                      <a:pt x="3569" y="2993"/>
                    </a:lnTo>
                    <a:lnTo>
                      <a:pt x="3656" y="2821"/>
                    </a:lnTo>
                    <a:lnTo>
                      <a:pt x="3742" y="2648"/>
                    </a:lnTo>
                    <a:lnTo>
                      <a:pt x="3799" y="2475"/>
                    </a:lnTo>
                    <a:lnTo>
                      <a:pt x="3828" y="2274"/>
                    </a:lnTo>
                    <a:lnTo>
                      <a:pt x="3857" y="2072"/>
                    </a:lnTo>
                    <a:lnTo>
                      <a:pt x="3857" y="1900"/>
                    </a:lnTo>
                    <a:lnTo>
                      <a:pt x="3857" y="1698"/>
                    </a:lnTo>
                    <a:lnTo>
                      <a:pt x="3828" y="1526"/>
                    </a:lnTo>
                    <a:lnTo>
                      <a:pt x="3771" y="1324"/>
                    </a:lnTo>
                    <a:lnTo>
                      <a:pt x="3713" y="1152"/>
                    </a:lnTo>
                    <a:lnTo>
                      <a:pt x="3627" y="1008"/>
                    </a:lnTo>
                    <a:lnTo>
                      <a:pt x="3512" y="835"/>
                    </a:lnTo>
                    <a:lnTo>
                      <a:pt x="3397" y="691"/>
                    </a:lnTo>
                    <a:lnTo>
                      <a:pt x="3281" y="547"/>
                    </a:lnTo>
                    <a:lnTo>
                      <a:pt x="3138" y="432"/>
                    </a:lnTo>
                    <a:lnTo>
                      <a:pt x="2994" y="317"/>
                    </a:lnTo>
                    <a:lnTo>
                      <a:pt x="2821" y="231"/>
                    </a:lnTo>
                    <a:lnTo>
                      <a:pt x="2648" y="144"/>
                    </a:lnTo>
                    <a:lnTo>
                      <a:pt x="2447" y="87"/>
                    </a:lnTo>
                    <a:lnTo>
                      <a:pt x="2245" y="29"/>
                    </a:lnTo>
                    <a:lnTo>
                      <a:pt x="2073" y="29"/>
                    </a:lnTo>
                    <a:lnTo>
                      <a:pt x="1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2" name="Google Shape;422;p19"/>
            <p:cNvGrpSpPr/>
            <p:nvPr/>
          </p:nvGrpSpPr>
          <p:grpSpPr>
            <a:xfrm>
              <a:off x="859253" y="4603995"/>
              <a:ext cx="457615" cy="472896"/>
              <a:chOff x="3527775" y="6183075"/>
              <a:chExt cx="1033925" cy="1068450"/>
            </a:xfrm>
          </p:grpSpPr>
          <p:sp>
            <p:nvSpPr>
              <p:cNvPr id="423" name="Google Shape;423;p19"/>
              <p:cNvSpPr/>
              <p:nvPr/>
            </p:nvSpPr>
            <p:spPr>
              <a:xfrm>
                <a:off x="3527775" y="6183075"/>
                <a:ext cx="1033925" cy="1068450"/>
              </a:xfrm>
              <a:custGeom>
                <a:rect b="b" l="l" r="r" t="t"/>
                <a:pathLst>
                  <a:path extrusionOk="0" h="42738" w="41357">
                    <a:moveTo>
                      <a:pt x="25585" y="1"/>
                    </a:moveTo>
                    <a:lnTo>
                      <a:pt x="25211" y="58"/>
                    </a:lnTo>
                    <a:lnTo>
                      <a:pt x="24837" y="145"/>
                    </a:lnTo>
                    <a:lnTo>
                      <a:pt x="24463" y="288"/>
                    </a:lnTo>
                    <a:lnTo>
                      <a:pt x="24118" y="519"/>
                    </a:lnTo>
                    <a:lnTo>
                      <a:pt x="23772" y="778"/>
                    </a:lnTo>
                    <a:lnTo>
                      <a:pt x="16549" y="7656"/>
                    </a:lnTo>
                    <a:lnTo>
                      <a:pt x="16290" y="7886"/>
                    </a:lnTo>
                    <a:lnTo>
                      <a:pt x="16002" y="8088"/>
                    </a:lnTo>
                    <a:lnTo>
                      <a:pt x="15714" y="8232"/>
                    </a:lnTo>
                    <a:lnTo>
                      <a:pt x="15369" y="8347"/>
                    </a:lnTo>
                    <a:lnTo>
                      <a:pt x="15052" y="8404"/>
                    </a:lnTo>
                    <a:lnTo>
                      <a:pt x="14707" y="8462"/>
                    </a:lnTo>
                    <a:lnTo>
                      <a:pt x="14361" y="8433"/>
                    </a:lnTo>
                    <a:lnTo>
                      <a:pt x="14016" y="8375"/>
                    </a:lnTo>
                    <a:lnTo>
                      <a:pt x="4260" y="6332"/>
                    </a:lnTo>
                    <a:lnTo>
                      <a:pt x="3828" y="6275"/>
                    </a:lnTo>
                    <a:lnTo>
                      <a:pt x="3425" y="6275"/>
                    </a:lnTo>
                    <a:lnTo>
                      <a:pt x="3022" y="6361"/>
                    </a:lnTo>
                    <a:lnTo>
                      <a:pt x="2648" y="6476"/>
                    </a:lnTo>
                    <a:lnTo>
                      <a:pt x="2303" y="6620"/>
                    </a:lnTo>
                    <a:lnTo>
                      <a:pt x="1986" y="6821"/>
                    </a:lnTo>
                    <a:lnTo>
                      <a:pt x="1699" y="7080"/>
                    </a:lnTo>
                    <a:lnTo>
                      <a:pt x="1440" y="7368"/>
                    </a:lnTo>
                    <a:lnTo>
                      <a:pt x="1238" y="7685"/>
                    </a:lnTo>
                    <a:lnTo>
                      <a:pt x="1065" y="8001"/>
                    </a:lnTo>
                    <a:lnTo>
                      <a:pt x="950" y="8375"/>
                    </a:lnTo>
                    <a:lnTo>
                      <a:pt x="864" y="8750"/>
                    </a:lnTo>
                    <a:lnTo>
                      <a:pt x="835" y="9152"/>
                    </a:lnTo>
                    <a:lnTo>
                      <a:pt x="864" y="9527"/>
                    </a:lnTo>
                    <a:lnTo>
                      <a:pt x="979" y="9930"/>
                    </a:lnTo>
                    <a:lnTo>
                      <a:pt x="1123" y="10332"/>
                    </a:lnTo>
                    <a:lnTo>
                      <a:pt x="5440" y="19340"/>
                    </a:lnTo>
                    <a:lnTo>
                      <a:pt x="5584" y="19657"/>
                    </a:lnTo>
                    <a:lnTo>
                      <a:pt x="5670" y="19973"/>
                    </a:lnTo>
                    <a:lnTo>
                      <a:pt x="5699" y="20319"/>
                    </a:lnTo>
                    <a:lnTo>
                      <a:pt x="5728" y="20664"/>
                    </a:lnTo>
                    <a:lnTo>
                      <a:pt x="5670" y="21010"/>
                    </a:lnTo>
                    <a:lnTo>
                      <a:pt x="5613" y="21326"/>
                    </a:lnTo>
                    <a:lnTo>
                      <a:pt x="5497" y="21643"/>
                    </a:lnTo>
                    <a:lnTo>
                      <a:pt x="5354" y="21959"/>
                    </a:lnTo>
                    <a:lnTo>
                      <a:pt x="375" y="30622"/>
                    </a:lnTo>
                    <a:lnTo>
                      <a:pt x="202" y="30996"/>
                    </a:lnTo>
                    <a:lnTo>
                      <a:pt x="58" y="31399"/>
                    </a:lnTo>
                    <a:lnTo>
                      <a:pt x="1" y="31802"/>
                    </a:lnTo>
                    <a:lnTo>
                      <a:pt x="1" y="32176"/>
                    </a:lnTo>
                    <a:lnTo>
                      <a:pt x="58" y="32550"/>
                    </a:lnTo>
                    <a:lnTo>
                      <a:pt x="144" y="32924"/>
                    </a:lnTo>
                    <a:lnTo>
                      <a:pt x="288" y="33269"/>
                    </a:lnTo>
                    <a:lnTo>
                      <a:pt x="490" y="33615"/>
                    </a:lnTo>
                    <a:lnTo>
                      <a:pt x="720" y="33903"/>
                    </a:lnTo>
                    <a:lnTo>
                      <a:pt x="979" y="34162"/>
                    </a:lnTo>
                    <a:lnTo>
                      <a:pt x="1296" y="34392"/>
                    </a:lnTo>
                    <a:lnTo>
                      <a:pt x="1612" y="34593"/>
                    </a:lnTo>
                    <a:lnTo>
                      <a:pt x="1986" y="34737"/>
                    </a:lnTo>
                    <a:lnTo>
                      <a:pt x="2361" y="34824"/>
                    </a:lnTo>
                    <a:lnTo>
                      <a:pt x="2792" y="34852"/>
                    </a:lnTo>
                    <a:lnTo>
                      <a:pt x="3195" y="34824"/>
                    </a:lnTo>
                    <a:lnTo>
                      <a:pt x="13095" y="33500"/>
                    </a:lnTo>
                    <a:lnTo>
                      <a:pt x="13786" y="33500"/>
                    </a:lnTo>
                    <a:lnTo>
                      <a:pt x="14131" y="33557"/>
                    </a:lnTo>
                    <a:lnTo>
                      <a:pt x="14448" y="33672"/>
                    </a:lnTo>
                    <a:lnTo>
                      <a:pt x="14764" y="33788"/>
                    </a:lnTo>
                    <a:lnTo>
                      <a:pt x="15052" y="33960"/>
                    </a:lnTo>
                    <a:lnTo>
                      <a:pt x="15311" y="34162"/>
                    </a:lnTo>
                    <a:lnTo>
                      <a:pt x="15570" y="34421"/>
                    </a:lnTo>
                    <a:lnTo>
                      <a:pt x="22276" y="41817"/>
                    </a:lnTo>
                    <a:lnTo>
                      <a:pt x="22564" y="42105"/>
                    </a:lnTo>
                    <a:lnTo>
                      <a:pt x="22909" y="42335"/>
                    </a:lnTo>
                    <a:lnTo>
                      <a:pt x="23254" y="42536"/>
                    </a:lnTo>
                    <a:lnTo>
                      <a:pt x="23628" y="42652"/>
                    </a:lnTo>
                    <a:lnTo>
                      <a:pt x="24003" y="42738"/>
                    </a:lnTo>
                    <a:lnTo>
                      <a:pt x="24405" y="42738"/>
                    </a:lnTo>
                    <a:lnTo>
                      <a:pt x="24780" y="42709"/>
                    </a:lnTo>
                    <a:lnTo>
                      <a:pt x="25154" y="42623"/>
                    </a:lnTo>
                    <a:lnTo>
                      <a:pt x="25499" y="42508"/>
                    </a:lnTo>
                    <a:lnTo>
                      <a:pt x="25844" y="42335"/>
                    </a:lnTo>
                    <a:lnTo>
                      <a:pt x="26161" y="42105"/>
                    </a:lnTo>
                    <a:lnTo>
                      <a:pt x="26420" y="41846"/>
                    </a:lnTo>
                    <a:lnTo>
                      <a:pt x="26679" y="41558"/>
                    </a:lnTo>
                    <a:lnTo>
                      <a:pt x="26880" y="41213"/>
                    </a:lnTo>
                    <a:lnTo>
                      <a:pt x="27053" y="40838"/>
                    </a:lnTo>
                    <a:lnTo>
                      <a:pt x="27140" y="40436"/>
                    </a:lnTo>
                    <a:lnTo>
                      <a:pt x="28953" y="30622"/>
                    </a:lnTo>
                    <a:lnTo>
                      <a:pt x="29039" y="30276"/>
                    </a:lnTo>
                    <a:lnTo>
                      <a:pt x="29154" y="29960"/>
                    </a:lnTo>
                    <a:lnTo>
                      <a:pt x="29327" y="29643"/>
                    </a:lnTo>
                    <a:lnTo>
                      <a:pt x="29499" y="29384"/>
                    </a:lnTo>
                    <a:lnTo>
                      <a:pt x="29730" y="29125"/>
                    </a:lnTo>
                    <a:lnTo>
                      <a:pt x="29989" y="28895"/>
                    </a:lnTo>
                    <a:lnTo>
                      <a:pt x="30276" y="28694"/>
                    </a:lnTo>
                    <a:lnTo>
                      <a:pt x="30564" y="28550"/>
                    </a:lnTo>
                    <a:lnTo>
                      <a:pt x="39687" y="24463"/>
                    </a:lnTo>
                    <a:lnTo>
                      <a:pt x="40061" y="24262"/>
                    </a:lnTo>
                    <a:lnTo>
                      <a:pt x="40378" y="24003"/>
                    </a:lnTo>
                    <a:lnTo>
                      <a:pt x="40666" y="23715"/>
                    </a:lnTo>
                    <a:lnTo>
                      <a:pt x="40896" y="23427"/>
                    </a:lnTo>
                    <a:lnTo>
                      <a:pt x="41097" y="23082"/>
                    </a:lnTo>
                    <a:lnTo>
                      <a:pt x="41213" y="22708"/>
                    </a:lnTo>
                    <a:lnTo>
                      <a:pt x="41299" y="22362"/>
                    </a:lnTo>
                    <a:lnTo>
                      <a:pt x="41357" y="21988"/>
                    </a:lnTo>
                    <a:lnTo>
                      <a:pt x="41328" y="21585"/>
                    </a:lnTo>
                    <a:lnTo>
                      <a:pt x="41270" y="21211"/>
                    </a:lnTo>
                    <a:lnTo>
                      <a:pt x="41155" y="20866"/>
                    </a:lnTo>
                    <a:lnTo>
                      <a:pt x="41011" y="20520"/>
                    </a:lnTo>
                    <a:lnTo>
                      <a:pt x="40810" y="20175"/>
                    </a:lnTo>
                    <a:lnTo>
                      <a:pt x="40551" y="19887"/>
                    </a:lnTo>
                    <a:lnTo>
                      <a:pt x="40234" y="19599"/>
                    </a:lnTo>
                    <a:lnTo>
                      <a:pt x="39860" y="19369"/>
                    </a:lnTo>
                    <a:lnTo>
                      <a:pt x="31082" y="14649"/>
                    </a:lnTo>
                    <a:lnTo>
                      <a:pt x="30794" y="14448"/>
                    </a:lnTo>
                    <a:lnTo>
                      <a:pt x="30535" y="14246"/>
                    </a:lnTo>
                    <a:lnTo>
                      <a:pt x="30276" y="13987"/>
                    </a:lnTo>
                    <a:lnTo>
                      <a:pt x="30075" y="13728"/>
                    </a:lnTo>
                    <a:lnTo>
                      <a:pt x="29902" y="13441"/>
                    </a:lnTo>
                    <a:lnTo>
                      <a:pt x="29787" y="13124"/>
                    </a:lnTo>
                    <a:lnTo>
                      <a:pt x="29672" y="12779"/>
                    </a:lnTo>
                    <a:lnTo>
                      <a:pt x="29615" y="12462"/>
                    </a:lnTo>
                    <a:lnTo>
                      <a:pt x="28550" y="2533"/>
                    </a:lnTo>
                    <a:lnTo>
                      <a:pt x="28463" y="2102"/>
                    </a:lnTo>
                    <a:lnTo>
                      <a:pt x="28348" y="1727"/>
                    </a:lnTo>
                    <a:lnTo>
                      <a:pt x="28176" y="1353"/>
                    </a:lnTo>
                    <a:lnTo>
                      <a:pt x="27945" y="1037"/>
                    </a:lnTo>
                    <a:lnTo>
                      <a:pt x="27686" y="778"/>
                    </a:lnTo>
                    <a:lnTo>
                      <a:pt x="27370" y="519"/>
                    </a:lnTo>
                    <a:lnTo>
                      <a:pt x="27053" y="317"/>
                    </a:lnTo>
                    <a:lnTo>
                      <a:pt x="26708" y="173"/>
                    </a:lnTo>
                    <a:lnTo>
                      <a:pt x="26334" y="58"/>
                    </a:lnTo>
                    <a:lnTo>
                      <a:pt x="259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3793975" y="6741400"/>
                <a:ext cx="379925" cy="169825"/>
              </a:xfrm>
              <a:custGeom>
                <a:rect b="b" l="l" r="r" t="t"/>
                <a:pathLst>
                  <a:path extrusionOk="0" h="6793" w="15197">
                    <a:moveTo>
                      <a:pt x="375" y="0"/>
                    </a:moveTo>
                    <a:lnTo>
                      <a:pt x="231" y="29"/>
                    </a:lnTo>
                    <a:lnTo>
                      <a:pt x="116" y="115"/>
                    </a:lnTo>
                    <a:lnTo>
                      <a:pt x="30" y="231"/>
                    </a:lnTo>
                    <a:lnTo>
                      <a:pt x="1" y="375"/>
                    </a:lnTo>
                    <a:lnTo>
                      <a:pt x="30" y="518"/>
                    </a:lnTo>
                    <a:lnTo>
                      <a:pt x="174" y="864"/>
                    </a:lnTo>
                    <a:lnTo>
                      <a:pt x="519" y="1497"/>
                    </a:lnTo>
                    <a:lnTo>
                      <a:pt x="749" y="1871"/>
                    </a:lnTo>
                    <a:lnTo>
                      <a:pt x="1037" y="2303"/>
                    </a:lnTo>
                    <a:lnTo>
                      <a:pt x="1354" y="2763"/>
                    </a:lnTo>
                    <a:lnTo>
                      <a:pt x="1756" y="3252"/>
                    </a:lnTo>
                    <a:lnTo>
                      <a:pt x="2188" y="3713"/>
                    </a:lnTo>
                    <a:lnTo>
                      <a:pt x="2677" y="4202"/>
                    </a:lnTo>
                    <a:lnTo>
                      <a:pt x="3224" y="4663"/>
                    </a:lnTo>
                    <a:lnTo>
                      <a:pt x="3857" y="5123"/>
                    </a:lnTo>
                    <a:lnTo>
                      <a:pt x="4519" y="5526"/>
                    </a:lnTo>
                    <a:lnTo>
                      <a:pt x="4865" y="5727"/>
                    </a:lnTo>
                    <a:lnTo>
                      <a:pt x="5239" y="5900"/>
                    </a:lnTo>
                    <a:lnTo>
                      <a:pt x="5642" y="6073"/>
                    </a:lnTo>
                    <a:lnTo>
                      <a:pt x="6045" y="6245"/>
                    </a:lnTo>
                    <a:lnTo>
                      <a:pt x="6476" y="6361"/>
                    </a:lnTo>
                    <a:lnTo>
                      <a:pt x="6908" y="6504"/>
                    </a:lnTo>
                    <a:lnTo>
                      <a:pt x="7512" y="6620"/>
                    </a:lnTo>
                    <a:lnTo>
                      <a:pt x="8146" y="6735"/>
                    </a:lnTo>
                    <a:lnTo>
                      <a:pt x="8721" y="6763"/>
                    </a:lnTo>
                    <a:lnTo>
                      <a:pt x="9297" y="6792"/>
                    </a:lnTo>
                    <a:lnTo>
                      <a:pt x="9815" y="6763"/>
                    </a:lnTo>
                    <a:lnTo>
                      <a:pt x="10333" y="6735"/>
                    </a:lnTo>
                    <a:lnTo>
                      <a:pt x="10822" y="6677"/>
                    </a:lnTo>
                    <a:lnTo>
                      <a:pt x="11311" y="6591"/>
                    </a:lnTo>
                    <a:lnTo>
                      <a:pt x="11743" y="6476"/>
                    </a:lnTo>
                    <a:lnTo>
                      <a:pt x="12175" y="6361"/>
                    </a:lnTo>
                    <a:lnTo>
                      <a:pt x="12980" y="6102"/>
                    </a:lnTo>
                    <a:lnTo>
                      <a:pt x="13671" y="5814"/>
                    </a:lnTo>
                    <a:lnTo>
                      <a:pt x="14247" y="5526"/>
                    </a:lnTo>
                    <a:lnTo>
                      <a:pt x="14707" y="5267"/>
                    </a:lnTo>
                    <a:lnTo>
                      <a:pt x="15024" y="5066"/>
                    </a:lnTo>
                    <a:lnTo>
                      <a:pt x="15139" y="4950"/>
                    </a:lnTo>
                    <a:lnTo>
                      <a:pt x="15196" y="4835"/>
                    </a:lnTo>
                    <a:lnTo>
                      <a:pt x="15196" y="4663"/>
                    </a:lnTo>
                    <a:lnTo>
                      <a:pt x="15139" y="4547"/>
                    </a:lnTo>
                    <a:lnTo>
                      <a:pt x="15024" y="4432"/>
                    </a:lnTo>
                    <a:lnTo>
                      <a:pt x="14880" y="4375"/>
                    </a:lnTo>
                    <a:lnTo>
                      <a:pt x="14736" y="4375"/>
                    </a:lnTo>
                    <a:lnTo>
                      <a:pt x="14592" y="4432"/>
                    </a:lnTo>
                    <a:lnTo>
                      <a:pt x="14189" y="4691"/>
                    </a:lnTo>
                    <a:lnTo>
                      <a:pt x="13614" y="5008"/>
                    </a:lnTo>
                    <a:lnTo>
                      <a:pt x="13239" y="5181"/>
                    </a:lnTo>
                    <a:lnTo>
                      <a:pt x="12865" y="5353"/>
                    </a:lnTo>
                    <a:lnTo>
                      <a:pt x="12405" y="5497"/>
                    </a:lnTo>
                    <a:lnTo>
                      <a:pt x="11944" y="5641"/>
                    </a:lnTo>
                    <a:lnTo>
                      <a:pt x="11426" y="5785"/>
                    </a:lnTo>
                    <a:lnTo>
                      <a:pt x="10880" y="5900"/>
                    </a:lnTo>
                    <a:lnTo>
                      <a:pt x="10333" y="5986"/>
                    </a:lnTo>
                    <a:lnTo>
                      <a:pt x="9728" y="6015"/>
                    </a:lnTo>
                    <a:lnTo>
                      <a:pt x="9095" y="6044"/>
                    </a:lnTo>
                    <a:lnTo>
                      <a:pt x="8462" y="5986"/>
                    </a:lnTo>
                    <a:lnTo>
                      <a:pt x="7771" y="5900"/>
                    </a:lnTo>
                    <a:lnTo>
                      <a:pt x="7081" y="5756"/>
                    </a:lnTo>
                    <a:lnTo>
                      <a:pt x="6678" y="5641"/>
                    </a:lnTo>
                    <a:lnTo>
                      <a:pt x="6304" y="5526"/>
                    </a:lnTo>
                    <a:lnTo>
                      <a:pt x="5929" y="5382"/>
                    </a:lnTo>
                    <a:lnTo>
                      <a:pt x="5555" y="5209"/>
                    </a:lnTo>
                    <a:lnTo>
                      <a:pt x="4865" y="4864"/>
                    </a:lnTo>
                    <a:lnTo>
                      <a:pt x="4260" y="4490"/>
                    </a:lnTo>
                    <a:lnTo>
                      <a:pt x="3685" y="4058"/>
                    </a:lnTo>
                    <a:lnTo>
                      <a:pt x="3195" y="3627"/>
                    </a:lnTo>
                    <a:lnTo>
                      <a:pt x="2735" y="3195"/>
                    </a:lnTo>
                    <a:lnTo>
                      <a:pt x="2332" y="2734"/>
                    </a:lnTo>
                    <a:lnTo>
                      <a:pt x="1958" y="2303"/>
                    </a:lnTo>
                    <a:lnTo>
                      <a:pt x="1670" y="1871"/>
                    </a:lnTo>
                    <a:lnTo>
                      <a:pt x="1382" y="1497"/>
                    </a:lnTo>
                    <a:lnTo>
                      <a:pt x="1181" y="1123"/>
                    </a:lnTo>
                    <a:lnTo>
                      <a:pt x="864" y="547"/>
                    </a:lnTo>
                    <a:lnTo>
                      <a:pt x="720" y="231"/>
                    </a:lnTo>
                    <a:lnTo>
                      <a:pt x="634" y="115"/>
                    </a:lnTo>
                    <a:lnTo>
                      <a:pt x="519" y="29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3870975" y="6541375"/>
                <a:ext cx="63325" cy="106525"/>
              </a:xfrm>
              <a:custGeom>
                <a:rect b="b" l="l" r="r" t="t"/>
                <a:pathLst>
                  <a:path extrusionOk="0" h="4261" w="2533">
                    <a:moveTo>
                      <a:pt x="1813" y="1"/>
                    </a:moveTo>
                    <a:lnTo>
                      <a:pt x="1698" y="30"/>
                    </a:lnTo>
                    <a:lnTo>
                      <a:pt x="1583" y="58"/>
                    </a:lnTo>
                    <a:lnTo>
                      <a:pt x="1324" y="202"/>
                    </a:lnTo>
                    <a:lnTo>
                      <a:pt x="1094" y="404"/>
                    </a:lnTo>
                    <a:lnTo>
                      <a:pt x="864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29" y="2591"/>
                    </a:lnTo>
                    <a:lnTo>
                      <a:pt x="0" y="2994"/>
                    </a:lnTo>
                    <a:lnTo>
                      <a:pt x="0" y="3339"/>
                    </a:lnTo>
                    <a:lnTo>
                      <a:pt x="58" y="3656"/>
                    </a:lnTo>
                    <a:lnTo>
                      <a:pt x="173" y="3915"/>
                    </a:lnTo>
                    <a:lnTo>
                      <a:pt x="231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490" y="4231"/>
                    </a:lnTo>
                    <a:lnTo>
                      <a:pt x="605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50" y="4203"/>
                    </a:lnTo>
                    <a:lnTo>
                      <a:pt x="1209" y="4087"/>
                    </a:lnTo>
                    <a:lnTo>
                      <a:pt x="1439" y="3886"/>
                    </a:lnTo>
                    <a:lnTo>
                      <a:pt x="1670" y="3598"/>
                    </a:lnTo>
                    <a:lnTo>
                      <a:pt x="1900" y="3282"/>
                    </a:lnTo>
                    <a:lnTo>
                      <a:pt x="2101" y="2907"/>
                    </a:lnTo>
                    <a:lnTo>
                      <a:pt x="2274" y="2505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33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60" y="346"/>
                    </a:lnTo>
                    <a:lnTo>
                      <a:pt x="2303" y="231"/>
                    </a:lnTo>
                    <a:lnTo>
                      <a:pt x="2216" y="145"/>
                    </a:lnTo>
                    <a:lnTo>
                      <a:pt x="2130" y="87"/>
                    </a:lnTo>
                    <a:lnTo>
                      <a:pt x="2044" y="30"/>
                    </a:lnTo>
                    <a:lnTo>
                      <a:pt x="19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4103375" y="6623400"/>
                <a:ext cx="64050" cy="106500"/>
              </a:xfrm>
              <a:custGeom>
                <a:rect b="b" l="l" r="r" t="t"/>
                <a:pathLst>
                  <a:path extrusionOk="0" h="4260" w="2562">
                    <a:moveTo>
                      <a:pt x="1813" y="1"/>
                    </a:moveTo>
                    <a:lnTo>
                      <a:pt x="1698" y="29"/>
                    </a:lnTo>
                    <a:lnTo>
                      <a:pt x="1583" y="58"/>
                    </a:lnTo>
                    <a:lnTo>
                      <a:pt x="1353" y="173"/>
                    </a:lnTo>
                    <a:lnTo>
                      <a:pt x="1094" y="375"/>
                    </a:lnTo>
                    <a:lnTo>
                      <a:pt x="863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58" y="2591"/>
                    </a:lnTo>
                    <a:lnTo>
                      <a:pt x="0" y="2994"/>
                    </a:lnTo>
                    <a:lnTo>
                      <a:pt x="29" y="3339"/>
                    </a:lnTo>
                    <a:lnTo>
                      <a:pt x="86" y="3656"/>
                    </a:lnTo>
                    <a:lnTo>
                      <a:pt x="173" y="3915"/>
                    </a:lnTo>
                    <a:lnTo>
                      <a:pt x="230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518" y="4231"/>
                    </a:lnTo>
                    <a:lnTo>
                      <a:pt x="633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79" y="4202"/>
                    </a:lnTo>
                    <a:lnTo>
                      <a:pt x="1209" y="4058"/>
                    </a:lnTo>
                    <a:lnTo>
                      <a:pt x="1468" y="3857"/>
                    </a:lnTo>
                    <a:lnTo>
                      <a:pt x="1698" y="3598"/>
                    </a:lnTo>
                    <a:lnTo>
                      <a:pt x="1928" y="3281"/>
                    </a:lnTo>
                    <a:lnTo>
                      <a:pt x="2130" y="2907"/>
                    </a:lnTo>
                    <a:lnTo>
                      <a:pt x="2302" y="2504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61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89" y="346"/>
                    </a:lnTo>
                    <a:lnTo>
                      <a:pt x="2302" y="231"/>
                    </a:lnTo>
                    <a:lnTo>
                      <a:pt x="2245" y="144"/>
                    </a:lnTo>
                    <a:lnTo>
                      <a:pt x="2159" y="87"/>
                    </a:lnTo>
                    <a:lnTo>
                      <a:pt x="2043" y="29"/>
                    </a:lnTo>
                    <a:lnTo>
                      <a:pt x="19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20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429" name="Google Shape;429;p20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430" name="Google Shape;430;p20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1" name="Google Shape;431;p20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2" name="Google Shape;432;p20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3" name="Google Shape;433;p20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4" name="Google Shape;434;p20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5" name="Google Shape;435;p20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" name="Google Shape;437;p20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8" name="Google Shape;438;p20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9" name="Google Shape;439;p20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" name="Google Shape;440;p20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441" name="Google Shape;441;p20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2" name="Google Shape;442;p20"/>
          <p:cNvSpPr txBox="1"/>
          <p:nvPr>
            <p:ph type="title"/>
          </p:nvPr>
        </p:nvSpPr>
        <p:spPr>
          <a:xfrm>
            <a:off x="713225" y="996700"/>
            <a:ext cx="4423500" cy="121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3" name="Google Shape;443;p20"/>
          <p:cNvSpPr txBox="1"/>
          <p:nvPr>
            <p:ph idx="1" type="subTitle"/>
          </p:nvPr>
        </p:nvSpPr>
        <p:spPr>
          <a:xfrm>
            <a:off x="713225" y="2214400"/>
            <a:ext cx="4423500" cy="8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20"/>
          <p:cNvSpPr/>
          <p:nvPr>
            <p:ph idx="2" type="pic"/>
          </p:nvPr>
        </p:nvSpPr>
        <p:spPr>
          <a:xfrm>
            <a:off x="5819775" y="743261"/>
            <a:ext cx="2610900" cy="365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1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448" name="Google Shape;448;p21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1" name="Google Shape;451;p21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2" name="Google Shape;452;p21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3" name="Google Shape;453;p21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4" name="Google Shape;454;p21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6" name="Google Shape;456;p21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459" name="Google Shape;459;p21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0" name="Google Shape;460;p21"/>
          <p:cNvSpPr txBox="1"/>
          <p:nvPr>
            <p:ph type="title"/>
          </p:nvPr>
        </p:nvSpPr>
        <p:spPr>
          <a:xfrm>
            <a:off x="2138400" y="3327525"/>
            <a:ext cx="4867200" cy="6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1" name="Google Shape;461;p21"/>
          <p:cNvSpPr txBox="1"/>
          <p:nvPr>
            <p:ph idx="1" type="subTitle"/>
          </p:nvPr>
        </p:nvSpPr>
        <p:spPr>
          <a:xfrm>
            <a:off x="2138400" y="3916400"/>
            <a:ext cx="48672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22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464" name="Google Shape;464;p22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465" name="Google Shape;465;p22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1" name="Google Shape;471;p22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" name="Google Shape;475;p22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476" name="Google Shape;476;p22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7" name="Google Shape;477;p22"/>
          <p:cNvSpPr txBox="1"/>
          <p:nvPr>
            <p:ph type="title"/>
          </p:nvPr>
        </p:nvSpPr>
        <p:spPr>
          <a:xfrm>
            <a:off x="4424400" y="1805063"/>
            <a:ext cx="3593400" cy="68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8" name="Google Shape;478;p22"/>
          <p:cNvSpPr txBox="1"/>
          <p:nvPr>
            <p:ph idx="1" type="subTitle"/>
          </p:nvPr>
        </p:nvSpPr>
        <p:spPr>
          <a:xfrm>
            <a:off x="4424575" y="2490638"/>
            <a:ext cx="35934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9" name="Google Shape;479;p22"/>
          <p:cNvGrpSpPr/>
          <p:nvPr/>
        </p:nvGrpSpPr>
        <p:grpSpPr>
          <a:xfrm>
            <a:off x="-58503" y="3728032"/>
            <a:ext cx="1359516" cy="1372514"/>
            <a:chOff x="-53953" y="3728032"/>
            <a:chExt cx="1359516" cy="1372514"/>
          </a:xfrm>
        </p:grpSpPr>
        <p:grpSp>
          <p:nvGrpSpPr>
            <p:cNvPr id="480" name="Google Shape;480;p22"/>
            <p:cNvGrpSpPr/>
            <p:nvPr/>
          </p:nvGrpSpPr>
          <p:grpSpPr>
            <a:xfrm flipH="1" rot="3599763">
              <a:off x="36183" y="3993120"/>
              <a:ext cx="1098503" cy="842339"/>
              <a:chOff x="2682925" y="750500"/>
              <a:chExt cx="1916000" cy="1469200"/>
            </a:xfrm>
          </p:grpSpPr>
          <p:sp>
            <p:nvSpPr>
              <p:cNvPr id="481" name="Google Shape;481;p22"/>
              <p:cNvSpPr/>
              <p:nvPr/>
            </p:nvSpPr>
            <p:spPr>
              <a:xfrm>
                <a:off x="3123950" y="890775"/>
                <a:ext cx="1429650" cy="920250"/>
              </a:xfrm>
              <a:custGeom>
                <a:rect b="b" l="l" r="r" t="t"/>
                <a:pathLst>
                  <a:path extrusionOk="0" h="36810" w="57186">
                    <a:moveTo>
                      <a:pt x="11426" y="1"/>
                    </a:moveTo>
                    <a:lnTo>
                      <a:pt x="10908" y="30"/>
                    </a:lnTo>
                    <a:lnTo>
                      <a:pt x="10390" y="116"/>
                    </a:lnTo>
                    <a:lnTo>
                      <a:pt x="9872" y="174"/>
                    </a:lnTo>
                    <a:lnTo>
                      <a:pt x="9354" y="289"/>
                    </a:lnTo>
                    <a:lnTo>
                      <a:pt x="8807" y="433"/>
                    </a:lnTo>
                    <a:lnTo>
                      <a:pt x="8289" y="577"/>
                    </a:lnTo>
                    <a:lnTo>
                      <a:pt x="7771" y="749"/>
                    </a:lnTo>
                    <a:lnTo>
                      <a:pt x="7253" y="951"/>
                    </a:lnTo>
                    <a:lnTo>
                      <a:pt x="6764" y="1152"/>
                    </a:lnTo>
                    <a:lnTo>
                      <a:pt x="6275" y="1382"/>
                    </a:lnTo>
                    <a:lnTo>
                      <a:pt x="5786" y="1641"/>
                    </a:lnTo>
                    <a:lnTo>
                      <a:pt x="5296" y="1900"/>
                    </a:lnTo>
                    <a:lnTo>
                      <a:pt x="4836" y="2188"/>
                    </a:lnTo>
                    <a:lnTo>
                      <a:pt x="4375" y="2505"/>
                    </a:lnTo>
                    <a:lnTo>
                      <a:pt x="3944" y="2821"/>
                    </a:lnTo>
                    <a:lnTo>
                      <a:pt x="3512" y="3138"/>
                    </a:lnTo>
                    <a:lnTo>
                      <a:pt x="3109" y="3512"/>
                    </a:lnTo>
                    <a:lnTo>
                      <a:pt x="2735" y="3857"/>
                    </a:lnTo>
                    <a:lnTo>
                      <a:pt x="2361" y="4232"/>
                    </a:lnTo>
                    <a:lnTo>
                      <a:pt x="2044" y="4634"/>
                    </a:lnTo>
                    <a:lnTo>
                      <a:pt x="1699" y="5037"/>
                    </a:lnTo>
                    <a:lnTo>
                      <a:pt x="1411" y="5440"/>
                    </a:lnTo>
                    <a:lnTo>
                      <a:pt x="1152" y="5843"/>
                    </a:lnTo>
                    <a:lnTo>
                      <a:pt x="922" y="6275"/>
                    </a:lnTo>
                    <a:lnTo>
                      <a:pt x="692" y="6735"/>
                    </a:lnTo>
                    <a:lnTo>
                      <a:pt x="519" y="7167"/>
                    </a:lnTo>
                    <a:lnTo>
                      <a:pt x="346" y="7656"/>
                    </a:lnTo>
                    <a:lnTo>
                      <a:pt x="231" y="8145"/>
                    </a:lnTo>
                    <a:lnTo>
                      <a:pt x="116" y="8664"/>
                    </a:lnTo>
                    <a:lnTo>
                      <a:pt x="58" y="9210"/>
                    </a:lnTo>
                    <a:lnTo>
                      <a:pt x="1" y="9757"/>
                    </a:lnTo>
                    <a:lnTo>
                      <a:pt x="1" y="10304"/>
                    </a:lnTo>
                    <a:lnTo>
                      <a:pt x="1" y="10880"/>
                    </a:lnTo>
                    <a:lnTo>
                      <a:pt x="58" y="11484"/>
                    </a:lnTo>
                    <a:lnTo>
                      <a:pt x="116" y="12088"/>
                    </a:lnTo>
                    <a:lnTo>
                      <a:pt x="202" y="12693"/>
                    </a:lnTo>
                    <a:lnTo>
                      <a:pt x="317" y="13297"/>
                    </a:lnTo>
                    <a:lnTo>
                      <a:pt x="461" y="13930"/>
                    </a:lnTo>
                    <a:lnTo>
                      <a:pt x="634" y="14563"/>
                    </a:lnTo>
                    <a:lnTo>
                      <a:pt x="836" y="15225"/>
                    </a:lnTo>
                    <a:lnTo>
                      <a:pt x="1037" y="15858"/>
                    </a:lnTo>
                    <a:lnTo>
                      <a:pt x="1267" y="16520"/>
                    </a:lnTo>
                    <a:lnTo>
                      <a:pt x="1526" y="17182"/>
                    </a:lnTo>
                    <a:lnTo>
                      <a:pt x="1814" y="17844"/>
                    </a:lnTo>
                    <a:lnTo>
                      <a:pt x="2102" y="18506"/>
                    </a:lnTo>
                    <a:lnTo>
                      <a:pt x="2447" y="19168"/>
                    </a:lnTo>
                    <a:lnTo>
                      <a:pt x="2793" y="19830"/>
                    </a:lnTo>
                    <a:lnTo>
                      <a:pt x="3138" y="20492"/>
                    </a:lnTo>
                    <a:lnTo>
                      <a:pt x="3915" y="21844"/>
                    </a:lnTo>
                    <a:lnTo>
                      <a:pt x="4778" y="23139"/>
                    </a:lnTo>
                    <a:lnTo>
                      <a:pt x="5699" y="24435"/>
                    </a:lnTo>
                    <a:lnTo>
                      <a:pt x="6678" y="25730"/>
                    </a:lnTo>
                    <a:lnTo>
                      <a:pt x="7743" y="26967"/>
                    </a:lnTo>
                    <a:lnTo>
                      <a:pt x="8289" y="27571"/>
                    </a:lnTo>
                    <a:lnTo>
                      <a:pt x="8836" y="28147"/>
                    </a:lnTo>
                    <a:lnTo>
                      <a:pt x="9412" y="28751"/>
                    </a:lnTo>
                    <a:lnTo>
                      <a:pt x="9987" y="29298"/>
                    </a:lnTo>
                    <a:lnTo>
                      <a:pt x="10592" y="29874"/>
                    </a:lnTo>
                    <a:lnTo>
                      <a:pt x="11196" y="30392"/>
                    </a:lnTo>
                    <a:lnTo>
                      <a:pt x="11829" y="30939"/>
                    </a:lnTo>
                    <a:lnTo>
                      <a:pt x="12434" y="31428"/>
                    </a:lnTo>
                    <a:lnTo>
                      <a:pt x="13096" y="31917"/>
                    </a:lnTo>
                    <a:lnTo>
                      <a:pt x="13729" y="32406"/>
                    </a:lnTo>
                    <a:lnTo>
                      <a:pt x="14391" y="32867"/>
                    </a:lnTo>
                    <a:lnTo>
                      <a:pt x="15053" y="33299"/>
                    </a:lnTo>
                    <a:lnTo>
                      <a:pt x="15714" y="33701"/>
                    </a:lnTo>
                    <a:lnTo>
                      <a:pt x="16405" y="34104"/>
                    </a:lnTo>
                    <a:lnTo>
                      <a:pt x="17096" y="34478"/>
                    </a:lnTo>
                    <a:lnTo>
                      <a:pt x="17787" y="34824"/>
                    </a:lnTo>
                    <a:lnTo>
                      <a:pt x="18477" y="35140"/>
                    </a:lnTo>
                    <a:lnTo>
                      <a:pt x="19197" y="35428"/>
                    </a:lnTo>
                    <a:lnTo>
                      <a:pt x="19887" y="35687"/>
                    </a:lnTo>
                    <a:lnTo>
                      <a:pt x="20607" y="35946"/>
                    </a:lnTo>
                    <a:lnTo>
                      <a:pt x="21326" y="36148"/>
                    </a:lnTo>
                    <a:lnTo>
                      <a:pt x="22046" y="36349"/>
                    </a:lnTo>
                    <a:lnTo>
                      <a:pt x="22765" y="36493"/>
                    </a:lnTo>
                    <a:lnTo>
                      <a:pt x="23485" y="36608"/>
                    </a:lnTo>
                    <a:lnTo>
                      <a:pt x="24204" y="36723"/>
                    </a:lnTo>
                    <a:lnTo>
                      <a:pt x="24953" y="36781"/>
                    </a:lnTo>
                    <a:lnTo>
                      <a:pt x="25672" y="36810"/>
                    </a:lnTo>
                    <a:lnTo>
                      <a:pt x="26392" y="36810"/>
                    </a:lnTo>
                    <a:lnTo>
                      <a:pt x="27111" y="36752"/>
                    </a:lnTo>
                    <a:lnTo>
                      <a:pt x="27859" y="36666"/>
                    </a:lnTo>
                    <a:lnTo>
                      <a:pt x="28579" y="36551"/>
                    </a:lnTo>
                    <a:lnTo>
                      <a:pt x="29298" y="36407"/>
                    </a:lnTo>
                    <a:lnTo>
                      <a:pt x="29931" y="36234"/>
                    </a:lnTo>
                    <a:lnTo>
                      <a:pt x="30565" y="36033"/>
                    </a:lnTo>
                    <a:lnTo>
                      <a:pt x="31169" y="35831"/>
                    </a:lnTo>
                    <a:lnTo>
                      <a:pt x="31773" y="35572"/>
                    </a:lnTo>
                    <a:lnTo>
                      <a:pt x="32349" y="35313"/>
                    </a:lnTo>
                    <a:lnTo>
                      <a:pt x="32896" y="34997"/>
                    </a:lnTo>
                    <a:lnTo>
                      <a:pt x="33442" y="34709"/>
                    </a:lnTo>
                    <a:lnTo>
                      <a:pt x="33989" y="34363"/>
                    </a:lnTo>
                    <a:lnTo>
                      <a:pt x="34507" y="34018"/>
                    </a:lnTo>
                    <a:lnTo>
                      <a:pt x="34997" y="33644"/>
                    </a:lnTo>
                    <a:lnTo>
                      <a:pt x="35515" y="33270"/>
                    </a:lnTo>
                    <a:lnTo>
                      <a:pt x="35975" y="32867"/>
                    </a:lnTo>
                    <a:lnTo>
                      <a:pt x="36436" y="32435"/>
                    </a:lnTo>
                    <a:lnTo>
                      <a:pt x="36896" y="32003"/>
                    </a:lnTo>
                    <a:lnTo>
                      <a:pt x="37328" y="31572"/>
                    </a:lnTo>
                    <a:lnTo>
                      <a:pt x="37759" y="31111"/>
                    </a:lnTo>
                    <a:lnTo>
                      <a:pt x="38565" y="30190"/>
                    </a:lnTo>
                    <a:lnTo>
                      <a:pt x="39313" y="29241"/>
                    </a:lnTo>
                    <a:lnTo>
                      <a:pt x="40004" y="28262"/>
                    </a:lnTo>
                    <a:lnTo>
                      <a:pt x="40666" y="27284"/>
                    </a:lnTo>
                    <a:lnTo>
                      <a:pt x="41242" y="26305"/>
                    </a:lnTo>
                    <a:lnTo>
                      <a:pt x="41817" y="25327"/>
                    </a:lnTo>
                    <a:lnTo>
                      <a:pt x="42307" y="24348"/>
                    </a:lnTo>
                    <a:lnTo>
                      <a:pt x="42767" y="23427"/>
                    </a:lnTo>
                    <a:lnTo>
                      <a:pt x="42825" y="23312"/>
                    </a:lnTo>
                    <a:lnTo>
                      <a:pt x="42940" y="23226"/>
                    </a:lnTo>
                    <a:lnTo>
                      <a:pt x="43026" y="23168"/>
                    </a:lnTo>
                    <a:lnTo>
                      <a:pt x="43141" y="23111"/>
                    </a:lnTo>
                    <a:lnTo>
                      <a:pt x="43400" y="23111"/>
                    </a:lnTo>
                    <a:lnTo>
                      <a:pt x="43515" y="23168"/>
                    </a:lnTo>
                    <a:lnTo>
                      <a:pt x="43602" y="23226"/>
                    </a:lnTo>
                    <a:lnTo>
                      <a:pt x="43688" y="23312"/>
                    </a:lnTo>
                    <a:lnTo>
                      <a:pt x="43774" y="23398"/>
                    </a:lnTo>
                    <a:lnTo>
                      <a:pt x="43803" y="23514"/>
                    </a:lnTo>
                    <a:lnTo>
                      <a:pt x="43889" y="23686"/>
                    </a:lnTo>
                    <a:lnTo>
                      <a:pt x="44091" y="23945"/>
                    </a:lnTo>
                    <a:lnTo>
                      <a:pt x="44350" y="24291"/>
                    </a:lnTo>
                    <a:lnTo>
                      <a:pt x="44695" y="24722"/>
                    </a:lnTo>
                    <a:lnTo>
                      <a:pt x="45127" y="25183"/>
                    </a:lnTo>
                    <a:lnTo>
                      <a:pt x="45587" y="25672"/>
                    </a:lnTo>
                    <a:lnTo>
                      <a:pt x="46134" y="26190"/>
                    </a:lnTo>
                    <a:lnTo>
                      <a:pt x="46739" y="26679"/>
                    </a:lnTo>
                    <a:lnTo>
                      <a:pt x="47372" y="27169"/>
                    </a:lnTo>
                    <a:lnTo>
                      <a:pt x="48062" y="27629"/>
                    </a:lnTo>
                    <a:lnTo>
                      <a:pt x="48753" y="28061"/>
                    </a:lnTo>
                    <a:lnTo>
                      <a:pt x="49098" y="28233"/>
                    </a:lnTo>
                    <a:lnTo>
                      <a:pt x="49473" y="28377"/>
                    </a:lnTo>
                    <a:lnTo>
                      <a:pt x="49847" y="28521"/>
                    </a:lnTo>
                    <a:lnTo>
                      <a:pt x="50221" y="28636"/>
                    </a:lnTo>
                    <a:lnTo>
                      <a:pt x="50595" y="28723"/>
                    </a:lnTo>
                    <a:lnTo>
                      <a:pt x="50969" y="28780"/>
                    </a:lnTo>
                    <a:lnTo>
                      <a:pt x="51314" y="28838"/>
                    </a:lnTo>
                    <a:lnTo>
                      <a:pt x="51689" y="28838"/>
                    </a:lnTo>
                    <a:lnTo>
                      <a:pt x="52063" y="28809"/>
                    </a:lnTo>
                    <a:lnTo>
                      <a:pt x="52437" y="28723"/>
                    </a:lnTo>
                    <a:lnTo>
                      <a:pt x="52725" y="28636"/>
                    </a:lnTo>
                    <a:lnTo>
                      <a:pt x="53012" y="28521"/>
                    </a:lnTo>
                    <a:lnTo>
                      <a:pt x="53300" y="28406"/>
                    </a:lnTo>
                    <a:lnTo>
                      <a:pt x="53559" y="28262"/>
                    </a:lnTo>
                    <a:lnTo>
                      <a:pt x="53818" y="28089"/>
                    </a:lnTo>
                    <a:lnTo>
                      <a:pt x="54077" y="27888"/>
                    </a:lnTo>
                    <a:lnTo>
                      <a:pt x="54308" y="27687"/>
                    </a:lnTo>
                    <a:lnTo>
                      <a:pt x="54509" y="27456"/>
                    </a:lnTo>
                    <a:lnTo>
                      <a:pt x="54941" y="26967"/>
                    </a:lnTo>
                    <a:lnTo>
                      <a:pt x="55315" y="26420"/>
                    </a:lnTo>
                    <a:lnTo>
                      <a:pt x="55660" y="25845"/>
                    </a:lnTo>
                    <a:lnTo>
                      <a:pt x="55948" y="25240"/>
                    </a:lnTo>
                    <a:lnTo>
                      <a:pt x="56207" y="24578"/>
                    </a:lnTo>
                    <a:lnTo>
                      <a:pt x="56437" y="23945"/>
                    </a:lnTo>
                    <a:lnTo>
                      <a:pt x="56639" y="23283"/>
                    </a:lnTo>
                    <a:lnTo>
                      <a:pt x="56811" y="22621"/>
                    </a:lnTo>
                    <a:lnTo>
                      <a:pt x="56926" y="21988"/>
                    </a:lnTo>
                    <a:lnTo>
                      <a:pt x="57042" y="21384"/>
                    </a:lnTo>
                    <a:lnTo>
                      <a:pt x="57099" y="20808"/>
                    </a:lnTo>
                    <a:lnTo>
                      <a:pt x="57157" y="20262"/>
                    </a:lnTo>
                    <a:lnTo>
                      <a:pt x="57185" y="19484"/>
                    </a:lnTo>
                    <a:lnTo>
                      <a:pt x="57157" y="18679"/>
                    </a:lnTo>
                    <a:lnTo>
                      <a:pt x="57099" y="17844"/>
                    </a:lnTo>
                    <a:lnTo>
                      <a:pt x="56984" y="17009"/>
                    </a:lnTo>
                    <a:lnTo>
                      <a:pt x="56840" y="16175"/>
                    </a:lnTo>
                    <a:lnTo>
                      <a:pt x="56639" y="15340"/>
                    </a:lnTo>
                    <a:lnTo>
                      <a:pt x="56380" y="14534"/>
                    </a:lnTo>
                    <a:lnTo>
                      <a:pt x="56092" y="13729"/>
                    </a:lnTo>
                    <a:lnTo>
                      <a:pt x="55746" y="13009"/>
                    </a:lnTo>
                    <a:lnTo>
                      <a:pt x="55344" y="12318"/>
                    </a:lnTo>
                    <a:lnTo>
                      <a:pt x="55142" y="11973"/>
                    </a:lnTo>
                    <a:lnTo>
                      <a:pt x="54912" y="11685"/>
                    </a:lnTo>
                    <a:lnTo>
                      <a:pt x="54682" y="11398"/>
                    </a:lnTo>
                    <a:lnTo>
                      <a:pt x="54423" y="11110"/>
                    </a:lnTo>
                    <a:lnTo>
                      <a:pt x="54164" y="10851"/>
                    </a:lnTo>
                    <a:lnTo>
                      <a:pt x="53905" y="10620"/>
                    </a:lnTo>
                    <a:lnTo>
                      <a:pt x="53617" y="10419"/>
                    </a:lnTo>
                    <a:lnTo>
                      <a:pt x="53329" y="10246"/>
                    </a:lnTo>
                    <a:lnTo>
                      <a:pt x="53012" y="10074"/>
                    </a:lnTo>
                    <a:lnTo>
                      <a:pt x="52696" y="9959"/>
                    </a:lnTo>
                    <a:lnTo>
                      <a:pt x="52379" y="9843"/>
                    </a:lnTo>
                    <a:lnTo>
                      <a:pt x="52034" y="9757"/>
                    </a:lnTo>
                    <a:lnTo>
                      <a:pt x="51689" y="9728"/>
                    </a:lnTo>
                    <a:lnTo>
                      <a:pt x="51228" y="9700"/>
                    </a:lnTo>
                    <a:lnTo>
                      <a:pt x="49991" y="9728"/>
                    </a:lnTo>
                    <a:lnTo>
                      <a:pt x="48408" y="9786"/>
                    </a:lnTo>
                    <a:lnTo>
                      <a:pt x="46623" y="9930"/>
                    </a:lnTo>
                    <a:lnTo>
                      <a:pt x="44753" y="10102"/>
                    </a:lnTo>
                    <a:lnTo>
                      <a:pt x="42968" y="10333"/>
                    </a:lnTo>
                    <a:lnTo>
                      <a:pt x="42134" y="10477"/>
                    </a:lnTo>
                    <a:lnTo>
                      <a:pt x="41357" y="10592"/>
                    </a:lnTo>
                    <a:lnTo>
                      <a:pt x="40666" y="10736"/>
                    </a:lnTo>
                    <a:lnTo>
                      <a:pt x="40091" y="10880"/>
                    </a:lnTo>
                    <a:lnTo>
                      <a:pt x="39486" y="11081"/>
                    </a:lnTo>
                    <a:lnTo>
                      <a:pt x="38882" y="11282"/>
                    </a:lnTo>
                    <a:lnTo>
                      <a:pt x="38335" y="11484"/>
                    </a:lnTo>
                    <a:lnTo>
                      <a:pt x="37817" y="11714"/>
                    </a:lnTo>
                    <a:lnTo>
                      <a:pt x="37299" y="11944"/>
                    </a:lnTo>
                    <a:lnTo>
                      <a:pt x="36810" y="12203"/>
                    </a:lnTo>
                    <a:lnTo>
                      <a:pt x="35918" y="12721"/>
                    </a:lnTo>
                    <a:lnTo>
                      <a:pt x="35112" y="13268"/>
                    </a:lnTo>
                    <a:lnTo>
                      <a:pt x="34363" y="13815"/>
                    </a:lnTo>
                    <a:lnTo>
                      <a:pt x="33644" y="14391"/>
                    </a:lnTo>
                    <a:lnTo>
                      <a:pt x="33011" y="14909"/>
                    </a:lnTo>
                    <a:lnTo>
                      <a:pt x="32378" y="15427"/>
                    </a:lnTo>
                    <a:lnTo>
                      <a:pt x="31773" y="15887"/>
                    </a:lnTo>
                    <a:lnTo>
                      <a:pt x="31198" y="16319"/>
                    </a:lnTo>
                    <a:lnTo>
                      <a:pt x="30622" y="16664"/>
                    </a:lnTo>
                    <a:lnTo>
                      <a:pt x="30306" y="16808"/>
                    </a:lnTo>
                    <a:lnTo>
                      <a:pt x="30018" y="16923"/>
                    </a:lnTo>
                    <a:lnTo>
                      <a:pt x="29701" y="17038"/>
                    </a:lnTo>
                    <a:lnTo>
                      <a:pt x="29385" y="17125"/>
                    </a:lnTo>
                    <a:lnTo>
                      <a:pt x="29068" y="17182"/>
                    </a:lnTo>
                    <a:lnTo>
                      <a:pt x="28751" y="17211"/>
                    </a:lnTo>
                    <a:lnTo>
                      <a:pt x="28406" y="17211"/>
                    </a:lnTo>
                    <a:lnTo>
                      <a:pt x="28032" y="17182"/>
                    </a:lnTo>
                    <a:lnTo>
                      <a:pt x="27744" y="17125"/>
                    </a:lnTo>
                    <a:lnTo>
                      <a:pt x="27456" y="17067"/>
                    </a:lnTo>
                    <a:lnTo>
                      <a:pt x="27197" y="16981"/>
                    </a:lnTo>
                    <a:lnTo>
                      <a:pt x="26938" y="16894"/>
                    </a:lnTo>
                    <a:lnTo>
                      <a:pt x="26679" y="16779"/>
                    </a:lnTo>
                    <a:lnTo>
                      <a:pt x="26420" y="16635"/>
                    </a:lnTo>
                    <a:lnTo>
                      <a:pt x="25960" y="16319"/>
                    </a:lnTo>
                    <a:lnTo>
                      <a:pt x="25528" y="15945"/>
                    </a:lnTo>
                    <a:lnTo>
                      <a:pt x="25096" y="15542"/>
                    </a:lnTo>
                    <a:lnTo>
                      <a:pt x="24694" y="15081"/>
                    </a:lnTo>
                    <a:lnTo>
                      <a:pt x="24319" y="14563"/>
                    </a:lnTo>
                    <a:lnTo>
                      <a:pt x="23974" y="13988"/>
                    </a:lnTo>
                    <a:lnTo>
                      <a:pt x="23629" y="13412"/>
                    </a:lnTo>
                    <a:lnTo>
                      <a:pt x="23312" y="12779"/>
                    </a:lnTo>
                    <a:lnTo>
                      <a:pt x="22996" y="12146"/>
                    </a:lnTo>
                    <a:lnTo>
                      <a:pt x="22362" y="10793"/>
                    </a:lnTo>
                    <a:lnTo>
                      <a:pt x="21758" y="9383"/>
                    </a:lnTo>
                    <a:lnTo>
                      <a:pt x="21125" y="7944"/>
                    </a:lnTo>
                    <a:lnTo>
                      <a:pt x="20463" y="6534"/>
                    </a:lnTo>
                    <a:lnTo>
                      <a:pt x="20089" y="5843"/>
                    </a:lnTo>
                    <a:lnTo>
                      <a:pt x="19715" y="5181"/>
                    </a:lnTo>
                    <a:lnTo>
                      <a:pt x="19341" y="4519"/>
                    </a:lnTo>
                    <a:lnTo>
                      <a:pt x="18909" y="3886"/>
                    </a:lnTo>
                    <a:lnTo>
                      <a:pt x="18477" y="3311"/>
                    </a:lnTo>
                    <a:lnTo>
                      <a:pt x="17988" y="2735"/>
                    </a:lnTo>
                    <a:lnTo>
                      <a:pt x="17499" y="2217"/>
                    </a:lnTo>
                    <a:lnTo>
                      <a:pt x="16952" y="1756"/>
                    </a:lnTo>
                    <a:lnTo>
                      <a:pt x="16376" y="1325"/>
                    </a:lnTo>
                    <a:lnTo>
                      <a:pt x="15772" y="951"/>
                    </a:lnTo>
                    <a:lnTo>
                      <a:pt x="15455" y="778"/>
                    </a:lnTo>
                    <a:lnTo>
                      <a:pt x="15110" y="634"/>
                    </a:lnTo>
                    <a:lnTo>
                      <a:pt x="14765" y="490"/>
                    </a:lnTo>
                    <a:lnTo>
                      <a:pt x="14419" y="375"/>
                    </a:lnTo>
                    <a:lnTo>
                      <a:pt x="13959" y="231"/>
                    </a:lnTo>
                    <a:lnTo>
                      <a:pt x="13470" y="145"/>
                    </a:lnTo>
                    <a:lnTo>
                      <a:pt x="12980" y="59"/>
                    </a:lnTo>
                    <a:lnTo>
                      <a:pt x="12462" y="30"/>
                    </a:lnTo>
                    <a:lnTo>
                      <a:pt x="119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2"/>
              <p:cNvSpPr/>
              <p:nvPr/>
            </p:nvSpPr>
            <p:spPr>
              <a:xfrm>
                <a:off x="4374425" y="1136125"/>
                <a:ext cx="224500" cy="93550"/>
              </a:xfrm>
              <a:custGeom>
                <a:rect b="b" l="l" r="r" t="t"/>
                <a:pathLst>
                  <a:path extrusionOk="0" h="3742" w="8980">
                    <a:moveTo>
                      <a:pt x="3310" y="1"/>
                    </a:moveTo>
                    <a:lnTo>
                      <a:pt x="2878" y="29"/>
                    </a:lnTo>
                    <a:lnTo>
                      <a:pt x="2475" y="58"/>
                    </a:lnTo>
                    <a:lnTo>
                      <a:pt x="2101" y="145"/>
                    </a:lnTo>
                    <a:lnTo>
                      <a:pt x="1756" y="202"/>
                    </a:lnTo>
                    <a:lnTo>
                      <a:pt x="1411" y="317"/>
                    </a:lnTo>
                    <a:lnTo>
                      <a:pt x="1123" y="404"/>
                    </a:lnTo>
                    <a:lnTo>
                      <a:pt x="864" y="547"/>
                    </a:lnTo>
                    <a:lnTo>
                      <a:pt x="605" y="663"/>
                    </a:lnTo>
                    <a:lnTo>
                      <a:pt x="403" y="806"/>
                    </a:lnTo>
                    <a:lnTo>
                      <a:pt x="259" y="979"/>
                    </a:lnTo>
                    <a:lnTo>
                      <a:pt x="116" y="1123"/>
                    </a:lnTo>
                    <a:lnTo>
                      <a:pt x="58" y="1325"/>
                    </a:lnTo>
                    <a:lnTo>
                      <a:pt x="0" y="1497"/>
                    </a:lnTo>
                    <a:lnTo>
                      <a:pt x="0" y="1699"/>
                    </a:lnTo>
                    <a:lnTo>
                      <a:pt x="58" y="1871"/>
                    </a:lnTo>
                    <a:lnTo>
                      <a:pt x="173" y="2073"/>
                    </a:lnTo>
                    <a:lnTo>
                      <a:pt x="288" y="2245"/>
                    </a:lnTo>
                    <a:lnTo>
                      <a:pt x="461" y="2418"/>
                    </a:lnTo>
                    <a:lnTo>
                      <a:pt x="691" y="2591"/>
                    </a:lnTo>
                    <a:lnTo>
                      <a:pt x="921" y="2763"/>
                    </a:lnTo>
                    <a:lnTo>
                      <a:pt x="1209" y="2907"/>
                    </a:lnTo>
                    <a:lnTo>
                      <a:pt x="1526" y="3051"/>
                    </a:lnTo>
                    <a:lnTo>
                      <a:pt x="1871" y="3195"/>
                    </a:lnTo>
                    <a:lnTo>
                      <a:pt x="2216" y="3310"/>
                    </a:lnTo>
                    <a:lnTo>
                      <a:pt x="2591" y="3425"/>
                    </a:lnTo>
                    <a:lnTo>
                      <a:pt x="3022" y="3512"/>
                    </a:lnTo>
                    <a:lnTo>
                      <a:pt x="3425" y="3598"/>
                    </a:lnTo>
                    <a:lnTo>
                      <a:pt x="3886" y="3656"/>
                    </a:lnTo>
                    <a:lnTo>
                      <a:pt x="4346" y="3713"/>
                    </a:lnTo>
                    <a:lnTo>
                      <a:pt x="4807" y="3742"/>
                    </a:lnTo>
                    <a:lnTo>
                      <a:pt x="5670" y="3742"/>
                    </a:lnTo>
                    <a:lnTo>
                      <a:pt x="6102" y="3713"/>
                    </a:lnTo>
                    <a:lnTo>
                      <a:pt x="6505" y="3656"/>
                    </a:lnTo>
                    <a:lnTo>
                      <a:pt x="6879" y="3598"/>
                    </a:lnTo>
                    <a:lnTo>
                      <a:pt x="7224" y="3512"/>
                    </a:lnTo>
                    <a:lnTo>
                      <a:pt x="7541" y="3425"/>
                    </a:lnTo>
                    <a:lnTo>
                      <a:pt x="7857" y="3310"/>
                    </a:lnTo>
                    <a:lnTo>
                      <a:pt x="8116" y="3195"/>
                    </a:lnTo>
                    <a:lnTo>
                      <a:pt x="8346" y="3051"/>
                    </a:lnTo>
                    <a:lnTo>
                      <a:pt x="8548" y="2907"/>
                    </a:lnTo>
                    <a:lnTo>
                      <a:pt x="8721" y="2763"/>
                    </a:lnTo>
                    <a:lnTo>
                      <a:pt x="8836" y="2591"/>
                    </a:lnTo>
                    <a:lnTo>
                      <a:pt x="8922" y="2418"/>
                    </a:lnTo>
                    <a:lnTo>
                      <a:pt x="8980" y="2217"/>
                    </a:lnTo>
                    <a:lnTo>
                      <a:pt x="8951" y="2044"/>
                    </a:lnTo>
                    <a:lnTo>
                      <a:pt x="8893" y="1843"/>
                    </a:lnTo>
                    <a:lnTo>
                      <a:pt x="8807" y="1670"/>
                    </a:lnTo>
                    <a:lnTo>
                      <a:pt x="8663" y="1497"/>
                    </a:lnTo>
                    <a:lnTo>
                      <a:pt x="8490" y="1296"/>
                    </a:lnTo>
                    <a:lnTo>
                      <a:pt x="8289" y="1123"/>
                    </a:lnTo>
                    <a:lnTo>
                      <a:pt x="8030" y="979"/>
                    </a:lnTo>
                    <a:lnTo>
                      <a:pt x="7771" y="806"/>
                    </a:lnTo>
                    <a:lnTo>
                      <a:pt x="7454" y="663"/>
                    </a:lnTo>
                    <a:lnTo>
                      <a:pt x="7109" y="547"/>
                    </a:lnTo>
                    <a:lnTo>
                      <a:pt x="6764" y="432"/>
                    </a:lnTo>
                    <a:lnTo>
                      <a:pt x="6361" y="317"/>
                    </a:lnTo>
                    <a:lnTo>
                      <a:pt x="5958" y="202"/>
                    </a:lnTo>
                    <a:lnTo>
                      <a:pt x="5526" y="145"/>
                    </a:lnTo>
                    <a:lnTo>
                      <a:pt x="5094" y="58"/>
                    </a:lnTo>
                    <a:lnTo>
                      <a:pt x="4634" y="29"/>
                    </a:lnTo>
                    <a:lnTo>
                      <a:pt x="41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2"/>
              <p:cNvSpPr/>
              <p:nvPr/>
            </p:nvSpPr>
            <p:spPr>
              <a:xfrm>
                <a:off x="3299525" y="1629700"/>
                <a:ext cx="558325" cy="561925"/>
              </a:xfrm>
              <a:custGeom>
                <a:rect b="b" l="l" r="r" t="t"/>
                <a:pathLst>
                  <a:path extrusionOk="0" h="22477" w="22333">
                    <a:moveTo>
                      <a:pt x="12433" y="0"/>
                    </a:moveTo>
                    <a:lnTo>
                      <a:pt x="12087" y="1008"/>
                    </a:lnTo>
                    <a:lnTo>
                      <a:pt x="11627" y="2245"/>
                    </a:lnTo>
                    <a:lnTo>
                      <a:pt x="11051" y="3626"/>
                    </a:lnTo>
                    <a:lnTo>
                      <a:pt x="10706" y="4403"/>
                    </a:lnTo>
                    <a:lnTo>
                      <a:pt x="10332" y="5209"/>
                    </a:lnTo>
                    <a:lnTo>
                      <a:pt x="9929" y="6073"/>
                    </a:lnTo>
                    <a:lnTo>
                      <a:pt x="9468" y="6936"/>
                    </a:lnTo>
                    <a:lnTo>
                      <a:pt x="8950" y="7857"/>
                    </a:lnTo>
                    <a:lnTo>
                      <a:pt x="8432" y="8807"/>
                    </a:lnTo>
                    <a:lnTo>
                      <a:pt x="7828" y="9756"/>
                    </a:lnTo>
                    <a:lnTo>
                      <a:pt x="7195" y="10764"/>
                    </a:lnTo>
                    <a:lnTo>
                      <a:pt x="6533" y="11771"/>
                    </a:lnTo>
                    <a:lnTo>
                      <a:pt x="5785" y="12807"/>
                    </a:lnTo>
                    <a:lnTo>
                      <a:pt x="4777" y="14160"/>
                    </a:lnTo>
                    <a:lnTo>
                      <a:pt x="3770" y="15426"/>
                    </a:lnTo>
                    <a:lnTo>
                      <a:pt x="2792" y="16606"/>
                    </a:lnTo>
                    <a:lnTo>
                      <a:pt x="1813" y="17699"/>
                    </a:lnTo>
                    <a:lnTo>
                      <a:pt x="892" y="18678"/>
                    </a:lnTo>
                    <a:lnTo>
                      <a:pt x="0" y="19570"/>
                    </a:lnTo>
                    <a:lnTo>
                      <a:pt x="1094" y="20059"/>
                    </a:lnTo>
                    <a:lnTo>
                      <a:pt x="2187" y="20520"/>
                    </a:lnTo>
                    <a:lnTo>
                      <a:pt x="3281" y="20923"/>
                    </a:lnTo>
                    <a:lnTo>
                      <a:pt x="4346" y="21297"/>
                    </a:lnTo>
                    <a:lnTo>
                      <a:pt x="5439" y="21642"/>
                    </a:lnTo>
                    <a:lnTo>
                      <a:pt x="6475" y="21959"/>
                    </a:lnTo>
                    <a:lnTo>
                      <a:pt x="7540" y="22218"/>
                    </a:lnTo>
                    <a:lnTo>
                      <a:pt x="8548" y="22477"/>
                    </a:lnTo>
                    <a:lnTo>
                      <a:pt x="9497" y="21470"/>
                    </a:lnTo>
                    <a:lnTo>
                      <a:pt x="10447" y="20376"/>
                    </a:lnTo>
                    <a:lnTo>
                      <a:pt x="11972" y="18620"/>
                    </a:lnTo>
                    <a:lnTo>
                      <a:pt x="12778" y="17671"/>
                    </a:lnTo>
                    <a:lnTo>
                      <a:pt x="13555" y="16663"/>
                    </a:lnTo>
                    <a:lnTo>
                      <a:pt x="14361" y="15627"/>
                    </a:lnTo>
                    <a:lnTo>
                      <a:pt x="15167" y="14563"/>
                    </a:lnTo>
                    <a:lnTo>
                      <a:pt x="15973" y="13440"/>
                    </a:lnTo>
                    <a:lnTo>
                      <a:pt x="16778" y="12289"/>
                    </a:lnTo>
                    <a:lnTo>
                      <a:pt x="17671" y="10965"/>
                    </a:lnTo>
                    <a:lnTo>
                      <a:pt x="18505" y="9670"/>
                    </a:lnTo>
                    <a:lnTo>
                      <a:pt x="19282" y="8404"/>
                    </a:lnTo>
                    <a:lnTo>
                      <a:pt x="19973" y="7195"/>
                    </a:lnTo>
                    <a:lnTo>
                      <a:pt x="20635" y="6044"/>
                    </a:lnTo>
                    <a:lnTo>
                      <a:pt x="21239" y="4921"/>
                    </a:lnTo>
                    <a:lnTo>
                      <a:pt x="21815" y="3857"/>
                    </a:lnTo>
                    <a:lnTo>
                      <a:pt x="22333" y="2849"/>
                    </a:lnTo>
                    <a:lnTo>
                      <a:pt x="1243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2764950" y="1130375"/>
                <a:ext cx="533150" cy="610875"/>
              </a:xfrm>
              <a:custGeom>
                <a:rect b="b" l="l" r="r" t="t"/>
                <a:pathLst>
                  <a:path extrusionOk="0" h="24435" w="21326">
                    <a:moveTo>
                      <a:pt x="16980" y="0"/>
                    </a:moveTo>
                    <a:lnTo>
                      <a:pt x="16059" y="662"/>
                    </a:lnTo>
                    <a:lnTo>
                      <a:pt x="15080" y="1382"/>
                    </a:lnTo>
                    <a:lnTo>
                      <a:pt x="14073" y="2159"/>
                    </a:lnTo>
                    <a:lnTo>
                      <a:pt x="13037" y="2993"/>
                    </a:lnTo>
                    <a:lnTo>
                      <a:pt x="11943" y="3886"/>
                    </a:lnTo>
                    <a:lnTo>
                      <a:pt x="10850" y="4864"/>
                    </a:lnTo>
                    <a:lnTo>
                      <a:pt x="9699" y="5871"/>
                    </a:lnTo>
                    <a:lnTo>
                      <a:pt x="8519" y="6965"/>
                    </a:lnTo>
                    <a:lnTo>
                      <a:pt x="7540" y="7886"/>
                    </a:lnTo>
                    <a:lnTo>
                      <a:pt x="6619" y="8836"/>
                    </a:lnTo>
                    <a:lnTo>
                      <a:pt x="5698" y="9757"/>
                    </a:lnTo>
                    <a:lnTo>
                      <a:pt x="4835" y="10678"/>
                    </a:lnTo>
                    <a:lnTo>
                      <a:pt x="4029" y="11570"/>
                    </a:lnTo>
                    <a:lnTo>
                      <a:pt x="3223" y="12462"/>
                    </a:lnTo>
                    <a:lnTo>
                      <a:pt x="1784" y="14189"/>
                    </a:lnTo>
                    <a:lnTo>
                      <a:pt x="863" y="15282"/>
                    </a:lnTo>
                    <a:lnTo>
                      <a:pt x="0" y="16347"/>
                    </a:lnTo>
                    <a:lnTo>
                      <a:pt x="403" y="17326"/>
                    </a:lnTo>
                    <a:lnTo>
                      <a:pt x="835" y="18333"/>
                    </a:lnTo>
                    <a:lnTo>
                      <a:pt x="1295" y="19340"/>
                    </a:lnTo>
                    <a:lnTo>
                      <a:pt x="1784" y="20347"/>
                    </a:lnTo>
                    <a:lnTo>
                      <a:pt x="2331" y="21355"/>
                    </a:lnTo>
                    <a:lnTo>
                      <a:pt x="2878" y="22391"/>
                    </a:lnTo>
                    <a:lnTo>
                      <a:pt x="3482" y="23427"/>
                    </a:lnTo>
                    <a:lnTo>
                      <a:pt x="4144" y="24434"/>
                    </a:lnTo>
                    <a:lnTo>
                      <a:pt x="4893" y="23427"/>
                    </a:lnTo>
                    <a:lnTo>
                      <a:pt x="5727" y="22362"/>
                    </a:lnTo>
                    <a:lnTo>
                      <a:pt x="6619" y="21268"/>
                    </a:lnTo>
                    <a:lnTo>
                      <a:pt x="7569" y="20175"/>
                    </a:lnTo>
                    <a:lnTo>
                      <a:pt x="8605" y="19024"/>
                    </a:lnTo>
                    <a:lnTo>
                      <a:pt x="9727" y="17901"/>
                    </a:lnTo>
                    <a:lnTo>
                      <a:pt x="10648" y="17009"/>
                    </a:lnTo>
                    <a:lnTo>
                      <a:pt x="11541" y="16174"/>
                    </a:lnTo>
                    <a:lnTo>
                      <a:pt x="12404" y="15397"/>
                    </a:lnTo>
                    <a:lnTo>
                      <a:pt x="13296" y="14678"/>
                    </a:lnTo>
                    <a:lnTo>
                      <a:pt x="14131" y="13987"/>
                    </a:lnTo>
                    <a:lnTo>
                      <a:pt x="14965" y="13354"/>
                    </a:lnTo>
                    <a:lnTo>
                      <a:pt x="15742" y="12750"/>
                    </a:lnTo>
                    <a:lnTo>
                      <a:pt x="16519" y="12232"/>
                    </a:lnTo>
                    <a:lnTo>
                      <a:pt x="17268" y="11714"/>
                    </a:lnTo>
                    <a:lnTo>
                      <a:pt x="17958" y="11253"/>
                    </a:lnTo>
                    <a:lnTo>
                      <a:pt x="19253" y="10476"/>
                    </a:lnTo>
                    <a:lnTo>
                      <a:pt x="20405" y="9843"/>
                    </a:lnTo>
                    <a:lnTo>
                      <a:pt x="21326" y="9325"/>
                    </a:lnTo>
                    <a:lnTo>
                      <a:pt x="169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2"/>
              <p:cNvSpPr/>
              <p:nvPr/>
            </p:nvSpPr>
            <p:spPr>
              <a:xfrm>
                <a:off x="2682925" y="1172100"/>
                <a:ext cx="1168450" cy="1047600"/>
              </a:xfrm>
              <a:custGeom>
                <a:rect b="b" l="l" r="r" t="t"/>
                <a:pathLst>
                  <a:path extrusionOk="0" h="41904" w="46738">
                    <a:moveTo>
                      <a:pt x="1123" y="1"/>
                    </a:moveTo>
                    <a:lnTo>
                      <a:pt x="864" y="29"/>
                    </a:lnTo>
                    <a:lnTo>
                      <a:pt x="662" y="145"/>
                    </a:lnTo>
                    <a:lnTo>
                      <a:pt x="461" y="260"/>
                    </a:lnTo>
                    <a:lnTo>
                      <a:pt x="288" y="432"/>
                    </a:lnTo>
                    <a:lnTo>
                      <a:pt x="144" y="605"/>
                    </a:lnTo>
                    <a:lnTo>
                      <a:pt x="58" y="835"/>
                    </a:lnTo>
                    <a:lnTo>
                      <a:pt x="0" y="1065"/>
                    </a:lnTo>
                    <a:lnTo>
                      <a:pt x="0" y="1324"/>
                    </a:lnTo>
                    <a:lnTo>
                      <a:pt x="87" y="2130"/>
                    </a:lnTo>
                    <a:lnTo>
                      <a:pt x="230" y="3281"/>
                    </a:lnTo>
                    <a:lnTo>
                      <a:pt x="461" y="4663"/>
                    </a:lnTo>
                    <a:lnTo>
                      <a:pt x="777" y="6303"/>
                    </a:lnTo>
                    <a:lnTo>
                      <a:pt x="950" y="7224"/>
                    </a:lnTo>
                    <a:lnTo>
                      <a:pt x="1180" y="8174"/>
                    </a:lnTo>
                    <a:lnTo>
                      <a:pt x="1439" y="9152"/>
                    </a:lnTo>
                    <a:lnTo>
                      <a:pt x="1727" y="10188"/>
                    </a:lnTo>
                    <a:lnTo>
                      <a:pt x="2072" y="11282"/>
                    </a:lnTo>
                    <a:lnTo>
                      <a:pt x="2418" y="12376"/>
                    </a:lnTo>
                    <a:lnTo>
                      <a:pt x="2821" y="13527"/>
                    </a:lnTo>
                    <a:lnTo>
                      <a:pt x="3281" y="14678"/>
                    </a:lnTo>
                    <a:lnTo>
                      <a:pt x="3684" y="15657"/>
                    </a:lnTo>
                    <a:lnTo>
                      <a:pt x="4116" y="16664"/>
                    </a:lnTo>
                    <a:lnTo>
                      <a:pt x="4576" y="17671"/>
                    </a:lnTo>
                    <a:lnTo>
                      <a:pt x="5065" y="18678"/>
                    </a:lnTo>
                    <a:lnTo>
                      <a:pt x="5612" y="19686"/>
                    </a:lnTo>
                    <a:lnTo>
                      <a:pt x="6159" y="20722"/>
                    </a:lnTo>
                    <a:lnTo>
                      <a:pt x="6763" y="21758"/>
                    </a:lnTo>
                    <a:lnTo>
                      <a:pt x="7425" y="22765"/>
                    </a:lnTo>
                    <a:lnTo>
                      <a:pt x="8202" y="23945"/>
                    </a:lnTo>
                    <a:lnTo>
                      <a:pt x="9066" y="25125"/>
                    </a:lnTo>
                    <a:lnTo>
                      <a:pt x="9958" y="26305"/>
                    </a:lnTo>
                    <a:lnTo>
                      <a:pt x="10908" y="27456"/>
                    </a:lnTo>
                    <a:lnTo>
                      <a:pt x="11944" y="28607"/>
                    </a:lnTo>
                    <a:lnTo>
                      <a:pt x="13008" y="29730"/>
                    </a:lnTo>
                    <a:lnTo>
                      <a:pt x="14160" y="30823"/>
                    </a:lnTo>
                    <a:lnTo>
                      <a:pt x="15368" y="31917"/>
                    </a:lnTo>
                    <a:lnTo>
                      <a:pt x="16289" y="32694"/>
                    </a:lnTo>
                    <a:lnTo>
                      <a:pt x="17268" y="33442"/>
                    </a:lnTo>
                    <a:lnTo>
                      <a:pt x="18304" y="34190"/>
                    </a:lnTo>
                    <a:lnTo>
                      <a:pt x="19340" y="34910"/>
                    </a:lnTo>
                    <a:lnTo>
                      <a:pt x="20664" y="35744"/>
                    </a:lnTo>
                    <a:lnTo>
                      <a:pt x="21988" y="36521"/>
                    </a:lnTo>
                    <a:lnTo>
                      <a:pt x="23340" y="37212"/>
                    </a:lnTo>
                    <a:lnTo>
                      <a:pt x="24664" y="37874"/>
                    </a:lnTo>
                    <a:lnTo>
                      <a:pt x="25758" y="38363"/>
                    </a:lnTo>
                    <a:lnTo>
                      <a:pt x="26851" y="38824"/>
                    </a:lnTo>
                    <a:lnTo>
                      <a:pt x="27945" y="39227"/>
                    </a:lnTo>
                    <a:lnTo>
                      <a:pt x="29010" y="39601"/>
                    </a:lnTo>
                    <a:lnTo>
                      <a:pt x="30103" y="39946"/>
                    </a:lnTo>
                    <a:lnTo>
                      <a:pt x="31139" y="40263"/>
                    </a:lnTo>
                    <a:lnTo>
                      <a:pt x="32204" y="40522"/>
                    </a:lnTo>
                    <a:lnTo>
                      <a:pt x="33212" y="40781"/>
                    </a:lnTo>
                    <a:lnTo>
                      <a:pt x="34161" y="40982"/>
                    </a:lnTo>
                    <a:lnTo>
                      <a:pt x="35082" y="41155"/>
                    </a:lnTo>
                    <a:lnTo>
                      <a:pt x="35974" y="41328"/>
                    </a:lnTo>
                    <a:lnTo>
                      <a:pt x="36867" y="41443"/>
                    </a:lnTo>
                    <a:lnTo>
                      <a:pt x="38593" y="41673"/>
                    </a:lnTo>
                    <a:lnTo>
                      <a:pt x="40205" y="41788"/>
                    </a:lnTo>
                    <a:lnTo>
                      <a:pt x="41730" y="41874"/>
                    </a:lnTo>
                    <a:lnTo>
                      <a:pt x="43140" y="41903"/>
                    </a:lnTo>
                    <a:lnTo>
                      <a:pt x="44435" y="41903"/>
                    </a:lnTo>
                    <a:lnTo>
                      <a:pt x="45587" y="41846"/>
                    </a:lnTo>
                    <a:lnTo>
                      <a:pt x="45846" y="41817"/>
                    </a:lnTo>
                    <a:lnTo>
                      <a:pt x="46047" y="41731"/>
                    </a:lnTo>
                    <a:lnTo>
                      <a:pt x="46249" y="41587"/>
                    </a:lnTo>
                    <a:lnTo>
                      <a:pt x="46421" y="41443"/>
                    </a:lnTo>
                    <a:lnTo>
                      <a:pt x="46565" y="41241"/>
                    </a:lnTo>
                    <a:lnTo>
                      <a:pt x="46680" y="41040"/>
                    </a:lnTo>
                    <a:lnTo>
                      <a:pt x="46738" y="40810"/>
                    </a:lnTo>
                    <a:lnTo>
                      <a:pt x="46738" y="40551"/>
                    </a:lnTo>
                    <a:lnTo>
                      <a:pt x="46709" y="40320"/>
                    </a:lnTo>
                    <a:lnTo>
                      <a:pt x="46623" y="40090"/>
                    </a:lnTo>
                    <a:lnTo>
                      <a:pt x="46508" y="39889"/>
                    </a:lnTo>
                    <a:lnTo>
                      <a:pt x="46335" y="39716"/>
                    </a:lnTo>
                    <a:lnTo>
                      <a:pt x="46162" y="39572"/>
                    </a:lnTo>
                    <a:lnTo>
                      <a:pt x="45932" y="39486"/>
                    </a:lnTo>
                    <a:lnTo>
                      <a:pt x="45702" y="39428"/>
                    </a:lnTo>
                    <a:lnTo>
                      <a:pt x="45443" y="39399"/>
                    </a:lnTo>
                    <a:lnTo>
                      <a:pt x="44464" y="39457"/>
                    </a:lnTo>
                    <a:lnTo>
                      <a:pt x="42191" y="39457"/>
                    </a:lnTo>
                    <a:lnTo>
                      <a:pt x="40924" y="39399"/>
                    </a:lnTo>
                    <a:lnTo>
                      <a:pt x="39572" y="39313"/>
                    </a:lnTo>
                    <a:lnTo>
                      <a:pt x="38162" y="39169"/>
                    </a:lnTo>
                    <a:lnTo>
                      <a:pt x="36665" y="38968"/>
                    </a:lnTo>
                    <a:lnTo>
                      <a:pt x="35111" y="38680"/>
                    </a:lnTo>
                    <a:lnTo>
                      <a:pt x="34104" y="38478"/>
                    </a:lnTo>
                    <a:lnTo>
                      <a:pt x="33039" y="38248"/>
                    </a:lnTo>
                    <a:lnTo>
                      <a:pt x="31974" y="37960"/>
                    </a:lnTo>
                    <a:lnTo>
                      <a:pt x="30909" y="37644"/>
                    </a:lnTo>
                    <a:lnTo>
                      <a:pt x="29816" y="37299"/>
                    </a:lnTo>
                    <a:lnTo>
                      <a:pt x="28693" y="36924"/>
                    </a:lnTo>
                    <a:lnTo>
                      <a:pt x="27600" y="36493"/>
                    </a:lnTo>
                    <a:lnTo>
                      <a:pt x="26477" y="36003"/>
                    </a:lnTo>
                    <a:lnTo>
                      <a:pt x="25009" y="35342"/>
                    </a:lnTo>
                    <a:lnTo>
                      <a:pt x="24290" y="34996"/>
                    </a:lnTo>
                    <a:lnTo>
                      <a:pt x="23570" y="34593"/>
                    </a:lnTo>
                    <a:lnTo>
                      <a:pt x="22851" y="34190"/>
                    </a:lnTo>
                    <a:lnTo>
                      <a:pt x="22131" y="33787"/>
                    </a:lnTo>
                    <a:lnTo>
                      <a:pt x="21412" y="33327"/>
                    </a:lnTo>
                    <a:lnTo>
                      <a:pt x="20693" y="32867"/>
                    </a:lnTo>
                    <a:lnTo>
                      <a:pt x="19714" y="32205"/>
                    </a:lnTo>
                    <a:lnTo>
                      <a:pt x="18764" y="31514"/>
                    </a:lnTo>
                    <a:lnTo>
                      <a:pt x="17872" y="30823"/>
                    </a:lnTo>
                    <a:lnTo>
                      <a:pt x="17009" y="30104"/>
                    </a:lnTo>
                    <a:lnTo>
                      <a:pt x="16174" y="29384"/>
                    </a:lnTo>
                    <a:lnTo>
                      <a:pt x="15368" y="28636"/>
                    </a:lnTo>
                    <a:lnTo>
                      <a:pt x="14591" y="27888"/>
                    </a:lnTo>
                    <a:lnTo>
                      <a:pt x="13872" y="27111"/>
                    </a:lnTo>
                    <a:lnTo>
                      <a:pt x="13152" y="26334"/>
                    </a:lnTo>
                    <a:lnTo>
                      <a:pt x="12462" y="25557"/>
                    </a:lnTo>
                    <a:lnTo>
                      <a:pt x="11828" y="24751"/>
                    </a:lnTo>
                    <a:lnTo>
                      <a:pt x="11195" y="23945"/>
                    </a:lnTo>
                    <a:lnTo>
                      <a:pt x="10620" y="23139"/>
                    </a:lnTo>
                    <a:lnTo>
                      <a:pt x="10044" y="22333"/>
                    </a:lnTo>
                    <a:lnTo>
                      <a:pt x="9497" y="21528"/>
                    </a:lnTo>
                    <a:lnTo>
                      <a:pt x="9008" y="20693"/>
                    </a:lnTo>
                    <a:lnTo>
                      <a:pt x="8375" y="19657"/>
                    </a:lnTo>
                    <a:lnTo>
                      <a:pt x="7771" y="18621"/>
                    </a:lnTo>
                    <a:lnTo>
                      <a:pt x="7224" y="17556"/>
                    </a:lnTo>
                    <a:lnTo>
                      <a:pt x="6735" y="16520"/>
                    </a:lnTo>
                    <a:lnTo>
                      <a:pt x="6245" y="15513"/>
                    </a:lnTo>
                    <a:lnTo>
                      <a:pt x="5814" y="14505"/>
                    </a:lnTo>
                    <a:lnTo>
                      <a:pt x="5411" y="13498"/>
                    </a:lnTo>
                    <a:lnTo>
                      <a:pt x="5065" y="12520"/>
                    </a:lnTo>
                    <a:lnTo>
                      <a:pt x="4691" y="11512"/>
                    </a:lnTo>
                    <a:lnTo>
                      <a:pt x="4375" y="10534"/>
                    </a:lnTo>
                    <a:lnTo>
                      <a:pt x="4087" y="9584"/>
                    </a:lnTo>
                    <a:lnTo>
                      <a:pt x="3828" y="8692"/>
                    </a:lnTo>
                    <a:lnTo>
                      <a:pt x="3396" y="6965"/>
                    </a:lnTo>
                    <a:lnTo>
                      <a:pt x="3051" y="5382"/>
                    </a:lnTo>
                    <a:lnTo>
                      <a:pt x="2792" y="4001"/>
                    </a:lnTo>
                    <a:lnTo>
                      <a:pt x="2619" y="2792"/>
                    </a:lnTo>
                    <a:lnTo>
                      <a:pt x="2504" y="1843"/>
                    </a:lnTo>
                    <a:lnTo>
                      <a:pt x="2446" y="1123"/>
                    </a:lnTo>
                    <a:lnTo>
                      <a:pt x="2389" y="864"/>
                    </a:lnTo>
                    <a:lnTo>
                      <a:pt x="2303" y="634"/>
                    </a:lnTo>
                    <a:lnTo>
                      <a:pt x="2159" y="461"/>
                    </a:lnTo>
                    <a:lnTo>
                      <a:pt x="2015" y="288"/>
                    </a:lnTo>
                    <a:lnTo>
                      <a:pt x="1813" y="145"/>
                    </a:lnTo>
                    <a:lnTo>
                      <a:pt x="1583" y="58"/>
                    </a:lnTo>
                    <a:lnTo>
                      <a:pt x="13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2"/>
              <p:cNvSpPr/>
              <p:nvPr/>
            </p:nvSpPr>
            <p:spPr>
              <a:xfrm>
                <a:off x="3061375" y="750500"/>
                <a:ext cx="415875" cy="208650"/>
              </a:xfrm>
              <a:custGeom>
                <a:rect b="b" l="l" r="r" t="t"/>
                <a:pathLst>
                  <a:path extrusionOk="0" h="8346" w="16635">
                    <a:moveTo>
                      <a:pt x="8576" y="0"/>
                    </a:moveTo>
                    <a:lnTo>
                      <a:pt x="8173" y="29"/>
                    </a:lnTo>
                    <a:lnTo>
                      <a:pt x="7799" y="86"/>
                    </a:lnTo>
                    <a:lnTo>
                      <a:pt x="7396" y="173"/>
                    </a:lnTo>
                    <a:lnTo>
                      <a:pt x="6993" y="259"/>
                    </a:lnTo>
                    <a:lnTo>
                      <a:pt x="6591" y="345"/>
                    </a:lnTo>
                    <a:lnTo>
                      <a:pt x="6216" y="489"/>
                    </a:lnTo>
                    <a:lnTo>
                      <a:pt x="5468" y="777"/>
                    </a:lnTo>
                    <a:lnTo>
                      <a:pt x="4720" y="1122"/>
                    </a:lnTo>
                    <a:lnTo>
                      <a:pt x="4029" y="1525"/>
                    </a:lnTo>
                    <a:lnTo>
                      <a:pt x="3367" y="1986"/>
                    </a:lnTo>
                    <a:lnTo>
                      <a:pt x="2734" y="2504"/>
                    </a:lnTo>
                    <a:lnTo>
                      <a:pt x="2187" y="3051"/>
                    </a:lnTo>
                    <a:lnTo>
                      <a:pt x="1669" y="3626"/>
                    </a:lnTo>
                    <a:lnTo>
                      <a:pt x="1209" y="4231"/>
                    </a:lnTo>
                    <a:lnTo>
                      <a:pt x="1007" y="4547"/>
                    </a:lnTo>
                    <a:lnTo>
                      <a:pt x="835" y="4864"/>
                    </a:lnTo>
                    <a:lnTo>
                      <a:pt x="489" y="5497"/>
                    </a:lnTo>
                    <a:lnTo>
                      <a:pt x="317" y="5929"/>
                    </a:lnTo>
                    <a:lnTo>
                      <a:pt x="144" y="6360"/>
                    </a:lnTo>
                    <a:lnTo>
                      <a:pt x="29" y="6821"/>
                    </a:lnTo>
                    <a:lnTo>
                      <a:pt x="0" y="7051"/>
                    </a:lnTo>
                    <a:lnTo>
                      <a:pt x="0" y="7252"/>
                    </a:lnTo>
                    <a:lnTo>
                      <a:pt x="0" y="7483"/>
                    </a:lnTo>
                    <a:lnTo>
                      <a:pt x="29" y="7655"/>
                    </a:lnTo>
                    <a:lnTo>
                      <a:pt x="115" y="7857"/>
                    </a:lnTo>
                    <a:lnTo>
                      <a:pt x="202" y="8001"/>
                    </a:lnTo>
                    <a:lnTo>
                      <a:pt x="317" y="8116"/>
                    </a:lnTo>
                    <a:lnTo>
                      <a:pt x="461" y="8231"/>
                    </a:lnTo>
                    <a:lnTo>
                      <a:pt x="604" y="8288"/>
                    </a:lnTo>
                    <a:lnTo>
                      <a:pt x="777" y="8317"/>
                    </a:lnTo>
                    <a:lnTo>
                      <a:pt x="950" y="8346"/>
                    </a:lnTo>
                    <a:lnTo>
                      <a:pt x="1151" y="8346"/>
                    </a:lnTo>
                    <a:lnTo>
                      <a:pt x="1583" y="8288"/>
                    </a:lnTo>
                    <a:lnTo>
                      <a:pt x="2101" y="8173"/>
                    </a:lnTo>
                    <a:lnTo>
                      <a:pt x="2648" y="8029"/>
                    </a:lnTo>
                    <a:lnTo>
                      <a:pt x="3972" y="7627"/>
                    </a:lnTo>
                    <a:lnTo>
                      <a:pt x="4691" y="7396"/>
                    </a:lnTo>
                    <a:lnTo>
                      <a:pt x="5468" y="7195"/>
                    </a:lnTo>
                    <a:lnTo>
                      <a:pt x="6332" y="6993"/>
                    </a:lnTo>
                    <a:lnTo>
                      <a:pt x="7224" y="6849"/>
                    </a:lnTo>
                    <a:lnTo>
                      <a:pt x="8145" y="6734"/>
                    </a:lnTo>
                    <a:lnTo>
                      <a:pt x="8634" y="6706"/>
                    </a:lnTo>
                    <a:lnTo>
                      <a:pt x="9123" y="6677"/>
                    </a:lnTo>
                    <a:lnTo>
                      <a:pt x="10159" y="6677"/>
                    </a:lnTo>
                    <a:lnTo>
                      <a:pt x="10706" y="6734"/>
                    </a:lnTo>
                    <a:lnTo>
                      <a:pt x="11224" y="6792"/>
                    </a:lnTo>
                    <a:lnTo>
                      <a:pt x="11800" y="6878"/>
                    </a:lnTo>
                    <a:lnTo>
                      <a:pt x="12318" y="6993"/>
                    </a:lnTo>
                    <a:lnTo>
                      <a:pt x="12836" y="7108"/>
                    </a:lnTo>
                    <a:lnTo>
                      <a:pt x="13267" y="7252"/>
                    </a:lnTo>
                    <a:lnTo>
                      <a:pt x="14073" y="7511"/>
                    </a:lnTo>
                    <a:lnTo>
                      <a:pt x="14764" y="7770"/>
                    </a:lnTo>
                    <a:lnTo>
                      <a:pt x="15311" y="7972"/>
                    </a:lnTo>
                    <a:lnTo>
                      <a:pt x="15541" y="8029"/>
                    </a:lnTo>
                    <a:lnTo>
                      <a:pt x="15771" y="8087"/>
                    </a:lnTo>
                    <a:lnTo>
                      <a:pt x="16117" y="8087"/>
                    </a:lnTo>
                    <a:lnTo>
                      <a:pt x="16260" y="8029"/>
                    </a:lnTo>
                    <a:lnTo>
                      <a:pt x="16376" y="7914"/>
                    </a:lnTo>
                    <a:lnTo>
                      <a:pt x="16462" y="7799"/>
                    </a:lnTo>
                    <a:lnTo>
                      <a:pt x="16519" y="7684"/>
                    </a:lnTo>
                    <a:lnTo>
                      <a:pt x="16577" y="7540"/>
                    </a:lnTo>
                    <a:lnTo>
                      <a:pt x="16606" y="7367"/>
                    </a:lnTo>
                    <a:lnTo>
                      <a:pt x="16635" y="6993"/>
                    </a:lnTo>
                    <a:lnTo>
                      <a:pt x="16577" y="6562"/>
                    </a:lnTo>
                    <a:lnTo>
                      <a:pt x="16462" y="6072"/>
                    </a:lnTo>
                    <a:lnTo>
                      <a:pt x="16318" y="5554"/>
                    </a:lnTo>
                    <a:lnTo>
                      <a:pt x="16088" y="5008"/>
                    </a:lnTo>
                    <a:lnTo>
                      <a:pt x="15800" y="4432"/>
                    </a:lnTo>
                    <a:lnTo>
                      <a:pt x="15483" y="3856"/>
                    </a:lnTo>
                    <a:lnTo>
                      <a:pt x="15080" y="3281"/>
                    </a:lnTo>
                    <a:lnTo>
                      <a:pt x="14649" y="2734"/>
                    </a:lnTo>
                    <a:lnTo>
                      <a:pt x="14160" y="2216"/>
                    </a:lnTo>
                    <a:lnTo>
                      <a:pt x="13613" y="1727"/>
                    </a:lnTo>
                    <a:lnTo>
                      <a:pt x="13037" y="1266"/>
                    </a:lnTo>
                    <a:lnTo>
                      <a:pt x="12721" y="1065"/>
                    </a:lnTo>
                    <a:lnTo>
                      <a:pt x="12404" y="863"/>
                    </a:lnTo>
                    <a:lnTo>
                      <a:pt x="12059" y="691"/>
                    </a:lnTo>
                    <a:lnTo>
                      <a:pt x="11742" y="547"/>
                    </a:lnTo>
                    <a:lnTo>
                      <a:pt x="11339" y="403"/>
                    </a:lnTo>
                    <a:lnTo>
                      <a:pt x="10965" y="259"/>
                    </a:lnTo>
                    <a:lnTo>
                      <a:pt x="10562" y="173"/>
                    </a:lnTo>
                    <a:lnTo>
                      <a:pt x="10188" y="86"/>
                    </a:lnTo>
                    <a:lnTo>
                      <a:pt x="9785" y="29"/>
                    </a:lnTo>
                    <a:lnTo>
                      <a:pt x="93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2"/>
              <p:cNvSpPr/>
              <p:nvPr/>
            </p:nvSpPr>
            <p:spPr>
              <a:xfrm>
                <a:off x="4430550" y="1334700"/>
                <a:ext cx="36700" cy="38175"/>
              </a:xfrm>
              <a:custGeom>
                <a:rect b="b" l="l" r="r" t="t"/>
                <a:pathLst>
                  <a:path extrusionOk="0" h="1527" w="1468">
                    <a:moveTo>
                      <a:pt x="950" y="1"/>
                    </a:moveTo>
                    <a:lnTo>
                      <a:pt x="806" y="30"/>
                    </a:lnTo>
                    <a:lnTo>
                      <a:pt x="662" y="58"/>
                    </a:lnTo>
                    <a:lnTo>
                      <a:pt x="518" y="145"/>
                    </a:lnTo>
                    <a:lnTo>
                      <a:pt x="403" y="231"/>
                    </a:lnTo>
                    <a:lnTo>
                      <a:pt x="259" y="375"/>
                    </a:lnTo>
                    <a:lnTo>
                      <a:pt x="173" y="519"/>
                    </a:lnTo>
                    <a:lnTo>
                      <a:pt x="87" y="663"/>
                    </a:lnTo>
                    <a:lnTo>
                      <a:pt x="29" y="807"/>
                    </a:lnTo>
                    <a:lnTo>
                      <a:pt x="0" y="950"/>
                    </a:lnTo>
                    <a:lnTo>
                      <a:pt x="0" y="1094"/>
                    </a:lnTo>
                    <a:lnTo>
                      <a:pt x="29" y="1209"/>
                    </a:lnTo>
                    <a:lnTo>
                      <a:pt x="87" y="1325"/>
                    </a:lnTo>
                    <a:lnTo>
                      <a:pt x="173" y="1411"/>
                    </a:lnTo>
                    <a:lnTo>
                      <a:pt x="288" y="1497"/>
                    </a:lnTo>
                    <a:lnTo>
                      <a:pt x="403" y="1526"/>
                    </a:lnTo>
                    <a:lnTo>
                      <a:pt x="518" y="1526"/>
                    </a:lnTo>
                    <a:lnTo>
                      <a:pt x="662" y="1497"/>
                    </a:lnTo>
                    <a:lnTo>
                      <a:pt x="806" y="1468"/>
                    </a:lnTo>
                    <a:lnTo>
                      <a:pt x="950" y="1382"/>
                    </a:lnTo>
                    <a:lnTo>
                      <a:pt x="1065" y="1296"/>
                    </a:lnTo>
                    <a:lnTo>
                      <a:pt x="1209" y="1152"/>
                    </a:lnTo>
                    <a:lnTo>
                      <a:pt x="1295" y="1008"/>
                    </a:lnTo>
                    <a:lnTo>
                      <a:pt x="1382" y="864"/>
                    </a:lnTo>
                    <a:lnTo>
                      <a:pt x="1439" y="720"/>
                    </a:lnTo>
                    <a:lnTo>
                      <a:pt x="1468" y="576"/>
                    </a:lnTo>
                    <a:lnTo>
                      <a:pt x="1468" y="432"/>
                    </a:lnTo>
                    <a:lnTo>
                      <a:pt x="1439" y="317"/>
                    </a:lnTo>
                    <a:lnTo>
                      <a:pt x="1382" y="202"/>
                    </a:lnTo>
                    <a:lnTo>
                      <a:pt x="1295" y="116"/>
                    </a:lnTo>
                    <a:lnTo>
                      <a:pt x="1180" y="30"/>
                    </a:lnTo>
                    <a:lnTo>
                      <a:pt x="10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2"/>
              <p:cNvSpPr/>
              <p:nvPr/>
            </p:nvSpPr>
            <p:spPr>
              <a:xfrm>
                <a:off x="4288800" y="1244775"/>
                <a:ext cx="66950" cy="66925"/>
              </a:xfrm>
              <a:custGeom>
                <a:rect b="b" l="l" r="r" t="t"/>
                <a:pathLst>
                  <a:path extrusionOk="0" h="2677" w="2678">
                    <a:moveTo>
                      <a:pt x="1238" y="0"/>
                    </a:moveTo>
                    <a:lnTo>
                      <a:pt x="979" y="29"/>
                    </a:lnTo>
                    <a:lnTo>
                      <a:pt x="720" y="144"/>
                    </a:lnTo>
                    <a:lnTo>
                      <a:pt x="519" y="288"/>
                    </a:lnTo>
                    <a:lnTo>
                      <a:pt x="317" y="461"/>
                    </a:lnTo>
                    <a:lnTo>
                      <a:pt x="145" y="691"/>
                    </a:lnTo>
                    <a:lnTo>
                      <a:pt x="58" y="921"/>
                    </a:lnTo>
                    <a:lnTo>
                      <a:pt x="1" y="1180"/>
                    </a:lnTo>
                    <a:lnTo>
                      <a:pt x="1" y="1439"/>
                    </a:lnTo>
                    <a:lnTo>
                      <a:pt x="29" y="1698"/>
                    </a:lnTo>
                    <a:lnTo>
                      <a:pt x="145" y="1957"/>
                    </a:lnTo>
                    <a:lnTo>
                      <a:pt x="260" y="2159"/>
                    </a:lnTo>
                    <a:lnTo>
                      <a:pt x="461" y="2360"/>
                    </a:lnTo>
                    <a:lnTo>
                      <a:pt x="691" y="2533"/>
                    </a:lnTo>
                    <a:lnTo>
                      <a:pt x="922" y="2619"/>
                    </a:lnTo>
                    <a:lnTo>
                      <a:pt x="1181" y="2677"/>
                    </a:lnTo>
                    <a:lnTo>
                      <a:pt x="1440" y="2677"/>
                    </a:lnTo>
                    <a:lnTo>
                      <a:pt x="1699" y="2648"/>
                    </a:lnTo>
                    <a:lnTo>
                      <a:pt x="1929" y="2533"/>
                    </a:lnTo>
                    <a:lnTo>
                      <a:pt x="2159" y="2389"/>
                    </a:lnTo>
                    <a:lnTo>
                      <a:pt x="2361" y="2216"/>
                    </a:lnTo>
                    <a:lnTo>
                      <a:pt x="2504" y="1986"/>
                    </a:lnTo>
                    <a:lnTo>
                      <a:pt x="2620" y="1756"/>
                    </a:lnTo>
                    <a:lnTo>
                      <a:pt x="2677" y="1497"/>
                    </a:lnTo>
                    <a:lnTo>
                      <a:pt x="2677" y="1238"/>
                    </a:lnTo>
                    <a:lnTo>
                      <a:pt x="2620" y="979"/>
                    </a:lnTo>
                    <a:lnTo>
                      <a:pt x="2533" y="749"/>
                    </a:lnTo>
                    <a:lnTo>
                      <a:pt x="2389" y="518"/>
                    </a:lnTo>
                    <a:lnTo>
                      <a:pt x="2217" y="317"/>
                    </a:lnTo>
                    <a:lnTo>
                      <a:pt x="1986" y="173"/>
                    </a:lnTo>
                    <a:lnTo>
                      <a:pt x="1727" y="58"/>
                    </a:lnTo>
                    <a:lnTo>
                      <a:pt x="14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2"/>
              <p:cNvSpPr/>
              <p:nvPr/>
            </p:nvSpPr>
            <p:spPr>
              <a:xfrm>
                <a:off x="3544850" y="1990150"/>
                <a:ext cx="66950" cy="66950"/>
              </a:xfrm>
              <a:custGeom>
                <a:rect b="b" l="l" r="r" t="t"/>
                <a:pathLst>
                  <a:path extrusionOk="0" h="2678" w="2678">
                    <a:moveTo>
                      <a:pt x="1238" y="1"/>
                    </a:moveTo>
                    <a:lnTo>
                      <a:pt x="979" y="29"/>
                    </a:lnTo>
                    <a:lnTo>
                      <a:pt x="749" y="145"/>
                    </a:lnTo>
                    <a:lnTo>
                      <a:pt x="519" y="260"/>
                    </a:lnTo>
                    <a:lnTo>
                      <a:pt x="317" y="461"/>
                    </a:lnTo>
                    <a:lnTo>
                      <a:pt x="173" y="691"/>
                    </a:lnTo>
                    <a:lnTo>
                      <a:pt x="58" y="922"/>
                    </a:lnTo>
                    <a:lnTo>
                      <a:pt x="1" y="1181"/>
                    </a:lnTo>
                    <a:lnTo>
                      <a:pt x="1" y="1440"/>
                    </a:lnTo>
                    <a:lnTo>
                      <a:pt x="58" y="1699"/>
                    </a:lnTo>
                    <a:lnTo>
                      <a:pt x="145" y="1929"/>
                    </a:lnTo>
                    <a:lnTo>
                      <a:pt x="289" y="2159"/>
                    </a:lnTo>
                    <a:lnTo>
                      <a:pt x="461" y="2361"/>
                    </a:lnTo>
                    <a:lnTo>
                      <a:pt x="692" y="2504"/>
                    </a:lnTo>
                    <a:lnTo>
                      <a:pt x="951" y="2620"/>
                    </a:lnTo>
                    <a:lnTo>
                      <a:pt x="1181" y="2677"/>
                    </a:lnTo>
                    <a:lnTo>
                      <a:pt x="1440" y="2677"/>
                    </a:lnTo>
                    <a:lnTo>
                      <a:pt x="1699" y="2620"/>
                    </a:lnTo>
                    <a:lnTo>
                      <a:pt x="1958" y="2533"/>
                    </a:lnTo>
                    <a:lnTo>
                      <a:pt x="2159" y="2389"/>
                    </a:lnTo>
                    <a:lnTo>
                      <a:pt x="2361" y="2217"/>
                    </a:lnTo>
                    <a:lnTo>
                      <a:pt x="2533" y="1986"/>
                    </a:lnTo>
                    <a:lnTo>
                      <a:pt x="2620" y="1756"/>
                    </a:lnTo>
                    <a:lnTo>
                      <a:pt x="2677" y="1497"/>
                    </a:lnTo>
                    <a:lnTo>
                      <a:pt x="2677" y="1238"/>
                    </a:lnTo>
                    <a:lnTo>
                      <a:pt x="2649" y="979"/>
                    </a:lnTo>
                    <a:lnTo>
                      <a:pt x="2562" y="720"/>
                    </a:lnTo>
                    <a:lnTo>
                      <a:pt x="2418" y="519"/>
                    </a:lnTo>
                    <a:lnTo>
                      <a:pt x="2217" y="317"/>
                    </a:lnTo>
                    <a:lnTo>
                      <a:pt x="1987" y="145"/>
                    </a:lnTo>
                    <a:lnTo>
                      <a:pt x="1756" y="58"/>
                    </a:lnTo>
                    <a:lnTo>
                      <a:pt x="149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2"/>
              <p:cNvSpPr/>
              <p:nvPr/>
            </p:nvSpPr>
            <p:spPr>
              <a:xfrm>
                <a:off x="4325500" y="1436150"/>
                <a:ext cx="33850" cy="144650"/>
              </a:xfrm>
              <a:custGeom>
                <a:rect b="b" l="l" r="r" t="t"/>
                <a:pathLst>
                  <a:path extrusionOk="0" h="5786" w="1354">
                    <a:moveTo>
                      <a:pt x="1065" y="1"/>
                    </a:moveTo>
                    <a:lnTo>
                      <a:pt x="979" y="29"/>
                    </a:lnTo>
                    <a:lnTo>
                      <a:pt x="893" y="116"/>
                    </a:lnTo>
                    <a:lnTo>
                      <a:pt x="749" y="375"/>
                    </a:lnTo>
                    <a:lnTo>
                      <a:pt x="576" y="720"/>
                    </a:lnTo>
                    <a:lnTo>
                      <a:pt x="403" y="1123"/>
                    </a:lnTo>
                    <a:lnTo>
                      <a:pt x="231" y="1555"/>
                    </a:lnTo>
                    <a:lnTo>
                      <a:pt x="116" y="2044"/>
                    </a:lnTo>
                    <a:lnTo>
                      <a:pt x="29" y="2591"/>
                    </a:lnTo>
                    <a:lnTo>
                      <a:pt x="0" y="3166"/>
                    </a:lnTo>
                    <a:lnTo>
                      <a:pt x="0" y="3454"/>
                    </a:lnTo>
                    <a:lnTo>
                      <a:pt x="29" y="3771"/>
                    </a:lnTo>
                    <a:lnTo>
                      <a:pt x="116" y="4260"/>
                    </a:lnTo>
                    <a:lnTo>
                      <a:pt x="231" y="4749"/>
                    </a:lnTo>
                    <a:lnTo>
                      <a:pt x="403" y="5210"/>
                    </a:lnTo>
                    <a:lnTo>
                      <a:pt x="634" y="5670"/>
                    </a:lnTo>
                    <a:lnTo>
                      <a:pt x="662" y="5728"/>
                    </a:lnTo>
                    <a:lnTo>
                      <a:pt x="720" y="5756"/>
                    </a:lnTo>
                    <a:lnTo>
                      <a:pt x="777" y="5785"/>
                    </a:lnTo>
                    <a:lnTo>
                      <a:pt x="835" y="5785"/>
                    </a:lnTo>
                    <a:lnTo>
                      <a:pt x="950" y="5756"/>
                    </a:lnTo>
                    <a:lnTo>
                      <a:pt x="1036" y="5699"/>
                    </a:lnTo>
                    <a:lnTo>
                      <a:pt x="1094" y="5613"/>
                    </a:lnTo>
                    <a:lnTo>
                      <a:pt x="1094" y="5526"/>
                    </a:lnTo>
                    <a:lnTo>
                      <a:pt x="1065" y="5440"/>
                    </a:lnTo>
                    <a:lnTo>
                      <a:pt x="864" y="5008"/>
                    </a:lnTo>
                    <a:lnTo>
                      <a:pt x="720" y="4577"/>
                    </a:lnTo>
                    <a:lnTo>
                      <a:pt x="605" y="4145"/>
                    </a:lnTo>
                    <a:lnTo>
                      <a:pt x="518" y="3713"/>
                    </a:lnTo>
                    <a:lnTo>
                      <a:pt x="490" y="3166"/>
                    </a:lnTo>
                    <a:lnTo>
                      <a:pt x="518" y="2648"/>
                    </a:lnTo>
                    <a:lnTo>
                      <a:pt x="605" y="2159"/>
                    </a:lnTo>
                    <a:lnTo>
                      <a:pt x="720" y="1699"/>
                    </a:lnTo>
                    <a:lnTo>
                      <a:pt x="864" y="1296"/>
                    </a:lnTo>
                    <a:lnTo>
                      <a:pt x="1008" y="950"/>
                    </a:lnTo>
                    <a:lnTo>
                      <a:pt x="1180" y="634"/>
                    </a:lnTo>
                    <a:lnTo>
                      <a:pt x="1324" y="375"/>
                    </a:lnTo>
                    <a:lnTo>
                      <a:pt x="1353" y="288"/>
                    </a:lnTo>
                    <a:lnTo>
                      <a:pt x="1353" y="202"/>
                    </a:lnTo>
                    <a:lnTo>
                      <a:pt x="1324" y="116"/>
                    </a:lnTo>
                    <a:lnTo>
                      <a:pt x="1238" y="29"/>
                    </a:lnTo>
                    <a:lnTo>
                      <a:pt x="115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2"/>
              <p:cNvSpPr/>
              <p:nvPr/>
            </p:nvSpPr>
            <p:spPr>
              <a:xfrm>
                <a:off x="4442775" y="1469975"/>
                <a:ext cx="46800" cy="50375"/>
              </a:xfrm>
              <a:custGeom>
                <a:rect b="b" l="l" r="r" t="t"/>
                <a:pathLst>
                  <a:path extrusionOk="0" h="2015" w="1872">
                    <a:moveTo>
                      <a:pt x="1353" y="461"/>
                    </a:moveTo>
                    <a:lnTo>
                      <a:pt x="1353" y="547"/>
                    </a:lnTo>
                    <a:lnTo>
                      <a:pt x="1324" y="691"/>
                    </a:lnTo>
                    <a:lnTo>
                      <a:pt x="1209" y="892"/>
                    </a:lnTo>
                    <a:lnTo>
                      <a:pt x="1065" y="1123"/>
                    </a:lnTo>
                    <a:lnTo>
                      <a:pt x="864" y="1324"/>
                    </a:lnTo>
                    <a:lnTo>
                      <a:pt x="691" y="1439"/>
                    </a:lnTo>
                    <a:lnTo>
                      <a:pt x="490" y="1554"/>
                    </a:lnTo>
                    <a:lnTo>
                      <a:pt x="490" y="1468"/>
                    </a:lnTo>
                    <a:lnTo>
                      <a:pt x="547" y="1324"/>
                    </a:lnTo>
                    <a:lnTo>
                      <a:pt x="634" y="1123"/>
                    </a:lnTo>
                    <a:lnTo>
                      <a:pt x="806" y="921"/>
                    </a:lnTo>
                    <a:lnTo>
                      <a:pt x="1008" y="720"/>
                    </a:lnTo>
                    <a:lnTo>
                      <a:pt x="1180" y="576"/>
                    </a:lnTo>
                    <a:lnTo>
                      <a:pt x="1353" y="461"/>
                    </a:lnTo>
                    <a:close/>
                    <a:moveTo>
                      <a:pt x="1353" y="0"/>
                    </a:moveTo>
                    <a:lnTo>
                      <a:pt x="1123" y="58"/>
                    </a:lnTo>
                    <a:lnTo>
                      <a:pt x="893" y="173"/>
                    </a:lnTo>
                    <a:lnTo>
                      <a:pt x="662" y="346"/>
                    </a:lnTo>
                    <a:lnTo>
                      <a:pt x="432" y="576"/>
                    </a:lnTo>
                    <a:lnTo>
                      <a:pt x="231" y="835"/>
                    </a:lnTo>
                    <a:lnTo>
                      <a:pt x="87" y="1094"/>
                    </a:lnTo>
                    <a:lnTo>
                      <a:pt x="29" y="1353"/>
                    </a:lnTo>
                    <a:lnTo>
                      <a:pt x="0" y="1583"/>
                    </a:lnTo>
                    <a:lnTo>
                      <a:pt x="29" y="1698"/>
                    </a:lnTo>
                    <a:lnTo>
                      <a:pt x="58" y="1785"/>
                    </a:lnTo>
                    <a:lnTo>
                      <a:pt x="173" y="1928"/>
                    </a:lnTo>
                    <a:lnTo>
                      <a:pt x="288" y="1986"/>
                    </a:lnTo>
                    <a:lnTo>
                      <a:pt x="461" y="2015"/>
                    </a:lnTo>
                    <a:lnTo>
                      <a:pt x="576" y="2015"/>
                    </a:lnTo>
                    <a:lnTo>
                      <a:pt x="691" y="1986"/>
                    </a:lnTo>
                    <a:lnTo>
                      <a:pt x="950" y="1871"/>
                    </a:lnTo>
                    <a:lnTo>
                      <a:pt x="1209" y="1669"/>
                    </a:lnTo>
                    <a:lnTo>
                      <a:pt x="1439" y="1439"/>
                    </a:lnTo>
                    <a:lnTo>
                      <a:pt x="1641" y="1180"/>
                    </a:lnTo>
                    <a:lnTo>
                      <a:pt x="1756" y="921"/>
                    </a:lnTo>
                    <a:lnTo>
                      <a:pt x="1842" y="662"/>
                    </a:lnTo>
                    <a:lnTo>
                      <a:pt x="1871" y="432"/>
                    </a:lnTo>
                    <a:lnTo>
                      <a:pt x="1842" y="317"/>
                    </a:lnTo>
                    <a:lnTo>
                      <a:pt x="1814" y="230"/>
                    </a:lnTo>
                    <a:lnTo>
                      <a:pt x="1698" y="115"/>
                    </a:lnTo>
                    <a:lnTo>
                      <a:pt x="1583" y="29"/>
                    </a:lnTo>
                    <a:lnTo>
                      <a:pt x="1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2" name="Google Shape;492;p22"/>
            <p:cNvGrpSpPr/>
            <p:nvPr/>
          </p:nvGrpSpPr>
          <p:grpSpPr>
            <a:xfrm rot="-10020531">
              <a:off x="731974" y="4720648"/>
              <a:ext cx="554846" cy="229962"/>
              <a:chOff x="6228000" y="1478750"/>
              <a:chExt cx="745100" cy="308775"/>
            </a:xfrm>
          </p:grpSpPr>
          <p:sp>
            <p:nvSpPr>
              <p:cNvPr id="493" name="Google Shape;493;p22"/>
              <p:cNvSpPr/>
              <p:nvPr/>
            </p:nvSpPr>
            <p:spPr>
              <a:xfrm>
                <a:off x="6270525" y="1478750"/>
                <a:ext cx="702575" cy="305625"/>
              </a:xfrm>
              <a:custGeom>
                <a:rect b="b" l="l" r="r" t="t"/>
                <a:pathLst>
                  <a:path extrusionOk="0" h="12225" w="28103">
                    <a:moveTo>
                      <a:pt x="25646" y="0"/>
                    </a:moveTo>
                    <a:lnTo>
                      <a:pt x="25394" y="32"/>
                    </a:lnTo>
                    <a:lnTo>
                      <a:pt x="25173" y="63"/>
                    </a:lnTo>
                    <a:lnTo>
                      <a:pt x="24921" y="126"/>
                    </a:lnTo>
                    <a:lnTo>
                      <a:pt x="3403" y="7467"/>
                    </a:lnTo>
                    <a:lnTo>
                      <a:pt x="32" y="10050"/>
                    </a:lnTo>
                    <a:lnTo>
                      <a:pt x="1" y="10302"/>
                    </a:lnTo>
                    <a:lnTo>
                      <a:pt x="32" y="10586"/>
                    </a:lnTo>
                    <a:lnTo>
                      <a:pt x="64" y="10838"/>
                    </a:lnTo>
                    <a:lnTo>
                      <a:pt x="127" y="11090"/>
                    </a:lnTo>
                    <a:lnTo>
                      <a:pt x="284" y="11437"/>
                    </a:lnTo>
                    <a:lnTo>
                      <a:pt x="473" y="11720"/>
                    </a:lnTo>
                    <a:lnTo>
                      <a:pt x="694" y="12004"/>
                    </a:lnTo>
                    <a:lnTo>
                      <a:pt x="946" y="12224"/>
                    </a:lnTo>
                    <a:lnTo>
                      <a:pt x="4947" y="12004"/>
                    </a:lnTo>
                    <a:lnTo>
                      <a:pt x="26465" y="4695"/>
                    </a:lnTo>
                    <a:lnTo>
                      <a:pt x="26717" y="4600"/>
                    </a:lnTo>
                    <a:lnTo>
                      <a:pt x="26906" y="4506"/>
                    </a:lnTo>
                    <a:lnTo>
                      <a:pt x="27126" y="4380"/>
                    </a:lnTo>
                    <a:lnTo>
                      <a:pt x="27315" y="4222"/>
                    </a:lnTo>
                    <a:lnTo>
                      <a:pt x="27473" y="4064"/>
                    </a:lnTo>
                    <a:lnTo>
                      <a:pt x="27630" y="3875"/>
                    </a:lnTo>
                    <a:lnTo>
                      <a:pt x="27756" y="3686"/>
                    </a:lnTo>
                    <a:lnTo>
                      <a:pt x="27851" y="3466"/>
                    </a:lnTo>
                    <a:lnTo>
                      <a:pt x="27945" y="3277"/>
                    </a:lnTo>
                    <a:lnTo>
                      <a:pt x="28008" y="3056"/>
                    </a:lnTo>
                    <a:lnTo>
                      <a:pt x="28071" y="2836"/>
                    </a:lnTo>
                    <a:lnTo>
                      <a:pt x="28103" y="2584"/>
                    </a:lnTo>
                    <a:lnTo>
                      <a:pt x="28103" y="2363"/>
                    </a:lnTo>
                    <a:lnTo>
                      <a:pt x="28071" y="2111"/>
                    </a:lnTo>
                    <a:lnTo>
                      <a:pt x="28040" y="1859"/>
                    </a:lnTo>
                    <a:lnTo>
                      <a:pt x="27977" y="1639"/>
                    </a:lnTo>
                    <a:lnTo>
                      <a:pt x="27882" y="1418"/>
                    </a:lnTo>
                    <a:lnTo>
                      <a:pt x="27756" y="1198"/>
                    </a:lnTo>
                    <a:lnTo>
                      <a:pt x="27630" y="1009"/>
                    </a:lnTo>
                    <a:lnTo>
                      <a:pt x="27504" y="819"/>
                    </a:lnTo>
                    <a:lnTo>
                      <a:pt x="27315" y="662"/>
                    </a:lnTo>
                    <a:lnTo>
                      <a:pt x="27158" y="504"/>
                    </a:lnTo>
                    <a:lnTo>
                      <a:pt x="26969" y="378"/>
                    </a:lnTo>
                    <a:lnTo>
                      <a:pt x="26748" y="252"/>
                    </a:lnTo>
                    <a:lnTo>
                      <a:pt x="26559" y="158"/>
                    </a:lnTo>
                    <a:lnTo>
                      <a:pt x="26339" y="95"/>
                    </a:lnTo>
                    <a:lnTo>
                      <a:pt x="26118" y="32"/>
                    </a:lnTo>
                    <a:lnTo>
                      <a:pt x="258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2"/>
              <p:cNvSpPr/>
              <p:nvPr/>
            </p:nvSpPr>
            <p:spPr>
              <a:xfrm>
                <a:off x="6228000" y="1665400"/>
                <a:ext cx="166200" cy="122125"/>
              </a:xfrm>
              <a:custGeom>
                <a:rect b="b" l="l" r="r" t="t"/>
                <a:pathLst>
                  <a:path extrusionOk="0" h="4885" w="6648">
                    <a:moveTo>
                      <a:pt x="5104" y="1"/>
                    </a:moveTo>
                    <a:lnTo>
                      <a:pt x="1733" y="2584"/>
                    </a:lnTo>
                    <a:lnTo>
                      <a:pt x="32" y="3908"/>
                    </a:lnTo>
                    <a:lnTo>
                      <a:pt x="0" y="4128"/>
                    </a:lnTo>
                    <a:lnTo>
                      <a:pt x="32" y="4286"/>
                    </a:lnTo>
                    <a:lnTo>
                      <a:pt x="63" y="4443"/>
                    </a:lnTo>
                    <a:lnTo>
                      <a:pt x="126" y="4601"/>
                    </a:lnTo>
                    <a:lnTo>
                      <a:pt x="189" y="4727"/>
                    </a:lnTo>
                    <a:lnTo>
                      <a:pt x="347" y="4884"/>
                    </a:lnTo>
                    <a:lnTo>
                      <a:pt x="2647" y="4758"/>
                    </a:lnTo>
                    <a:lnTo>
                      <a:pt x="6648" y="4538"/>
                    </a:lnTo>
                    <a:lnTo>
                      <a:pt x="5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2"/>
              <p:cNvSpPr/>
              <p:nvPr/>
            </p:nvSpPr>
            <p:spPr>
              <a:xfrm>
                <a:off x="6852575" y="1489775"/>
                <a:ext cx="55950" cy="120525"/>
              </a:xfrm>
              <a:custGeom>
                <a:rect b="b" l="l" r="r" t="t"/>
                <a:pathLst>
                  <a:path extrusionOk="0" h="4821" w="2238">
                    <a:moveTo>
                      <a:pt x="694" y="0"/>
                    </a:moveTo>
                    <a:lnTo>
                      <a:pt x="1" y="252"/>
                    </a:lnTo>
                    <a:lnTo>
                      <a:pt x="1544" y="4821"/>
                    </a:lnTo>
                    <a:lnTo>
                      <a:pt x="2238" y="456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2"/>
              <p:cNvSpPr/>
              <p:nvPr/>
            </p:nvSpPr>
            <p:spPr>
              <a:xfrm>
                <a:off x="6816350" y="1499225"/>
                <a:ext cx="66975" cy="123675"/>
              </a:xfrm>
              <a:custGeom>
                <a:rect b="b" l="l" r="r" t="t"/>
                <a:pathLst>
                  <a:path extrusionOk="0" h="4947" w="2679">
                    <a:moveTo>
                      <a:pt x="1135" y="0"/>
                    </a:moveTo>
                    <a:lnTo>
                      <a:pt x="0" y="379"/>
                    </a:lnTo>
                    <a:lnTo>
                      <a:pt x="1544" y="4947"/>
                    </a:lnTo>
                    <a:lnTo>
                      <a:pt x="2678" y="4537"/>
                    </a:lnTo>
                    <a:lnTo>
                      <a:pt x="11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3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23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499" name="Google Shape;499;p23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500" name="Google Shape;500;p23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2" name="Google Shape;502;p23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3" name="Google Shape;503;p23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5" name="Google Shape;505;p23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511" name="Google Shape;511;p23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2" name="Google Shape;512;p23"/>
          <p:cNvSpPr txBox="1"/>
          <p:nvPr>
            <p:ph type="title"/>
          </p:nvPr>
        </p:nvSpPr>
        <p:spPr>
          <a:xfrm>
            <a:off x="1473850" y="1821406"/>
            <a:ext cx="3597900" cy="6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3" name="Google Shape;513;p23"/>
          <p:cNvSpPr txBox="1"/>
          <p:nvPr>
            <p:ph idx="1" type="subTitle"/>
          </p:nvPr>
        </p:nvSpPr>
        <p:spPr>
          <a:xfrm>
            <a:off x="1473850" y="2474294"/>
            <a:ext cx="35979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24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516" name="Google Shape;516;p24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517" name="Google Shape;517;p24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" name="Google Shape;518;p24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9" name="Google Shape;519;p24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" name="Google Shape;520;p24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1" name="Google Shape;521;p24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" name="Google Shape;524;p24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5" name="Google Shape;525;p24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6" name="Google Shape;526;p24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7" name="Google Shape;527;p24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528" name="Google Shape;528;p24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9" name="Google Shape;52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0" name="Google Shape;530;p24"/>
          <p:cNvSpPr txBox="1"/>
          <p:nvPr>
            <p:ph idx="1" type="subTitle"/>
          </p:nvPr>
        </p:nvSpPr>
        <p:spPr>
          <a:xfrm>
            <a:off x="4562475" y="3414482"/>
            <a:ext cx="3868200" cy="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24"/>
          <p:cNvSpPr txBox="1"/>
          <p:nvPr>
            <p:ph idx="2" type="subTitle"/>
          </p:nvPr>
        </p:nvSpPr>
        <p:spPr>
          <a:xfrm>
            <a:off x="4562475" y="1976207"/>
            <a:ext cx="3868200" cy="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24"/>
          <p:cNvSpPr txBox="1"/>
          <p:nvPr>
            <p:ph idx="3" type="subTitle"/>
          </p:nvPr>
        </p:nvSpPr>
        <p:spPr>
          <a:xfrm>
            <a:off x="4562474" y="1548950"/>
            <a:ext cx="3868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3" name="Google Shape;533;p24"/>
          <p:cNvSpPr txBox="1"/>
          <p:nvPr>
            <p:ph idx="4" type="subTitle"/>
          </p:nvPr>
        </p:nvSpPr>
        <p:spPr>
          <a:xfrm>
            <a:off x="4562489" y="2987225"/>
            <a:ext cx="3868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25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536" name="Google Shape;536;p25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537" name="Google Shape;537;p25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8" name="Google Shape;538;p25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9" name="Google Shape;539;p25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0" name="Google Shape;540;p25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1" name="Google Shape;541;p25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2" name="Google Shape;542;p25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3" name="Google Shape;543;p25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4" name="Google Shape;544;p25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5" name="Google Shape;545;p25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6" name="Google Shape;546;p25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47" name="Google Shape;547;p25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548" name="Google Shape;548;p25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9" name="Google Shape;54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0" name="Google Shape;550;p25"/>
          <p:cNvSpPr txBox="1"/>
          <p:nvPr>
            <p:ph idx="1" type="subTitle"/>
          </p:nvPr>
        </p:nvSpPr>
        <p:spPr>
          <a:xfrm>
            <a:off x="4716176" y="1676700"/>
            <a:ext cx="3413700" cy="19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25"/>
          <p:cNvSpPr txBox="1"/>
          <p:nvPr>
            <p:ph idx="2" type="subTitle"/>
          </p:nvPr>
        </p:nvSpPr>
        <p:spPr>
          <a:xfrm>
            <a:off x="1014125" y="1676700"/>
            <a:ext cx="3413700" cy="19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6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554" name="Google Shape;554;p26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555" name="Google Shape;555;p26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6" name="Google Shape;556;p26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7" name="Google Shape;557;p26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8" name="Google Shape;558;p26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" name="Google Shape;559;p26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0" name="Google Shape;560;p26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1" name="Google Shape;561;p26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2" name="Google Shape;562;p26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3" name="Google Shape;563;p26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4" name="Google Shape;564;p26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5" name="Google Shape;565;p26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566" name="Google Shape;566;p26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7" name="Google Shape;567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8" name="Google Shape;568;p26"/>
          <p:cNvSpPr txBox="1"/>
          <p:nvPr>
            <p:ph idx="1" type="subTitle"/>
          </p:nvPr>
        </p:nvSpPr>
        <p:spPr>
          <a:xfrm>
            <a:off x="828827" y="2819794"/>
            <a:ext cx="22404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26"/>
          <p:cNvSpPr txBox="1"/>
          <p:nvPr>
            <p:ph idx="2" type="subTitle"/>
          </p:nvPr>
        </p:nvSpPr>
        <p:spPr>
          <a:xfrm>
            <a:off x="3451800" y="1536594"/>
            <a:ext cx="22404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26"/>
          <p:cNvSpPr txBox="1"/>
          <p:nvPr>
            <p:ph idx="3" type="subTitle"/>
          </p:nvPr>
        </p:nvSpPr>
        <p:spPr>
          <a:xfrm>
            <a:off x="6074773" y="2819794"/>
            <a:ext cx="22404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26"/>
          <p:cNvSpPr txBox="1"/>
          <p:nvPr>
            <p:ph idx="4" type="subTitle"/>
          </p:nvPr>
        </p:nvSpPr>
        <p:spPr>
          <a:xfrm>
            <a:off x="828825" y="2372075"/>
            <a:ext cx="2240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2" name="Google Shape;572;p26"/>
          <p:cNvSpPr txBox="1"/>
          <p:nvPr>
            <p:ph idx="5" type="subTitle"/>
          </p:nvPr>
        </p:nvSpPr>
        <p:spPr>
          <a:xfrm>
            <a:off x="3451800" y="1088875"/>
            <a:ext cx="2240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73" name="Google Shape;573;p26"/>
          <p:cNvSpPr txBox="1"/>
          <p:nvPr>
            <p:ph idx="6" type="subTitle"/>
          </p:nvPr>
        </p:nvSpPr>
        <p:spPr>
          <a:xfrm>
            <a:off x="6074774" y="2372075"/>
            <a:ext cx="2240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574" name="Google Shape;574;p26"/>
          <p:cNvGrpSpPr/>
          <p:nvPr/>
        </p:nvGrpSpPr>
        <p:grpSpPr>
          <a:xfrm>
            <a:off x="3258603" y="4425647"/>
            <a:ext cx="3138577" cy="717871"/>
            <a:chOff x="3258603" y="4425647"/>
            <a:chExt cx="3138577" cy="717871"/>
          </a:xfrm>
        </p:grpSpPr>
        <p:grpSp>
          <p:nvGrpSpPr>
            <p:cNvPr id="575" name="Google Shape;575;p26"/>
            <p:cNvGrpSpPr/>
            <p:nvPr/>
          </p:nvGrpSpPr>
          <p:grpSpPr>
            <a:xfrm rot="-5853451">
              <a:off x="5570972" y="4289444"/>
              <a:ext cx="592777" cy="990277"/>
              <a:chOff x="2061075" y="4786925"/>
              <a:chExt cx="1096525" cy="1831825"/>
            </a:xfrm>
          </p:grpSpPr>
          <p:sp>
            <p:nvSpPr>
              <p:cNvPr id="576" name="Google Shape;576;p26"/>
              <p:cNvSpPr/>
              <p:nvPr/>
            </p:nvSpPr>
            <p:spPr>
              <a:xfrm>
                <a:off x="2061075" y="5239475"/>
                <a:ext cx="602950" cy="1379275"/>
              </a:xfrm>
              <a:custGeom>
                <a:rect b="b" l="l" r="r" t="t"/>
                <a:pathLst>
                  <a:path extrusionOk="0" h="55171" w="24118">
                    <a:moveTo>
                      <a:pt x="20261" y="1"/>
                    </a:moveTo>
                    <a:lnTo>
                      <a:pt x="1" y="53703"/>
                    </a:lnTo>
                    <a:lnTo>
                      <a:pt x="3857" y="55171"/>
                    </a:lnTo>
                    <a:lnTo>
                      <a:pt x="24118" y="1440"/>
                    </a:lnTo>
                    <a:lnTo>
                      <a:pt x="202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6"/>
              <p:cNvSpPr/>
              <p:nvPr/>
            </p:nvSpPr>
            <p:spPr>
              <a:xfrm>
                <a:off x="2273325" y="4786925"/>
                <a:ext cx="584975" cy="517325"/>
              </a:xfrm>
              <a:custGeom>
                <a:rect b="b" l="l" r="r" t="t"/>
                <a:pathLst>
                  <a:path extrusionOk="0" h="20693" w="23399">
                    <a:moveTo>
                      <a:pt x="1" y="1"/>
                    </a:moveTo>
                    <a:lnTo>
                      <a:pt x="5469" y="7454"/>
                    </a:lnTo>
                    <a:lnTo>
                      <a:pt x="14966" y="20693"/>
                    </a:lnTo>
                    <a:lnTo>
                      <a:pt x="23398" y="14621"/>
                    </a:lnTo>
                    <a:lnTo>
                      <a:pt x="13901" y="14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6"/>
              <p:cNvSpPr/>
              <p:nvPr/>
            </p:nvSpPr>
            <p:spPr>
              <a:xfrm>
                <a:off x="2623000" y="4825050"/>
                <a:ext cx="235300" cy="479200"/>
              </a:xfrm>
              <a:custGeom>
                <a:rect b="b" l="l" r="r" t="t"/>
                <a:pathLst>
                  <a:path extrusionOk="0" h="19168" w="9412">
                    <a:moveTo>
                      <a:pt x="0" y="1"/>
                    </a:moveTo>
                    <a:lnTo>
                      <a:pt x="403" y="9441"/>
                    </a:lnTo>
                    <a:lnTo>
                      <a:pt x="777" y="18880"/>
                    </a:lnTo>
                    <a:lnTo>
                      <a:pt x="979" y="19168"/>
                    </a:lnTo>
                    <a:lnTo>
                      <a:pt x="9411" y="1309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6"/>
              <p:cNvSpPr/>
              <p:nvPr/>
            </p:nvSpPr>
            <p:spPr>
              <a:xfrm>
                <a:off x="2435200" y="5297750"/>
                <a:ext cx="585700" cy="517350"/>
              </a:xfrm>
              <a:custGeom>
                <a:rect b="b" l="l" r="r" t="t"/>
                <a:pathLst>
                  <a:path extrusionOk="0" h="20694" w="23428">
                    <a:moveTo>
                      <a:pt x="8433" y="1"/>
                    </a:moveTo>
                    <a:lnTo>
                      <a:pt x="1" y="6073"/>
                    </a:lnTo>
                    <a:lnTo>
                      <a:pt x="9498" y="19283"/>
                    </a:lnTo>
                    <a:lnTo>
                      <a:pt x="23427" y="20693"/>
                    </a:lnTo>
                    <a:lnTo>
                      <a:pt x="23427" y="20693"/>
                    </a:lnTo>
                    <a:lnTo>
                      <a:pt x="17930" y="1323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6"/>
              <p:cNvSpPr/>
              <p:nvPr/>
            </p:nvSpPr>
            <p:spPr>
              <a:xfrm>
                <a:off x="2435200" y="5297750"/>
                <a:ext cx="235300" cy="478500"/>
              </a:xfrm>
              <a:custGeom>
                <a:rect b="b" l="l" r="r" t="t"/>
                <a:pathLst>
                  <a:path extrusionOk="0" h="19140" w="9412">
                    <a:moveTo>
                      <a:pt x="8433" y="1"/>
                    </a:moveTo>
                    <a:lnTo>
                      <a:pt x="1" y="6073"/>
                    </a:lnTo>
                    <a:lnTo>
                      <a:pt x="9412" y="19139"/>
                    </a:lnTo>
                    <a:lnTo>
                      <a:pt x="9038" y="9728"/>
                    </a:lnTo>
                    <a:lnTo>
                      <a:pt x="8635" y="28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6"/>
              <p:cNvSpPr/>
              <p:nvPr/>
            </p:nvSpPr>
            <p:spPr>
              <a:xfrm>
                <a:off x="2644575" y="4920025"/>
                <a:ext cx="513025" cy="588575"/>
              </a:xfrm>
              <a:custGeom>
                <a:rect b="b" l="l" r="r" t="t"/>
                <a:pathLst>
                  <a:path extrusionOk="0" h="23543" w="20521">
                    <a:moveTo>
                      <a:pt x="20520" y="1"/>
                    </a:moveTo>
                    <a:lnTo>
                      <a:pt x="13124" y="5555"/>
                    </a:lnTo>
                    <a:lnTo>
                      <a:pt x="1" y="15196"/>
                    </a:lnTo>
                    <a:lnTo>
                      <a:pt x="6131" y="23542"/>
                    </a:lnTo>
                    <a:lnTo>
                      <a:pt x="19254" y="13901"/>
                    </a:lnTo>
                    <a:lnTo>
                      <a:pt x="205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6"/>
              <p:cNvSpPr/>
              <p:nvPr/>
            </p:nvSpPr>
            <p:spPr>
              <a:xfrm>
                <a:off x="2644575" y="5270425"/>
                <a:ext cx="478475" cy="238175"/>
              </a:xfrm>
              <a:custGeom>
                <a:rect b="b" l="l" r="r" t="t"/>
                <a:pathLst>
                  <a:path extrusionOk="0" h="9527" w="19139">
                    <a:moveTo>
                      <a:pt x="19139" y="0"/>
                    </a:moveTo>
                    <a:lnTo>
                      <a:pt x="9699" y="461"/>
                    </a:lnTo>
                    <a:lnTo>
                      <a:pt x="260" y="950"/>
                    </a:lnTo>
                    <a:lnTo>
                      <a:pt x="1" y="1180"/>
                    </a:lnTo>
                    <a:lnTo>
                      <a:pt x="6131" y="9526"/>
                    </a:lnTo>
                    <a:lnTo>
                      <a:pt x="191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6"/>
              <p:cNvSpPr/>
              <p:nvPr/>
            </p:nvSpPr>
            <p:spPr>
              <a:xfrm>
                <a:off x="2137350" y="5087675"/>
                <a:ext cx="510125" cy="592150"/>
              </a:xfrm>
              <a:custGeom>
                <a:rect b="b" l="l" r="r" t="t"/>
                <a:pathLst>
                  <a:path extrusionOk="0" h="23686" w="20405">
                    <a:moveTo>
                      <a:pt x="14188" y="0"/>
                    </a:moveTo>
                    <a:lnTo>
                      <a:pt x="1151" y="9757"/>
                    </a:lnTo>
                    <a:lnTo>
                      <a:pt x="0" y="23686"/>
                    </a:lnTo>
                    <a:lnTo>
                      <a:pt x="0" y="23686"/>
                    </a:lnTo>
                    <a:lnTo>
                      <a:pt x="7368" y="18074"/>
                    </a:lnTo>
                    <a:lnTo>
                      <a:pt x="20405" y="8318"/>
                    </a:lnTo>
                    <a:lnTo>
                      <a:pt x="14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6"/>
              <p:cNvSpPr/>
              <p:nvPr/>
            </p:nvSpPr>
            <p:spPr>
              <a:xfrm>
                <a:off x="2169725" y="5087675"/>
                <a:ext cx="477750" cy="241050"/>
              </a:xfrm>
              <a:custGeom>
                <a:rect b="b" l="l" r="r" t="t"/>
                <a:pathLst>
                  <a:path extrusionOk="0" h="9642" w="19110">
                    <a:moveTo>
                      <a:pt x="12893" y="0"/>
                    </a:moveTo>
                    <a:lnTo>
                      <a:pt x="0" y="9641"/>
                    </a:lnTo>
                    <a:lnTo>
                      <a:pt x="0" y="9641"/>
                    </a:lnTo>
                    <a:lnTo>
                      <a:pt x="9411" y="9095"/>
                    </a:lnTo>
                    <a:lnTo>
                      <a:pt x="18851" y="8548"/>
                    </a:lnTo>
                    <a:lnTo>
                      <a:pt x="19110" y="8318"/>
                    </a:lnTo>
                    <a:lnTo>
                      <a:pt x="128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6"/>
              <p:cNvSpPr/>
              <p:nvPr/>
            </p:nvSpPr>
            <p:spPr>
              <a:xfrm>
                <a:off x="2599250" y="5247400"/>
                <a:ext cx="96450" cy="97150"/>
              </a:xfrm>
              <a:custGeom>
                <a:rect b="b" l="l" r="r" t="t"/>
                <a:pathLst>
                  <a:path extrusionOk="0" h="3886" w="3858">
                    <a:moveTo>
                      <a:pt x="1871" y="0"/>
                    </a:moveTo>
                    <a:lnTo>
                      <a:pt x="1670" y="29"/>
                    </a:lnTo>
                    <a:lnTo>
                      <a:pt x="1497" y="58"/>
                    </a:lnTo>
                    <a:lnTo>
                      <a:pt x="1324" y="115"/>
                    </a:lnTo>
                    <a:lnTo>
                      <a:pt x="1152" y="173"/>
                    </a:lnTo>
                    <a:lnTo>
                      <a:pt x="979" y="259"/>
                    </a:lnTo>
                    <a:lnTo>
                      <a:pt x="806" y="375"/>
                    </a:lnTo>
                    <a:lnTo>
                      <a:pt x="663" y="490"/>
                    </a:lnTo>
                    <a:lnTo>
                      <a:pt x="547" y="605"/>
                    </a:lnTo>
                    <a:lnTo>
                      <a:pt x="404" y="749"/>
                    </a:lnTo>
                    <a:lnTo>
                      <a:pt x="317" y="893"/>
                    </a:lnTo>
                    <a:lnTo>
                      <a:pt x="202" y="1065"/>
                    </a:lnTo>
                    <a:lnTo>
                      <a:pt x="116" y="1238"/>
                    </a:lnTo>
                    <a:lnTo>
                      <a:pt x="58" y="1439"/>
                    </a:lnTo>
                    <a:lnTo>
                      <a:pt x="29" y="1612"/>
                    </a:lnTo>
                    <a:lnTo>
                      <a:pt x="1" y="1813"/>
                    </a:lnTo>
                    <a:lnTo>
                      <a:pt x="1" y="2015"/>
                    </a:lnTo>
                    <a:lnTo>
                      <a:pt x="1" y="2188"/>
                    </a:lnTo>
                    <a:lnTo>
                      <a:pt x="29" y="2389"/>
                    </a:lnTo>
                    <a:lnTo>
                      <a:pt x="87" y="2562"/>
                    </a:lnTo>
                    <a:lnTo>
                      <a:pt x="173" y="2734"/>
                    </a:lnTo>
                    <a:lnTo>
                      <a:pt x="260" y="2907"/>
                    </a:lnTo>
                    <a:lnTo>
                      <a:pt x="346" y="3051"/>
                    </a:lnTo>
                    <a:lnTo>
                      <a:pt x="461" y="3195"/>
                    </a:lnTo>
                    <a:lnTo>
                      <a:pt x="576" y="3339"/>
                    </a:lnTo>
                    <a:lnTo>
                      <a:pt x="720" y="3454"/>
                    </a:lnTo>
                    <a:lnTo>
                      <a:pt x="893" y="3569"/>
                    </a:lnTo>
                    <a:lnTo>
                      <a:pt x="1037" y="3684"/>
                    </a:lnTo>
                    <a:lnTo>
                      <a:pt x="1238" y="3742"/>
                    </a:lnTo>
                    <a:lnTo>
                      <a:pt x="1411" y="3828"/>
                    </a:lnTo>
                    <a:lnTo>
                      <a:pt x="1612" y="3857"/>
                    </a:lnTo>
                    <a:lnTo>
                      <a:pt x="1814" y="3886"/>
                    </a:lnTo>
                    <a:lnTo>
                      <a:pt x="1986" y="3886"/>
                    </a:lnTo>
                    <a:lnTo>
                      <a:pt x="2188" y="3857"/>
                    </a:lnTo>
                    <a:lnTo>
                      <a:pt x="2361" y="3828"/>
                    </a:lnTo>
                    <a:lnTo>
                      <a:pt x="2533" y="3799"/>
                    </a:lnTo>
                    <a:lnTo>
                      <a:pt x="2706" y="3713"/>
                    </a:lnTo>
                    <a:lnTo>
                      <a:pt x="2879" y="3627"/>
                    </a:lnTo>
                    <a:lnTo>
                      <a:pt x="3051" y="3540"/>
                    </a:lnTo>
                    <a:lnTo>
                      <a:pt x="3195" y="3425"/>
                    </a:lnTo>
                    <a:lnTo>
                      <a:pt x="3339" y="3281"/>
                    </a:lnTo>
                    <a:lnTo>
                      <a:pt x="3454" y="3166"/>
                    </a:lnTo>
                    <a:lnTo>
                      <a:pt x="3569" y="2993"/>
                    </a:lnTo>
                    <a:lnTo>
                      <a:pt x="3656" y="2821"/>
                    </a:lnTo>
                    <a:lnTo>
                      <a:pt x="3742" y="2648"/>
                    </a:lnTo>
                    <a:lnTo>
                      <a:pt x="3799" y="2475"/>
                    </a:lnTo>
                    <a:lnTo>
                      <a:pt x="3828" y="2274"/>
                    </a:lnTo>
                    <a:lnTo>
                      <a:pt x="3857" y="2072"/>
                    </a:lnTo>
                    <a:lnTo>
                      <a:pt x="3857" y="1900"/>
                    </a:lnTo>
                    <a:lnTo>
                      <a:pt x="3857" y="1698"/>
                    </a:lnTo>
                    <a:lnTo>
                      <a:pt x="3828" y="1526"/>
                    </a:lnTo>
                    <a:lnTo>
                      <a:pt x="3771" y="1324"/>
                    </a:lnTo>
                    <a:lnTo>
                      <a:pt x="3713" y="1152"/>
                    </a:lnTo>
                    <a:lnTo>
                      <a:pt x="3627" y="1008"/>
                    </a:lnTo>
                    <a:lnTo>
                      <a:pt x="3512" y="835"/>
                    </a:lnTo>
                    <a:lnTo>
                      <a:pt x="3397" y="691"/>
                    </a:lnTo>
                    <a:lnTo>
                      <a:pt x="3281" y="547"/>
                    </a:lnTo>
                    <a:lnTo>
                      <a:pt x="3138" y="432"/>
                    </a:lnTo>
                    <a:lnTo>
                      <a:pt x="2994" y="317"/>
                    </a:lnTo>
                    <a:lnTo>
                      <a:pt x="2821" y="231"/>
                    </a:lnTo>
                    <a:lnTo>
                      <a:pt x="2648" y="144"/>
                    </a:lnTo>
                    <a:lnTo>
                      <a:pt x="2447" y="87"/>
                    </a:lnTo>
                    <a:lnTo>
                      <a:pt x="2245" y="29"/>
                    </a:lnTo>
                    <a:lnTo>
                      <a:pt x="2073" y="29"/>
                    </a:lnTo>
                    <a:lnTo>
                      <a:pt x="1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6" name="Google Shape;586;p26"/>
            <p:cNvGrpSpPr/>
            <p:nvPr/>
          </p:nvGrpSpPr>
          <p:grpSpPr>
            <a:xfrm>
              <a:off x="3258603" y="4603995"/>
              <a:ext cx="457615" cy="472896"/>
              <a:chOff x="3527775" y="6183075"/>
              <a:chExt cx="1033925" cy="1068450"/>
            </a:xfrm>
          </p:grpSpPr>
          <p:sp>
            <p:nvSpPr>
              <p:cNvPr id="587" name="Google Shape;587;p26"/>
              <p:cNvSpPr/>
              <p:nvPr/>
            </p:nvSpPr>
            <p:spPr>
              <a:xfrm>
                <a:off x="3527775" y="6183075"/>
                <a:ext cx="1033925" cy="1068450"/>
              </a:xfrm>
              <a:custGeom>
                <a:rect b="b" l="l" r="r" t="t"/>
                <a:pathLst>
                  <a:path extrusionOk="0" h="42738" w="41357">
                    <a:moveTo>
                      <a:pt x="25585" y="1"/>
                    </a:moveTo>
                    <a:lnTo>
                      <a:pt x="25211" y="58"/>
                    </a:lnTo>
                    <a:lnTo>
                      <a:pt x="24837" y="145"/>
                    </a:lnTo>
                    <a:lnTo>
                      <a:pt x="24463" y="288"/>
                    </a:lnTo>
                    <a:lnTo>
                      <a:pt x="24118" y="519"/>
                    </a:lnTo>
                    <a:lnTo>
                      <a:pt x="23772" y="778"/>
                    </a:lnTo>
                    <a:lnTo>
                      <a:pt x="16549" y="7656"/>
                    </a:lnTo>
                    <a:lnTo>
                      <a:pt x="16290" y="7886"/>
                    </a:lnTo>
                    <a:lnTo>
                      <a:pt x="16002" y="8088"/>
                    </a:lnTo>
                    <a:lnTo>
                      <a:pt x="15714" y="8232"/>
                    </a:lnTo>
                    <a:lnTo>
                      <a:pt x="15369" y="8347"/>
                    </a:lnTo>
                    <a:lnTo>
                      <a:pt x="15052" y="8404"/>
                    </a:lnTo>
                    <a:lnTo>
                      <a:pt x="14707" y="8462"/>
                    </a:lnTo>
                    <a:lnTo>
                      <a:pt x="14361" y="8433"/>
                    </a:lnTo>
                    <a:lnTo>
                      <a:pt x="14016" y="8375"/>
                    </a:lnTo>
                    <a:lnTo>
                      <a:pt x="4260" y="6332"/>
                    </a:lnTo>
                    <a:lnTo>
                      <a:pt x="3828" y="6275"/>
                    </a:lnTo>
                    <a:lnTo>
                      <a:pt x="3425" y="6275"/>
                    </a:lnTo>
                    <a:lnTo>
                      <a:pt x="3022" y="6361"/>
                    </a:lnTo>
                    <a:lnTo>
                      <a:pt x="2648" y="6476"/>
                    </a:lnTo>
                    <a:lnTo>
                      <a:pt x="2303" y="6620"/>
                    </a:lnTo>
                    <a:lnTo>
                      <a:pt x="1986" y="6821"/>
                    </a:lnTo>
                    <a:lnTo>
                      <a:pt x="1699" y="7080"/>
                    </a:lnTo>
                    <a:lnTo>
                      <a:pt x="1440" y="7368"/>
                    </a:lnTo>
                    <a:lnTo>
                      <a:pt x="1238" y="7685"/>
                    </a:lnTo>
                    <a:lnTo>
                      <a:pt x="1065" y="8001"/>
                    </a:lnTo>
                    <a:lnTo>
                      <a:pt x="950" y="8375"/>
                    </a:lnTo>
                    <a:lnTo>
                      <a:pt x="864" y="8750"/>
                    </a:lnTo>
                    <a:lnTo>
                      <a:pt x="835" y="9152"/>
                    </a:lnTo>
                    <a:lnTo>
                      <a:pt x="864" y="9527"/>
                    </a:lnTo>
                    <a:lnTo>
                      <a:pt x="979" y="9930"/>
                    </a:lnTo>
                    <a:lnTo>
                      <a:pt x="1123" y="10332"/>
                    </a:lnTo>
                    <a:lnTo>
                      <a:pt x="5440" y="19340"/>
                    </a:lnTo>
                    <a:lnTo>
                      <a:pt x="5584" y="19657"/>
                    </a:lnTo>
                    <a:lnTo>
                      <a:pt x="5670" y="19973"/>
                    </a:lnTo>
                    <a:lnTo>
                      <a:pt x="5699" y="20319"/>
                    </a:lnTo>
                    <a:lnTo>
                      <a:pt x="5728" y="20664"/>
                    </a:lnTo>
                    <a:lnTo>
                      <a:pt x="5670" y="21010"/>
                    </a:lnTo>
                    <a:lnTo>
                      <a:pt x="5613" y="21326"/>
                    </a:lnTo>
                    <a:lnTo>
                      <a:pt x="5497" y="21643"/>
                    </a:lnTo>
                    <a:lnTo>
                      <a:pt x="5354" y="21959"/>
                    </a:lnTo>
                    <a:lnTo>
                      <a:pt x="375" y="30622"/>
                    </a:lnTo>
                    <a:lnTo>
                      <a:pt x="202" y="30996"/>
                    </a:lnTo>
                    <a:lnTo>
                      <a:pt x="58" y="31399"/>
                    </a:lnTo>
                    <a:lnTo>
                      <a:pt x="1" y="31802"/>
                    </a:lnTo>
                    <a:lnTo>
                      <a:pt x="1" y="32176"/>
                    </a:lnTo>
                    <a:lnTo>
                      <a:pt x="58" y="32550"/>
                    </a:lnTo>
                    <a:lnTo>
                      <a:pt x="144" y="32924"/>
                    </a:lnTo>
                    <a:lnTo>
                      <a:pt x="288" y="33269"/>
                    </a:lnTo>
                    <a:lnTo>
                      <a:pt x="490" y="33615"/>
                    </a:lnTo>
                    <a:lnTo>
                      <a:pt x="720" y="33903"/>
                    </a:lnTo>
                    <a:lnTo>
                      <a:pt x="979" y="34162"/>
                    </a:lnTo>
                    <a:lnTo>
                      <a:pt x="1296" y="34392"/>
                    </a:lnTo>
                    <a:lnTo>
                      <a:pt x="1612" y="34593"/>
                    </a:lnTo>
                    <a:lnTo>
                      <a:pt x="1986" y="34737"/>
                    </a:lnTo>
                    <a:lnTo>
                      <a:pt x="2361" y="34824"/>
                    </a:lnTo>
                    <a:lnTo>
                      <a:pt x="2792" y="34852"/>
                    </a:lnTo>
                    <a:lnTo>
                      <a:pt x="3195" y="34824"/>
                    </a:lnTo>
                    <a:lnTo>
                      <a:pt x="13095" y="33500"/>
                    </a:lnTo>
                    <a:lnTo>
                      <a:pt x="13786" y="33500"/>
                    </a:lnTo>
                    <a:lnTo>
                      <a:pt x="14131" y="33557"/>
                    </a:lnTo>
                    <a:lnTo>
                      <a:pt x="14448" y="33672"/>
                    </a:lnTo>
                    <a:lnTo>
                      <a:pt x="14764" y="33788"/>
                    </a:lnTo>
                    <a:lnTo>
                      <a:pt x="15052" y="33960"/>
                    </a:lnTo>
                    <a:lnTo>
                      <a:pt x="15311" y="34162"/>
                    </a:lnTo>
                    <a:lnTo>
                      <a:pt x="15570" y="34421"/>
                    </a:lnTo>
                    <a:lnTo>
                      <a:pt x="22276" y="41817"/>
                    </a:lnTo>
                    <a:lnTo>
                      <a:pt x="22564" y="42105"/>
                    </a:lnTo>
                    <a:lnTo>
                      <a:pt x="22909" y="42335"/>
                    </a:lnTo>
                    <a:lnTo>
                      <a:pt x="23254" y="42536"/>
                    </a:lnTo>
                    <a:lnTo>
                      <a:pt x="23628" y="42652"/>
                    </a:lnTo>
                    <a:lnTo>
                      <a:pt x="24003" y="42738"/>
                    </a:lnTo>
                    <a:lnTo>
                      <a:pt x="24405" y="42738"/>
                    </a:lnTo>
                    <a:lnTo>
                      <a:pt x="24780" y="42709"/>
                    </a:lnTo>
                    <a:lnTo>
                      <a:pt x="25154" y="42623"/>
                    </a:lnTo>
                    <a:lnTo>
                      <a:pt x="25499" y="42508"/>
                    </a:lnTo>
                    <a:lnTo>
                      <a:pt x="25844" y="42335"/>
                    </a:lnTo>
                    <a:lnTo>
                      <a:pt x="26161" y="42105"/>
                    </a:lnTo>
                    <a:lnTo>
                      <a:pt x="26420" y="41846"/>
                    </a:lnTo>
                    <a:lnTo>
                      <a:pt x="26679" y="41558"/>
                    </a:lnTo>
                    <a:lnTo>
                      <a:pt x="26880" y="41213"/>
                    </a:lnTo>
                    <a:lnTo>
                      <a:pt x="27053" y="40838"/>
                    </a:lnTo>
                    <a:lnTo>
                      <a:pt x="27140" y="40436"/>
                    </a:lnTo>
                    <a:lnTo>
                      <a:pt x="28953" y="30622"/>
                    </a:lnTo>
                    <a:lnTo>
                      <a:pt x="29039" y="30276"/>
                    </a:lnTo>
                    <a:lnTo>
                      <a:pt x="29154" y="29960"/>
                    </a:lnTo>
                    <a:lnTo>
                      <a:pt x="29327" y="29643"/>
                    </a:lnTo>
                    <a:lnTo>
                      <a:pt x="29499" y="29384"/>
                    </a:lnTo>
                    <a:lnTo>
                      <a:pt x="29730" y="29125"/>
                    </a:lnTo>
                    <a:lnTo>
                      <a:pt x="29989" y="28895"/>
                    </a:lnTo>
                    <a:lnTo>
                      <a:pt x="30276" y="28694"/>
                    </a:lnTo>
                    <a:lnTo>
                      <a:pt x="30564" y="28550"/>
                    </a:lnTo>
                    <a:lnTo>
                      <a:pt x="39687" y="24463"/>
                    </a:lnTo>
                    <a:lnTo>
                      <a:pt x="40061" y="24262"/>
                    </a:lnTo>
                    <a:lnTo>
                      <a:pt x="40378" y="24003"/>
                    </a:lnTo>
                    <a:lnTo>
                      <a:pt x="40666" y="23715"/>
                    </a:lnTo>
                    <a:lnTo>
                      <a:pt x="40896" y="23427"/>
                    </a:lnTo>
                    <a:lnTo>
                      <a:pt x="41097" y="23082"/>
                    </a:lnTo>
                    <a:lnTo>
                      <a:pt x="41213" y="22708"/>
                    </a:lnTo>
                    <a:lnTo>
                      <a:pt x="41299" y="22362"/>
                    </a:lnTo>
                    <a:lnTo>
                      <a:pt x="41357" y="21988"/>
                    </a:lnTo>
                    <a:lnTo>
                      <a:pt x="41328" y="21585"/>
                    </a:lnTo>
                    <a:lnTo>
                      <a:pt x="41270" y="21211"/>
                    </a:lnTo>
                    <a:lnTo>
                      <a:pt x="41155" y="20866"/>
                    </a:lnTo>
                    <a:lnTo>
                      <a:pt x="41011" y="20520"/>
                    </a:lnTo>
                    <a:lnTo>
                      <a:pt x="40810" y="20175"/>
                    </a:lnTo>
                    <a:lnTo>
                      <a:pt x="40551" y="19887"/>
                    </a:lnTo>
                    <a:lnTo>
                      <a:pt x="40234" y="19599"/>
                    </a:lnTo>
                    <a:lnTo>
                      <a:pt x="39860" y="19369"/>
                    </a:lnTo>
                    <a:lnTo>
                      <a:pt x="31082" y="14649"/>
                    </a:lnTo>
                    <a:lnTo>
                      <a:pt x="30794" y="14448"/>
                    </a:lnTo>
                    <a:lnTo>
                      <a:pt x="30535" y="14246"/>
                    </a:lnTo>
                    <a:lnTo>
                      <a:pt x="30276" y="13987"/>
                    </a:lnTo>
                    <a:lnTo>
                      <a:pt x="30075" y="13728"/>
                    </a:lnTo>
                    <a:lnTo>
                      <a:pt x="29902" y="13441"/>
                    </a:lnTo>
                    <a:lnTo>
                      <a:pt x="29787" y="13124"/>
                    </a:lnTo>
                    <a:lnTo>
                      <a:pt x="29672" y="12779"/>
                    </a:lnTo>
                    <a:lnTo>
                      <a:pt x="29615" y="12462"/>
                    </a:lnTo>
                    <a:lnTo>
                      <a:pt x="28550" y="2533"/>
                    </a:lnTo>
                    <a:lnTo>
                      <a:pt x="28463" y="2102"/>
                    </a:lnTo>
                    <a:lnTo>
                      <a:pt x="28348" y="1727"/>
                    </a:lnTo>
                    <a:lnTo>
                      <a:pt x="28176" y="1353"/>
                    </a:lnTo>
                    <a:lnTo>
                      <a:pt x="27945" y="1037"/>
                    </a:lnTo>
                    <a:lnTo>
                      <a:pt x="27686" y="778"/>
                    </a:lnTo>
                    <a:lnTo>
                      <a:pt x="27370" y="519"/>
                    </a:lnTo>
                    <a:lnTo>
                      <a:pt x="27053" y="317"/>
                    </a:lnTo>
                    <a:lnTo>
                      <a:pt x="26708" y="173"/>
                    </a:lnTo>
                    <a:lnTo>
                      <a:pt x="26334" y="58"/>
                    </a:lnTo>
                    <a:lnTo>
                      <a:pt x="259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6"/>
              <p:cNvSpPr/>
              <p:nvPr/>
            </p:nvSpPr>
            <p:spPr>
              <a:xfrm>
                <a:off x="3793975" y="6741400"/>
                <a:ext cx="379925" cy="169825"/>
              </a:xfrm>
              <a:custGeom>
                <a:rect b="b" l="l" r="r" t="t"/>
                <a:pathLst>
                  <a:path extrusionOk="0" h="6793" w="15197">
                    <a:moveTo>
                      <a:pt x="375" y="0"/>
                    </a:moveTo>
                    <a:lnTo>
                      <a:pt x="231" y="29"/>
                    </a:lnTo>
                    <a:lnTo>
                      <a:pt x="116" y="115"/>
                    </a:lnTo>
                    <a:lnTo>
                      <a:pt x="30" y="231"/>
                    </a:lnTo>
                    <a:lnTo>
                      <a:pt x="1" y="375"/>
                    </a:lnTo>
                    <a:lnTo>
                      <a:pt x="30" y="518"/>
                    </a:lnTo>
                    <a:lnTo>
                      <a:pt x="174" y="864"/>
                    </a:lnTo>
                    <a:lnTo>
                      <a:pt x="519" y="1497"/>
                    </a:lnTo>
                    <a:lnTo>
                      <a:pt x="749" y="1871"/>
                    </a:lnTo>
                    <a:lnTo>
                      <a:pt x="1037" y="2303"/>
                    </a:lnTo>
                    <a:lnTo>
                      <a:pt x="1354" y="2763"/>
                    </a:lnTo>
                    <a:lnTo>
                      <a:pt x="1756" y="3252"/>
                    </a:lnTo>
                    <a:lnTo>
                      <a:pt x="2188" y="3713"/>
                    </a:lnTo>
                    <a:lnTo>
                      <a:pt x="2677" y="4202"/>
                    </a:lnTo>
                    <a:lnTo>
                      <a:pt x="3224" y="4663"/>
                    </a:lnTo>
                    <a:lnTo>
                      <a:pt x="3857" y="5123"/>
                    </a:lnTo>
                    <a:lnTo>
                      <a:pt x="4519" y="5526"/>
                    </a:lnTo>
                    <a:lnTo>
                      <a:pt x="4865" y="5727"/>
                    </a:lnTo>
                    <a:lnTo>
                      <a:pt x="5239" y="5900"/>
                    </a:lnTo>
                    <a:lnTo>
                      <a:pt x="5642" y="6073"/>
                    </a:lnTo>
                    <a:lnTo>
                      <a:pt x="6045" y="6245"/>
                    </a:lnTo>
                    <a:lnTo>
                      <a:pt x="6476" y="6361"/>
                    </a:lnTo>
                    <a:lnTo>
                      <a:pt x="6908" y="6504"/>
                    </a:lnTo>
                    <a:lnTo>
                      <a:pt x="7512" y="6620"/>
                    </a:lnTo>
                    <a:lnTo>
                      <a:pt x="8146" y="6735"/>
                    </a:lnTo>
                    <a:lnTo>
                      <a:pt x="8721" y="6763"/>
                    </a:lnTo>
                    <a:lnTo>
                      <a:pt x="9297" y="6792"/>
                    </a:lnTo>
                    <a:lnTo>
                      <a:pt x="9815" y="6763"/>
                    </a:lnTo>
                    <a:lnTo>
                      <a:pt x="10333" y="6735"/>
                    </a:lnTo>
                    <a:lnTo>
                      <a:pt x="10822" y="6677"/>
                    </a:lnTo>
                    <a:lnTo>
                      <a:pt x="11311" y="6591"/>
                    </a:lnTo>
                    <a:lnTo>
                      <a:pt x="11743" y="6476"/>
                    </a:lnTo>
                    <a:lnTo>
                      <a:pt x="12175" y="6361"/>
                    </a:lnTo>
                    <a:lnTo>
                      <a:pt x="12980" y="6102"/>
                    </a:lnTo>
                    <a:lnTo>
                      <a:pt x="13671" y="5814"/>
                    </a:lnTo>
                    <a:lnTo>
                      <a:pt x="14247" y="5526"/>
                    </a:lnTo>
                    <a:lnTo>
                      <a:pt x="14707" y="5267"/>
                    </a:lnTo>
                    <a:lnTo>
                      <a:pt x="15024" y="5066"/>
                    </a:lnTo>
                    <a:lnTo>
                      <a:pt x="15139" y="4950"/>
                    </a:lnTo>
                    <a:lnTo>
                      <a:pt x="15196" y="4835"/>
                    </a:lnTo>
                    <a:lnTo>
                      <a:pt x="15196" y="4663"/>
                    </a:lnTo>
                    <a:lnTo>
                      <a:pt x="15139" y="4547"/>
                    </a:lnTo>
                    <a:lnTo>
                      <a:pt x="15024" y="4432"/>
                    </a:lnTo>
                    <a:lnTo>
                      <a:pt x="14880" y="4375"/>
                    </a:lnTo>
                    <a:lnTo>
                      <a:pt x="14736" y="4375"/>
                    </a:lnTo>
                    <a:lnTo>
                      <a:pt x="14592" y="4432"/>
                    </a:lnTo>
                    <a:lnTo>
                      <a:pt x="14189" y="4691"/>
                    </a:lnTo>
                    <a:lnTo>
                      <a:pt x="13614" y="5008"/>
                    </a:lnTo>
                    <a:lnTo>
                      <a:pt x="13239" y="5181"/>
                    </a:lnTo>
                    <a:lnTo>
                      <a:pt x="12865" y="5353"/>
                    </a:lnTo>
                    <a:lnTo>
                      <a:pt x="12405" y="5497"/>
                    </a:lnTo>
                    <a:lnTo>
                      <a:pt x="11944" y="5641"/>
                    </a:lnTo>
                    <a:lnTo>
                      <a:pt x="11426" y="5785"/>
                    </a:lnTo>
                    <a:lnTo>
                      <a:pt x="10880" y="5900"/>
                    </a:lnTo>
                    <a:lnTo>
                      <a:pt x="10333" y="5986"/>
                    </a:lnTo>
                    <a:lnTo>
                      <a:pt x="9728" y="6015"/>
                    </a:lnTo>
                    <a:lnTo>
                      <a:pt x="9095" y="6044"/>
                    </a:lnTo>
                    <a:lnTo>
                      <a:pt x="8462" y="5986"/>
                    </a:lnTo>
                    <a:lnTo>
                      <a:pt x="7771" y="5900"/>
                    </a:lnTo>
                    <a:lnTo>
                      <a:pt x="7081" y="5756"/>
                    </a:lnTo>
                    <a:lnTo>
                      <a:pt x="6678" y="5641"/>
                    </a:lnTo>
                    <a:lnTo>
                      <a:pt x="6304" y="5526"/>
                    </a:lnTo>
                    <a:lnTo>
                      <a:pt x="5929" y="5382"/>
                    </a:lnTo>
                    <a:lnTo>
                      <a:pt x="5555" y="5209"/>
                    </a:lnTo>
                    <a:lnTo>
                      <a:pt x="4865" y="4864"/>
                    </a:lnTo>
                    <a:lnTo>
                      <a:pt x="4260" y="4490"/>
                    </a:lnTo>
                    <a:lnTo>
                      <a:pt x="3685" y="4058"/>
                    </a:lnTo>
                    <a:lnTo>
                      <a:pt x="3195" y="3627"/>
                    </a:lnTo>
                    <a:lnTo>
                      <a:pt x="2735" y="3195"/>
                    </a:lnTo>
                    <a:lnTo>
                      <a:pt x="2332" y="2734"/>
                    </a:lnTo>
                    <a:lnTo>
                      <a:pt x="1958" y="2303"/>
                    </a:lnTo>
                    <a:lnTo>
                      <a:pt x="1670" y="1871"/>
                    </a:lnTo>
                    <a:lnTo>
                      <a:pt x="1382" y="1497"/>
                    </a:lnTo>
                    <a:lnTo>
                      <a:pt x="1181" y="1123"/>
                    </a:lnTo>
                    <a:lnTo>
                      <a:pt x="864" y="547"/>
                    </a:lnTo>
                    <a:lnTo>
                      <a:pt x="720" y="231"/>
                    </a:lnTo>
                    <a:lnTo>
                      <a:pt x="634" y="115"/>
                    </a:lnTo>
                    <a:lnTo>
                      <a:pt x="519" y="29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6"/>
              <p:cNvSpPr/>
              <p:nvPr/>
            </p:nvSpPr>
            <p:spPr>
              <a:xfrm>
                <a:off x="3870975" y="6541375"/>
                <a:ext cx="63325" cy="106525"/>
              </a:xfrm>
              <a:custGeom>
                <a:rect b="b" l="l" r="r" t="t"/>
                <a:pathLst>
                  <a:path extrusionOk="0" h="4261" w="2533">
                    <a:moveTo>
                      <a:pt x="1813" y="1"/>
                    </a:moveTo>
                    <a:lnTo>
                      <a:pt x="1698" y="30"/>
                    </a:lnTo>
                    <a:lnTo>
                      <a:pt x="1583" y="58"/>
                    </a:lnTo>
                    <a:lnTo>
                      <a:pt x="1324" y="202"/>
                    </a:lnTo>
                    <a:lnTo>
                      <a:pt x="1094" y="404"/>
                    </a:lnTo>
                    <a:lnTo>
                      <a:pt x="864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29" y="2591"/>
                    </a:lnTo>
                    <a:lnTo>
                      <a:pt x="0" y="2994"/>
                    </a:lnTo>
                    <a:lnTo>
                      <a:pt x="0" y="3339"/>
                    </a:lnTo>
                    <a:lnTo>
                      <a:pt x="58" y="3656"/>
                    </a:lnTo>
                    <a:lnTo>
                      <a:pt x="173" y="3915"/>
                    </a:lnTo>
                    <a:lnTo>
                      <a:pt x="231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490" y="4231"/>
                    </a:lnTo>
                    <a:lnTo>
                      <a:pt x="605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50" y="4203"/>
                    </a:lnTo>
                    <a:lnTo>
                      <a:pt x="1209" y="4087"/>
                    </a:lnTo>
                    <a:lnTo>
                      <a:pt x="1439" y="3886"/>
                    </a:lnTo>
                    <a:lnTo>
                      <a:pt x="1670" y="3598"/>
                    </a:lnTo>
                    <a:lnTo>
                      <a:pt x="1900" y="3282"/>
                    </a:lnTo>
                    <a:lnTo>
                      <a:pt x="2101" y="2907"/>
                    </a:lnTo>
                    <a:lnTo>
                      <a:pt x="2274" y="2505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33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60" y="346"/>
                    </a:lnTo>
                    <a:lnTo>
                      <a:pt x="2303" y="231"/>
                    </a:lnTo>
                    <a:lnTo>
                      <a:pt x="2216" y="145"/>
                    </a:lnTo>
                    <a:lnTo>
                      <a:pt x="2130" y="87"/>
                    </a:lnTo>
                    <a:lnTo>
                      <a:pt x="2044" y="30"/>
                    </a:lnTo>
                    <a:lnTo>
                      <a:pt x="19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6"/>
              <p:cNvSpPr/>
              <p:nvPr/>
            </p:nvSpPr>
            <p:spPr>
              <a:xfrm>
                <a:off x="4103375" y="6623400"/>
                <a:ext cx="64050" cy="106500"/>
              </a:xfrm>
              <a:custGeom>
                <a:rect b="b" l="l" r="r" t="t"/>
                <a:pathLst>
                  <a:path extrusionOk="0" h="4260" w="2562">
                    <a:moveTo>
                      <a:pt x="1813" y="1"/>
                    </a:moveTo>
                    <a:lnTo>
                      <a:pt x="1698" y="29"/>
                    </a:lnTo>
                    <a:lnTo>
                      <a:pt x="1583" y="58"/>
                    </a:lnTo>
                    <a:lnTo>
                      <a:pt x="1353" y="173"/>
                    </a:lnTo>
                    <a:lnTo>
                      <a:pt x="1094" y="375"/>
                    </a:lnTo>
                    <a:lnTo>
                      <a:pt x="863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58" y="2591"/>
                    </a:lnTo>
                    <a:lnTo>
                      <a:pt x="0" y="2994"/>
                    </a:lnTo>
                    <a:lnTo>
                      <a:pt x="29" y="3339"/>
                    </a:lnTo>
                    <a:lnTo>
                      <a:pt x="86" y="3656"/>
                    </a:lnTo>
                    <a:lnTo>
                      <a:pt x="173" y="3915"/>
                    </a:lnTo>
                    <a:lnTo>
                      <a:pt x="230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518" y="4231"/>
                    </a:lnTo>
                    <a:lnTo>
                      <a:pt x="633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79" y="4202"/>
                    </a:lnTo>
                    <a:lnTo>
                      <a:pt x="1209" y="4058"/>
                    </a:lnTo>
                    <a:lnTo>
                      <a:pt x="1468" y="3857"/>
                    </a:lnTo>
                    <a:lnTo>
                      <a:pt x="1698" y="3598"/>
                    </a:lnTo>
                    <a:lnTo>
                      <a:pt x="1928" y="3281"/>
                    </a:lnTo>
                    <a:lnTo>
                      <a:pt x="2130" y="2907"/>
                    </a:lnTo>
                    <a:lnTo>
                      <a:pt x="2302" y="2504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61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89" y="346"/>
                    </a:lnTo>
                    <a:lnTo>
                      <a:pt x="2302" y="231"/>
                    </a:lnTo>
                    <a:lnTo>
                      <a:pt x="2245" y="144"/>
                    </a:lnTo>
                    <a:lnTo>
                      <a:pt x="2159" y="87"/>
                    </a:lnTo>
                    <a:lnTo>
                      <a:pt x="2043" y="29"/>
                    </a:lnTo>
                    <a:lnTo>
                      <a:pt x="19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27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593" name="Google Shape;593;p27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594" name="Google Shape;594;p27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5" name="Google Shape;595;p27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6" name="Google Shape;596;p27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7" name="Google Shape;597;p27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8" name="Google Shape;598;p27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9" name="Google Shape;599;p27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0" name="Google Shape;600;p27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1" name="Google Shape;601;p27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3" name="Google Shape;603;p27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04" name="Google Shape;604;p27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605" name="Google Shape;605;p27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6" name="Google Shape;60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7" name="Google Shape;607;p27"/>
          <p:cNvSpPr txBox="1"/>
          <p:nvPr>
            <p:ph idx="1" type="subTitle"/>
          </p:nvPr>
        </p:nvSpPr>
        <p:spPr>
          <a:xfrm>
            <a:off x="720011" y="2105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27"/>
          <p:cNvSpPr txBox="1"/>
          <p:nvPr>
            <p:ph idx="2" type="subTitle"/>
          </p:nvPr>
        </p:nvSpPr>
        <p:spPr>
          <a:xfrm>
            <a:off x="3093689" y="2105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27"/>
          <p:cNvSpPr txBox="1"/>
          <p:nvPr>
            <p:ph idx="3" type="subTitle"/>
          </p:nvPr>
        </p:nvSpPr>
        <p:spPr>
          <a:xfrm>
            <a:off x="720011" y="34953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p27"/>
          <p:cNvSpPr txBox="1"/>
          <p:nvPr>
            <p:ph idx="4" type="subTitle"/>
          </p:nvPr>
        </p:nvSpPr>
        <p:spPr>
          <a:xfrm>
            <a:off x="3093689" y="34953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27"/>
          <p:cNvSpPr txBox="1"/>
          <p:nvPr>
            <p:ph idx="5" type="subTitle"/>
          </p:nvPr>
        </p:nvSpPr>
        <p:spPr>
          <a:xfrm>
            <a:off x="720011" y="17424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2" name="Google Shape;612;p27"/>
          <p:cNvSpPr txBox="1"/>
          <p:nvPr>
            <p:ph idx="6" type="subTitle"/>
          </p:nvPr>
        </p:nvSpPr>
        <p:spPr>
          <a:xfrm>
            <a:off x="720011" y="31326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3" name="Google Shape;613;p27"/>
          <p:cNvSpPr txBox="1"/>
          <p:nvPr>
            <p:ph idx="7" type="subTitle"/>
          </p:nvPr>
        </p:nvSpPr>
        <p:spPr>
          <a:xfrm>
            <a:off x="3093686" y="17424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4" name="Google Shape;614;p27"/>
          <p:cNvSpPr txBox="1"/>
          <p:nvPr>
            <p:ph idx="8" type="subTitle"/>
          </p:nvPr>
        </p:nvSpPr>
        <p:spPr>
          <a:xfrm>
            <a:off x="3093686" y="31326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615" name="Google Shape;615;p27"/>
          <p:cNvGrpSpPr/>
          <p:nvPr/>
        </p:nvGrpSpPr>
        <p:grpSpPr>
          <a:xfrm>
            <a:off x="4862342" y="4699650"/>
            <a:ext cx="762322" cy="348808"/>
            <a:chOff x="4862342" y="4699650"/>
            <a:chExt cx="762322" cy="348808"/>
          </a:xfrm>
        </p:grpSpPr>
        <p:grpSp>
          <p:nvGrpSpPr>
            <p:cNvPr id="616" name="Google Shape;616;p27"/>
            <p:cNvGrpSpPr/>
            <p:nvPr/>
          </p:nvGrpSpPr>
          <p:grpSpPr>
            <a:xfrm rot="-10020531">
              <a:off x="5051074" y="4759073"/>
              <a:ext cx="554846" cy="229962"/>
              <a:chOff x="6228000" y="1478750"/>
              <a:chExt cx="745100" cy="308775"/>
            </a:xfrm>
          </p:grpSpPr>
          <p:sp>
            <p:nvSpPr>
              <p:cNvPr id="617" name="Google Shape;617;p27"/>
              <p:cNvSpPr/>
              <p:nvPr/>
            </p:nvSpPr>
            <p:spPr>
              <a:xfrm>
                <a:off x="6270525" y="1478750"/>
                <a:ext cx="702575" cy="305625"/>
              </a:xfrm>
              <a:custGeom>
                <a:rect b="b" l="l" r="r" t="t"/>
                <a:pathLst>
                  <a:path extrusionOk="0" h="12225" w="28103">
                    <a:moveTo>
                      <a:pt x="25646" y="0"/>
                    </a:moveTo>
                    <a:lnTo>
                      <a:pt x="25394" y="32"/>
                    </a:lnTo>
                    <a:lnTo>
                      <a:pt x="25173" y="63"/>
                    </a:lnTo>
                    <a:lnTo>
                      <a:pt x="24921" y="126"/>
                    </a:lnTo>
                    <a:lnTo>
                      <a:pt x="3403" y="7467"/>
                    </a:lnTo>
                    <a:lnTo>
                      <a:pt x="32" y="10050"/>
                    </a:lnTo>
                    <a:lnTo>
                      <a:pt x="1" y="10302"/>
                    </a:lnTo>
                    <a:lnTo>
                      <a:pt x="32" y="10586"/>
                    </a:lnTo>
                    <a:lnTo>
                      <a:pt x="64" y="10838"/>
                    </a:lnTo>
                    <a:lnTo>
                      <a:pt x="127" y="11090"/>
                    </a:lnTo>
                    <a:lnTo>
                      <a:pt x="284" y="11437"/>
                    </a:lnTo>
                    <a:lnTo>
                      <a:pt x="473" y="11720"/>
                    </a:lnTo>
                    <a:lnTo>
                      <a:pt x="694" y="12004"/>
                    </a:lnTo>
                    <a:lnTo>
                      <a:pt x="946" y="12224"/>
                    </a:lnTo>
                    <a:lnTo>
                      <a:pt x="4947" y="12004"/>
                    </a:lnTo>
                    <a:lnTo>
                      <a:pt x="26465" y="4695"/>
                    </a:lnTo>
                    <a:lnTo>
                      <a:pt x="26717" y="4600"/>
                    </a:lnTo>
                    <a:lnTo>
                      <a:pt x="26906" y="4506"/>
                    </a:lnTo>
                    <a:lnTo>
                      <a:pt x="27126" y="4380"/>
                    </a:lnTo>
                    <a:lnTo>
                      <a:pt x="27315" y="4222"/>
                    </a:lnTo>
                    <a:lnTo>
                      <a:pt x="27473" y="4064"/>
                    </a:lnTo>
                    <a:lnTo>
                      <a:pt x="27630" y="3875"/>
                    </a:lnTo>
                    <a:lnTo>
                      <a:pt x="27756" y="3686"/>
                    </a:lnTo>
                    <a:lnTo>
                      <a:pt x="27851" y="3466"/>
                    </a:lnTo>
                    <a:lnTo>
                      <a:pt x="27945" y="3277"/>
                    </a:lnTo>
                    <a:lnTo>
                      <a:pt x="28008" y="3056"/>
                    </a:lnTo>
                    <a:lnTo>
                      <a:pt x="28071" y="2836"/>
                    </a:lnTo>
                    <a:lnTo>
                      <a:pt x="28103" y="2584"/>
                    </a:lnTo>
                    <a:lnTo>
                      <a:pt x="28103" y="2363"/>
                    </a:lnTo>
                    <a:lnTo>
                      <a:pt x="28071" y="2111"/>
                    </a:lnTo>
                    <a:lnTo>
                      <a:pt x="28040" y="1859"/>
                    </a:lnTo>
                    <a:lnTo>
                      <a:pt x="27977" y="1639"/>
                    </a:lnTo>
                    <a:lnTo>
                      <a:pt x="27882" y="1418"/>
                    </a:lnTo>
                    <a:lnTo>
                      <a:pt x="27756" y="1198"/>
                    </a:lnTo>
                    <a:lnTo>
                      <a:pt x="27630" y="1009"/>
                    </a:lnTo>
                    <a:lnTo>
                      <a:pt x="27504" y="819"/>
                    </a:lnTo>
                    <a:lnTo>
                      <a:pt x="27315" y="662"/>
                    </a:lnTo>
                    <a:lnTo>
                      <a:pt x="27158" y="504"/>
                    </a:lnTo>
                    <a:lnTo>
                      <a:pt x="26969" y="378"/>
                    </a:lnTo>
                    <a:lnTo>
                      <a:pt x="26748" y="252"/>
                    </a:lnTo>
                    <a:lnTo>
                      <a:pt x="26559" y="158"/>
                    </a:lnTo>
                    <a:lnTo>
                      <a:pt x="26339" y="95"/>
                    </a:lnTo>
                    <a:lnTo>
                      <a:pt x="26118" y="32"/>
                    </a:lnTo>
                    <a:lnTo>
                      <a:pt x="258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27"/>
              <p:cNvSpPr/>
              <p:nvPr/>
            </p:nvSpPr>
            <p:spPr>
              <a:xfrm>
                <a:off x="6228000" y="1665400"/>
                <a:ext cx="166200" cy="122125"/>
              </a:xfrm>
              <a:custGeom>
                <a:rect b="b" l="l" r="r" t="t"/>
                <a:pathLst>
                  <a:path extrusionOk="0" h="4885" w="6648">
                    <a:moveTo>
                      <a:pt x="5104" y="1"/>
                    </a:moveTo>
                    <a:lnTo>
                      <a:pt x="1733" y="2584"/>
                    </a:lnTo>
                    <a:lnTo>
                      <a:pt x="32" y="3908"/>
                    </a:lnTo>
                    <a:lnTo>
                      <a:pt x="0" y="4128"/>
                    </a:lnTo>
                    <a:lnTo>
                      <a:pt x="32" y="4286"/>
                    </a:lnTo>
                    <a:lnTo>
                      <a:pt x="63" y="4443"/>
                    </a:lnTo>
                    <a:lnTo>
                      <a:pt x="126" y="4601"/>
                    </a:lnTo>
                    <a:lnTo>
                      <a:pt x="189" y="4727"/>
                    </a:lnTo>
                    <a:lnTo>
                      <a:pt x="347" y="4884"/>
                    </a:lnTo>
                    <a:lnTo>
                      <a:pt x="2647" y="4758"/>
                    </a:lnTo>
                    <a:lnTo>
                      <a:pt x="6648" y="4538"/>
                    </a:lnTo>
                    <a:lnTo>
                      <a:pt x="5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27"/>
              <p:cNvSpPr/>
              <p:nvPr/>
            </p:nvSpPr>
            <p:spPr>
              <a:xfrm>
                <a:off x="6852575" y="1489775"/>
                <a:ext cx="55950" cy="120525"/>
              </a:xfrm>
              <a:custGeom>
                <a:rect b="b" l="l" r="r" t="t"/>
                <a:pathLst>
                  <a:path extrusionOk="0" h="4821" w="2238">
                    <a:moveTo>
                      <a:pt x="694" y="0"/>
                    </a:moveTo>
                    <a:lnTo>
                      <a:pt x="1" y="252"/>
                    </a:lnTo>
                    <a:lnTo>
                      <a:pt x="1544" y="4821"/>
                    </a:lnTo>
                    <a:lnTo>
                      <a:pt x="2238" y="456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27"/>
              <p:cNvSpPr/>
              <p:nvPr/>
            </p:nvSpPr>
            <p:spPr>
              <a:xfrm>
                <a:off x="6816350" y="1499225"/>
                <a:ext cx="66975" cy="123675"/>
              </a:xfrm>
              <a:custGeom>
                <a:rect b="b" l="l" r="r" t="t"/>
                <a:pathLst>
                  <a:path extrusionOk="0" h="4947" w="2679">
                    <a:moveTo>
                      <a:pt x="1135" y="0"/>
                    </a:moveTo>
                    <a:lnTo>
                      <a:pt x="0" y="379"/>
                    </a:lnTo>
                    <a:lnTo>
                      <a:pt x="1544" y="4947"/>
                    </a:lnTo>
                    <a:lnTo>
                      <a:pt x="2678" y="4537"/>
                    </a:lnTo>
                    <a:lnTo>
                      <a:pt x="11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1" name="Google Shape;621;p27"/>
            <p:cNvGrpSpPr/>
            <p:nvPr/>
          </p:nvGrpSpPr>
          <p:grpSpPr>
            <a:xfrm flipH="1" rot="10564369">
              <a:off x="4869564" y="4759089"/>
              <a:ext cx="554838" cy="229960"/>
              <a:chOff x="6228000" y="1478750"/>
              <a:chExt cx="745100" cy="308775"/>
            </a:xfrm>
          </p:grpSpPr>
          <p:sp>
            <p:nvSpPr>
              <p:cNvPr id="622" name="Google Shape;622;p27"/>
              <p:cNvSpPr/>
              <p:nvPr/>
            </p:nvSpPr>
            <p:spPr>
              <a:xfrm>
                <a:off x="6270525" y="1478750"/>
                <a:ext cx="702575" cy="305625"/>
              </a:xfrm>
              <a:custGeom>
                <a:rect b="b" l="l" r="r" t="t"/>
                <a:pathLst>
                  <a:path extrusionOk="0" h="12225" w="28103">
                    <a:moveTo>
                      <a:pt x="25646" y="0"/>
                    </a:moveTo>
                    <a:lnTo>
                      <a:pt x="25394" y="32"/>
                    </a:lnTo>
                    <a:lnTo>
                      <a:pt x="25173" y="63"/>
                    </a:lnTo>
                    <a:lnTo>
                      <a:pt x="24921" y="126"/>
                    </a:lnTo>
                    <a:lnTo>
                      <a:pt x="3403" y="7467"/>
                    </a:lnTo>
                    <a:lnTo>
                      <a:pt x="32" y="10050"/>
                    </a:lnTo>
                    <a:lnTo>
                      <a:pt x="1" y="10302"/>
                    </a:lnTo>
                    <a:lnTo>
                      <a:pt x="32" y="10586"/>
                    </a:lnTo>
                    <a:lnTo>
                      <a:pt x="64" y="10838"/>
                    </a:lnTo>
                    <a:lnTo>
                      <a:pt x="127" y="11090"/>
                    </a:lnTo>
                    <a:lnTo>
                      <a:pt x="284" y="11437"/>
                    </a:lnTo>
                    <a:lnTo>
                      <a:pt x="473" y="11720"/>
                    </a:lnTo>
                    <a:lnTo>
                      <a:pt x="694" y="12004"/>
                    </a:lnTo>
                    <a:lnTo>
                      <a:pt x="946" y="12224"/>
                    </a:lnTo>
                    <a:lnTo>
                      <a:pt x="4947" y="12004"/>
                    </a:lnTo>
                    <a:lnTo>
                      <a:pt x="26465" y="4695"/>
                    </a:lnTo>
                    <a:lnTo>
                      <a:pt x="26717" y="4600"/>
                    </a:lnTo>
                    <a:lnTo>
                      <a:pt x="26906" y="4506"/>
                    </a:lnTo>
                    <a:lnTo>
                      <a:pt x="27126" y="4380"/>
                    </a:lnTo>
                    <a:lnTo>
                      <a:pt x="27315" y="4222"/>
                    </a:lnTo>
                    <a:lnTo>
                      <a:pt x="27473" y="4064"/>
                    </a:lnTo>
                    <a:lnTo>
                      <a:pt x="27630" y="3875"/>
                    </a:lnTo>
                    <a:lnTo>
                      <a:pt x="27756" y="3686"/>
                    </a:lnTo>
                    <a:lnTo>
                      <a:pt x="27851" y="3466"/>
                    </a:lnTo>
                    <a:lnTo>
                      <a:pt x="27945" y="3277"/>
                    </a:lnTo>
                    <a:lnTo>
                      <a:pt x="28008" y="3056"/>
                    </a:lnTo>
                    <a:lnTo>
                      <a:pt x="28071" y="2836"/>
                    </a:lnTo>
                    <a:lnTo>
                      <a:pt x="28103" y="2584"/>
                    </a:lnTo>
                    <a:lnTo>
                      <a:pt x="28103" y="2363"/>
                    </a:lnTo>
                    <a:lnTo>
                      <a:pt x="28071" y="2111"/>
                    </a:lnTo>
                    <a:lnTo>
                      <a:pt x="28040" y="1859"/>
                    </a:lnTo>
                    <a:lnTo>
                      <a:pt x="27977" y="1639"/>
                    </a:lnTo>
                    <a:lnTo>
                      <a:pt x="27882" y="1418"/>
                    </a:lnTo>
                    <a:lnTo>
                      <a:pt x="27756" y="1198"/>
                    </a:lnTo>
                    <a:lnTo>
                      <a:pt x="27630" y="1009"/>
                    </a:lnTo>
                    <a:lnTo>
                      <a:pt x="27504" y="819"/>
                    </a:lnTo>
                    <a:lnTo>
                      <a:pt x="27315" y="662"/>
                    </a:lnTo>
                    <a:lnTo>
                      <a:pt x="27158" y="504"/>
                    </a:lnTo>
                    <a:lnTo>
                      <a:pt x="26969" y="378"/>
                    </a:lnTo>
                    <a:lnTo>
                      <a:pt x="26748" y="252"/>
                    </a:lnTo>
                    <a:lnTo>
                      <a:pt x="26559" y="158"/>
                    </a:lnTo>
                    <a:lnTo>
                      <a:pt x="26339" y="95"/>
                    </a:lnTo>
                    <a:lnTo>
                      <a:pt x="26118" y="32"/>
                    </a:lnTo>
                    <a:lnTo>
                      <a:pt x="258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27"/>
              <p:cNvSpPr/>
              <p:nvPr/>
            </p:nvSpPr>
            <p:spPr>
              <a:xfrm>
                <a:off x="6228000" y="1665400"/>
                <a:ext cx="166200" cy="122125"/>
              </a:xfrm>
              <a:custGeom>
                <a:rect b="b" l="l" r="r" t="t"/>
                <a:pathLst>
                  <a:path extrusionOk="0" h="4885" w="6648">
                    <a:moveTo>
                      <a:pt x="5104" y="1"/>
                    </a:moveTo>
                    <a:lnTo>
                      <a:pt x="1733" y="2584"/>
                    </a:lnTo>
                    <a:lnTo>
                      <a:pt x="32" y="3908"/>
                    </a:lnTo>
                    <a:lnTo>
                      <a:pt x="0" y="4128"/>
                    </a:lnTo>
                    <a:lnTo>
                      <a:pt x="32" y="4286"/>
                    </a:lnTo>
                    <a:lnTo>
                      <a:pt x="63" y="4443"/>
                    </a:lnTo>
                    <a:lnTo>
                      <a:pt x="126" y="4601"/>
                    </a:lnTo>
                    <a:lnTo>
                      <a:pt x="189" y="4727"/>
                    </a:lnTo>
                    <a:lnTo>
                      <a:pt x="347" y="4884"/>
                    </a:lnTo>
                    <a:lnTo>
                      <a:pt x="2647" y="4758"/>
                    </a:lnTo>
                    <a:lnTo>
                      <a:pt x="6648" y="4538"/>
                    </a:lnTo>
                    <a:lnTo>
                      <a:pt x="5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27"/>
              <p:cNvSpPr/>
              <p:nvPr/>
            </p:nvSpPr>
            <p:spPr>
              <a:xfrm>
                <a:off x="6852575" y="1489775"/>
                <a:ext cx="55950" cy="120525"/>
              </a:xfrm>
              <a:custGeom>
                <a:rect b="b" l="l" r="r" t="t"/>
                <a:pathLst>
                  <a:path extrusionOk="0" h="4821" w="2238">
                    <a:moveTo>
                      <a:pt x="694" y="0"/>
                    </a:moveTo>
                    <a:lnTo>
                      <a:pt x="1" y="252"/>
                    </a:lnTo>
                    <a:lnTo>
                      <a:pt x="1544" y="4821"/>
                    </a:lnTo>
                    <a:lnTo>
                      <a:pt x="2238" y="456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27"/>
              <p:cNvSpPr/>
              <p:nvPr/>
            </p:nvSpPr>
            <p:spPr>
              <a:xfrm>
                <a:off x="6816350" y="1499225"/>
                <a:ext cx="66975" cy="123675"/>
              </a:xfrm>
              <a:custGeom>
                <a:rect b="b" l="l" r="r" t="t"/>
                <a:pathLst>
                  <a:path extrusionOk="0" h="4947" w="2679">
                    <a:moveTo>
                      <a:pt x="1135" y="0"/>
                    </a:moveTo>
                    <a:lnTo>
                      <a:pt x="0" y="379"/>
                    </a:lnTo>
                    <a:lnTo>
                      <a:pt x="1544" y="4947"/>
                    </a:lnTo>
                    <a:lnTo>
                      <a:pt x="2678" y="4537"/>
                    </a:lnTo>
                    <a:lnTo>
                      <a:pt x="11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4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" name="Google Shape;627;p28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628" name="Google Shape;628;p28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629" name="Google Shape;629;p28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0" name="Google Shape;630;p28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1" name="Google Shape;631;p28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2" name="Google Shape;632;p28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3" name="Google Shape;633;p28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4" name="Google Shape;634;p28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5" name="Google Shape;635;p28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6" name="Google Shape;636;p28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7" name="Google Shape;637;p28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8" name="Google Shape;638;p28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9" name="Google Shape;639;p28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640" name="Google Shape;640;p28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1" name="Google Shape;64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2" name="Google Shape;642;p28"/>
          <p:cNvSpPr txBox="1"/>
          <p:nvPr>
            <p:ph idx="1" type="subTitle"/>
          </p:nvPr>
        </p:nvSpPr>
        <p:spPr>
          <a:xfrm>
            <a:off x="720000" y="1668075"/>
            <a:ext cx="23184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28"/>
          <p:cNvSpPr txBox="1"/>
          <p:nvPr>
            <p:ph idx="2" type="subTitle"/>
          </p:nvPr>
        </p:nvSpPr>
        <p:spPr>
          <a:xfrm>
            <a:off x="720000" y="2219750"/>
            <a:ext cx="23184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4" name="Google Shape;644;p28"/>
          <p:cNvSpPr txBox="1"/>
          <p:nvPr>
            <p:ph idx="3" type="subTitle"/>
          </p:nvPr>
        </p:nvSpPr>
        <p:spPr>
          <a:xfrm>
            <a:off x="3412800" y="1668075"/>
            <a:ext cx="23184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5" name="Google Shape;645;p28"/>
          <p:cNvSpPr txBox="1"/>
          <p:nvPr>
            <p:ph idx="4" type="subTitle"/>
          </p:nvPr>
        </p:nvSpPr>
        <p:spPr>
          <a:xfrm>
            <a:off x="3412800" y="2219750"/>
            <a:ext cx="23184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6" name="Google Shape;646;p28"/>
          <p:cNvSpPr txBox="1"/>
          <p:nvPr>
            <p:ph idx="5" type="subTitle"/>
          </p:nvPr>
        </p:nvSpPr>
        <p:spPr>
          <a:xfrm>
            <a:off x="6105600" y="1668075"/>
            <a:ext cx="23184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28"/>
          <p:cNvSpPr txBox="1"/>
          <p:nvPr>
            <p:ph idx="6" type="subTitle"/>
          </p:nvPr>
        </p:nvSpPr>
        <p:spPr>
          <a:xfrm>
            <a:off x="6105600" y="2219750"/>
            <a:ext cx="23184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8" name="Google Shape;648;p28"/>
          <p:cNvSpPr txBox="1"/>
          <p:nvPr>
            <p:ph idx="7" type="subTitle"/>
          </p:nvPr>
        </p:nvSpPr>
        <p:spPr>
          <a:xfrm>
            <a:off x="2066400" y="3127725"/>
            <a:ext cx="23184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9" name="Google Shape;649;p28"/>
          <p:cNvSpPr txBox="1"/>
          <p:nvPr>
            <p:ph idx="8" type="subTitle"/>
          </p:nvPr>
        </p:nvSpPr>
        <p:spPr>
          <a:xfrm>
            <a:off x="2066400" y="3679400"/>
            <a:ext cx="23184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0" name="Google Shape;650;p28"/>
          <p:cNvSpPr txBox="1"/>
          <p:nvPr>
            <p:ph idx="9" type="subTitle"/>
          </p:nvPr>
        </p:nvSpPr>
        <p:spPr>
          <a:xfrm>
            <a:off x="4759200" y="3127725"/>
            <a:ext cx="23184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1" name="Google Shape;651;p28"/>
          <p:cNvSpPr txBox="1"/>
          <p:nvPr>
            <p:ph idx="13" type="subTitle"/>
          </p:nvPr>
        </p:nvSpPr>
        <p:spPr>
          <a:xfrm>
            <a:off x="4759200" y="3679400"/>
            <a:ext cx="23184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3" name="Google Shape;653;p29"/>
          <p:cNvGrpSpPr/>
          <p:nvPr/>
        </p:nvGrpSpPr>
        <p:grpSpPr>
          <a:xfrm>
            <a:off x="-71400" y="8895"/>
            <a:ext cx="9286800" cy="4877123"/>
            <a:chOff x="-71400" y="0"/>
            <a:chExt cx="9286800" cy="4877123"/>
          </a:xfrm>
        </p:grpSpPr>
        <p:grpSp>
          <p:nvGrpSpPr>
            <p:cNvPr id="654" name="Google Shape;654;p29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655" name="Google Shape;655;p29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6" name="Google Shape;656;p29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7" name="Google Shape;657;p29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8" name="Google Shape;658;p29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9" name="Google Shape;659;p29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0" name="Google Shape;660;p29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1" name="Google Shape;661;p29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2" name="Google Shape;662;p29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3" name="Google Shape;663;p29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4" name="Google Shape;664;p29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5" name="Google Shape;665;p29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666" name="Google Shape;666;p29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7" name="Google Shape;66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8" name="Google Shape;668;p29"/>
          <p:cNvSpPr txBox="1"/>
          <p:nvPr>
            <p:ph idx="1" type="subTitle"/>
          </p:nvPr>
        </p:nvSpPr>
        <p:spPr>
          <a:xfrm>
            <a:off x="967702" y="2237438"/>
            <a:ext cx="2208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9" name="Google Shape;669;p29"/>
          <p:cNvSpPr txBox="1"/>
          <p:nvPr>
            <p:ph idx="2" type="subTitle"/>
          </p:nvPr>
        </p:nvSpPr>
        <p:spPr>
          <a:xfrm>
            <a:off x="3467700" y="2237438"/>
            <a:ext cx="2208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29"/>
          <p:cNvSpPr txBox="1"/>
          <p:nvPr>
            <p:ph idx="3" type="subTitle"/>
          </p:nvPr>
        </p:nvSpPr>
        <p:spPr>
          <a:xfrm>
            <a:off x="967702" y="3968600"/>
            <a:ext cx="2208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1" name="Google Shape;671;p29"/>
          <p:cNvSpPr txBox="1"/>
          <p:nvPr>
            <p:ph idx="4" type="subTitle"/>
          </p:nvPr>
        </p:nvSpPr>
        <p:spPr>
          <a:xfrm>
            <a:off x="3467700" y="3968600"/>
            <a:ext cx="2208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29"/>
          <p:cNvSpPr txBox="1"/>
          <p:nvPr>
            <p:ph idx="5" type="subTitle"/>
          </p:nvPr>
        </p:nvSpPr>
        <p:spPr>
          <a:xfrm>
            <a:off x="5967698" y="2237438"/>
            <a:ext cx="2208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3" name="Google Shape;673;p29"/>
          <p:cNvSpPr txBox="1"/>
          <p:nvPr>
            <p:ph idx="6" type="subTitle"/>
          </p:nvPr>
        </p:nvSpPr>
        <p:spPr>
          <a:xfrm>
            <a:off x="5967698" y="3968600"/>
            <a:ext cx="2208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4" name="Google Shape;674;p29"/>
          <p:cNvSpPr txBox="1"/>
          <p:nvPr>
            <p:ph idx="7" type="subTitle"/>
          </p:nvPr>
        </p:nvSpPr>
        <p:spPr>
          <a:xfrm>
            <a:off x="968703" y="1878188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5" name="Google Shape;675;p29"/>
          <p:cNvSpPr txBox="1"/>
          <p:nvPr>
            <p:ph idx="8" type="subTitle"/>
          </p:nvPr>
        </p:nvSpPr>
        <p:spPr>
          <a:xfrm>
            <a:off x="3468701" y="1878188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6" name="Google Shape;676;p29"/>
          <p:cNvSpPr txBox="1"/>
          <p:nvPr>
            <p:ph idx="9" type="subTitle"/>
          </p:nvPr>
        </p:nvSpPr>
        <p:spPr>
          <a:xfrm>
            <a:off x="5968699" y="1878188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7" name="Google Shape;677;p29"/>
          <p:cNvSpPr txBox="1"/>
          <p:nvPr>
            <p:ph idx="13" type="subTitle"/>
          </p:nvPr>
        </p:nvSpPr>
        <p:spPr>
          <a:xfrm>
            <a:off x="968703" y="3609325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8" name="Google Shape;678;p29"/>
          <p:cNvSpPr txBox="1"/>
          <p:nvPr>
            <p:ph idx="14" type="subTitle"/>
          </p:nvPr>
        </p:nvSpPr>
        <p:spPr>
          <a:xfrm>
            <a:off x="3468701" y="3609325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9" name="Google Shape;679;p29"/>
          <p:cNvSpPr txBox="1"/>
          <p:nvPr>
            <p:ph idx="15" type="subTitle"/>
          </p:nvPr>
        </p:nvSpPr>
        <p:spPr>
          <a:xfrm>
            <a:off x="5968699" y="3609325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680" name="Google Shape;680;p29"/>
          <p:cNvGrpSpPr/>
          <p:nvPr/>
        </p:nvGrpSpPr>
        <p:grpSpPr>
          <a:xfrm>
            <a:off x="36016" y="3847168"/>
            <a:ext cx="753506" cy="1027555"/>
            <a:chOff x="36016" y="3865582"/>
            <a:chExt cx="753506" cy="1027555"/>
          </a:xfrm>
        </p:grpSpPr>
        <p:grpSp>
          <p:nvGrpSpPr>
            <p:cNvPr id="681" name="Google Shape;681;p29"/>
            <p:cNvGrpSpPr/>
            <p:nvPr/>
          </p:nvGrpSpPr>
          <p:grpSpPr>
            <a:xfrm>
              <a:off x="104105" y="4397845"/>
              <a:ext cx="674499" cy="495293"/>
              <a:chOff x="3499525" y="3948575"/>
              <a:chExt cx="1294375" cy="950475"/>
            </a:xfrm>
          </p:grpSpPr>
          <p:sp>
            <p:nvSpPr>
              <p:cNvPr id="682" name="Google Shape;682;p29"/>
              <p:cNvSpPr/>
              <p:nvPr/>
            </p:nvSpPr>
            <p:spPr>
              <a:xfrm>
                <a:off x="3499525" y="3955775"/>
                <a:ext cx="1294375" cy="936800"/>
              </a:xfrm>
              <a:custGeom>
                <a:rect b="b" l="l" r="r" t="t"/>
                <a:pathLst>
                  <a:path extrusionOk="0" h="37472" w="51775">
                    <a:moveTo>
                      <a:pt x="1" y="1"/>
                    </a:moveTo>
                    <a:lnTo>
                      <a:pt x="1" y="37471"/>
                    </a:lnTo>
                    <a:lnTo>
                      <a:pt x="51775" y="37471"/>
                    </a:lnTo>
                    <a:lnTo>
                      <a:pt x="5177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29"/>
              <p:cNvSpPr/>
              <p:nvPr/>
            </p:nvSpPr>
            <p:spPr>
              <a:xfrm>
                <a:off x="4406075" y="3948575"/>
                <a:ext cx="12975" cy="950475"/>
              </a:xfrm>
              <a:custGeom>
                <a:rect b="b" l="l" r="r" t="t"/>
                <a:pathLst>
                  <a:path extrusionOk="0" h="38019" w="519">
                    <a:moveTo>
                      <a:pt x="260" y="1"/>
                    </a:moveTo>
                    <a:lnTo>
                      <a:pt x="145" y="30"/>
                    </a:lnTo>
                    <a:lnTo>
                      <a:pt x="58" y="87"/>
                    </a:lnTo>
                    <a:lnTo>
                      <a:pt x="1" y="173"/>
                    </a:lnTo>
                    <a:lnTo>
                      <a:pt x="1" y="289"/>
                    </a:lnTo>
                    <a:lnTo>
                      <a:pt x="1" y="37759"/>
                    </a:lnTo>
                    <a:lnTo>
                      <a:pt x="1" y="37874"/>
                    </a:lnTo>
                    <a:lnTo>
                      <a:pt x="58" y="37961"/>
                    </a:lnTo>
                    <a:lnTo>
                      <a:pt x="145" y="38018"/>
                    </a:lnTo>
                    <a:lnTo>
                      <a:pt x="375" y="38018"/>
                    </a:lnTo>
                    <a:lnTo>
                      <a:pt x="461" y="37961"/>
                    </a:lnTo>
                    <a:lnTo>
                      <a:pt x="519" y="37874"/>
                    </a:lnTo>
                    <a:lnTo>
                      <a:pt x="519" y="37759"/>
                    </a:lnTo>
                    <a:lnTo>
                      <a:pt x="519" y="289"/>
                    </a:lnTo>
                    <a:lnTo>
                      <a:pt x="519" y="173"/>
                    </a:lnTo>
                    <a:lnTo>
                      <a:pt x="461" y="87"/>
                    </a:lnTo>
                    <a:lnTo>
                      <a:pt x="375" y="30"/>
                    </a:lnTo>
                    <a:lnTo>
                      <a:pt x="2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29"/>
              <p:cNvSpPr/>
              <p:nvPr/>
            </p:nvSpPr>
            <p:spPr>
              <a:xfrm>
                <a:off x="3623275" y="4081675"/>
                <a:ext cx="654750" cy="653325"/>
              </a:xfrm>
              <a:custGeom>
                <a:rect b="b" l="l" r="r" t="t"/>
                <a:pathLst>
                  <a:path extrusionOk="0" h="26133" w="26190">
                    <a:moveTo>
                      <a:pt x="12894" y="6102"/>
                    </a:moveTo>
                    <a:lnTo>
                      <a:pt x="16491" y="15801"/>
                    </a:lnTo>
                    <a:lnTo>
                      <a:pt x="9354" y="15801"/>
                    </a:lnTo>
                    <a:lnTo>
                      <a:pt x="12894" y="6102"/>
                    </a:lnTo>
                    <a:close/>
                    <a:moveTo>
                      <a:pt x="10160" y="1"/>
                    </a:moveTo>
                    <a:lnTo>
                      <a:pt x="1" y="26132"/>
                    </a:lnTo>
                    <a:lnTo>
                      <a:pt x="5584" y="26132"/>
                    </a:lnTo>
                    <a:lnTo>
                      <a:pt x="7742" y="20204"/>
                    </a:lnTo>
                    <a:lnTo>
                      <a:pt x="18189" y="20204"/>
                    </a:lnTo>
                    <a:lnTo>
                      <a:pt x="20463" y="26132"/>
                    </a:lnTo>
                    <a:lnTo>
                      <a:pt x="26190" y="26132"/>
                    </a:lnTo>
                    <a:lnTo>
                      <a:pt x="1574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5" name="Google Shape;685;p29"/>
            <p:cNvGrpSpPr/>
            <p:nvPr/>
          </p:nvGrpSpPr>
          <p:grpSpPr>
            <a:xfrm rot="-1170964">
              <a:off x="106215" y="3952891"/>
              <a:ext cx="613108" cy="525703"/>
              <a:chOff x="5293475" y="3633350"/>
              <a:chExt cx="1685775" cy="1445450"/>
            </a:xfrm>
          </p:grpSpPr>
          <p:sp>
            <p:nvSpPr>
              <p:cNvPr id="686" name="Google Shape;686;p29"/>
              <p:cNvSpPr/>
              <p:nvPr/>
            </p:nvSpPr>
            <p:spPr>
              <a:xfrm>
                <a:off x="5293475" y="3633350"/>
                <a:ext cx="1685775" cy="1445450"/>
              </a:xfrm>
              <a:custGeom>
                <a:rect b="b" l="l" r="r" t="t"/>
                <a:pathLst>
                  <a:path extrusionOk="0" h="57818" w="67431">
                    <a:moveTo>
                      <a:pt x="13728" y="1"/>
                    </a:moveTo>
                    <a:lnTo>
                      <a:pt x="0" y="38852"/>
                    </a:lnTo>
                    <a:lnTo>
                      <a:pt x="53702" y="57818"/>
                    </a:lnTo>
                    <a:lnTo>
                      <a:pt x="67430" y="18966"/>
                    </a:lnTo>
                    <a:lnTo>
                      <a:pt x="1372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29"/>
              <p:cNvSpPr/>
              <p:nvPr/>
            </p:nvSpPr>
            <p:spPr>
              <a:xfrm>
                <a:off x="6227350" y="3954950"/>
                <a:ext cx="369125" cy="997225"/>
              </a:xfrm>
              <a:custGeom>
                <a:rect b="b" l="l" r="r" t="t"/>
                <a:pathLst>
                  <a:path extrusionOk="0" h="39889" w="14765">
                    <a:moveTo>
                      <a:pt x="14103" y="1"/>
                    </a:moveTo>
                    <a:lnTo>
                      <a:pt x="14016" y="30"/>
                    </a:lnTo>
                    <a:lnTo>
                      <a:pt x="13930" y="87"/>
                    </a:lnTo>
                    <a:lnTo>
                      <a:pt x="13844" y="145"/>
                    </a:lnTo>
                    <a:lnTo>
                      <a:pt x="13786" y="231"/>
                    </a:lnTo>
                    <a:lnTo>
                      <a:pt x="13757" y="346"/>
                    </a:lnTo>
                    <a:lnTo>
                      <a:pt x="29" y="39198"/>
                    </a:lnTo>
                    <a:lnTo>
                      <a:pt x="1" y="39313"/>
                    </a:lnTo>
                    <a:lnTo>
                      <a:pt x="1" y="39400"/>
                    </a:lnTo>
                    <a:lnTo>
                      <a:pt x="29" y="39515"/>
                    </a:lnTo>
                    <a:lnTo>
                      <a:pt x="58" y="39601"/>
                    </a:lnTo>
                    <a:lnTo>
                      <a:pt x="145" y="39687"/>
                    </a:lnTo>
                    <a:lnTo>
                      <a:pt x="231" y="39774"/>
                    </a:lnTo>
                    <a:lnTo>
                      <a:pt x="375" y="39831"/>
                    </a:lnTo>
                    <a:lnTo>
                      <a:pt x="519" y="39889"/>
                    </a:lnTo>
                    <a:lnTo>
                      <a:pt x="663" y="39860"/>
                    </a:lnTo>
                    <a:lnTo>
                      <a:pt x="806" y="39803"/>
                    </a:lnTo>
                    <a:lnTo>
                      <a:pt x="922" y="39687"/>
                    </a:lnTo>
                    <a:lnTo>
                      <a:pt x="1008" y="39544"/>
                    </a:lnTo>
                    <a:lnTo>
                      <a:pt x="14736" y="692"/>
                    </a:lnTo>
                    <a:lnTo>
                      <a:pt x="14764" y="576"/>
                    </a:lnTo>
                    <a:lnTo>
                      <a:pt x="14764" y="461"/>
                    </a:lnTo>
                    <a:lnTo>
                      <a:pt x="14736" y="375"/>
                    </a:lnTo>
                    <a:lnTo>
                      <a:pt x="14707" y="289"/>
                    </a:lnTo>
                    <a:lnTo>
                      <a:pt x="14649" y="202"/>
                    </a:lnTo>
                    <a:lnTo>
                      <a:pt x="14592" y="116"/>
                    </a:lnTo>
                    <a:lnTo>
                      <a:pt x="14505" y="58"/>
                    </a:lnTo>
                    <a:lnTo>
                      <a:pt x="14419" y="30"/>
                    </a:lnTo>
                    <a:lnTo>
                      <a:pt x="143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29"/>
              <p:cNvSpPr/>
              <p:nvPr/>
            </p:nvSpPr>
            <p:spPr>
              <a:xfrm>
                <a:off x="5548875" y="3837675"/>
                <a:ext cx="723100" cy="818800"/>
              </a:xfrm>
              <a:custGeom>
                <a:rect b="b" l="l" r="r" t="t"/>
                <a:pathLst>
                  <a:path extrusionOk="0" h="32752" w="28924">
                    <a:moveTo>
                      <a:pt x="13441" y="6419"/>
                    </a:moveTo>
                    <a:lnTo>
                      <a:pt x="16578" y="7541"/>
                    </a:lnTo>
                    <a:lnTo>
                      <a:pt x="19686" y="8663"/>
                    </a:lnTo>
                    <a:lnTo>
                      <a:pt x="20664" y="9038"/>
                    </a:lnTo>
                    <a:lnTo>
                      <a:pt x="21240" y="9297"/>
                    </a:lnTo>
                    <a:lnTo>
                      <a:pt x="21556" y="9440"/>
                    </a:lnTo>
                    <a:lnTo>
                      <a:pt x="21844" y="9642"/>
                    </a:lnTo>
                    <a:lnTo>
                      <a:pt x="22103" y="9815"/>
                    </a:lnTo>
                    <a:lnTo>
                      <a:pt x="22333" y="10016"/>
                    </a:lnTo>
                    <a:lnTo>
                      <a:pt x="22535" y="10246"/>
                    </a:lnTo>
                    <a:lnTo>
                      <a:pt x="22708" y="10476"/>
                    </a:lnTo>
                    <a:lnTo>
                      <a:pt x="22852" y="10707"/>
                    </a:lnTo>
                    <a:lnTo>
                      <a:pt x="22967" y="10966"/>
                    </a:lnTo>
                    <a:lnTo>
                      <a:pt x="23053" y="11225"/>
                    </a:lnTo>
                    <a:lnTo>
                      <a:pt x="23111" y="11484"/>
                    </a:lnTo>
                    <a:lnTo>
                      <a:pt x="23139" y="11772"/>
                    </a:lnTo>
                    <a:lnTo>
                      <a:pt x="23168" y="12059"/>
                    </a:lnTo>
                    <a:lnTo>
                      <a:pt x="23139" y="12347"/>
                    </a:lnTo>
                    <a:lnTo>
                      <a:pt x="23111" y="12635"/>
                    </a:lnTo>
                    <a:lnTo>
                      <a:pt x="23024" y="12951"/>
                    </a:lnTo>
                    <a:lnTo>
                      <a:pt x="22938" y="13239"/>
                    </a:lnTo>
                    <a:lnTo>
                      <a:pt x="22794" y="13556"/>
                    </a:lnTo>
                    <a:lnTo>
                      <a:pt x="22650" y="13844"/>
                    </a:lnTo>
                    <a:lnTo>
                      <a:pt x="22506" y="14131"/>
                    </a:lnTo>
                    <a:lnTo>
                      <a:pt x="22305" y="14362"/>
                    </a:lnTo>
                    <a:lnTo>
                      <a:pt x="22103" y="14592"/>
                    </a:lnTo>
                    <a:lnTo>
                      <a:pt x="21873" y="14765"/>
                    </a:lnTo>
                    <a:lnTo>
                      <a:pt x="21643" y="14937"/>
                    </a:lnTo>
                    <a:lnTo>
                      <a:pt x="21384" y="15081"/>
                    </a:lnTo>
                    <a:lnTo>
                      <a:pt x="21096" y="15196"/>
                    </a:lnTo>
                    <a:lnTo>
                      <a:pt x="20808" y="15283"/>
                    </a:lnTo>
                    <a:lnTo>
                      <a:pt x="20520" y="15340"/>
                    </a:lnTo>
                    <a:lnTo>
                      <a:pt x="20204" y="15398"/>
                    </a:lnTo>
                    <a:lnTo>
                      <a:pt x="19542" y="15398"/>
                    </a:lnTo>
                    <a:lnTo>
                      <a:pt x="19197" y="15340"/>
                    </a:lnTo>
                    <a:lnTo>
                      <a:pt x="18822" y="15283"/>
                    </a:lnTo>
                    <a:lnTo>
                      <a:pt x="18276" y="15110"/>
                    </a:lnTo>
                    <a:lnTo>
                      <a:pt x="17412" y="14851"/>
                    </a:lnTo>
                    <a:lnTo>
                      <a:pt x="14822" y="13959"/>
                    </a:lnTo>
                    <a:lnTo>
                      <a:pt x="11225" y="12692"/>
                    </a:lnTo>
                    <a:lnTo>
                      <a:pt x="13441" y="6419"/>
                    </a:lnTo>
                    <a:close/>
                    <a:moveTo>
                      <a:pt x="9642" y="17211"/>
                    </a:moveTo>
                    <a:lnTo>
                      <a:pt x="14074" y="18765"/>
                    </a:lnTo>
                    <a:lnTo>
                      <a:pt x="15743" y="19398"/>
                    </a:lnTo>
                    <a:lnTo>
                      <a:pt x="16463" y="19686"/>
                    </a:lnTo>
                    <a:lnTo>
                      <a:pt x="17096" y="19945"/>
                    </a:lnTo>
                    <a:lnTo>
                      <a:pt x="17642" y="20204"/>
                    </a:lnTo>
                    <a:lnTo>
                      <a:pt x="18103" y="20434"/>
                    </a:lnTo>
                    <a:lnTo>
                      <a:pt x="18477" y="20664"/>
                    </a:lnTo>
                    <a:lnTo>
                      <a:pt x="18765" y="20866"/>
                    </a:lnTo>
                    <a:lnTo>
                      <a:pt x="19024" y="21067"/>
                    </a:lnTo>
                    <a:lnTo>
                      <a:pt x="19225" y="21269"/>
                    </a:lnTo>
                    <a:lnTo>
                      <a:pt x="19427" y="21499"/>
                    </a:lnTo>
                    <a:lnTo>
                      <a:pt x="19571" y="21729"/>
                    </a:lnTo>
                    <a:lnTo>
                      <a:pt x="19743" y="21959"/>
                    </a:lnTo>
                    <a:lnTo>
                      <a:pt x="19858" y="22190"/>
                    </a:lnTo>
                    <a:lnTo>
                      <a:pt x="19974" y="22449"/>
                    </a:lnTo>
                    <a:lnTo>
                      <a:pt x="20060" y="22708"/>
                    </a:lnTo>
                    <a:lnTo>
                      <a:pt x="20117" y="22967"/>
                    </a:lnTo>
                    <a:lnTo>
                      <a:pt x="20146" y="23254"/>
                    </a:lnTo>
                    <a:lnTo>
                      <a:pt x="20175" y="23513"/>
                    </a:lnTo>
                    <a:lnTo>
                      <a:pt x="20146" y="23801"/>
                    </a:lnTo>
                    <a:lnTo>
                      <a:pt x="20117" y="24089"/>
                    </a:lnTo>
                    <a:lnTo>
                      <a:pt x="20089" y="24377"/>
                    </a:lnTo>
                    <a:lnTo>
                      <a:pt x="20002" y="24693"/>
                    </a:lnTo>
                    <a:lnTo>
                      <a:pt x="19916" y="24981"/>
                    </a:lnTo>
                    <a:lnTo>
                      <a:pt x="19772" y="25327"/>
                    </a:lnTo>
                    <a:lnTo>
                      <a:pt x="19628" y="25643"/>
                    </a:lnTo>
                    <a:lnTo>
                      <a:pt x="19456" y="25960"/>
                    </a:lnTo>
                    <a:lnTo>
                      <a:pt x="19254" y="26219"/>
                    </a:lnTo>
                    <a:lnTo>
                      <a:pt x="19053" y="26449"/>
                    </a:lnTo>
                    <a:lnTo>
                      <a:pt x="18822" y="26679"/>
                    </a:lnTo>
                    <a:lnTo>
                      <a:pt x="18592" y="26852"/>
                    </a:lnTo>
                    <a:lnTo>
                      <a:pt x="18333" y="27025"/>
                    </a:lnTo>
                    <a:lnTo>
                      <a:pt x="18045" y="27140"/>
                    </a:lnTo>
                    <a:lnTo>
                      <a:pt x="17786" y="27255"/>
                    </a:lnTo>
                    <a:lnTo>
                      <a:pt x="17499" y="27341"/>
                    </a:lnTo>
                    <a:lnTo>
                      <a:pt x="17211" y="27399"/>
                    </a:lnTo>
                    <a:lnTo>
                      <a:pt x="16894" y="27427"/>
                    </a:lnTo>
                    <a:lnTo>
                      <a:pt x="16606" y="27456"/>
                    </a:lnTo>
                    <a:lnTo>
                      <a:pt x="16290" y="27427"/>
                    </a:lnTo>
                    <a:lnTo>
                      <a:pt x="15973" y="27399"/>
                    </a:lnTo>
                    <a:lnTo>
                      <a:pt x="15398" y="27284"/>
                    </a:lnTo>
                    <a:lnTo>
                      <a:pt x="14592" y="27053"/>
                    </a:lnTo>
                    <a:lnTo>
                      <a:pt x="13498" y="26708"/>
                    </a:lnTo>
                    <a:lnTo>
                      <a:pt x="12146" y="26247"/>
                    </a:lnTo>
                    <a:lnTo>
                      <a:pt x="7080" y="24434"/>
                    </a:lnTo>
                    <a:lnTo>
                      <a:pt x="9642" y="17211"/>
                    </a:lnTo>
                    <a:close/>
                    <a:moveTo>
                      <a:pt x="9584" y="1"/>
                    </a:moveTo>
                    <a:lnTo>
                      <a:pt x="1" y="27082"/>
                    </a:lnTo>
                    <a:lnTo>
                      <a:pt x="9239" y="30334"/>
                    </a:lnTo>
                    <a:lnTo>
                      <a:pt x="11599" y="31140"/>
                    </a:lnTo>
                    <a:lnTo>
                      <a:pt x="13527" y="31773"/>
                    </a:lnTo>
                    <a:lnTo>
                      <a:pt x="14937" y="32234"/>
                    </a:lnTo>
                    <a:lnTo>
                      <a:pt x="15887" y="32493"/>
                    </a:lnTo>
                    <a:lnTo>
                      <a:pt x="16463" y="32608"/>
                    </a:lnTo>
                    <a:lnTo>
                      <a:pt x="17009" y="32694"/>
                    </a:lnTo>
                    <a:lnTo>
                      <a:pt x="17527" y="32723"/>
                    </a:lnTo>
                    <a:lnTo>
                      <a:pt x="18045" y="32752"/>
                    </a:lnTo>
                    <a:lnTo>
                      <a:pt x="18563" y="32723"/>
                    </a:lnTo>
                    <a:lnTo>
                      <a:pt x="19053" y="32694"/>
                    </a:lnTo>
                    <a:lnTo>
                      <a:pt x="19542" y="32608"/>
                    </a:lnTo>
                    <a:lnTo>
                      <a:pt x="20002" y="32493"/>
                    </a:lnTo>
                    <a:lnTo>
                      <a:pt x="20463" y="32349"/>
                    </a:lnTo>
                    <a:lnTo>
                      <a:pt x="20923" y="32176"/>
                    </a:lnTo>
                    <a:lnTo>
                      <a:pt x="21355" y="31975"/>
                    </a:lnTo>
                    <a:lnTo>
                      <a:pt x="21758" y="31744"/>
                    </a:lnTo>
                    <a:lnTo>
                      <a:pt x="22190" y="31485"/>
                    </a:lnTo>
                    <a:lnTo>
                      <a:pt x="22592" y="31198"/>
                    </a:lnTo>
                    <a:lnTo>
                      <a:pt x="22967" y="30881"/>
                    </a:lnTo>
                    <a:lnTo>
                      <a:pt x="23341" y="30536"/>
                    </a:lnTo>
                    <a:lnTo>
                      <a:pt x="23686" y="30161"/>
                    </a:lnTo>
                    <a:lnTo>
                      <a:pt x="24031" y="29787"/>
                    </a:lnTo>
                    <a:lnTo>
                      <a:pt x="24319" y="29384"/>
                    </a:lnTo>
                    <a:lnTo>
                      <a:pt x="24607" y="28982"/>
                    </a:lnTo>
                    <a:lnTo>
                      <a:pt x="24866" y="28579"/>
                    </a:lnTo>
                    <a:lnTo>
                      <a:pt x="25096" y="28147"/>
                    </a:lnTo>
                    <a:lnTo>
                      <a:pt x="25298" y="27686"/>
                    </a:lnTo>
                    <a:lnTo>
                      <a:pt x="25470" y="27226"/>
                    </a:lnTo>
                    <a:lnTo>
                      <a:pt x="25643" y="26650"/>
                    </a:lnTo>
                    <a:lnTo>
                      <a:pt x="25787" y="26075"/>
                    </a:lnTo>
                    <a:lnTo>
                      <a:pt x="25873" y="25499"/>
                    </a:lnTo>
                    <a:lnTo>
                      <a:pt x="25902" y="24924"/>
                    </a:lnTo>
                    <a:lnTo>
                      <a:pt x="25902" y="24377"/>
                    </a:lnTo>
                    <a:lnTo>
                      <a:pt x="25845" y="23801"/>
                    </a:lnTo>
                    <a:lnTo>
                      <a:pt x="25729" y="23254"/>
                    </a:lnTo>
                    <a:lnTo>
                      <a:pt x="25586" y="22679"/>
                    </a:lnTo>
                    <a:lnTo>
                      <a:pt x="25384" y="22132"/>
                    </a:lnTo>
                    <a:lnTo>
                      <a:pt x="25125" y="21614"/>
                    </a:lnTo>
                    <a:lnTo>
                      <a:pt x="24837" y="21125"/>
                    </a:lnTo>
                    <a:lnTo>
                      <a:pt x="24492" y="20636"/>
                    </a:lnTo>
                    <a:lnTo>
                      <a:pt x="24089" y="20175"/>
                    </a:lnTo>
                    <a:lnTo>
                      <a:pt x="23657" y="19715"/>
                    </a:lnTo>
                    <a:lnTo>
                      <a:pt x="23168" y="19283"/>
                    </a:lnTo>
                    <a:lnTo>
                      <a:pt x="22650" y="18880"/>
                    </a:lnTo>
                    <a:lnTo>
                      <a:pt x="23139" y="18822"/>
                    </a:lnTo>
                    <a:lnTo>
                      <a:pt x="23629" y="18736"/>
                    </a:lnTo>
                    <a:lnTo>
                      <a:pt x="24118" y="18621"/>
                    </a:lnTo>
                    <a:lnTo>
                      <a:pt x="24578" y="18448"/>
                    </a:lnTo>
                    <a:lnTo>
                      <a:pt x="25010" y="18247"/>
                    </a:lnTo>
                    <a:lnTo>
                      <a:pt x="25442" y="18045"/>
                    </a:lnTo>
                    <a:lnTo>
                      <a:pt x="25873" y="17786"/>
                    </a:lnTo>
                    <a:lnTo>
                      <a:pt x="26276" y="17499"/>
                    </a:lnTo>
                    <a:lnTo>
                      <a:pt x="26650" y="17153"/>
                    </a:lnTo>
                    <a:lnTo>
                      <a:pt x="26996" y="16837"/>
                    </a:lnTo>
                    <a:lnTo>
                      <a:pt x="27341" y="16463"/>
                    </a:lnTo>
                    <a:lnTo>
                      <a:pt x="27629" y="16088"/>
                    </a:lnTo>
                    <a:lnTo>
                      <a:pt x="27888" y="15686"/>
                    </a:lnTo>
                    <a:lnTo>
                      <a:pt x="28147" y="15254"/>
                    </a:lnTo>
                    <a:lnTo>
                      <a:pt x="28348" y="14822"/>
                    </a:lnTo>
                    <a:lnTo>
                      <a:pt x="28521" y="14362"/>
                    </a:lnTo>
                    <a:lnTo>
                      <a:pt x="28665" y="13930"/>
                    </a:lnTo>
                    <a:lnTo>
                      <a:pt x="28780" y="13470"/>
                    </a:lnTo>
                    <a:lnTo>
                      <a:pt x="28866" y="13038"/>
                    </a:lnTo>
                    <a:lnTo>
                      <a:pt x="28895" y="12606"/>
                    </a:lnTo>
                    <a:lnTo>
                      <a:pt x="28924" y="12174"/>
                    </a:lnTo>
                    <a:lnTo>
                      <a:pt x="28924" y="11743"/>
                    </a:lnTo>
                    <a:lnTo>
                      <a:pt x="28895" y="11311"/>
                    </a:lnTo>
                    <a:lnTo>
                      <a:pt x="28809" y="10879"/>
                    </a:lnTo>
                    <a:lnTo>
                      <a:pt x="28722" y="10476"/>
                    </a:lnTo>
                    <a:lnTo>
                      <a:pt x="28607" y="10074"/>
                    </a:lnTo>
                    <a:lnTo>
                      <a:pt x="28463" y="9671"/>
                    </a:lnTo>
                    <a:lnTo>
                      <a:pt x="28320" y="9297"/>
                    </a:lnTo>
                    <a:lnTo>
                      <a:pt x="28147" y="8922"/>
                    </a:lnTo>
                    <a:lnTo>
                      <a:pt x="27974" y="8577"/>
                    </a:lnTo>
                    <a:lnTo>
                      <a:pt x="27773" y="8232"/>
                    </a:lnTo>
                    <a:lnTo>
                      <a:pt x="27543" y="7886"/>
                    </a:lnTo>
                    <a:lnTo>
                      <a:pt x="27284" y="7570"/>
                    </a:lnTo>
                    <a:lnTo>
                      <a:pt x="27025" y="7282"/>
                    </a:lnTo>
                    <a:lnTo>
                      <a:pt x="26737" y="6994"/>
                    </a:lnTo>
                    <a:lnTo>
                      <a:pt x="26449" y="6706"/>
                    </a:lnTo>
                    <a:lnTo>
                      <a:pt x="26132" y="6476"/>
                    </a:lnTo>
                    <a:lnTo>
                      <a:pt x="25816" y="6217"/>
                    </a:lnTo>
                    <a:lnTo>
                      <a:pt x="25470" y="5987"/>
                    </a:lnTo>
                    <a:lnTo>
                      <a:pt x="25096" y="5785"/>
                    </a:lnTo>
                    <a:lnTo>
                      <a:pt x="24262" y="5354"/>
                    </a:lnTo>
                    <a:lnTo>
                      <a:pt x="23197" y="4865"/>
                    </a:lnTo>
                    <a:lnTo>
                      <a:pt x="21902" y="4375"/>
                    </a:lnTo>
                    <a:lnTo>
                      <a:pt x="20405" y="3828"/>
                    </a:lnTo>
                    <a:lnTo>
                      <a:pt x="9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30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691" name="Google Shape;691;p30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692" name="Google Shape;692;p30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3" name="Google Shape;693;p30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4" name="Google Shape;694;p30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5" name="Google Shape;695;p30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6" name="Google Shape;696;p30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7" name="Google Shape;697;p30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8" name="Google Shape;698;p30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9" name="Google Shape;699;p30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0" name="Google Shape;700;p30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1" name="Google Shape;701;p30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2" name="Google Shape;702;p30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703" name="Google Shape;703;p30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4" name="Google Shape;704;p30"/>
          <p:cNvSpPr txBox="1"/>
          <p:nvPr>
            <p:ph hasCustomPrompt="1" type="title"/>
          </p:nvPr>
        </p:nvSpPr>
        <p:spPr>
          <a:xfrm>
            <a:off x="4571925" y="1100225"/>
            <a:ext cx="38589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5" name="Google Shape;705;p30"/>
          <p:cNvSpPr txBox="1"/>
          <p:nvPr>
            <p:ph idx="1" type="subTitle"/>
          </p:nvPr>
        </p:nvSpPr>
        <p:spPr>
          <a:xfrm>
            <a:off x="4571925" y="1741520"/>
            <a:ext cx="38589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6" name="Google Shape;706;p30"/>
          <p:cNvSpPr txBox="1"/>
          <p:nvPr>
            <p:ph hasCustomPrompt="1" idx="2" type="title"/>
          </p:nvPr>
        </p:nvSpPr>
        <p:spPr>
          <a:xfrm>
            <a:off x="713225" y="1100225"/>
            <a:ext cx="38589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7" name="Google Shape;707;p30"/>
          <p:cNvSpPr txBox="1"/>
          <p:nvPr>
            <p:ph idx="3" type="subTitle"/>
          </p:nvPr>
        </p:nvSpPr>
        <p:spPr>
          <a:xfrm>
            <a:off x="713225" y="1741520"/>
            <a:ext cx="38589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8" name="Google Shape;708;p30"/>
          <p:cNvSpPr txBox="1"/>
          <p:nvPr>
            <p:ph hasCustomPrompt="1" idx="4" type="title"/>
          </p:nvPr>
        </p:nvSpPr>
        <p:spPr>
          <a:xfrm>
            <a:off x="4571925" y="2985582"/>
            <a:ext cx="38589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9" name="Google Shape;709;p30"/>
          <p:cNvSpPr txBox="1"/>
          <p:nvPr>
            <p:ph idx="5" type="subTitle"/>
          </p:nvPr>
        </p:nvSpPr>
        <p:spPr>
          <a:xfrm>
            <a:off x="4571925" y="3626878"/>
            <a:ext cx="38589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712" name="Google Shape;712;p31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713" name="Google Shape;713;p31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4" name="Google Shape;714;p31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" name="Google Shape;715;p31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6" name="Google Shape;716;p31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" name="Google Shape;717;p31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8" name="Google Shape;718;p31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9" name="Google Shape;719;p31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0" name="Google Shape;720;p31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" name="Google Shape;721;p31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2" name="Google Shape;722;p31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3" name="Google Shape;723;p31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724" name="Google Shape;724;p31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25" name="Google Shape;725;p31"/>
          <p:cNvSpPr txBox="1"/>
          <p:nvPr>
            <p:ph type="title"/>
          </p:nvPr>
        </p:nvSpPr>
        <p:spPr>
          <a:xfrm>
            <a:off x="2459868" y="539500"/>
            <a:ext cx="4224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6" name="Google Shape;726;p31"/>
          <p:cNvSpPr txBox="1"/>
          <p:nvPr>
            <p:ph idx="1" type="subTitle"/>
          </p:nvPr>
        </p:nvSpPr>
        <p:spPr>
          <a:xfrm>
            <a:off x="2459832" y="1598200"/>
            <a:ext cx="4224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7" name="Google Shape;727;p31"/>
          <p:cNvSpPr txBox="1"/>
          <p:nvPr/>
        </p:nvSpPr>
        <p:spPr>
          <a:xfrm>
            <a:off x="2459775" y="3419475"/>
            <a:ext cx="42243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32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730" name="Google Shape;730;p32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731" name="Google Shape;731;p32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2" name="Google Shape;732;p32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3" name="Google Shape;733;p32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4" name="Google Shape;734;p32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5" name="Google Shape;735;p32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6" name="Google Shape;736;p32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7" name="Google Shape;737;p32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8" name="Google Shape;738;p32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9" name="Google Shape;739;p32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0" name="Google Shape;740;p32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1" name="Google Shape;741;p32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742" name="Google Shape;742;p32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3" name="Google Shape;743;p32"/>
          <p:cNvGrpSpPr/>
          <p:nvPr/>
        </p:nvGrpSpPr>
        <p:grpSpPr>
          <a:xfrm>
            <a:off x="-137307" y="3841009"/>
            <a:ext cx="9191609" cy="1331634"/>
            <a:chOff x="-137307" y="3841009"/>
            <a:chExt cx="9191609" cy="1331634"/>
          </a:xfrm>
        </p:grpSpPr>
        <p:grpSp>
          <p:nvGrpSpPr>
            <p:cNvPr id="744" name="Google Shape;744;p32"/>
            <p:cNvGrpSpPr/>
            <p:nvPr/>
          </p:nvGrpSpPr>
          <p:grpSpPr>
            <a:xfrm rot="-5853451">
              <a:off x="1284747" y="4318569"/>
              <a:ext cx="592777" cy="990277"/>
              <a:chOff x="2061075" y="4786925"/>
              <a:chExt cx="1096525" cy="1831825"/>
            </a:xfrm>
          </p:grpSpPr>
          <p:sp>
            <p:nvSpPr>
              <p:cNvPr id="745" name="Google Shape;745;p32"/>
              <p:cNvSpPr/>
              <p:nvPr/>
            </p:nvSpPr>
            <p:spPr>
              <a:xfrm>
                <a:off x="2061075" y="5239475"/>
                <a:ext cx="602950" cy="1379275"/>
              </a:xfrm>
              <a:custGeom>
                <a:rect b="b" l="l" r="r" t="t"/>
                <a:pathLst>
                  <a:path extrusionOk="0" h="55171" w="24118">
                    <a:moveTo>
                      <a:pt x="20261" y="1"/>
                    </a:moveTo>
                    <a:lnTo>
                      <a:pt x="1" y="53703"/>
                    </a:lnTo>
                    <a:lnTo>
                      <a:pt x="3857" y="55171"/>
                    </a:lnTo>
                    <a:lnTo>
                      <a:pt x="24118" y="1440"/>
                    </a:lnTo>
                    <a:lnTo>
                      <a:pt x="202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32"/>
              <p:cNvSpPr/>
              <p:nvPr/>
            </p:nvSpPr>
            <p:spPr>
              <a:xfrm>
                <a:off x="2273325" y="4786925"/>
                <a:ext cx="584975" cy="517325"/>
              </a:xfrm>
              <a:custGeom>
                <a:rect b="b" l="l" r="r" t="t"/>
                <a:pathLst>
                  <a:path extrusionOk="0" h="20693" w="23399">
                    <a:moveTo>
                      <a:pt x="1" y="1"/>
                    </a:moveTo>
                    <a:lnTo>
                      <a:pt x="5469" y="7454"/>
                    </a:lnTo>
                    <a:lnTo>
                      <a:pt x="14966" y="20693"/>
                    </a:lnTo>
                    <a:lnTo>
                      <a:pt x="23398" y="14621"/>
                    </a:lnTo>
                    <a:lnTo>
                      <a:pt x="13901" y="14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32"/>
              <p:cNvSpPr/>
              <p:nvPr/>
            </p:nvSpPr>
            <p:spPr>
              <a:xfrm>
                <a:off x="2623000" y="4825050"/>
                <a:ext cx="235300" cy="479200"/>
              </a:xfrm>
              <a:custGeom>
                <a:rect b="b" l="l" r="r" t="t"/>
                <a:pathLst>
                  <a:path extrusionOk="0" h="19168" w="9412">
                    <a:moveTo>
                      <a:pt x="0" y="1"/>
                    </a:moveTo>
                    <a:lnTo>
                      <a:pt x="403" y="9441"/>
                    </a:lnTo>
                    <a:lnTo>
                      <a:pt x="777" y="18880"/>
                    </a:lnTo>
                    <a:lnTo>
                      <a:pt x="979" y="19168"/>
                    </a:lnTo>
                    <a:lnTo>
                      <a:pt x="9411" y="1309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32"/>
              <p:cNvSpPr/>
              <p:nvPr/>
            </p:nvSpPr>
            <p:spPr>
              <a:xfrm>
                <a:off x="2435200" y="5297750"/>
                <a:ext cx="585700" cy="517350"/>
              </a:xfrm>
              <a:custGeom>
                <a:rect b="b" l="l" r="r" t="t"/>
                <a:pathLst>
                  <a:path extrusionOk="0" h="20694" w="23428">
                    <a:moveTo>
                      <a:pt x="8433" y="1"/>
                    </a:moveTo>
                    <a:lnTo>
                      <a:pt x="1" y="6073"/>
                    </a:lnTo>
                    <a:lnTo>
                      <a:pt x="9498" y="19283"/>
                    </a:lnTo>
                    <a:lnTo>
                      <a:pt x="23427" y="20693"/>
                    </a:lnTo>
                    <a:lnTo>
                      <a:pt x="23427" y="20693"/>
                    </a:lnTo>
                    <a:lnTo>
                      <a:pt x="17930" y="1323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2"/>
              <p:cNvSpPr/>
              <p:nvPr/>
            </p:nvSpPr>
            <p:spPr>
              <a:xfrm>
                <a:off x="2435200" y="5297750"/>
                <a:ext cx="235300" cy="478500"/>
              </a:xfrm>
              <a:custGeom>
                <a:rect b="b" l="l" r="r" t="t"/>
                <a:pathLst>
                  <a:path extrusionOk="0" h="19140" w="9412">
                    <a:moveTo>
                      <a:pt x="8433" y="1"/>
                    </a:moveTo>
                    <a:lnTo>
                      <a:pt x="1" y="6073"/>
                    </a:lnTo>
                    <a:lnTo>
                      <a:pt x="9412" y="19139"/>
                    </a:lnTo>
                    <a:lnTo>
                      <a:pt x="9038" y="9728"/>
                    </a:lnTo>
                    <a:lnTo>
                      <a:pt x="8635" y="28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32"/>
              <p:cNvSpPr/>
              <p:nvPr/>
            </p:nvSpPr>
            <p:spPr>
              <a:xfrm>
                <a:off x="2644575" y="4920025"/>
                <a:ext cx="513025" cy="588575"/>
              </a:xfrm>
              <a:custGeom>
                <a:rect b="b" l="l" r="r" t="t"/>
                <a:pathLst>
                  <a:path extrusionOk="0" h="23543" w="20521">
                    <a:moveTo>
                      <a:pt x="20520" y="1"/>
                    </a:moveTo>
                    <a:lnTo>
                      <a:pt x="13124" y="5555"/>
                    </a:lnTo>
                    <a:lnTo>
                      <a:pt x="1" y="15196"/>
                    </a:lnTo>
                    <a:lnTo>
                      <a:pt x="6131" y="23542"/>
                    </a:lnTo>
                    <a:lnTo>
                      <a:pt x="19254" y="13901"/>
                    </a:lnTo>
                    <a:lnTo>
                      <a:pt x="205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32"/>
              <p:cNvSpPr/>
              <p:nvPr/>
            </p:nvSpPr>
            <p:spPr>
              <a:xfrm>
                <a:off x="2644575" y="5270425"/>
                <a:ext cx="478475" cy="238175"/>
              </a:xfrm>
              <a:custGeom>
                <a:rect b="b" l="l" r="r" t="t"/>
                <a:pathLst>
                  <a:path extrusionOk="0" h="9527" w="19139">
                    <a:moveTo>
                      <a:pt x="19139" y="0"/>
                    </a:moveTo>
                    <a:lnTo>
                      <a:pt x="9699" y="461"/>
                    </a:lnTo>
                    <a:lnTo>
                      <a:pt x="260" y="950"/>
                    </a:lnTo>
                    <a:lnTo>
                      <a:pt x="1" y="1180"/>
                    </a:lnTo>
                    <a:lnTo>
                      <a:pt x="6131" y="9526"/>
                    </a:lnTo>
                    <a:lnTo>
                      <a:pt x="191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32"/>
              <p:cNvSpPr/>
              <p:nvPr/>
            </p:nvSpPr>
            <p:spPr>
              <a:xfrm>
                <a:off x="2137350" y="5087675"/>
                <a:ext cx="510125" cy="592150"/>
              </a:xfrm>
              <a:custGeom>
                <a:rect b="b" l="l" r="r" t="t"/>
                <a:pathLst>
                  <a:path extrusionOk="0" h="23686" w="20405">
                    <a:moveTo>
                      <a:pt x="14188" y="0"/>
                    </a:moveTo>
                    <a:lnTo>
                      <a:pt x="1151" y="9757"/>
                    </a:lnTo>
                    <a:lnTo>
                      <a:pt x="0" y="23686"/>
                    </a:lnTo>
                    <a:lnTo>
                      <a:pt x="0" y="23686"/>
                    </a:lnTo>
                    <a:lnTo>
                      <a:pt x="7368" y="18074"/>
                    </a:lnTo>
                    <a:lnTo>
                      <a:pt x="20405" y="8318"/>
                    </a:lnTo>
                    <a:lnTo>
                      <a:pt x="14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32"/>
              <p:cNvSpPr/>
              <p:nvPr/>
            </p:nvSpPr>
            <p:spPr>
              <a:xfrm>
                <a:off x="2169725" y="5087675"/>
                <a:ext cx="477750" cy="241050"/>
              </a:xfrm>
              <a:custGeom>
                <a:rect b="b" l="l" r="r" t="t"/>
                <a:pathLst>
                  <a:path extrusionOk="0" h="9642" w="19110">
                    <a:moveTo>
                      <a:pt x="12893" y="0"/>
                    </a:moveTo>
                    <a:lnTo>
                      <a:pt x="0" y="9641"/>
                    </a:lnTo>
                    <a:lnTo>
                      <a:pt x="0" y="9641"/>
                    </a:lnTo>
                    <a:lnTo>
                      <a:pt x="9411" y="9095"/>
                    </a:lnTo>
                    <a:lnTo>
                      <a:pt x="18851" y="8548"/>
                    </a:lnTo>
                    <a:lnTo>
                      <a:pt x="19110" y="8318"/>
                    </a:lnTo>
                    <a:lnTo>
                      <a:pt x="128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32"/>
              <p:cNvSpPr/>
              <p:nvPr/>
            </p:nvSpPr>
            <p:spPr>
              <a:xfrm>
                <a:off x="2599250" y="5247400"/>
                <a:ext cx="96450" cy="97150"/>
              </a:xfrm>
              <a:custGeom>
                <a:rect b="b" l="l" r="r" t="t"/>
                <a:pathLst>
                  <a:path extrusionOk="0" h="3886" w="3858">
                    <a:moveTo>
                      <a:pt x="1871" y="0"/>
                    </a:moveTo>
                    <a:lnTo>
                      <a:pt x="1670" y="29"/>
                    </a:lnTo>
                    <a:lnTo>
                      <a:pt x="1497" y="58"/>
                    </a:lnTo>
                    <a:lnTo>
                      <a:pt x="1324" y="115"/>
                    </a:lnTo>
                    <a:lnTo>
                      <a:pt x="1152" y="173"/>
                    </a:lnTo>
                    <a:lnTo>
                      <a:pt x="979" y="259"/>
                    </a:lnTo>
                    <a:lnTo>
                      <a:pt x="806" y="375"/>
                    </a:lnTo>
                    <a:lnTo>
                      <a:pt x="663" y="490"/>
                    </a:lnTo>
                    <a:lnTo>
                      <a:pt x="547" y="605"/>
                    </a:lnTo>
                    <a:lnTo>
                      <a:pt x="404" y="749"/>
                    </a:lnTo>
                    <a:lnTo>
                      <a:pt x="317" y="893"/>
                    </a:lnTo>
                    <a:lnTo>
                      <a:pt x="202" y="1065"/>
                    </a:lnTo>
                    <a:lnTo>
                      <a:pt x="116" y="1238"/>
                    </a:lnTo>
                    <a:lnTo>
                      <a:pt x="58" y="1439"/>
                    </a:lnTo>
                    <a:lnTo>
                      <a:pt x="29" y="1612"/>
                    </a:lnTo>
                    <a:lnTo>
                      <a:pt x="1" y="1813"/>
                    </a:lnTo>
                    <a:lnTo>
                      <a:pt x="1" y="2015"/>
                    </a:lnTo>
                    <a:lnTo>
                      <a:pt x="1" y="2188"/>
                    </a:lnTo>
                    <a:lnTo>
                      <a:pt x="29" y="2389"/>
                    </a:lnTo>
                    <a:lnTo>
                      <a:pt x="87" y="2562"/>
                    </a:lnTo>
                    <a:lnTo>
                      <a:pt x="173" y="2734"/>
                    </a:lnTo>
                    <a:lnTo>
                      <a:pt x="260" y="2907"/>
                    </a:lnTo>
                    <a:lnTo>
                      <a:pt x="346" y="3051"/>
                    </a:lnTo>
                    <a:lnTo>
                      <a:pt x="461" y="3195"/>
                    </a:lnTo>
                    <a:lnTo>
                      <a:pt x="576" y="3339"/>
                    </a:lnTo>
                    <a:lnTo>
                      <a:pt x="720" y="3454"/>
                    </a:lnTo>
                    <a:lnTo>
                      <a:pt x="893" y="3569"/>
                    </a:lnTo>
                    <a:lnTo>
                      <a:pt x="1037" y="3684"/>
                    </a:lnTo>
                    <a:lnTo>
                      <a:pt x="1238" y="3742"/>
                    </a:lnTo>
                    <a:lnTo>
                      <a:pt x="1411" y="3828"/>
                    </a:lnTo>
                    <a:lnTo>
                      <a:pt x="1612" y="3857"/>
                    </a:lnTo>
                    <a:lnTo>
                      <a:pt x="1814" y="3886"/>
                    </a:lnTo>
                    <a:lnTo>
                      <a:pt x="1986" y="3886"/>
                    </a:lnTo>
                    <a:lnTo>
                      <a:pt x="2188" y="3857"/>
                    </a:lnTo>
                    <a:lnTo>
                      <a:pt x="2361" y="3828"/>
                    </a:lnTo>
                    <a:lnTo>
                      <a:pt x="2533" y="3799"/>
                    </a:lnTo>
                    <a:lnTo>
                      <a:pt x="2706" y="3713"/>
                    </a:lnTo>
                    <a:lnTo>
                      <a:pt x="2879" y="3627"/>
                    </a:lnTo>
                    <a:lnTo>
                      <a:pt x="3051" y="3540"/>
                    </a:lnTo>
                    <a:lnTo>
                      <a:pt x="3195" y="3425"/>
                    </a:lnTo>
                    <a:lnTo>
                      <a:pt x="3339" y="3281"/>
                    </a:lnTo>
                    <a:lnTo>
                      <a:pt x="3454" y="3166"/>
                    </a:lnTo>
                    <a:lnTo>
                      <a:pt x="3569" y="2993"/>
                    </a:lnTo>
                    <a:lnTo>
                      <a:pt x="3656" y="2821"/>
                    </a:lnTo>
                    <a:lnTo>
                      <a:pt x="3742" y="2648"/>
                    </a:lnTo>
                    <a:lnTo>
                      <a:pt x="3799" y="2475"/>
                    </a:lnTo>
                    <a:lnTo>
                      <a:pt x="3828" y="2274"/>
                    </a:lnTo>
                    <a:lnTo>
                      <a:pt x="3857" y="2072"/>
                    </a:lnTo>
                    <a:lnTo>
                      <a:pt x="3857" y="1900"/>
                    </a:lnTo>
                    <a:lnTo>
                      <a:pt x="3857" y="1698"/>
                    </a:lnTo>
                    <a:lnTo>
                      <a:pt x="3828" y="1526"/>
                    </a:lnTo>
                    <a:lnTo>
                      <a:pt x="3771" y="1324"/>
                    </a:lnTo>
                    <a:lnTo>
                      <a:pt x="3713" y="1152"/>
                    </a:lnTo>
                    <a:lnTo>
                      <a:pt x="3627" y="1008"/>
                    </a:lnTo>
                    <a:lnTo>
                      <a:pt x="3512" y="835"/>
                    </a:lnTo>
                    <a:lnTo>
                      <a:pt x="3397" y="691"/>
                    </a:lnTo>
                    <a:lnTo>
                      <a:pt x="3281" y="547"/>
                    </a:lnTo>
                    <a:lnTo>
                      <a:pt x="3138" y="432"/>
                    </a:lnTo>
                    <a:lnTo>
                      <a:pt x="2994" y="317"/>
                    </a:lnTo>
                    <a:lnTo>
                      <a:pt x="2821" y="231"/>
                    </a:lnTo>
                    <a:lnTo>
                      <a:pt x="2648" y="144"/>
                    </a:lnTo>
                    <a:lnTo>
                      <a:pt x="2447" y="87"/>
                    </a:lnTo>
                    <a:lnTo>
                      <a:pt x="2245" y="29"/>
                    </a:lnTo>
                    <a:lnTo>
                      <a:pt x="2073" y="29"/>
                    </a:lnTo>
                    <a:lnTo>
                      <a:pt x="1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5" name="Google Shape;755;p32"/>
            <p:cNvGrpSpPr/>
            <p:nvPr/>
          </p:nvGrpSpPr>
          <p:grpSpPr>
            <a:xfrm>
              <a:off x="7807250" y="3841009"/>
              <a:ext cx="1247052" cy="1236099"/>
              <a:chOff x="3491944" y="4842731"/>
              <a:chExt cx="1965409" cy="1947840"/>
            </a:xfrm>
          </p:grpSpPr>
          <p:sp>
            <p:nvSpPr>
              <p:cNvPr id="756" name="Google Shape;756;p32"/>
              <p:cNvSpPr/>
              <p:nvPr/>
            </p:nvSpPr>
            <p:spPr>
              <a:xfrm rot="883949">
                <a:off x="3991858" y="5307859"/>
                <a:ext cx="243394" cy="422965"/>
              </a:xfrm>
              <a:custGeom>
                <a:rect b="b" l="l" r="r" t="t"/>
                <a:pathLst>
                  <a:path extrusionOk="0" h="16919" w="9736">
                    <a:moveTo>
                      <a:pt x="2899" y="0"/>
                    </a:moveTo>
                    <a:lnTo>
                      <a:pt x="2616" y="32"/>
                    </a:lnTo>
                    <a:lnTo>
                      <a:pt x="2301" y="63"/>
                    </a:lnTo>
                    <a:lnTo>
                      <a:pt x="2017" y="158"/>
                    </a:lnTo>
                    <a:lnTo>
                      <a:pt x="1734" y="284"/>
                    </a:lnTo>
                    <a:lnTo>
                      <a:pt x="1482" y="410"/>
                    </a:lnTo>
                    <a:lnTo>
                      <a:pt x="1230" y="567"/>
                    </a:lnTo>
                    <a:lnTo>
                      <a:pt x="1009" y="757"/>
                    </a:lnTo>
                    <a:lnTo>
                      <a:pt x="789" y="977"/>
                    </a:lnTo>
                    <a:lnTo>
                      <a:pt x="600" y="1198"/>
                    </a:lnTo>
                    <a:lnTo>
                      <a:pt x="442" y="1418"/>
                    </a:lnTo>
                    <a:lnTo>
                      <a:pt x="316" y="1670"/>
                    </a:lnTo>
                    <a:lnTo>
                      <a:pt x="190" y="1954"/>
                    </a:lnTo>
                    <a:lnTo>
                      <a:pt x="95" y="2206"/>
                    </a:lnTo>
                    <a:lnTo>
                      <a:pt x="32" y="2489"/>
                    </a:lnTo>
                    <a:lnTo>
                      <a:pt x="1" y="2773"/>
                    </a:lnTo>
                    <a:lnTo>
                      <a:pt x="1" y="3088"/>
                    </a:lnTo>
                    <a:lnTo>
                      <a:pt x="32" y="3371"/>
                    </a:lnTo>
                    <a:lnTo>
                      <a:pt x="64" y="3655"/>
                    </a:lnTo>
                    <a:lnTo>
                      <a:pt x="158" y="3970"/>
                    </a:lnTo>
                    <a:lnTo>
                      <a:pt x="3908" y="14871"/>
                    </a:lnTo>
                    <a:lnTo>
                      <a:pt x="4002" y="15154"/>
                    </a:lnTo>
                    <a:lnTo>
                      <a:pt x="4160" y="15438"/>
                    </a:lnTo>
                    <a:lnTo>
                      <a:pt x="4317" y="15690"/>
                    </a:lnTo>
                    <a:lnTo>
                      <a:pt x="4506" y="15910"/>
                    </a:lnTo>
                    <a:lnTo>
                      <a:pt x="4695" y="16099"/>
                    </a:lnTo>
                    <a:lnTo>
                      <a:pt x="4916" y="16288"/>
                    </a:lnTo>
                    <a:lnTo>
                      <a:pt x="5168" y="16446"/>
                    </a:lnTo>
                    <a:lnTo>
                      <a:pt x="5420" y="16603"/>
                    </a:lnTo>
                    <a:lnTo>
                      <a:pt x="5672" y="16698"/>
                    </a:lnTo>
                    <a:lnTo>
                      <a:pt x="5955" y="16792"/>
                    </a:lnTo>
                    <a:lnTo>
                      <a:pt x="6239" y="16855"/>
                    </a:lnTo>
                    <a:lnTo>
                      <a:pt x="6522" y="16887"/>
                    </a:lnTo>
                    <a:lnTo>
                      <a:pt x="6806" y="16918"/>
                    </a:lnTo>
                    <a:lnTo>
                      <a:pt x="7121" y="16887"/>
                    </a:lnTo>
                    <a:lnTo>
                      <a:pt x="7405" y="16824"/>
                    </a:lnTo>
                    <a:lnTo>
                      <a:pt x="7688" y="16761"/>
                    </a:lnTo>
                    <a:lnTo>
                      <a:pt x="7972" y="16635"/>
                    </a:lnTo>
                    <a:lnTo>
                      <a:pt x="8255" y="16509"/>
                    </a:lnTo>
                    <a:lnTo>
                      <a:pt x="8507" y="16320"/>
                    </a:lnTo>
                    <a:lnTo>
                      <a:pt x="8728" y="16131"/>
                    </a:lnTo>
                    <a:lnTo>
                      <a:pt x="8917" y="15942"/>
                    </a:lnTo>
                    <a:lnTo>
                      <a:pt x="9106" y="15721"/>
                    </a:lnTo>
                    <a:lnTo>
                      <a:pt x="9263" y="15469"/>
                    </a:lnTo>
                    <a:lnTo>
                      <a:pt x="9421" y="15217"/>
                    </a:lnTo>
                    <a:lnTo>
                      <a:pt x="9515" y="14965"/>
                    </a:lnTo>
                    <a:lnTo>
                      <a:pt x="9610" y="14682"/>
                    </a:lnTo>
                    <a:lnTo>
                      <a:pt x="9673" y="14398"/>
                    </a:lnTo>
                    <a:lnTo>
                      <a:pt x="9704" y="14115"/>
                    </a:lnTo>
                    <a:lnTo>
                      <a:pt x="9736" y="13831"/>
                    </a:lnTo>
                    <a:lnTo>
                      <a:pt x="9704" y="13547"/>
                    </a:lnTo>
                    <a:lnTo>
                      <a:pt x="9641" y="13232"/>
                    </a:lnTo>
                    <a:lnTo>
                      <a:pt x="9578" y="12949"/>
                    </a:lnTo>
                    <a:lnTo>
                      <a:pt x="5829" y="2017"/>
                    </a:lnTo>
                    <a:lnTo>
                      <a:pt x="5703" y="1733"/>
                    </a:lnTo>
                    <a:lnTo>
                      <a:pt x="5577" y="1481"/>
                    </a:lnTo>
                    <a:lnTo>
                      <a:pt x="5420" y="1229"/>
                    </a:lnTo>
                    <a:lnTo>
                      <a:pt x="5231" y="1009"/>
                    </a:lnTo>
                    <a:lnTo>
                      <a:pt x="5010" y="788"/>
                    </a:lnTo>
                    <a:lnTo>
                      <a:pt x="4790" y="599"/>
                    </a:lnTo>
                    <a:lnTo>
                      <a:pt x="4569" y="441"/>
                    </a:lnTo>
                    <a:lnTo>
                      <a:pt x="4317" y="315"/>
                    </a:lnTo>
                    <a:lnTo>
                      <a:pt x="4034" y="189"/>
                    </a:lnTo>
                    <a:lnTo>
                      <a:pt x="3782" y="95"/>
                    </a:lnTo>
                    <a:lnTo>
                      <a:pt x="3498" y="32"/>
                    </a:lnTo>
                    <a:lnTo>
                      <a:pt x="31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32"/>
              <p:cNvSpPr/>
              <p:nvPr/>
            </p:nvSpPr>
            <p:spPr>
              <a:xfrm rot="883949">
                <a:off x="4003923" y="5145977"/>
                <a:ext cx="178021" cy="417465"/>
              </a:xfrm>
              <a:custGeom>
                <a:rect b="b" l="l" r="r" t="t"/>
                <a:pathLst>
                  <a:path extrusionOk="0" h="16699" w="7121">
                    <a:moveTo>
                      <a:pt x="1134" y="0"/>
                    </a:moveTo>
                    <a:lnTo>
                      <a:pt x="914" y="32"/>
                    </a:lnTo>
                    <a:lnTo>
                      <a:pt x="725" y="63"/>
                    </a:lnTo>
                    <a:lnTo>
                      <a:pt x="504" y="158"/>
                    </a:lnTo>
                    <a:lnTo>
                      <a:pt x="347" y="284"/>
                    </a:lnTo>
                    <a:lnTo>
                      <a:pt x="221" y="442"/>
                    </a:lnTo>
                    <a:lnTo>
                      <a:pt x="95" y="599"/>
                    </a:lnTo>
                    <a:lnTo>
                      <a:pt x="32" y="788"/>
                    </a:lnTo>
                    <a:lnTo>
                      <a:pt x="0" y="1009"/>
                    </a:lnTo>
                    <a:lnTo>
                      <a:pt x="0" y="1198"/>
                    </a:lnTo>
                    <a:lnTo>
                      <a:pt x="63" y="1418"/>
                    </a:lnTo>
                    <a:lnTo>
                      <a:pt x="5041" y="15973"/>
                    </a:lnTo>
                    <a:lnTo>
                      <a:pt x="5136" y="16194"/>
                    </a:lnTo>
                    <a:lnTo>
                      <a:pt x="5262" y="16351"/>
                    </a:lnTo>
                    <a:lnTo>
                      <a:pt x="5388" y="16477"/>
                    </a:lnTo>
                    <a:lnTo>
                      <a:pt x="5577" y="16603"/>
                    </a:lnTo>
                    <a:lnTo>
                      <a:pt x="5766" y="16667"/>
                    </a:lnTo>
                    <a:lnTo>
                      <a:pt x="5986" y="16698"/>
                    </a:lnTo>
                    <a:lnTo>
                      <a:pt x="6175" y="16698"/>
                    </a:lnTo>
                    <a:lnTo>
                      <a:pt x="6396" y="16667"/>
                    </a:lnTo>
                    <a:lnTo>
                      <a:pt x="6585" y="16572"/>
                    </a:lnTo>
                    <a:lnTo>
                      <a:pt x="6774" y="16446"/>
                    </a:lnTo>
                    <a:lnTo>
                      <a:pt x="6900" y="16288"/>
                    </a:lnTo>
                    <a:lnTo>
                      <a:pt x="6994" y="16099"/>
                    </a:lnTo>
                    <a:lnTo>
                      <a:pt x="7089" y="15910"/>
                    </a:lnTo>
                    <a:lnTo>
                      <a:pt x="7120" y="15721"/>
                    </a:lnTo>
                    <a:lnTo>
                      <a:pt x="7120" y="15501"/>
                    </a:lnTo>
                    <a:lnTo>
                      <a:pt x="7057" y="15280"/>
                    </a:lnTo>
                    <a:lnTo>
                      <a:pt x="2080" y="725"/>
                    </a:lnTo>
                    <a:lnTo>
                      <a:pt x="1985" y="536"/>
                    </a:lnTo>
                    <a:lnTo>
                      <a:pt x="1859" y="379"/>
                    </a:lnTo>
                    <a:lnTo>
                      <a:pt x="1702" y="221"/>
                    </a:lnTo>
                    <a:lnTo>
                      <a:pt x="1513" y="126"/>
                    </a:lnTo>
                    <a:lnTo>
                      <a:pt x="1323" y="32"/>
                    </a:lnTo>
                    <a:lnTo>
                      <a:pt x="11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 rot="883949">
                <a:off x="3658209" y="5011507"/>
                <a:ext cx="1505938" cy="1381466"/>
              </a:xfrm>
              <a:custGeom>
                <a:rect b="b" l="l" r="r" t="t"/>
                <a:pathLst>
                  <a:path extrusionOk="0" h="55260" w="60239">
                    <a:moveTo>
                      <a:pt x="43540" y="0"/>
                    </a:moveTo>
                    <a:lnTo>
                      <a:pt x="41839" y="378"/>
                    </a:lnTo>
                    <a:lnTo>
                      <a:pt x="40043" y="819"/>
                    </a:lnTo>
                    <a:lnTo>
                      <a:pt x="38185" y="1323"/>
                    </a:lnTo>
                    <a:lnTo>
                      <a:pt x="37208" y="1638"/>
                    </a:lnTo>
                    <a:lnTo>
                      <a:pt x="36263" y="1953"/>
                    </a:lnTo>
                    <a:lnTo>
                      <a:pt x="34436" y="2615"/>
                    </a:lnTo>
                    <a:lnTo>
                      <a:pt x="32703" y="3340"/>
                    </a:lnTo>
                    <a:lnTo>
                      <a:pt x="31064" y="4064"/>
                    </a:lnTo>
                    <a:lnTo>
                      <a:pt x="29489" y="4820"/>
                    </a:lnTo>
                    <a:lnTo>
                      <a:pt x="28040" y="5576"/>
                    </a:lnTo>
                    <a:lnTo>
                      <a:pt x="26654" y="6364"/>
                    </a:lnTo>
                    <a:lnTo>
                      <a:pt x="25362" y="7120"/>
                    </a:lnTo>
                    <a:lnTo>
                      <a:pt x="24165" y="7876"/>
                    </a:lnTo>
                    <a:lnTo>
                      <a:pt x="28481" y="26023"/>
                    </a:lnTo>
                    <a:lnTo>
                      <a:pt x="2332" y="31190"/>
                    </a:lnTo>
                    <a:lnTo>
                      <a:pt x="2017" y="31253"/>
                    </a:lnTo>
                    <a:lnTo>
                      <a:pt x="1733" y="31379"/>
                    </a:lnTo>
                    <a:lnTo>
                      <a:pt x="1450" y="31505"/>
                    </a:lnTo>
                    <a:lnTo>
                      <a:pt x="1198" y="31694"/>
                    </a:lnTo>
                    <a:lnTo>
                      <a:pt x="946" y="31883"/>
                    </a:lnTo>
                    <a:lnTo>
                      <a:pt x="757" y="32103"/>
                    </a:lnTo>
                    <a:lnTo>
                      <a:pt x="568" y="32324"/>
                    </a:lnTo>
                    <a:lnTo>
                      <a:pt x="379" y="32576"/>
                    </a:lnTo>
                    <a:lnTo>
                      <a:pt x="253" y="32828"/>
                    </a:lnTo>
                    <a:lnTo>
                      <a:pt x="158" y="33112"/>
                    </a:lnTo>
                    <a:lnTo>
                      <a:pt x="64" y="33427"/>
                    </a:lnTo>
                    <a:lnTo>
                      <a:pt x="32" y="33710"/>
                    </a:lnTo>
                    <a:lnTo>
                      <a:pt x="1" y="34025"/>
                    </a:lnTo>
                    <a:lnTo>
                      <a:pt x="32" y="34340"/>
                    </a:lnTo>
                    <a:lnTo>
                      <a:pt x="64" y="34624"/>
                    </a:lnTo>
                    <a:lnTo>
                      <a:pt x="158" y="34939"/>
                    </a:lnTo>
                    <a:lnTo>
                      <a:pt x="6459" y="53338"/>
                    </a:lnTo>
                    <a:lnTo>
                      <a:pt x="6554" y="53558"/>
                    </a:lnTo>
                    <a:lnTo>
                      <a:pt x="6680" y="53810"/>
                    </a:lnTo>
                    <a:lnTo>
                      <a:pt x="6806" y="54031"/>
                    </a:lnTo>
                    <a:lnTo>
                      <a:pt x="6963" y="54220"/>
                    </a:lnTo>
                    <a:lnTo>
                      <a:pt x="7152" y="54409"/>
                    </a:lnTo>
                    <a:lnTo>
                      <a:pt x="7341" y="54598"/>
                    </a:lnTo>
                    <a:lnTo>
                      <a:pt x="7530" y="54755"/>
                    </a:lnTo>
                    <a:lnTo>
                      <a:pt x="7751" y="54881"/>
                    </a:lnTo>
                    <a:lnTo>
                      <a:pt x="7971" y="55007"/>
                    </a:lnTo>
                    <a:lnTo>
                      <a:pt x="8192" y="55102"/>
                    </a:lnTo>
                    <a:lnTo>
                      <a:pt x="8444" y="55165"/>
                    </a:lnTo>
                    <a:lnTo>
                      <a:pt x="8696" y="55228"/>
                    </a:lnTo>
                    <a:lnTo>
                      <a:pt x="8948" y="55260"/>
                    </a:lnTo>
                    <a:lnTo>
                      <a:pt x="9484" y="55260"/>
                    </a:lnTo>
                    <a:lnTo>
                      <a:pt x="9736" y="55228"/>
                    </a:lnTo>
                    <a:lnTo>
                      <a:pt x="57938" y="45619"/>
                    </a:lnTo>
                    <a:lnTo>
                      <a:pt x="58222" y="45556"/>
                    </a:lnTo>
                    <a:lnTo>
                      <a:pt x="58474" y="45462"/>
                    </a:lnTo>
                    <a:lnTo>
                      <a:pt x="58726" y="45335"/>
                    </a:lnTo>
                    <a:lnTo>
                      <a:pt x="58978" y="45178"/>
                    </a:lnTo>
                    <a:lnTo>
                      <a:pt x="59198" y="45020"/>
                    </a:lnTo>
                    <a:lnTo>
                      <a:pt x="59419" y="44831"/>
                    </a:lnTo>
                    <a:lnTo>
                      <a:pt x="59576" y="44642"/>
                    </a:lnTo>
                    <a:lnTo>
                      <a:pt x="59765" y="44422"/>
                    </a:lnTo>
                    <a:lnTo>
                      <a:pt x="59892" y="44170"/>
                    </a:lnTo>
                    <a:lnTo>
                      <a:pt x="60018" y="43918"/>
                    </a:lnTo>
                    <a:lnTo>
                      <a:pt x="60112" y="43666"/>
                    </a:lnTo>
                    <a:lnTo>
                      <a:pt x="60175" y="43382"/>
                    </a:lnTo>
                    <a:lnTo>
                      <a:pt x="60238" y="43099"/>
                    </a:lnTo>
                    <a:lnTo>
                      <a:pt x="60238" y="42815"/>
                    </a:lnTo>
                    <a:lnTo>
                      <a:pt x="60238" y="42532"/>
                    </a:lnTo>
                    <a:lnTo>
                      <a:pt x="60175" y="42248"/>
                    </a:lnTo>
                    <a:lnTo>
                      <a:pt x="55890" y="20636"/>
                    </a:lnTo>
                    <a:lnTo>
                      <a:pt x="4354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32"/>
              <p:cNvSpPr/>
              <p:nvPr/>
            </p:nvSpPr>
            <p:spPr>
              <a:xfrm rot="883949">
                <a:off x="4400926" y="5176270"/>
                <a:ext cx="638784" cy="543462"/>
              </a:xfrm>
              <a:custGeom>
                <a:rect b="b" l="l" r="r" t="t"/>
                <a:pathLst>
                  <a:path extrusionOk="0" h="21739" w="25552">
                    <a:moveTo>
                      <a:pt x="16289" y="1"/>
                    </a:moveTo>
                    <a:lnTo>
                      <a:pt x="1" y="6018"/>
                    </a:lnTo>
                    <a:lnTo>
                      <a:pt x="5105" y="21739"/>
                    </a:lnTo>
                    <a:lnTo>
                      <a:pt x="25551" y="17265"/>
                    </a:lnTo>
                    <a:lnTo>
                      <a:pt x="162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32"/>
              <p:cNvSpPr/>
              <p:nvPr/>
            </p:nvSpPr>
            <p:spPr>
              <a:xfrm rot="883949">
                <a:off x="3980332" y="5809097"/>
                <a:ext cx="433189" cy="257569"/>
              </a:xfrm>
              <a:custGeom>
                <a:rect b="b" l="l" r="r" t="t"/>
                <a:pathLst>
                  <a:path extrusionOk="0" h="10303" w="17328">
                    <a:moveTo>
                      <a:pt x="15910" y="0"/>
                    </a:moveTo>
                    <a:lnTo>
                      <a:pt x="0" y="3151"/>
                    </a:lnTo>
                    <a:lnTo>
                      <a:pt x="1418" y="10302"/>
                    </a:lnTo>
                    <a:lnTo>
                      <a:pt x="17328" y="7152"/>
                    </a:lnTo>
                    <a:lnTo>
                      <a:pt x="159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32"/>
              <p:cNvSpPr/>
              <p:nvPr/>
            </p:nvSpPr>
            <p:spPr>
              <a:xfrm rot="883949">
                <a:off x="4246340" y="5794509"/>
                <a:ext cx="115797" cy="278843"/>
              </a:xfrm>
              <a:custGeom>
                <a:rect b="b" l="l" r="r" t="t"/>
                <a:pathLst>
                  <a:path extrusionOk="0" h="11154" w="4632">
                    <a:moveTo>
                      <a:pt x="2836" y="0"/>
                    </a:moveTo>
                    <a:lnTo>
                      <a:pt x="1" y="10681"/>
                    </a:lnTo>
                    <a:lnTo>
                      <a:pt x="1796" y="11153"/>
                    </a:lnTo>
                    <a:lnTo>
                      <a:pt x="4632" y="473"/>
                    </a:lnTo>
                    <a:lnTo>
                      <a:pt x="28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32"/>
              <p:cNvSpPr/>
              <p:nvPr/>
            </p:nvSpPr>
            <p:spPr>
              <a:xfrm rot="883949">
                <a:off x="4171223" y="5782899"/>
                <a:ext cx="115797" cy="278843"/>
              </a:xfrm>
              <a:custGeom>
                <a:rect b="b" l="l" r="r" t="t"/>
                <a:pathLst>
                  <a:path extrusionOk="0" h="11154" w="4632">
                    <a:moveTo>
                      <a:pt x="2836" y="1"/>
                    </a:moveTo>
                    <a:lnTo>
                      <a:pt x="0" y="10681"/>
                    </a:lnTo>
                    <a:lnTo>
                      <a:pt x="1827" y="11153"/>
                    </a:lnTo>
                    <a:lnTo>
                      <a:pt x="4631" y="473"/>
                    </a:lnTo>
                    <a:lnTo>
                      <a:pt x="28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32"/>
              <p:cNvSpPr/>
              <p:nvPr/>
            </p:nvSpPr>
            <p:spPr>
              <a:xfrm rot="883949">
                <a:off x="4079871" y="5776804"/>
                <a:ext cx="115797" cy="279618"/>
              </a:xfrm>
              <a:custGeom>
                <a:rect b="b" l="l" r="r" t="t"/>
                <a:pathLst>
                  <a:path extrusionOk="0" h="11185" w="4632">
                    <a:moveTo>
                      <a:pt x="2805" y="1"/>
                    </a:moveTo>
                    <a:lnTo>
                      <a:pt x="1" y="10681"/>
                    </a:lnTo>
                    <a:lnTo>
                      <a:pt x="1796" y="11185"/>
                    </a:lnTo>
                    <a:lnTo>
                      <a:pt x="4632" y="505"/>
                    </a:lnTo>
                    <a:lnTo>
                      <a:pt x="28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32"/>
              <p:cNvSpPr/>
              <p:nvPr/>
            </p:nvSpPr>
            <p:spPr>
              <a:xfrm rot="883949">
                <a:off x="3998839" y="5757111"/>
                <a:ext cx="115797" cy="278843"/>
              </a:xfrm>
              <a:custGeom>
                <a:rect b="b" l="l" r="r" t="t"/>
                <a:pathLst>
                  <a:path extrusionOk="0" h="11154" w="4632">
                    <a:moveTo>
                      <a:pt x="2836" y="1"/>
                    </a:moveTo>
                    <a:lnTo>
                      <a:pt x="0" y="10681"/>
                    </a:lnTo>
                    <a:lnTo>
                      <a:pt x="1827" y="11153"/>
                    </a:lnTo>
                    <a:lnTo>
                      <a:pt x="4631" y="473"/>
                    </a:lnTo>
                    <a:lnTo>
                      <a:pt x="28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32"/>
              <p:cNvSpPr/>
              <p:nvPr/>
            </p:nvSpPr>
            <p:spPr>
              <a:xfrm rot="883949">
                <a:off x="3541741" y="5838367"/>
                <a:ext cx="213470" cy="211095"/>
              </a:xfrm>
              <a:custGeom>
                <a:rect b="b" l="l" r="r" t="t"/>
                <a:pathLst>
                  <a:path extrusionOk="0" h="8444" w="8539">
                    <a:moveTo>
                      <a:pt x="7310" y="0"/>
                    </a:moveTo>
                    <a:lnTo>
                      <a:pt x="0" y="158"/>
                    </a:lnTo>
                    <a:lnTo>
                      <a:pt x="2395" y="8444"/>
                    </a:lnTo>
                    <a:lnTo>
                      <a:pt x="8538" y="6112"/>
                    </a:lnTo>
                    <a:lnTo>
                      <a:pt x="73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32"/>
              <p:cNvSpPr/>
              <p:nvPr/>
            </p:nvSpPr>
            <p:spPr>
              <a:xfrm rot="883949">
                <a:off x="3525427" y="5783026"/>
                <a:ext cx="101623" cy="276468"/>
              </a:xfrm>
              <a:custGeom>
                <a:rect b="b" l="l" r="r" t="t"/>
                <a:pathLst>
                  <a:path extrusionOk="0" h="11059" w="4065">
                    <a:moveTo>
                      <a:pt x="946" y="0"/>
                    </a:moveTo>
                    <a:lnTo>
                      <a:pt x="725" y="63"/>
                    </a:lnTo>
                    <a:lnTo>
                      <a:pt x="505" y="189"/>
                    </a:lnTo>
                    <a:lnTo>
                      <a:pt x="347" y="347"/>
                    </a:lnTo>
                    <a:lnTo>
                      <a:pt x="190" y="504"/>
                    </a:lnTo>
                    <a:lnTo>
                      <a:pt x="95" y="693"/>
                    </a:lnTo>
                    <a:lnTo>
                      <a:pt x="32" y="914"/>
                    </a:lnTo>
                    <a:lnTo>
                      <a:pt x="1" y="1134"/>
                    </a:lnTo>
                    <a:lnTo>
                      <a:pt x="32" y="1386"/>
                    </a:lnTo>
                    <a:lnTo>
                      <a:pt x="1765" y="10113"/>
                    </a:lnTo>
                    <a:lnTo>
                      <a:pt x="1828" y="10334"/>
                    </a:lnTo>
                    <a:lnTo>
                      <a:pt x="1923" y="10523"/>
                    </a:lnTo>
                    <a:lnTo>
                      <a:pt x="2080" y="10712"/>
                    </a:lnTo>
                    <a:lnTo>
                      <a:pt x="2238" y="10838"/>
                    </a:lnTo>
                    <a:lnTo>
                      <a:pt x="2458" y="10964"/>
                    </a:lnTo>
                    <a:lnTo>
                      <a:pt x="2679" y="11027"/>
                    </a:lnTo>
                    <a:lnTo>
                      <a:pt x="2899" y="11058"/>
                    </a:lnTo>
                    <a:lnTo>
                      <a:pt x="3120" y="11027"/>
                    </a:lnTo>
                    <a:lnTo>
                      <a:pt x="3340" y="10964"/>
                    </a:lnTo>
                    <a:lnTo>
                      <a:pt x="3561" y="10838"/>
                    </a:lnTo>
                    <a:lnTo>
                      <a:pt x="3718" y="10712"/>
                    </a:lnTo>
                    <a:lnTo>
                      <a:pt x="3876" y="10523"/>
                    </a:lnTo>
                    <a:lnTo>
                      <a:pt x="3970" y="10334"/>
                    </a:lnTo>
                    <a:lnTo>
                      <a:pt x="4033" y="10113"/>
                    </a:lnTo>
                    <a:lnTo>
                      <a:pt x="4065" y="9893"/>
                    </a:lnTo>
                    <a:lnTo>
                      <a:pt x="4033" y="9641"/>
                    </a:lnTo>
                    <a:lnTo>
                      <a:pt x="2301" y="914"/>
                    </a:lnTo>
                    <a:lnTo>
                      <a:pt x="2238" y="693"/>
                    </a:lnTo>
                    <a:lnTo>
                      <a:pt x="2143" y="504"/>
                    </a:lnTo>
                    <a:lnTo>
                      <a:pt x="1986" y="315"/>
                    </a:lnTo>
                    <a:lnTo>
                      <a:pt x="1828" y="189"/>
                    </a:lnTo>
                    <a:lnTo>
                      <a:pt x="1608" y="63"/>
                    </a:lnTo>
                    <a:lnTo>
                      <a:pt x="13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32"/>
              <p:cNvSpPr/>
              <p:nvPr/>
            </p:nvSpPr>
            <p:spPr>
              <a:xfrm rot="883949">
                <a:off x="3621755" y="5836411"/>
                <a:ext cx="72473" cy="189045"/>
              </a:xfrm>
              <a:custGeom>
                <a:rect b="b" l="l" r="r" t="t"/>
                <a:pathLst>
                  <a:path extrusionOk="0" h="7562" w="2899">
                    <a:moveTo>
                      <a:pt x="158" y="1"/>
                    </a:moveTo>
                    <a:lnTo>
                      <a:pt x="95" y="64"/>
                    </a:lnTo>
                    <a:lnTo>
                      <a:pt x="32" y="127"/>
                    </a:lnTo>
                    <a:lnTo>
                      <a:pt x="0" y="221"/>
                    </a:lnTo>
                    <a:lnTo>
                      <a:pt x="32" y="316"/>
                    </a:lnTo>
                    <a:lnTo>
                      <a:pt x="2458" y="7404"/>
                    </a:lnTo>
                    <a:lnTo>
                      <a:pt x="2489" y="7467"/>
                    </a:lnTo>
                    <a:lnTo>
                      <a:pt x="2521" y="7530"/>
                    </a:lnTo>
                    <a:lnTo>
                      <a:pt x="2615" y="7562"/>
                    </a:lnTo>
                    <a:lnTo>
                      <a:pt x="2741" y="7562"/>
                    </a:lnTo>
                    <a:lnTo>
                      <a:pt x="2836" y="7499"/>
                    </a:lnTo>
                    <a:lnTo>
                      <a:pt x="2867" y="7436"/>
                    </a:lnTo>
                    <a:lnTo>
                      <a:pt x="2899" y="7341"/>
                    </a:lnTo>
                    <a:lnTo>
                      <a:pt x="2899" y="7278"/>
                    </a:lnTo>
                    <a:lnTo>
                      <a:pt x="473" y="158"/>
                    </a:lnTo>
                    <a:lnTo>
                      <a:pt x="410" y="95"/>
                    </a:lnTo>
                    <a:lnTo>
                      <a:pt x="347" y="32"/>
                    </a:lnTo>
                    <a:lnTo>
                      <a:pt x="25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32"/>
              <p:cNvSpPr/>
              <p:nvPr/>
            </p:nvSpPr>
            <p:spPr>
              <a:xfrm rot="883949">
                <a:off x="4385407" y="5716612"/>
                <a:ext cx="964826" cy="967176"/>
              </a:xfrm>
              <a:custGeom>
                <a:rect b="b" l="l" r="r" t="t"/>
                <a:pathLst>
                  <a:path extrusionOk="0" h="38688" w="38594">
                    <a:moveTo>
                      <a:pt x="15910" y="0"/>
                    </a:moveTo>
                    <a:lnTo>
                      <a:pt x="15438" y="32"/>
                    </a:lnTo>
                    <a:lnTo>
                      <a:pt x="14997" y="158"/>
                    </a:lnTo>
                    <a:lnTo>
                      <a:pt x="14808" y="252"/>
                    </a:lnTo>
                    <a:lnTo>
                      <a:pt x="14587" y="378"/>
                    </a:lnTo>
                    <a:lnTo>
                      <a:pt x="14398" y="504"/>
                    </a:lnTo>
                    <a:lnTo>
                      <a:pt x="14209" y="630"/>
                    </a:lnTo>
                    <a:lnTo>
                      <a:pt x="14052" y="788"/>
                    </a:lnTo>
                    <a:lnTo>
                      <a:pt x="13894" y="945"/>
                    </a:lnTo>
                    <a:lnTo>
                      <a:pt x="13548" y="1355"/>
                    </a:lnTo>
                    <a:lnTo>
                      <a:pt x="13138" y="1701"/>
                    </a:lnTo>
                    <a:lnTo>
                      <a:pt x="12728" y="1985"/>
                    </a:lnTo>
                    <a:lnTo>
                      <a:pt x="12256" y="2237"/>
                    </a:lnTo>
                    <a:lnTo>
                      <a:pt x="11783" y="2457"/>
                    </a:lnTo>
                    <a:lnTo>
                      <a:pt x="11279" y="2615"/>
                    </a:lnTo>
                    <a:lnTo>
                      <a:pt x="10775" y="2709"/>
                    </a:lnTo>
                    <a:lnTo>
                      <a:pt x="10239" y="2772"/>
                    </a:lnTo>
                    <a:lnTo>
                      <a:pt x="9704" y="2836"/>
                    </a:lnTo>
                    <a:lnTo>
                      <a:pt x="9137" y="2962"/>
                    </a:lnTo>
                    <a:lnTo>
                      <a:pt x="8633" y="3151"/>
                    </a:lnTo>
                    <a:lnTo>
                      <a:pt x="8381" y="3277"/>
                    </a:lnTo>
                    <a:lnTo>
                      <a:pt x="8160" y="3434"/>
                    </a:lnTo>
                    <a:lnTo>
                      <a:pt x="7908" y="3592"/>
                    </a:lnTo>
                    <a:lnTo>
                      <a:pt x="7719" y="3749"/>
                    </a:lnTo>
                    <a:lnTo>
                      <a:pt x="7499" y="3938"/>
                    </a:lnTo>
                    <a:lnTo>
                      <a:pt x="7341" y="4127"/>
                    </a:lnTo>
                    <a:lnTo>
                      <a:pt x="7152" y="4348"/>
                    </a:lnTo>
                    <a:lnTo>
                      <a:pt x="7026" y="4568"/>
                    </a:lnTo>
                    <a:lnTo>
                      <a:pt x="6900" y="4820"/>
                    </a:lnTo>
                    <a:lnTo>
                      <a:pt x="6774" y="5072"/>
                    </a:lnTo>
                    <a:lnTo>
                      <a:pt x="6553" y="5576"/>
                    </a:lnTo>
                    <a:lnTo>
                      <a:pt x="6301" y="6081"/>
                    </a:lnTo>
                    <a:lnTo>
                      <a:pt x="5986" y="6522"/>
                    </a:lnTo>
                    <a:lnTo>
                      <a:pt x="5608" y="6931"/>
                    </a:lnTo>
                    <a:lnTo>
                      <a:pt x="5199" y="7278"/>
                    </a:lnTo>
                    <a:lnTo>
                      <a:pt x="4758" y="7593"/>
                    </a:lnTo>
                    <a:lnTo>
                      <a:pt x="4285" y="7876"/>
                    </a:lnTo>
                    <a:lnTo>
                      <a:pt x="3781" y="8097"/>
                    </a:lnTo>
                    <a:lnTo>
                      <a:pt x="3560" y="8191"/>
                    </a:lnTo>
                    <a:lnTo>
                      <a:pt x="3371" y="8286"/>
                    </a:lnTo>
                    <a:lnTo>
                      <a:pt x="3182" y="8412"/>
                    </a:lnTo>
                    <a:lnTo>
                      <a:pt x="2993" y="8569"/>
                    </a:lnTo>
                    <a:lnTo>
                      <a:pt x="2836" y="8727"/>
                    </a:lnTo>
                    <a:lnTo>
                      <a:pt x="2678" y="8884"/>
                    </a:lnTo>
                    <a:lnTo>
                      <a:pt x="2395" y="9262"/>
                    </a:lnTo>
                    <a:lnTo>
                      <a:pt x="2206" y="9672"/>
                    </a:lnTo>
                    <a:lnTo>
                      <a:pt x="2143" y="9893"/>
                    </a:lnTo>
                    <a:lnTo>
                      <a:pt x="2080" y="10113"/>
                    </a:lnTo>
                    <a:lnTo>
                      <a:pt x="2048" y="10334"/>
                    </a:lnTo>
                    <a:lnTo>
                      <a:pt x="2017" y="10554"/>
                    </a:lnTo>
                    <a:lnTo>
                      <a:pt x="2017" y="10806"/>
                    </a:lnTo>
                    <a:lnTo>
                      <a:pt x="2048" y="11027"/>
                    </a:lnTo>
                    <a:lnTo>
                      <a:pt x="2080" y="11562"/>
                    </a:lnTo>
                    <a:lnTo>
                      <a:pt x="2080" y="12129"/>
                    </a:lnTo>
                    <a:lnTo>
                      <a:pt x="2017" y="12665"/>
                    </a:lnTo>
                    <a:lnTo>
                      <a:pt x="1891" y="13201"/>
                    </a:lnTo>
                    <a:lnTo>
                      <a:pt x="1702" y="13705"/>
                    </a:lnTo>
                    <a:lnTo>
                      <a:pt x="1450" y="14209"/>
                    </a:lnTo>
                    <a:lnTo>
                      <a:pt x="1166" y="14650"/>
                    </a:lnTo>
                    <a:lnTo>
                      <a:pt x="820" y="15091"/>
                    </a:lnTo>
                    <a:lnTo>
                      <a:pt x="662" y="15311"/>
                    </a:lnTo>
                    <a:lnTo>
                      <a:pt x="504" y="15532"/>
                    </a:lnTo>
                    <a:lnTo>
                      <a:pt x="378" y="15784"/>
                    </a:lnTo>
                    <a:lnTo>
                      <a:pt x="252" y="16036"/>
                    </a:lnTo>
                    <a:lnTo>
                      <a:pt x="158" y="16288"/>
                    </a:lnTo>
                    <a:lnTo>
                      <a:pt x="95" y="16540"/>
                    </a:lnTo>
                    <a:lnTo>
                      <a:pt x="32" y="16824"/>
                    </a:lnTo>
                    <a:lnTo>
                      <a:pt x="32" y="17076"/>
                    </a:lnTo>
                    <a:lnTo>
                      <a:pt x="0" y="17359"/>
                    </a:lnTo>
                    <a:lnTo>
                      <a:pt x="32" y="17643"/>
                    </a:lnTo>
                    <a:lnTo>
                      <a:pt x="95" y="18178"/>
                    </a:lnTo>
                    <a:lnTo>
                      <a:pt x="252" y="18714"/>
                    </a:lnTo>
                    <a:lnTo>
                      <a:pt x="441" y="19250"/>
                    </a:lnTo>
                    <a:lnTo>
                      <a:pt x="630" y="19659"/>
                    </a:lnTo>
                    <a:lnTo>
                      <a:pt x="756" y="20100"/>
                    </a:lnTo>
                    <a:lnTo>
                      <a:pt x="851" y="20541"/>
                    </a:lnTo>
                    <a:lnTo>
                      <a:pt x="914" y="20982"/>
                    </a:lnTo>
                    <a:lnTo>
                      <a:pt x="946" y="21423"/>
                    </a:lnTo>
                    <a:lnTo>
                      <a:pt x="914" y="21864"/>
                    </a:lnTo>
                    <a:lnTo>
                      <a:pt x="883" y="22337"/>
                    </a:lnTo>
                    <a:lnTo>
                      <a:pt x="788" y="22778"/>
                    </a:lnTo>
                    <a:lnTo>
                      <a:pt x="662" y="23314"/>
                    </a:lnTo>
                    <a:lnTo>
                      <a:pt x="599" y="23881"/>
                    </a:lnTo>
                    <a:lnTo>
                      <a:pt x="630" y="24416"/>
                    </a:lnTo>
                    <a:lnTo>
                      <a:pt x="693" y="24700"/>
                    </a:lnTo>
                    <a:lnTo>
                      <a:pt x="756" y="24983"/>
                    </a:lnTo>
                    <a:lnTo>
                      <a:pt x="820" y="25235"/>
                    </a:lnTo>
                    <a:lnTo>
                      <a:pt x="914" y="25487"/>
                    </a:lnTo>
                    <a:lnTo>
                      <a:pt x="1040" y="25739"/>
                    </a:lnTo>
                    <a:lnTo>
                      <a:pt x="1166" y="25960"/>
                    </a:lnTo>
                    <a:lnTo>
                      <a:pt x="1324" y="26181"/>
                    </a:lnTo>
                    <a:lnTo>
                      <a:pt x="1481" y="26401"/>
                    </a:lnTo>
                    <a:lnTo>
                      <a:pt x="1702" y="26590"/>
                    </a:lnTo>
                    <a:lnTo>
                      <a:pt x="1891" y="26779"/>
                    </a:lnTo>
                    <a:lnTo>
                      <a:pt x="2300" y="27126"/>
                    </a:lnTo>
                    <a:lnTo>
                      <a:pt x="2647" y="27504"/>
                    </a:lnTo>
                    <a:lnTo>
                      <a:pt x="2962" y="27913"/>
                    </a:lnTo>
                    <a:lnTo>
                      <a:pt x="3245" y="28354"/>
                    </a:lnTo>
                    <a:lnTo>
                      <a:pt x="3466" y="28827"/>
                    </a:lnTo>
                    <a:lnTo>
                      <a:pt x="3623" y="29331"/>
                    </a:lnTo>
                    <a:lnTo>
                      <a:pt x="3749" y="29835"/>
                    </a:lnTo>
                    <a:lnTo>
                      <a:pt x="3812" y="30339"/>
                    </a:lnTo>
                    <a:lnTo>
                      <a:pt x="3844" y="30591"/>
                    </a:lnTo>
                    <a:lnTo>
                      <a:pt x="3907" y="30843"/>
                    </a:lnTo>
                    <a:lnTo>
                      <a:pt x="4002" y="31064"/>
                    </a:lnTo>
                    <a:lnTo>
                      <a:pt x="4096" y="31284"/>
                    </a:lnTo>
                    <a:lnTo>
                      <a:pt x="4191" y="31505"/>
                    </a:lnTo>
                    <a:lnTo>
                      <a:pt x="4317" y="31725"/>
                    </a:lnTo>
                    <a:lnTo>
                      <a:pt x="4474" y="31914"/>
                    </a:lnTo>
                    <a:lnTo>
                      <a:pt x="4632" y="32072"/>
                    </a:lnTo>
                    <a:lnTo>
                      <a:pt x="4821" y="32229"/>
                    </a:lnTo>
                    <a:lnTo>
                      <a:pt x="5010" y="32387"/>
                    </a:lnTo>
                    <a:lnTo>
                      <a:pt x="5230" y="32513"/>
                    </a:lnTo>
                    <a:lnTo>
                      <a:pt x="5419" y="32639"/>
                    </a:lnTo>
                    <a:lnTo>
                      <a:pt x="5671" y="32765"/>
                    </a:lnTo>
                    <a:lnTo>
                      <a:pt x="5892" y="32828"/>
                    </a:lnTo>
                    <a:lnTo>
                      <a:pt x="6144" y="32891"/>
                    </a:lnTo>
                    <a:lnTo>
                      <a:pt x="6396" y="32954"/>
                    </a:lnTo>
                    <a:lnTo>
                      <a:pt x="6711" y="33017"/>
                    </a:lnTo>
                    <a:lnTo>
                      <a:pt x="7026" y="33112"/>
                    </a:lnTo>
                    <a:lnTo>
                      <a:pt x="7341" y="33206"/>
                    </a:lnTo>
                    <a:lnTo>
                      <a:pt x="7625" y="33332"/>
                    </a:lnTo>
                    <a:lnTo>
                      <a:pt x="7940" y="33490"/>
                    </a:lnTo>
                    <a:lnTo>
                      <a:pt x="8223" y="33647"/>
                    </a:lnTo>
                    <a:lnTo>
                      <a:pt x="8475" y="33836"/>
                    </a:lnTo>
                    <a:lnTo>
                      <a:pt x="8727" y="34057"/>
                    </a:lnTo>
                    <a:lnTo>
                      <a:pt x="9137" y="34435"/>
                    </a:lnTo>
                    <a:lnTo>
                      <a:pt x="9420" y="34844"/>
                    </a:lnTo>
                    <a:lnTo>
                      <a:pt x="9672" y="35191"/>
                    </a:lnTo>
                    <a:lnTo>
                      <a:pt x="9830" y="35506"/>
                    </a:lnTo>
                    <a:lnTo>
                      <a:pt x="9987" y="35758"/>
                    </a:lnTo>
                    <a:lnTo>
                      <a:pt x="10239" y="36105"/>
                    </a:lnTo>
                    <a:lnTo>
                      <a:pt x="10397" y="36294"/>
                    </a:lnTo>
                    <a:lnTo>
                      <a:pt x="10586" y="36451"/>
                    </a:lnTo>
                    <a:lnTo>
                      <a:pt x="10807" y="36640"/>
                    </a:lnTo>
                    <a:lnTo>
                      <a:pt x="11059" y="36798"/>
                    </a:lnTo>
                    <a:lnTo>
                      <a:pt x="11374" y="36987"/>
                    </a:lnTo>
                    <a:lnTo>
                      <a:pt x="11689" y="37113"/>
                    </a:lnTo>
                    <a:lnTo>
                      <a:pt x="12004" y="37176"/>
                    </a:lnTo>
                    <a:lnTo>
                      <a:pt x="12287" y="37239"/>
                    </a:lnTo>
                    <a:lnTo>
                      <a:pt x="12539" y="37270"/>
                    </a:lnTo>
                    <a:lnTo>
                      <a:pt x="12760" y="37270"/>
                    </a:lnTo>
                    <a:lnTo>
                      <a:pt x="13075" y="37239"/>
                    </a:lnTo>
                    <a:lnTo>
                      <a:pt x="13579" y="37144"/>
                    </a:lnTo>
                    <a:lnTo>
                      <a:pt x="14115" y="37144"/>
                    </a:lnTo>
                    <a:lnTo>
                      <a:pt x="14619" y="37176"/>
                    </a:lnTo>
                    <a:lnTo>
                      <a:pt x="15123" y="37239"/>
                    </a:lnTo>
                    <a:lnTo>
                      <a:pt x="15627" y="37365"/>
                    </a:lnTo>
                    <a:lnTo>
                      <a:pt x="16131" y="37554"/>
                    </a:lnTo>
                    <a:lnTo>
                      <a:pt x="16572" y="37806"/>
                    </a:lnTo>
                    <a:lnTo>
                      <a:pt x="17013" y="38058"/>
                    </a:lnTo>
                    <a:lnTo>
                      <a:pt x="17265" y="38215"/>
                    </a:lnTo>
                    <a:lnTo>
                      <a:pt x="17517" y="38341"/>
                    </a:lnTo>
                    <a:lnTo>
                      <a:pt x="17769" y="38467"/>
                    </a:lnTo>
                    <a:lnTo>
                      <a:pt x="18021" y="38562"/>
                    </a:lnTo>
                    <a:lnTo>
                      <a:pt x="18273" y="38625"/>
                    </a:lnTo>
                    <a:lnTo>
                      <a:pt x="18557" y="38656"/>
                    </a:lnTo>
                    <a:lnTo>
                      <a:pt x="18809" y="38688"/>
                    </a:lnTo>
                    <a:lnTo>
                      <a:pt x="19092" y="38688"/>
                    </a:lnTo>
                    <a:lnTo>
                      <a:pt x="19376" y="38656"/>
                    </a:lnTo>
                    <a:lnTo>
                      <a:pt x="19628" y="38625"/>
                    </a:lnTo>
                    <a:lnTo>
                      <a:pt x="20164" y="38499"/>
                    </a:lnTo>
                    <a:lnTo>
                      <a:pt x="20699" y="38278"/>
                    </a:lnTo>
                    <a:lnTo>
                      <a:pt x="21203" y="38026"/>
                    </a:lnTo>
                    <a:lnTo>
                      <a:pt x="21613" y="37774"/>
                    </a:lnTo>
                    <a:lnTo>
                      <a:pt x="22054" y="37585"/>
                    </a:lnTo>
                    <a:lnTo>
                      <a:pt x="22526" y="37428"/>
                    </a:lnTo>
                    <a:lnTo>
                      <a:pt x="22999" y="37333"/>
                    </a:lnTo>
                    <a:lnTo>
                      <a:pt x="23472" y="37270"/>
                    </a:lnTo>
                    <a:lnTo>
                      <a:pt x="23976" y="37270"/>
                    </a:lnTo>
                    <a:lnTo>
                      <a:pt x="24448" y="37302"/>
                    </a:lnTo>
                    <a:lnTo>
                      <a:pt x="24921" y="37365"/>
                    </a:lnTo>
                    <a:lnTo>
                      <a:pt x="25173" y="37428"/>
                    </a:lnTo>
                    <a:lnTo>
                      <a:pt x="25456" y="37459"/>
                    </a:lnTo>
                    <a:lnTo>
                      <a:pt x="25960" y="37459"/>
                    </a:lnTo>
                    <a:lnTo>
                      <a:pt x="26465" y="37365"/>
                    </a:lnTo>
                    <a:lnTo>
                      <a:pt x="26717" y="37302"/>
                    </a:lnTo>
                    <a:lnTo>
                      <a:pt x="26937" y="37207"/>
                    </a:lnTo>
                    <a:lnTo>
                      <a:pt x="27189" y="37113"/>
                    </a:lnTo>
                    <a:lnTo>
                      <a:pt x="27410" y="36987"/>
                    </a:lnTo>
                    <a:lnTo>
                      <a:pt x="27599" y="36861"/>
                    </a:lnTo>
                    <a:lnTo>
                      <a:pt x="27819" y="36703"/>
                    </a:lnTo>
                    <a:lnTo>
                      <a:pt x="28008" y="36546"/>
                    </a:lnTo>
                    <a:lnTo>
                      <a:pt x="28166" y="36357"/>
                    </a:lnTo>
                    <a:lnTo>
                      <a:pt x="28323" y="36136"/>
                    </a:lnTo>
                    <a:lnTo>
                      <a:pt x="28449" y="35916"/>
                    </a:lnTo>
                    <a:lnTo>
                      <a:pt x="28764" y="35474"/>
                    </a:lnTo>
                    <a:lnTo>
                      <a:pt x="29079" y="35065"/>
                    </a:lnTo>
                    <a:lnTo>
                      <a:pt x="29489" y="34687"/>
                    </a:lnTo>
                    <a:lnTo>
                      <a:pt x="29899" y="34340"/>
                    </a:lnTo>
                    <a:lnTo>
                      <a:pt x="30182" y="34151"/>
                    </a:lnTo>
                    <a:lnTo>
                      <a:pt x="30497" y="33994"/>
                    </a:lnTo>
                    <a:lnTo>
                      <a:pt x="30907" y="33805"/>
                    </a:lnTo>
                    <a:lnTo>
                      <a:pt x="31442" y="33616"/>
                    </a:lnTo>
                    <a:lnTo>
                      <a:pt x="31820" y="33427"/>
                    </a:lnTo>
                    <a:lnTo>
                      <a:pt x="32324" y="33112"/>
                    </a:lnTo>
                    <a:lnTo>
                      <a:pt x="32577" y="32954"/>
                    </a:lnTo>
                    <a:lnTo>
                      <a:pt x="32829" y="32734"/>
                    </a:lnTo>
                    <a:lnTo>
                      <a:pt x="33112" y="32482"/>
                    </a:lnTo>
                    <a:lnTo>
                      <a:pt x="33364" y="32229"/>
                    </a:lnTo>
                    <a:lnTo>
                      <a:pt x="33742" y="31788"/>
                    </a:lnTo>
                    <a:lnTo>
                      <a:pt x="34026" y="31347"/>
                    </a:lnTo>
                    <a:lnTo>
                      <a:pt x="34278" y="30938"/>
                    </a:lnTo>
                    <a:lnTo>
                      <a:pt x="34435" y="30591"/>
                    </a:lnTo>
                    <a:lnTo>
                      <a:pt x="34530" y="30087"/>
                    </a:lnTo>
                    <a:lnTo>
                      <a:pt x="34687" y="29615"/>
                    </a:lnTo>
                    <a:lnTo>
                      <a:pt x="34876" y="29142"/>
                    </a:lnTo>
                    <a:lnTo>
                      <a:pt x="35097" y="28701"/>
                    </a:lnTo>
                    <a:lnTo>
                      <a:pt x="35380" y="28291"/>
                    </a:lnTo>
                    <a:lnTo>
                      <a:pt x="35695" y="27913"/>
                    </a:lnTo>
                    <a:lnTo>
                      <a:pt x="36042" y="27567"/>
                    </a:lnTo>
                    <a:lnTo>
                      <a:pt x="36452" y="27220"/>
                    </a:lnTo>
                    <a:lnTo>
                      <a:pt x="36672" y="27063"/>
                    </a:lnTo>
                    <a:lnTo>
                      <a:pt x="36861" y="26874"/>
                    </a:lnTo>
                    <a:lnTo>
                      <a:pt x="37050" y="26653"/>
                    </a:lnTo>
                    <a:lnTo>
                      <a:pt x="37208" y="26433"/>
                    </a:lnTo>
                    <a:lnTo>
                      <a:pt x="37334" y="26212"/>
                    </a:lnTo>
                    <a:lnTo>
                      <a:pt x="37460" y="25960"/>
                    </a:lnTo>
                    <a:lnTo>
                      <a:pt x="37554" y="25708"/>
                    </a:lnTo>
                    <a:lnTo>
                      <a:pt x="37649" y="25456"/>
                    </a:lnTo>
                    <a:lnTo>
                      <a:pt x="37712" y="25204"/>
                    </a:lnTo>
                    <a:lnTo>
                      <a:pt x="37775" y="24920"/>
                    </a:lnTo>
                    <a:lnTo>
                      <a:pt x="37806" y="24353"/>
                    </a:lnTo>
                    <a:lnTo>
                      <a:pt x="37775" y="23818"/>
                    </a:lnTo>
                    <a:lnTo>
                      <a:pt x="37680" y="23251"/>
                    </a:lnTo>
                    <a:lnTo>
                      <a:pt x="37586" y="22778"/>
                    </a:lnTo>
                    <a:lnTo>
                      <a:pt x="37554" y="22305"/>
                    </a:lnTo>
                    <a:lnTo>
                      <a:pt x="37523" y="21833"/>
                    </a:lnTo>
                    <a:lnTo>
                      <a:pt x="37586" y="21360"/>
                    </a:lnTo>
                    <a:lnTo>
                      <a:pt x="37680" y="20888"/>
                    </a:lnTo>
                    <a:lnTo>
                      <a:pt x="37806" y="20447"/>
                    </a:lnTo>
                    <a:lnTo>
                      <a:pt x="37964" y="20006"/>
                    </a:lnTo>
                    <a:lnTo>
                      <a:pt x="38184" y="19565"/>
                    </a:lnTo>
                    <a:lnTo>
                      <a:pt x="38310" y="19313"/>
                    </a:lnTo>
                    <a:lnTo>
                      <a:pt x="38405" y="19060"/>
                    </a:lnTo>
                    <a:lnTo>
                      <a:pt x="38499" y="18808"/>
                    </a:lnTo>
                    <a:lnTo>
                      <a:pt x="38562" y="18525"/>
                    </a:lnTo>
                    <a:lnTo>
                      <a:pt x="38594" y="18273"/>
                    </a:lnTo>
                    <a:lnTo>
                      <a:pt x="38594" y="17989"/>
                    </a:lnTo>
                    <a:lnTo>
                      <a:pt x="38594" y="17706"/>
                    </a:lnTo>
                    <a:lnTo>
                      <a:pt x="38562" y="17454"/>
                    </a:lnTo>
                    <a:lnTo>
                      <a:pt x="38531" y="17170"/>
                    </a:lnTo>
                    <a:lnTo>
                      <a:pt x="38468" y="16918"/>
                    </a:lnTo>
                    <a:lnTo>
                      <a:pt x="38279" y="16383"/>
                    </a:lnTo>
                    <a:lnTo>
                      <a:pt x="37995" y="15878"/>
                    </a:lnTo>
                    <a:lnTo>
                      <a:pt x="37680" y="15406"/>
                    </a:lnTo>
                    <a:lnTo>
                      <a:pt x="37428" y="15059"/>
                    </a:lnTo>
                    <a:lnTo>
                      <a:pt x="37208" y="14650"/>
                    </a:lnTo>
                    <a:lnTo>
                      <a:pt x="37019" y="14240"/>
                    </a:lnTo>
                    <a:lnTo>
                      <a:pt x="36861" y="13831"/>
                    </a:lnTo>
                    <a:lnTo>
                      <a:pt x="36767" y="13390"/>
                    </a:lnTo>
                    <a:lnTo>
                      <a:pt x="36672" y="12949"/>
                    </a:lnTo>
                    <a:lnTo>
                      <a:pt x="36641" y="12507"/>
                    </a:lnTo>
                    <a:lnTo>
                      <a:pt x="36641" y="12035"/>
                    </a:lnTo>
                    <a:lnTo>
                      <a:pt x="36641" y="11499"/>
                    </a:lnTo>
                    <a:lnTo>
                      <a:pt x="36578" y="10932"/>
                    </a:lnTo>
                    <a:lnTo>
                      <a:pt x="36420" y="10397"/>
                    </a:lnTo>
                    <a:lnTo>
                      <a:pt x="36326" y="10145"/>
                    </a:lnTo>
                    <a:lnTo>
                      <a:pt x="36231" y="9893"/>
                    </a:lnTo>
                    <a:lnTo>
                      <a:pt x="36074" y="9641"/>
                    </a:lnTo>
                    <a:lnTo>
                      <a:pt x="35948" y="9420"/>
                    </a:lnTo>
                    <a:lnTo>
                      <a:pt x="35790" y="9199"/>
                    </a:lnTo>
                    <a:lnTo>
                      <a:pt x="35601" y="9010"/>
                    </a:lnTo>
                    <a:lnTo>
                      <a:pt x="35412" y="8821"/>
                    </a:lnTo>
                    <a:lnTo>
                      <a:pt x="35191" y="8632"/>
                    </a:lnTo>
                    <a:lnTo>
                      <a:pt x="34939" y="8506"/>
                    </a:lnTo>
                    <a:lnTo>
                      <a:pt x="34719" y="8349"/>
                    </a:lnTo>
                    <a:lnTo>
                      <a:pt x="34215" y="8097"/>
                    </a:lnTo>
                    <a:lnTo>
                      <a:pt x="33774" y="7782"/>
                    </a:lnTo>
                    <a:lnTo>
                      <a:pt x="33364" y="7404"/>
                    </a:lnTo>
                    <a:lnTo>
                      <a:pt x="33018" y="6994"/>
                    </a:lnTo>
                    <a:lnTo>
                      <a:pt x="32671" y="6553"/>
                    </a:lnTo>
                    <a:lnTo>
                      <a:pt x="32419" y="6081"/>
                    </a:lnTo>
                    <a:lnTo>
                      <a:pt x="32198" y="5576"/>
                    </a:lnTo>
                    <a:lnTo>
                      <a:pt x="32009" y="5072"/>
                    </a:lnTo>
                    <a:lnTo>
                      <a:pt x="31946" y="4852"/>
                    </a:lnTo>
                    <a:lnTo>
                      <a:pt x="31883" y="4631"/>
                    </a:lnTo>
                    <a:lnTo>
                      <a:pt x="31757" y="4411"/>
                    </a:lnTo>
                    <a:lnTo>
                      <a:pt x="31631" y="4222"/>
                    </a:lnTo>
                    <a:lnTo>
                      <a:pt x="31505" y="4033"/>
                    </a:lnTo>
                    <a:lnTo>
                      <a:pt x="31348" y="3875"/>
                    </a:lnTo>
                    <a:lnTo>
                      <a:pt x="31001" y="3560"/>
                    </a:lnTo>
                    <a:lnTo>
                      <a:pt x="30623" y="3340"/>
                    </a:lnTo>
                    <a:lnTo>
                      <a:pt x="30434" y="3245"/>
                    </a:lnTo>
                    <a:lnTo>
                      <a:pt x="30214" y="3151"/>
                    </a:lnTo>
                    <a:lnTo>
                      <a:pt x="29993" y="3088"/>
                    </a:lnTo>
                    <a:lnTo>
                      <a:pt x="29773" y="3056"/>
                    </a:lnTo>
                    <a:lnTo>
                      <a:pt x="29521" y="3025"/>
                    </a:lnTo>
                    <a:lnTo>
                      <a:pt x="28733" y="3025"/>
                    </a:lnTo>
                    <a:lnTo>
                      <a:pt x="28197" y="2962"/>
                    </a:lnTo>
                    <a:lnTo>
                      <a:pt x="27662" y="2804"/>
                    </a:lnTo>
                    <a:lnTo>
                      <a:pt x="27158" y="2646"/>
                    </a:lnTo>
                    <a:lnTo>
                      <a:pt x="26654" y="2394"/>
                    </a:lnTo>
                    <a:lnTo>
                      <a:pt x="26212" y="2111"/>
                    </a:lnTo>
                    <a:lnTo>
                      <a:pt x="25771" y="1764"/>
                    </a:lnTo>
                    <a:lnTo>
                      <a:pt x="25362" y="1386"/>
                    </a:lnTo>
                    <a:lnTo>
                      <a:pt x="25173" y="1197"/>
                    </a:lnTo>
                    <a:lnTo>
                      <a:pt x="24952" y="1008"/>
                    </a:lnTo>
                    <a:lnTo>
                      <a:pt x="24732" y="851"/>
                    </a:lnTo>
                    <a:lnTo>
                      <a:pt x="24511" y="725"/>
                    </a:lnTo>
                    <a:lnTo>
                      <a:pt x="24259" y="599"/>
                    </a:lnTo>
                    <a:lnTo>
                      <a:pt x="24007" y="504"/>
                    </a:lnTo>
                    <a:lnTo>
                      <a:pt x="23755" y="441"/>
                    </a:lnTo>
                    <a:lnTo>
                      <a:pt x="23472" y="378"/>
                    </a:lnTo>
                    <a:lnTo>
                      <a:pt x="23220" y="347"/>
                    </a:lnTo>
                    <a:lnTo>
                      <a:pt x="22936" y="315"/>
                    </a:lnTo>
                    <a:lnTo>
                      <a:pt x="22369" y="347"/>
                    </a:lnTo>
                    <a:lnTo>
                      <a:pt x="21833" y="410"/>
                    </a:lnTo>
                    <a:lnTo>
                      <a:pt x="21298" y="567"/>
                    </a:lnTo>
                    <a:lnTo>
                      <a:pt x="20794" y="725"/>
                    </a:lnTo>
                    <a:lnTo>
                      <a:pt x="20258" y="819"/>
                    </a:lnTo>
                    <a:lnTo>
                      <a:pt x="19754" y="882"/>
                    </a:lnTo>
                    <a:lnTo>
                      <a:pt x="19218" y="851"/>
                    </a:lnTo>
                    <a:lnTo>
                      <a:pt x="18714" y="788"/>
                    </a:lnTo>
                    <a:lnTo>
                      <a:pt x="18210" y="693"/>
                    </a:lnTo>
                    <a:lnTo>
                      <a:pt x="17706" y="504"/>
                    </a:lnTo>
                    <a:lnTo>
                      <a:pt x="17234" y="284"/>
                    </a:lnTo>
                    <a:lnTo>
                      <a:pt x="17013" y="189"/>
                    </a:lnTo>
                    <a:lnTo>
                      <a:pt x="16793" y="126"/>
                    </a:lnTo>
                    <a:lnTo>
                      <a:pt x="16572" y="63"/>
                    </a:lnTo>
                    <a:lnTo>
                      <a:pt x="163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32"/>
              <p:cNvSpPr/>
              <p:nvPr/>
            </p:nvSpPr>
            <p:spPr>
              <a:xfrm rot="883949">
                <a:off x="4732243" y="6057375"/>
                <a:ext cx="270968" cy="270968"/>
              </a:xfrm>
              <a:custGeom>
                <a:rect b="b" l="l" r="r" t="t"/>
                <a:pathLst>
                  <a:path extrusionOk="0" h="10839" w="10839">
                    <a:moveTo>
                      <a:pt x="5451" y="1"/>
                    </a:moveTo>
                    <a:lnTo>
                      <a:pt x="4915" y="32"/>
                    </a:lnTo>
                    <a:lnTo>
                      <a:pt x="4380" y="95"/>
                    </a:lnTo>
                    <a:lnTo>
                      <a:pt x="3844" y="253"/>
                    </a:lnTo>
                    <a:lnTo>
                      <a:pt x="3309" y="410"/>
                    </a:lnTo>
                    <a:lnTo>
                      <a:pt x="2836" y="662"/>
                    </a:lnTo>
                    <a:lnTo>
                      <a:pt x="2395" y="946"/>
                    </a:lnTo>
                    <a:lnTo>
                      <a:pt x="1954" y="1261"/>
                    </a:lnTo>
                    <a:lnTo>
                      <a:pt x="1576" y="1607"/>
                    </a:lnTo>
                    <a:lnTo>
                      <a:pt x="1229" y="1985"/>
                    </a:lnTo>
                    <a:lnTo>
                      <a:pt x="914" y="2395"/>
                    </a:lnTo>
                    <a:lnTo>
                      <a:pt x="662" y="2836"/>
                    </a:lnTo>
                    <a:lnTo>
                      <a:pt x="442" y="3309"/>
                    </a:lnTo>
                    <a:lnTo>
                      <a:pt x="253" y="3813"/>
                    </a:lnTo>
                    <a:lnTo>
                      <a:pt x="127" y="4317"/>
                    </a:lnTo>
                    <a:lnTo>
                      <a:pt x="32" y="4852"/>
                    </a:lnTo>
                    <a:lnTo>
                      <a:pt x="1" y="5388"/>
                    </a:lnTo>
                    <a:lnTo>
                      <a:pt x="32" y="5924"/>
                    </a:lnTo>
                    <a:lnTo>
                      <a:pt x="127" y="6459"/>
                    </a:lnTo>
                    <a:lnTo>
                      <a:pt x="253" y="6995"/>
                    </a:lnTo>
                    <a:lnTo>
                      <a:pt x="442" y="7530"/>
                    </a:lnTo>
                    <a:lnTo>
                      <a:pt x="662" y="8003"/>
                    </a:lnTo>
                    <a:lnTo>
                      <a:pt x="946" y="8444"/>
                    </a:lnTo>
                    <a:lnTo>
                      <a:pt x="1261" y="8885"/>
                    </a:lnTo>
                    <a:lnTo>
                      <a:pt x="1607" y="9263"/>
                    </a:lnTo>
                    <a:lnTo>
                      <a:pt x="2017" y="9610"/>
                    </a:lnTo>
                    <a:lnTo>
                      <a:pt x="2426" y="9925"/>
                    </a:lnTo>
                    <a:lnTo>
                      <a:pt x="2867" y="10177"/>
                    </a:lnTo>
                    <a:lnTo>
                      <a:pt x="3340" y="10397"/>
                    </a:lnTo>
                    <a:lnTo>
                      <a:pt x="3813" y="10586"/>
                    </a:lnTo>
                    <a:lnTo>
                      <a:pt x="4317" y="10712"/>
                    </a:lnTo>
                    <a:lnTo>
                      <a:pt x="4852" y="10807"/>
                    </a:lnTo>
                    <a:lnTo>
                      <a:pt x="5388" y="10838"/>
                    </a:lnTo>
                    <a:lnTo>
                      <a:pt x="5923" y="10807"/>
                    </a:lnTo>
                    <a:lnTo>
                      <a:pt x="6491" y="10712"/>
                    </a:lnTo>
                    <a:lnTo>
                      <a:pt x="7026" y="10586"/>
                    </a:lnTo>
                    <a:lnTo>
                      <a:pt x="7530" y="10397"/>
                    </a:lnTo>
                    <a:lnTo>
                      <a:pt x="8003" y="10177"/>
                    </a:lnTo>
                    <a:lnTo>
                      <a:pt x="8475" y="9893"/>
                    </a:lnTo>
                    <a:lnTo>
                      <a:pt x="8885" y="9578"/>
                    </a:lnTo>
                    <a:lnTo>
                      <a:pt x="9263" y="9232"/>
                    </a:lnTo>
                    <a:lnTo>
                      <a:pt x="9610" y="8822"/>
                    </a:lnTo>
                    <a:lnTo>
                      <a:pt x="9925" y="8412"/>
                    </a:lnTo>
                    <a:lnTo>
                      <a:pt x="10208" y="7971"/>
                    </a:lnTo>
                    <a:lnTo>
                      <a:pt x="10429" y="7499"/>
                    </a:lnTo>
                    <a:lnTo>
                      <a:pt x="10586" y="7026"/>
                    </a:lnTo>
                    <a:lnTo>
                      <a:pt x="10712" y="6491"/>
                    </a:lnTo>
                    <a:lnTo>
                      <a:pt x="10807" y="5987"/>
                    </a:lnTo>
                    <a:lnTo>
                      <a:pt x="10838" y="5451"/>
                    </a:lnTo>
                    <a:lnTo>
                      <a:pt x="10807" y="4915"/>
                    </a:lnTo>
                    <a:lnTo>
                      <a:pt x="10744" y="4348"/>
                    </a:lnTo>
                    <a:lnTo>
                      <a:pt x="10586" y="3813"/>
                    </a:lnTo>
                    <a:lnTo>
                      <a:pt x="10429" y="3309"/>
                    </a:lnTo>
                    <a:lnTo>
                      <a:pt x="10177" y="2836"/>
                    </a:lnTo>
                    <a:lnTo>
                      <a:pt x="9893" y="2364"/>
                    </a:lnTo>
                    <a:lnTo>
                      <a:pt x="9578" y="1954"/>
                    </a:lnTo>
                    <a:lnTo>
                      <a:pt x="9231" y="1576"/>
                    </a:lnTo>
                    <a:lnTo>
                      <a:pt x="8853" y="1229"/>
                    </a:lnTo>
                    <a:lnTo>
                      <a:pt x="8444" y="914"/>
                    </a:lnTo>
                    <a:lnTo>
                      <a:pt x="8003" y="631"/>
                    </a:lnTo>
                    <a:lnTo>
                      <a:pt x="7530" y="410"/>
                    </a:lnTo>
                    <a:lnTo>
                      <a:pt x="7026" y="253"/>
                    </a:lnTo>
                    <a:lnTo>
                      <a:pt x="6522" y="95"/>
                    </a:lnTo>
                    <a:lnTo>
                      <a:pt x="5986" y="32"/>
                    </a:lnTo>
                    <a:lnTo>
                      <a:pt x="545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 rot="883949">
                <a:off x="3564270" y="6036591"/>
                <a:ext cx="581261" cy="582861"/>
              </a:xfrm>
              <a:custGeom>
                <a:rect b="b" l="l" r="r" t="t"/>
                <a:pathLst>
                  <a:path extrusionOk="0" h="23315" w="23251">
                    <a:moveTo>
                      <a:pt x="9578" y="1"/>
                    </a:moveTo>
                    <a:lnTo>
                      <a:pt x="9294" y="32"/>
                    </a:lnTo>
                    <a:lnTo>
                      <a:pt x="9042" y="127"/>
                    </a:lnTo>
                    <a:lnTo>
                      <a:pt x="8790" y="221"/>
                    </a:lnTo>
                    <a:lnTo>
                      <a:pt x="8569" y="379"/>
                    </a:lnTo>
                    <a:lnTo>
                      <a:pt x="8349" y="599"/>
                    </a:lnTo>
                    <a:lnTo>
                      <a:pt x="8160" y="820"/>
                    </a:lnTo>
                    <a:lnTo>
                      <a:pt x="7908" y="1040"/>
                    </a:lnTo>
                    <a:lnTo>
                      <a:pt x="7656" y="1229"/>
                    </a:lnTo>
                    <a:lnTo>
                      <a:pt x="7372" y="1355"/>
                    </a:lnTo>
                    <a:lnTo>
                      <a:pt x="7089" y="1481"/>
                    </a:lnTo>
                    <a:lnTo>
                      <a:pt x="6805" y="1576"/>
                    </a:lnTo>
                    <a:lnTo>
                      <a:pt x="6490" y="1639"/>
                    </a:lnTo>
                    <a:lnTo>
                      <a:pt x="6175" y="1670"/>
                    </a:lnTo>
                    <a:lnTo>
                      <a:pt x="5829" y="1733"/>
                    </a:lnTo>
                    <a:lnTo>
                      <a:pt x="5513" y="1796"/>
                    </a:lnTo>
                    <a:lnTo>
                      <a:pt x="5198" y="1922"/>
                    </a:lnTo>
                    <a:lnTo>
                      <a:pt x="4915" y="2080"/>
                    </a:lnTo>
                    <a:lnTo>
                      <a:pt x="4631" y="2269"/>
                    </a:lnTo>
                    <a:lnTo>
                      <a:pt x="4411" y="2521"/>
                    </a:lnTo>
                    <a:lnTo>
                      <a:pt x="4222" y="2773"/>
                    </a:lnTo>
                    <a:lnTo>
                      <a:pt x="4064" y="3088"/>
                    </a:lnTo>
                    <a:lnTo>
                      <a:pt x="3938" y="3372"/>
                    </a:lnTo>
                    <a:lnTo>
                      <a:pt x="3781" y="3687"/>
                    </a:lnTo>
                    <a:lnTo>
                      <a:pt x="3592" y="3939"/>
                    </a:lnTo>
                    <a:lnTo>
                      <a:pt x="3371" y="4191"/>
                    </a:lnTo>
                    <a:lnTo>
                      <a:pt x="3119" y="4411"/>
                    </a:lnTo>
                    <a:lnTo>
                      <a:pt x="2867" y="4600"/>
                    </a:lnTo>
                    <a:lnTo>
                      <a:pt x="2584" y="4758"/>
                    </a:lnTo>
                    <a:lnTo>
                      <a:pt x="2268" y="4884"/>
                    </a:lnTo>
                    <a:lnTo>
                      <a:pt x="2016" y="5010"/>
                    </a:lnTo>
                    <a:lnTo>
                      <a:pt x="1796" y="5167"/>
                    </a:lnTo>
                    <a:lnTo>
                      <a:pt x="1607" y="5356"/>
                    </a:lnTo>
                    <a:lnTo>
                      <a:pt x="1449" y="5608"/>
                    </a:lnTo>
                    <a:lnTo>
                      <a:pt x="1323" y="5829"/>
                    </a:lnTo>
                    <a:lnTo>
                      <a:pt x="1229" y="6112"/>
                    </a:lnTo>
                    <a:lnTo>
                      <a:pt x="1197" y="6365"/>
                    </a:lnTo>
                    <a:lnTo>
                      <a:pt x="1229" y="6648"/>
                    </a:lnTo>
                    <a:lnTo>
                      <a:pt x="1260" y="6995"/>
                    </a:lnTo>
                    <a:lnTo>
                      <a:pt x="1260" y="7310"/>
                    </a:lnTo>
                    <a:lnTo>
                      <a:pt x="1197" y="7656"/>
                    </a:lnTo>
                    <a:lnTo>
                      <a:pt x="1134" y="7971"/>
                    </a:lnTo>
                    <a:lnTo>
                      <a:pt x="1008" y="8286"/>
                    </a:lnTo>
                    <a:lnTo>
                      <a:pt x="882" y="8570"/>
                    </a:lnTo>
                    <a:lnTo>
                      <a:pt x="693" y="8853"/>
                    </a:lnTo>
                    <a:lnTo>
                      <a:pt x="504" y="9105"/>
                    </a:lnTo>
                    <a:lnTo>
                      <a:pt x="284" y="9389"/>
                    </a:lnTo>
                    <a:lnTo>
                      <a:pt x="158" y="9673"/>
                    </a:lnTo>
                    <a:lnTo>
                      <a:pt x="63" y="9988"/>
                    </a:lnTo>
                    <a:lnTo>
                      <a:pt x="0" y="10303"/>
                    </a:lnTo>
                    <a:lnTo>
                      <a:pt x="0" y="10649"/>
                    </a:lnTo>
                    <a:lnTo>
                      <a:pt x="32" y="10964"/>
                    </a:lnTo>
                    <a:lnTo>
                      <a:pt x="126" y="11311"/>
                    </a:lnTo>
                    <a:lnTo>
                      <a:pt x="252" y="11626"/>
                    </a:lnTo>
                    <a:lnTo>
                      <a:pt x="378" y="11878"/>
                    </a:lnTo>
                    <a:lnTo>
                      <a:pt x="441" y="12130"/>
                    </a:lnTo>
                    <a:lnTo>
                      <a:pt x="504" y="12382"/>
                    </a:lnTo>
                    <a:lnTo>
                      <a:pt x="536" y="12665"/>
                    </a:lnTo>
                    <a:lnTo>
                      <a:pt x="567" y="12918"/>
                    </a:lnTo>
                    <a:lnTo>
                      <a:pt x="536" y="13201"/>
                    </a:lnTo>
                    <a:lnTo>
                      <a:pt x="504" y="13453"/>
                    </a:lnTo>
                    <a:lnTo>
                      <a:pt x="441" y="13737"/>
                    </a:lnTo>
                    <a:lnTo>
                      <a:pt x="378" y="14083"/>
                    </a:lnTo>
                    <a:lnTo>
                      <a:pt x="347" y="14398"/>
                    </a:lnTo>
                    <a:lnTo>
                      <a:pt x="378" y="14745"/>
                    </a:lnTo>
                    <a:lnTo>
                      <a:pt x="441" y="15060"/>
                    </a:lnTo>
                    <a:lnTo>
                      <a:pt x="536" y="15375"/>
                    </a:lnTo>
                    <a:lnTo>
                      <a:pt x="693" y="15658"/>
                    </a:lnTo>
                    <a:lnTo>
                      <a:pt x="882" y="15910"/>
                    </a:lnTo>
                    <a:lnTo>
                      <a:pt x="1134" y="16163"/>
                    </a:lnTo>
                    <a:lnTo>
                      <a:pt x="1386" y="16352"/>
                    </a:lnTo>
                    <a:lnTo>
                      <a:pt x="1575" y="16604"/>
                    </a:lnTo>
                    <a:lnTo>
                      <a:pt x="1764" y="16856"/>
                    </a:lnTo>
                    <a:lnTo>
                      <a:pt x="1953" y="17108"/>
                    </a:lnTo>
                    <a:lnTo>
                      <a:pt x="2079" y="17391"/>
                    </a:lnTo>
                    <a:lnTo>
                      <a:pt x="2174" y="17675"/>
                    </a:lnTo>
                    <a:lnTo>
                      <a:pt x="2268" y="17990"/>
                    </a:lnTo>
                    <a:lnTo>
                      <a:pt x="2300" y="18305"/>
                    </a:lnTo>
                    <a:lnTo>
                      <a:pt x="2363" y="18588"/>
                    </a:lnTo>
                    <a:lnTo>
                      <a:pt x="2457" y="18872"/>
                    </a:lnTo>
                    <a:lnTo>
                      <a:pt x="2615" y="19124"/>
                    </a:lnTo>
                    <a:lnTo>
                      <a:pt x="2773" y="19345"/>
                    </a:lnTo>
                    <a:lnTo>
                      <a:pt x="3025" y="19534"/>
                    </a:lnTo>
                    <a:lnTo>
                      <a:pt x="3277" y="19691"/>
                    </a:lnTo>
                    <a:lnTo>
                      <a:pt x="3529" y="19817"/>
                    </a:lnTo>
                    <a:lnTo>
                      <a:pt x="3844" y="19880"/>
                    </a:lnTo>
                    <a:lnTo>
                      <a:pt x="4222" y="19975"/>
                    </a:lnTo>
                    <a:lnTo>
                      <a:pt x="4600" y="20101"/>
                    </a:lnTo>
                    <a:lnTo>
                      <a:pt x="4946" y="20290"/>
                    </a:lnTo>
                    <a:lnTo>
                      <a:pt x="5261" y="20542"/>
                    </a:lnTo>
                    <a:lnTo>
                      <a:pt x="5482" y="20762"/>
                    </a:lnTo>
                    <a:lnTo>
                      <a:pt x="5671" y="21014"/>
                    </a:lnTo>
                    <a:lnTo>
                      <a:pt x="5829" y="21235"/>
                    </a:lnTo>
                    <a:lnTo>
                      <a:pt x="5923" y="21424"/>
                    </a:lnTo>
                    <a:lnTo>
                      <a:pt x="6018" y="21581"/>
                    </a:lnTo>
                    <a:lnTo>
                      <a:pt x="6144" y="21770"/>
                    </a:lnTo>
                    <a:lnTo>
                      <a:pt x="6364" y="21991"/>
                    </a:lnTo>
                    <a:lnTo>
                      <a:pt x="6648" y="22211"/>
                    </a:lnTo>
                    <a:lnTo>
                      <a:pt x="6837" y="22306"/>
                    </a:lnTo>
                    <a:lnTo>
                      <a:pt x="7026" y="22369"/>
                    </a:lnTo>
                    <a:lnTo>
                      <a:pt x="7404" y="22463"/>
                    </a:lnTo>
                    <a:lnTo>
                      <a:pt x="7876" y="22463"/>
                    </a:lnTo>
                    <a:lnTo>
                      <a:pt x="8191" y="22400"/>
                    </a:lnTo>
                    <a:lnTo>
                      <a:pt x="8821" y="22400"/>
                    </a:lnTo>
                    <a:lnTo>
                      <a:pt x="9105" y="22463"/>
                    </a:lnTo>
                    <a:lnTo>
                      <a:pt x="9420" y="22558"/>
                    </a:lnTo>
                    <a:lnTo>
                      <a:pt x="9704" y="22653"/>
                    </a:lnTo>
                    <a:lnTo>
                      <a:pt x="9987" y="22779"/>
                    </a:lnTo>
                    <a:lnTo>
                      <a:pt x="10239" y="22968"/>
                    </a:lnTo>
                    <a:lnTo>
                      <a:pt x="10554" y="23125"/>
                    </a:lnTo>
                    <a:lnTo>
                      <a:pt x="10838" y="23251"/>
                    </a:lnTo>
                    <a:lnTo>
                      <a:pt x="11153" y="23314"/>
                    </a:lnTo>
                    <a:lnTo>
                      <a:pt x="11499" y="23314"/>
                    </a:lnTo>
                    <a:lnTo>
                      <a:pt x="11814" y="23283"/>
                    </a:lnTo>
                    <a:lnTo>
                      <a:pt x="12161" y="23220"/>
                    </a:lnTo>
                    <a:lnTo>
                      <a:pt x="12476" y="23094"/>
                    </a:lnTo>
                    <a:lnTo>
                      <a:pt x="12760" y="22936"/>
                    </a:lnTo>
                    <a:lnTo>
                      <a:pt x="13012" y="22779"/>
                    </a:lnTo>
                    <a:lnTo>
                      <a:pt x="13295" y="22684"/>
                    </a:lnTo>
                    <a:lnTo>
                      <a:pt x="13579" y="22590"/>
                    </a:lnTo>
                    <a:lnTo>
                      <a:pt x="13862" y="22526"/>
                    </a:lnTo>
                    <a:lnTo>
                      <a:pt x="14146" y="22495"/>
                    </a:lnTo>
                    <a:lnTo>
                      <a:pt x="14429" y="22463"/>
                    </a:lnTo>
                    <a:lnTo>
                      <a:pt x="14713" y="22495"/>
                    </a:lnTo>
                    <a:lnTo>
                      <a:pt x="15028" y="22526"/>
                    </a:lnTo>
                    <a:lnTo>
                      <a:pt x="15312" y="22590"/>
                    </a:lnTo>
                    <a:lnTo>
                      <a:pt x="15627" y="22590"/>
                    </a:lnTo>
                    <a:lnTo>
                      <a:pt x="15942" y="22526"/>
                    </a:lnTo>
                    <a:lnTo>
                      <a:pt x="16225" y="22432"/>
                    </a:lnTo>
                    <a:lnTo>
                      <a:pt x="16509" y="22306"/>
                    </a:lnTo>
                    <a:lnTo>
                      <a:pt x="16761" y="22148"/>
                    </a:lnTo>
                    <a:lnTo>
                      <a:pt x="16981" y="21928"/>
                    </a:lnTo>
                    <a:lnTo>
                      <a:pt x="17139" y="21676"/>
                    </a:lnTo>
                    <a:lnTo>
                      <a:pt x="17328" y="21392"/>
                    </a:lnTo>
                    <a:lnTo>
                      <a:pt x="17517" y="21140"/>
                    </a:lnTo>
                    <a:lnTo>
                      <a:pt x="17769" y="20920"/>
                    </a:lnTo>
                    <a:lnTo>
                      <a:pt x="18021" y="20699"/>
                    </a:lnTo>
                    <a:lnTo>
                      <a:pt x="18368" y="20510"/>
                    </a:lnTo>
                    <a:lnTo>
                      <a:pt x="18620" y="20384"/>
                    </a:lnTo>
                    <a:lnTo>
                      <a:pt x="18935" y="20258"/>
                    </a:lnTo>
                    <a:lnTo>
                      <a:pt x="19187" y="20164"/>
                    </a:lnTo>
                    <a:lnTo>
                      <a:pt x="19470" y="19975"/>
                    </a:lnTo>
                    <a:lnTo>
                      <a:pt x="19785" y="19754"/>
                    </a:lnTo>
                    <a:lnTo>
                      <a:pt x="20100" y="19439"/>
                    </a:lnTo>
                    <a:lnTo>
                      <a:pt x="20321" y="19155"/>
                    </a:lnTo>
                    <a:lnTo>
                      <a:pt x="20510" y="18903"/>
                    </a:lnTo>
                    <a:lnTo>
                      <a:pt x="20636" y="18651"/>
                    </a:lnTo>
                    <a:lnTo>
                      <a:pt x="20762" y="18462"/>
                    </a:lnTo>
                    <a:lnTo>
                      <a:pt x="20793" y="18147"/>
                    </a:lnTo>
                    <a:lnTo>
                      <a:pt x="20888" y="17864"/>
                    </a:lnTo>
                    <a:lnTo>
                      <a:pt x="21014" y="17580"/>
                    </a:lnTo>
                    <a:lnTo>
                      <a:pt x="21140" y="17328"/>
                    </a:lnTo>
                    <a:lnTo>
                      <a:pt x="21329" y="17076"/>
                    </a:lnTo>
                    <a:lnTo>
                      <a:pt x="21518" y="16824"/>
                    </a:lnTo>
                    <a:lnTo>
                      <a:pt x="21707" y="16635"/>
                    </a:lnTo>
                    <a:lnTo>
                      <a:pt x="21959" y="16415"/>
                    </a:lnTo>
                    <a:lnTo>
                      <a:pt x="22211" y="16194"/>
                    </a:lnTo>
                    <a:lnTo>
                      <a:pt x="22400" y="15942"/>
                    </a:lnTo>
                    <a:lnTo>
                      <a:pt x="22558" y="15658"/>
                    </a:lnTo>
                    <a:lnTo>
                      <a:pt x="22684" y="15343"/>
                    </a:lnTo>
                    <a:lnTo>
                      <a:pt x="22747" y="15028"/>
                    </a:lnTo>
                    <a:lnTo>
                      <a:pt x="22778" y="14713"/>
                    </a:lnTo>
                    <a:lnTo>
                      <a:pt x="22747" y="14367"/>
                    </a:lnTo>
                    <a:lnTo>
                      <a:pt x="22684" y="14020"/>
                    </a:lnTo>
                    <a:lnTo>
                      <a:pt x="22652" y="13737"/>
                    </a:lnTo>
                    <a:lnTo>
                      <a:pt x="22621" y="13453"/>
                    </a:lnTo>
                    <a:lnTo>
                      <a:pt x="22621" y="13170"/>
                    </a:lnTo>
                    <a:lnTo>
                      <a:pt x="22652" y="12886"/>
                    </a:lnTo>
                    <a:lnTo>
                      <a:pt x="22684" y="12602"/>
                    </a:lnTo>
                    <a:lnTo>
                      <a:pt x="22778" y="12319"/>
                    </a:lnTo>
                    <a:lnTo>
                      <a:pt x="22873" y="12067"/>
                    </a:lnTo>
                    <a:lnTo>
                      <a:pt x="22999" y="11815"/>
                    </a:lnTo>
                    <a:lnTo>
                      <a:pt x="23156" y="11500"/>
                    </a:lnTo>
                    <a:lnTo>
                      <a:pt x="23219" y="11185"/>
                    </a:lnTo>
                    <a:lnTo>
                      <a:pt x="23251" y="10870"/>
                    </a:lnTo>
                    <a:lnTo>
                      <a:pt x="23219" y="10523"/>
                    </a:lnTo>
                    <a:lnTo>
                      <a:pt x="23156" y="10208"/>
                    </a:lnTo>
                    <a:lnTo>
                      <a:pt x="23062" y="9893"/>
                    </a:lnTo>
                    <a:lnTo>
                      <a:pt x="22904" y="9578"/>
                    </a:lnTo>
                    <a:lnTo>
                      <a:pt x="22715" y="9294"/>
                    </a:lnTo>
                    <a:lnTo>
                      <a:pt x="22558" y="9074"/>
                    </a:lnTo>
                    <a:lnTo>
                      <a:pt x="22400" y="8853"/>
                    </a:lnTo>
                    <a:lnTo>
                      <a:pt x="22306" y="8601"/>
                    </a:lnTo>
                    <a:lnTo>
                      <a:pt x="22211" y="8349"/>
                    </a:lnTo>
                    <a:lnTo>
                      <a:pt x="22148" y="8097"/>
                    </a:lnTo>
                    <a:lnTo>
                      <a:pt x="22085" y="7814"/>
                    </a:lnTo>
                    <a:lnTo>
                      <a:pt x="22085" y="7562"/>
                    </a:lnTo>
                    <a:lnTo>
                      <a:pt x="22085" y="7278"/>
                    </a:lnTo>
                    <a:lnTo>
                      <a:pt x="22085" y="6932"/>
                    </a:lnTo>
                    <a:lnTo>
                      <a:pt x="22022" y="6617"/>
                    </a:lnTo>
                    <a:lnTo>
                      <a:pt x="21959" y="6270"/>
                    </a:lnTo>
                    <a:lnTo>
                      <a:pt x="21833" y="5986"/>
                    </a:lnTo>
                    <a:lnTo>
                      <a:pt x="21644" y="5703"/>
                    </a:lnTo>
                    <a:lnTo>
                      <a:pt x="21455" y="5451"/>
                    </a:lnTo>
                    <a:lnTo>
                      <a:pt x="21203" y="5230"/>
                    </a:lnTo>
                    <a:lnTo>
                      <a:pt x="20919" y="5041"/>
                    </a:lnTo>
                    <a:lnTo>
                      <a:pt x="20604" y="4884"/>
                    </a:lnTo>
                    <a:lnTo>
                      <a:pt x="20352" y="4695"/>
                    </a:lnTo>
                    <a:lnTo>
                      <a:pt x="20100" y="4474"/>
                    </a:lnTo>
                    <a:lnTo>
                      <a:pt x="19880" y="4222"/>
                    </a:lnTo>
                    <a:lnTo>
                      <a:pt x="19691" y="3970"/>
                    </a:lnTo>
                    <a:lnTo>
                      <a:pt x="19533" y="3687"/>
                    </a:lnTo>
                    <a:lnTo>
                      <a:pt x="19376" y="3372"/>
                    </a:lnTo>
                    <a:lnTo>
                      <a:pt x="19281" y="3057"/>
                    </a:lnTo>
                    <a:lnTo>
                      <a:pt x="19187" y="2804"/>
                    </a:lnTo>
                    <a:lnTo>
                      <a:pt x="19061" y="2552"/>
                    </a:lnTo>
                    <a:lnTo>
                      <a:pt x="18903" y="2363"/>
                    </a:lnTo>
                    <a:lnTo>
                      <a:pt x="18683" y="2174"/>
                    </a:lnTo>
                    <a:lnTo>
                      <a:pt x="18462" y="2017"/>
                    </a:lnTo>
                    <a:lnTo>
                      <a:pt x="18210" y="1922"/>
                    </a:lnTo>
                    <a:lnTo>
                      <a:pt x="17926" y="1859"/>
                    </a:lnTo>
                    <a:lnTo>
                      <a:pt x="17643" y="1828"/>
                    </a:lnTo>
                    <a:lnTo>
                      <a:pt x="17328" y="1828"/>
                    </a:lnTo>
                    <a:lnTo>
                      <a:pt x="16981" y="1796"/>
                    </a:lnTo>
                    <a:lnTo>
                      <a:pt x="16666" y="1702"/>
                    </a:lnTo>
                    <a:lnTo>
                      <a:pt x="16351" y="1607"/>
                    </a:lnTo>
                    <a:lnTo>
                      <a:pt x="16068" y="1450"/>
                    </a:lnTo>
                    <a:lnTo>
                      <a:pt x="15784" y="1292"/>
                    </a:lnTo>
                    <a:lnTo>
                      <a:pt x="15532" y="1072"/>
                    </a:lnTo>
                    <a:lnTo>
                      <a:pt x="15280" y="851"/>
                    </a:lnTo>
                    <a:lnTo>
                      <a:pt x="15028" y="631"/>
                    </a:lnTo>
                    <a:lnTo>
                      <a:pt x="14744" y="442"/>
                    </a:lnTo>
                    <a:lnTo>
                      <a:pt x="14461" y="316"/>
                    </a:lnTo>
                    <a:lnTo>
                      <a:pt x="14146" y="253"/>
                    </a:lnTo>
                    <a:lnTo>
                      <a:pt x="13799" y="190"/>
                    </a:lnTo>
                    <a:lnTo>
                      <a:pt x="13484" y="221"/>
                    </a:lnTo>
                    <a:lnTo>
                      <a:pt x="13138" y="284"/>
                    </a:lnTo>
                    <a:lnTo>
                      <a:pt x="12823" y="379"/>
                    </a:lnTo>
                    <a:lnTo>
                      <a:pt x="12508" y="442"/>
                    </a:lnTo>
                    <a:lnTo>
                      <a:pt x="12193" y="505"/>
                    </a:lnTo>
                    <a:lnTo>
                      <a:pt x="11877" y="536"/>
                    </a:lnTo>
                    <a:lnTo>
                      <a:pt x="11594" y="536"/>
                    </a:lnTo>
                    <a:lnTo>
                      <a:pt x="11279" y="505"/>
                    </a:lnTo>
                    <a:lnTo>
                      <a:pt x="10964" y="410"/>
                    </a:lnTo>
                    <a:lnTo>
                      <a:pt x="10649" y="316"/>
                    </a:lnTo>
                    <a:lnTo>
                      <a:pt x="10365" y="190"/>
                    </a:lnTo>
                    <a:lnTo>
                      <a:pt x="10113" y="95"/>
                    </a:lnTo>
                    <a:lnTo>
                      <a:pt x="9861" y="32"/>
                    </a:lnTo>
                    <a:lnTo>
                      <a:pt x="95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2"/>
              <p:cNvSpPr/>
              <p:nvPr/>
            </p:nvSpPr>
            <p:spPr>
              <a:xfrm rot="883949">
                <a:off x="3773334" y="6242009"/>
                <a:ext cx="163046" cy="163046"/>
              </a:xfrm>
              <a:custGeom>
                <a:rect b="b" l="l" r="r" t="t"/>
                <a:pathLst>
                  <a:path extrusionOk="0" h="6522" w="6522">
                    <a:moveTo>
                      <a:pt x="3277" y="0"/>
                    </a:moveTo>
                    <a:lnTo>
                      <a:pt x="2962" y="32"/>
                    </a:lnTo>
                    <a:lnTo>
                      <a:pt x="2615" y="63"/>
                    </a:lnTo>
                    <a:lnTo>
                      <a:pt x="2300" y="158"/>
                    </a:lnTo>
                    <a:lnTo>
                      <a:pt x="1985" y="284"/>
                    </a:lnTo>
                    <a:lnTo>
                      <a:pt x="1702" y="410"/>
                    </a:lnTo>
                    <a:lnTo>
                      <a:pt x="1418" y="567"/>
                    </a:lnTo>
                    <a:lnTo>
                      <a:pt x="1166" y="756"/>
                    </a:lnTo>
                    <a:lnTo>
                      <a:pt x="946" y="977"/>
                    </a:lnTo>
                    <a:lnTo>
                      <a:pt x="725" y="1198"/>
                    </a:lnTo>
                    <a:lnTo>
                      <a:pt x="536" y="1450"/>
                    </a:lnTo>
                    <a:lnTo>
                      <a:pt x="378" y="1733"/>
                    </a:lnTo>
                    <a:lnTo>
                      <a:pt x="252" y="2017"/>
                    </a:lnTo>
                    <a:lnTo>
                      <a:pt x="158" y="2300"/>
                    </a:lnTo>
                    <a:lnTo>
                      <a:pt x="63" y="2615"/>
                    </a:lnTo>
                    <a:lnTo>
                      <a:pt x="0" y="2930"/>
                    </a:lnTo>
                    <a:lnTo>
                      <a:pt x="0" y="3245"/>
                    </a:lnTo>
                    <a:lnTo>
                      <a:pt x="0" y="3592"/>
                    </a:lnTo>
                    <a:lnTo>
                      <a:pt x="63" y="3907"/>
                    </a:lnTo>
                    <a:lnTo>
                      <a:pt x="158" y="4222"/>
                    </a:lnTo>
                    <a:lnTo>
                      <a:pt x="252" y="4537"/>
                    </a:lnTo>
                    <a:lnTo>
                      <a:pt x="378" y="4821"/>
                    </a:lnTo>
                    <a:lnTo>
                      <a:pt x="568" y="5104"/>
                    </a:lnTo>
                    <a:lnTo>
                      <a:pt x="757" y="5356"/>
                    </a:lnTo>
                    <a:lnTo>
                      <a:pt x="977" y="5577"/>
                    </a:lnTo>
                    <a:lnTo>
                      <a:pt x="1198" y="5797"/>
                    </a:lnTo>
                    <a:lnTo>
                      <a:pt x="1450" y="5986"/>
                    </a:lnTo>
                    <a:lnTo>
                      <a:pt x="1702" y="6144"/>
                    </a:lnTo>
                    <a:lnTo>
                      <a:pt x="1985" y="6270"/>
                    </a:lnTo>
                    <a:lnTo>
                      <a:pt x="2300" y="6396"/>
                    </a:lnTo>
                    <a:lnTo>
                      <a:pt x="2615" y="6459"/>
                    </a:lnTo>
                    <a:lnTo>
                      <a:pt x="2930" y="6522"/>
                    </a:lnTo>
                    <a:lnTo>
                      <a:pt x="3560" y="6522"/>
                    </a:lnTo>
                    <a:lnTo>
                      <a:pt x="3907" y="6459"/>
                    </a:lnTo>
                    <a:lnTo>
                      <a:pt x="4222" y="6396"/>
                    </a:lnTo>
                    <a:lnTo>
                      <a:pt x="4537" y="6270"/>
                    </a:lnTo>
                    <a:lnTo>
                      <a:pt x="4821" y="6144"/>
                    </a:lnTo>
                    <a:lnTo>
                      <a:pt x="5104" y="5986"/>
                    </a:lnTo>
                    <a:lnTo>
                      <a:pt x="5356" y="5797"/>
                    </a:lnTo>
                    <a:lnTo>
                      <a:pt x="5577" y="5577"/>
                    </a:lnTo>
                    <a:lnTo>
                      <a:pt x="5797" y="5325"/>
                    </a:lnTo>
                    <a:lnTo>
                      <a:pt x="5986" y="5073"/>
                    </a:lnTo>
                    <a:lnTo>
                      <a:pt x="6144" y="4821"/>
                    </a:lnTo>
                    <a:lnTo>
                      <a:pt x="6270" y="4537"/>
                    </a:lnTo>
                    <a:lnTo>
                      <a:pt x="6364" y="4253"/>
                    </a:lnTo>
                    <a:lnTo>
                      <a:pt x="6459" y="3938"/>
                    </a:lnTo>
                    <a:lnTo>
                      <a:pt x="6490" y="3623"/>
                    </a:lnTo>
                    <a:lnTo>
                      <a:pt x="6522" y="3308"/>
                    </a:lnTo>
                    <a:lnTo>
                      <a:pt x="6522" y="2962"/>
                    </a:lnTo>
                    <a:lnTo>
                      <a:pt x="6459" y="2647"/>
                    </a:lnTo>
                    <a:lnTo>
                      <a:pt x="6364" y="2300"/>
                    </a:lnTo>
                    <a:lnTo>
                      <a:pt x="6270" y="2017"/>
                    </a:lnTo>
                    <a:lnTo>
                      <a:pt x="6112" y="1702"/>
                    </a:lnTo>
                    <a:lnTo>
                      <a:pt x="5955" y="1450"/>
                    </a:lnTo>
                    <a:lnTo>
                      <a:pt x="5766" y="1198"/>
                    </a:lnTo>
                    <a:lnTo>
                      <a:pt x="5545" y="945"/>
                    </a:lnTo>
                    <a:lnTo>
                      <a:pt x="5325" y="756"/>
                    </a:lnTo>
                    <a:lnTo>
                      <a:pt x="5073" y="567"/>
                    </a:lnTo>
                    <a:lnTo>
                      <a:pt x="4789" y="410"/>
                    </a:lnTo>
                    <a:lnTo>
                      <a:pt x="4506" y="252"/>
                    </a:lnTo>
                    <a:lnTo>
                      <a:pt x="4222" y="158"/>
                    </a:lnTo>
                    <a:lnTo>
                      <a:pt x="3907" y="95"/>
                    </a:lnTo>
                    <a:lnTo>
                      <a:pt x="3592" y="32"/>
                    </a:lnTo>
                    <a:lnTo>
                      <a:pt x="32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2" name="Google Shape;772;p32"/>
            <p:cNvGrpSpPr/>
            <p:nvPr/>
          </p:nvGrpSpPr>
          <p:grpSpPr>
            <a:xfrm>
              <a:off x="-137307" y="3988608"/>
              <a:ext cx="940871" cy="940871"/>
              <a:chOff x="9588418" y="5254045"/>
              <a:chExt cx="940871" cy="940871"/>
            </a:xfrm>
          </p:grpSpPr>
          <p:sp>
            <p:nvSpPr>
              <p:cNvPr id="773" name="Google Shape;773;p32"/>
              <p:cNvSpPr/>
              <p:nvPr/>
            </p:nvSpPr>
            <p:spPr>
              <a:xfrm>
                <a:off x="9588418" y="5254045"/>
                <a:ext cx="940871" cy="940871"/>
              </a:xfrm>
              <a:custGeom>
                <a:rect b="b" l="l" r="r" t="t"/>
                <a:pathLst>
                  <a:path extrusionOk="0" h="78899" w="78899">
                    <a:moveTo>
                      <a:pt x="37720" y="0"/>
                    </a:moveTo>
                    <a:lnTo>
                      <a:pt x="36554" y="81"/>
                    </a:lnTo>
                    <a:lnTo>
                      <a:pt x="35428" y="161"/>
                    </a:lnTo>
                    <a:lnTo>
                      <a:pt x="34302" y="322"/>
                    </a:lnTo>
                    <a:lnTo>
                      <a:pt x="33176" y="483"/>
                    </a:lnTo>
                    <a:lnTo>
                      <a:pt x="32010" y="684"/>
                    </a:lnTo>
                    <a:lnTo>
                      <a:pt x="30884" y="885"/>
                    </a:lnTo>
                    <a:lnTo>
                      <a:pt x="29758" y="1166"/>
                    </a:lnTo>
                    <a:lnTo>
                      <a:pt x="28672" y="1448"/>
                    </a:lnTo>
                    <a:lnTo>
                      <a:pt x="27546" y="1810"/>
                    </a:lnTo>
                    <a:lnTo>
                      <a:pt x="26461" y="2172"/>
                    </a:lnTo>
                    <a:lnTo>
                      <a:pt x="25335" y="2574"/>
                    </a:lnTo>
                    <a:lnTo>
                      <a:pt x="24249" y="2976"/>
                    </a:lnTo>
                    <a:lnTo>
                      <a:pt x="23203" y="3458"/>
                    </a:lnTo>
                    <a:lnTo>
                      <a:pt x="22118" y="3941"/>
                    </a:lnTo>
                    <a:lnTo>
                      <a:pt x="21434" y="4303"/>
                    </a:lnTo>
                    <a:lnTo>
                      <a:pt x="20791" y="4665"/>
                    </a:lnTo>
                    <a:lnTo>
                      <a:pt x="19222" y="5550"/>
                    </a:lnTo>
                    <a:lnTo>
                      <a:pt x="17654" y="6515"/>
                    </a:lnTo>
                    <a:lnTo>
                      <a:pt x="16166" y="7560"/>
                    </a:lnTo>
                    <a:lnTo>
                      <a:pt x="14678" y="8686"/>
                    </a:lnTo>
                    <a:lnTo>
                      <a:pt x="13874" y="9370"/>
                    </a:lnTo>
                    <a:lnTo>
                      <a:pt x="13070" y="10053"/>
                    </a:lnTo>
                    <a:lnTo>
                      <a:pt x="12266" y="10777"/>
                    </a:lnTo>
                    <a:lnTo>
                      <a:pt x="11542" y="11501"/>
                    </a:lnTo>
                    <a:lnTo>
                      <a:pt x="10818" y="12265"/>
                    </a:lnTo>
                    <a:lnTo>
                      <a:pt x="10094" y="13029"/>
                    </a:lnTo>
                    <a:lnTo>
                      <a:pt x="9410" y="13793"/>
                    </a:lnTo>
                    <a:lnTo>
                      <a:pt x="8767" y="14598"/>
                    </a:lnTo>
                    <a:lnTo>
                      <a:pt x="8124" y="15402"/>
                    </a:lnTo>
                    <a:lnTo>
                      <a:pt x="7480" y="16246"/>
                    </a:lnTo>
                    <a:lnTo>
                      <a:pt x="6917" y="17050"/>
                    </a:lnTo>
                    <a:lnTo>
                      <a:pt x="6354" y="17895"/>
                    </a:lnTo>
                    <a:lnTo>
                      <a:pt x="5791" y="18780"/>
                    </a:lnTo>
                    <a:lnTo>
                      <a:pt x="5268" y="19624"/>
                    </a:lnTo>
                    <a:lnTo>
                      <a:pt x="4786" y="20509"/>
                    </a:lnTo>
                    <a:lnTo>
                      <a:pt x="4303" y="21434"/>
                    </a:lnTo>
                    <a:lnTo>
                      <a:pt x="3660" y="22721"/>
                    </a:lnTo>
                    <a:lnTo>
                      <a:pt x="3137" y="23887"/>
                    </a:lnTo>
                    <a:lnTo>
                      <a:pt x="2655" y="25053"/>
                    </a:lnTo>
                    <a:lnTo>
                      <a:pt x="2212" y="26259"/>
                    </a:lnTo>
                    <a:lnTo>
                      <a:pt x="1810" y="27466"/>
                    </a:lnTo>
                    <a:lnTo>
                      <a:pt x="1448" y="28672"/>
                    </a:lnTo>
                    <a:lnTo>
                      <a:pt x="1127" y="29878"/>
                    </a:lnTo>
                    <a:lnTo>
                      <a:pt x="845" y="31125"/>
                    </a:lnTo>
                    <a:lnTo>
                      <a:pt x="604" y="32372"/>
                    </a:lnTo>
                    <a:lnTo>
                      <a:pt x="403" y="33578"/>
                    </a:lnTo>
                    <a:lnTo>
                      <a:pt x="242" y="34825"/>
                    </a:lnTo>
                    <a:lnTo>
                      <a:pt x="121" y="36111"/>
                    </a:lnTo>
                    <a:lnTo>
                      <a:pt x="41" y="37358"/>
                    </a:lnTo>
                    <a:lnTo>
                      <a:pt x="1" y="38605"/>
                    </a:lnTo>
                    <a:lnTo>
                      <a:pt x="1" y="39891"/>
                    </a:lnTo>
                    <a:lnTo>
                      <a:pt x="1" y="41138"/>
                    </a:lnTo>
                    <a:lnTo>
                      <a:pt x="81" y="42385"/>
                    </a:lnTo>
                    <a:lnTo>
                      <a:pt x="202" y="43672"/>
                    </a:lnTo>
                    <a:lnTo>
                      <a:pt x="363" y="44918"/>
                    </a:lnTo>
                    <a:lnTo>
                      <a:pt x="564" y="46165"/>
                    </a:lnTo>
                    <a:lnTo>
                      <a:pt x="805" y="47411"/>
                    </a:lnTo>
                    <a:lnTo>
                      <a:pt x="1086" y="48658"/>
                    </a:lnTo>
                    <a:lnTo>
                      <a:pt x="1408" y="49905"/>
                    </a:lnTo>
                    <a:lnTo>
                      <a:pt x="1770" y="51111"/>
                    </a:lnTo>
                    <a:lnTo>
                      <a:pt x="2172" y="52358"/>
                    </a:lnTo>
                    <a:lnTo>
                      <a:pt x="2614" y="53564"/>
                    </a:lnTo>
                    <a:lnTo>
                      <a:pt x="3097" y="54730"/>
                    </a:lnTo>
                    <a:lnTo>
                      <a:pt x="3620" y="55936"/>
                    </a:lnTo>
                    <a:lnTo>
                      <a:pt x="4183" y="57103"/>
                    </a:lnTo>
                    <a:lnTo>
                      <a:pt x="4786" y="58269"/>
                    </a:lnTo>
                    <a:lnTo>
                      <a:pt x="5429" y="59395"/>
                    </a:lnTo>
                    <a:lnTo>
                      <a:pt x="6113" y="60561"/>
                    </a:lnTo>
                    <a:lnTo>
                      <a:pt x="6877" y="61647"/>
                    </a:lnTo>
                    <a:lnTo>
                      <a:pt x="7279" y="62290"/>
                    </a:lnTo>
                    <a:lnTo>
                      <a:pt x="7762" y="62893"/>
                    </a:lnTo>
                    <a:lnTo>
                      <a:pt x="8244" y="63577"/>
                    </a:lnTo>
                    <a:lnTo>
                      <a:pt x="8727" y="64180"/>
                    </a:lnTo>
                    <a:lnTo>
                      <a:pt x="9853" y="65507"/>
                    </a:lnTo>
                    <a:lnTo>
                      <a:pt x="11019" y="66794"/>
                    </a:lnTo>
                    <a:lnTo>
                      <a:pt x="12225" y="68000"/>
                    </a:lnTo>
                    <a:lnTo>
                      <a:pt x="13472" y="69126"/>
                    </a:lnTo>
                    <a:lnTo>
                      <a:pt x="14759" y="70212"/>
                    </a:lnTo>
                    <a:lnTo>
                      <a:pt x="16086" y="71258"/>
                    </a:lnTo>
                    <a:lnTo>
                      <a:pt x="17453" y="72183"/>
                    </a:lnTo>
                    <a:lnTo>
                      <a:pt x="18820" y="73107"/>
                    </a:lnTo>
                    <a:lnTo>
                      <a:pt x="20268" y="73912"/>
                    </a:lnTo>
                    <a:lnTo>
                      <a:pt x="21716" y="74676"/>
                    </a:lnTo>
                    <a:lnTo>
                      <a:pt x="23163" y="75400"/>
                    </a:lnTo>
                    <a:lnTo>
                      <a:pt x="24691" y="76043"/>
                    </a:lnTo>
                    <a:lnTo>
                      <a:pt x="26219" y="76606"/>
                    </a:lnTo>
                    <a:lnTo>
                      <a:pt x="27748" y="77129"/>
                    </a:lnTo>
                    <a:lnTo>
                      <a:pt x="29316" y="77571"/>
                    </a:lnTo>
                    <a:lnTo>
                      <a:pt x="30884" y="77973"/>
                    </a:lnTo>
                    <a:lnTo>
                      <a:pt x="32332" y="78255"/>
                    </a:lnTo>
                    <a:lnTo>
                      <a:pt x="33377" y="78416"/>
                    </a:lnTo>
                    <a:lnTo>
                      <a:pt x="34383" y="78576"/>
                    </a:lnTo>
                    <a:lnTo>
                      <a:pt x="35428" y="78697"/>
                    </a:lnTo>
                    <a:lnTo>
                      <a:pt x="36474" y="78777"/>
                    </a:lnTo>
                    <a:lnTo>
                      <a:pt x="37479" y="78858"/>
                    </a:lnTo>
                    <a:lnTo>
                      <a:pt x="38525" y="78898"/>
                    </a:lnTo>
                    <a:lnTo>
                      <a:pt x="40616" y="78898"/>
                    </a:lnTo>
                    <a:lnTo>
                      <a:pt x="41661" y="78858"/>
                    </a:lnTo>
                    <a:lnTo>
                      <a:pt x="42707" y="78777"/>
                    </a:lnTo>
                    <a:lnTo>
                      <a:pt x="43712" y="78657"/>
                    </a:lnTo>
                    <a:lnTo>
                      <a:pt x="44758" y="78536"/>
                    </a:lnTo>
                    <a:lnTo>
                      <a:pt x="45803" y="78375"/>
                    </a:lnTo>
                    <a:lnTo>
                      <a:pt x="46808" y="78214"/>
                    </a:lnTo>
                    <a:lnTo>
                      <a:pt x="47854" y="78013"/>
                    </a:lnTo>
                    <a:lnTo>
                      <a:pt x="48859" y="77772"/>
                    </a:lnTo>
                    <a:lnTo>
                      <a:pt x="49905" y="77491"/>
                    </a:lnTo>
                    <a:lnTo>
                      <a:pt x="50910" y="77209"/>
                    </a:lnTo>
                    <a:lnTo>
                      <a:pt x="51915" y="76887"/>
                    </a:lnTo>
                    <a:lnTo>
                      <a:pt x="52921" y="76526"/>
                    </a:lnTo>
                    <a:lnTo>
                      <a:pt x="53886" y="76164"/>
                    </a:lnTo>
                    <a:lnTo>
                      <a:pt x="54891" y="75761"/>
                    </a:lnTo>
                    <a:lnTo>
                      <a:pt x="55856" y="75319"/>
                    </a:lnTo>
                    <a:lnTo>
                      <a:pt x="56821" y="74877"/>
                    </a:lnTo>
                    <a:lnTo>
                      <a:pt x="57787" y="74394"/>
                    </a:lnTo>
                    <a:lnTo>
                      <a:pt x="58752" y="73871"/>
                    </a:lnTo>
                    <a:lnTo>
                      <a:pt x="59677" y="73308"/>
                    </a:lnTo>
                    <a:lnTo>
                      <a:pt x="60601" y="72746"/>
                    </a:lnTo>
                    <a:lnTo>
                      <a:pt x="61526" y="72142"/>
                    </a:lnTo>
                    <a:lnTo>
                      <a:pt x="62411" y="71499"/>
                    </a:lnTo>
                    <a:lnTo>
                      <a:pt x="63336" y="70856"/>
                    </a:lnTo>
                    <a:lnTo>
                      <a:pt x="64180" y="70172"/>
                    </a:lnTo>
                    <a:lnTo>
                      <a:pt x="64381" y="70011"/>
                    </a:lnTo>
                    <a:lnTo>
                      <a:pt x="64944" y="69528"/>
                    </a:lnTo>
                    <a:lnTo>
                      <a:pt x="65507" y="69046"/>
                    </a:lnTo>
                    <a:lnTo>
                      <a:pt x="66513" y="68161"/>
                    </a:lnTo>
                    <a:lnTo>
                      <a:pt x="67438" y="67236"/>
                    </a:lnTo>
                    <a:lnTo>
                      <a:pt x="68363" y="66311"/>
                    </a:lnTo>
                    <a:lnTo>
                      <a:pt x="69207" y="65346"/>
                    </a:lnTo>
                    <a:lnTo>
                      <a:pt x="70052" y="64341"/>
                    </a:lnTo>
                    <a:lnTo>
                      <a:pt x="70856" y="63336"/>
                    </a:lnTo>
                    <a:lnTo>
                      <a:pt x="71580" y="62330"/>
                    </a:lnTo>
                    <a:lnTo>
                      <a:pt x="72303" y="61285"/>
                    </a:lnTo>
                    <a:lnTo>
                      <a:pt x="72987" y="60199"/>
                    </a:lnTo>
                    <a:lnTo>
                      <a:pt x="73630" y="59113"/>
                    </a:lnTo>
                    <a:lnTo>
                      <a:pt x="74274" y="58028"/>
                    </a:lnTo>
                    <a:lnTo>
                      <a:pt x="74837" y="56902"/>
                    </a:lnTo>
                    <a:lnTo>
                      <a:pt x="75360" y="55735"/>
                    </a:lnTo>
                    <a:lnTo>
                      <a:pt x="75882" y="54609"/>
                    </a:lnTo>
                    <a:lnTo>
                      <a:pt x="76325" y="53443"/>
                    </a:lnTo>
                    <a:lnTo>
                      <a:pt x="76727" y="52277"/>
                    </a:lnTo>
                    <a:lnTo>
                      <a:pt x="77008" y="51553"/>
                    </a:lnTo>
                    <a:lnTo>
                      <a:pt x="77250" y="50829"/>
                    </a:lnTo>
                    <a:lnTo>
                      <a:pt x="77531" y="49824"/>
                    </a:lnTo>
                    <a:lnTo>
                      <a:pt x="77813" y="48738"/>
                    </a:lnTo>
                    <a:lnTo>
                      <a:pt x="78054" y="47693"/>
                    </a:lnTo>
                    <a:lnTo>
                      <a:pt x="78255" y="46647"/>
                    </a:lnTo>
                    <a:lnTo>
                      <a:pt x="78416" y="45562"/>
                    </a:lnTo>
                    <a:lnTo>
                      <a:pt x="78577" y="44516"/>
                    </a:lnTo>
                    <a:lnTo>
                      <a:pt x="78697" y="43430"/>
                    </a:lnTo>
                    <a:lnTo>
                      <a:pt x="78818" y="42344"/>
                    </a:lnTo>
                    <a:lnTo>
                      <a:pt x="78858" y="41259"/>
                    </a:lnTo>
                    <a:lnTo>
                      <a:pt x="78898" y="40173"/>
                    </a:lnTo>
                    <a:lnTo>
                      <a:pt x="78898" y="39127"/>
                    </a:lnTo>
                    <a:lnTo>
                      <a:pt x="78898" y="38042"/>
                    </a:lnTo>
                    <a:lnTo>
                      <a:pt x="78818" y="36956"/>
                    </a:lnTo>
                    <a:lnTo>
                      <a:pt x="78738" y="35870"/>
                    </a:lnTo>
                    <a:lnTo>
                      <a:pt x="78617" y="34784"/>
                    </a:lnTo>
                    <a:lnTo>
                      <a:pt x="78496" y="33699"/>
                    </a:lnTo>
                    <a:lnTo>
                      <a:pt x="78295" y="32613"/>
                    </a:lnTo>
                    <a:lnTo>
                      <a:pt x="78094" y="31567"/>
                    </a:lnTo>
                    <a:lnTo>
                      <a:pt x="77893" y="30482"/>
                    </a:lnTo>
                    <a:lnTo>
                      <a:pt x="77612" y="29436"/>
                    </a:lnTo>
                    <a:lnTo>
                      <a:pt x="77330" y="28391"/>
                    </a:lnTo>
                    <a:lnTo>
                      <a:pt x="77008" y="27305"/>
                    </a:lnTo>
                    <a:lnTo>
                      <a:pt x="76646" y="26299"/>
                    </a:lnTo>
                    <a:lnTo>
                      <a:pt x="76244" y="25254"/>
                    </a:lnTo>
                    <a:lnTo>
                      <a:pt x="75842" y="24208"/>
                    </a:lnTo>
                    <a:lnTo>
                      <a:pt x="75400" y="23203"/>
                    </a:lnTo>
                    <a:lnTo>
                      <a:pt x="74917" y="22198"/>
                    </a:lnTo>
                    <a:lnTo>
                      <a:pt x="74435" y="21192"/>
                    </a:lnTo>
                    <a:lnTo>
                      <a:pt x="73872" y="20187"/>
                    </a:lnTo>
                    <a:lnTo>
                      <a:pt x="73309" y="19222"/>
                    </a:lnTo>
                    <a:lnTo>
                      <a:pt x="72706" y="18257"/>
                    </a:lnTo>
                    <a:lnTo>
                      <a:pt x="72102" y="17292"/>
                    </a:lnTo>
                    <a:lnTo>
                      <a:pt x="71660" y="16648"/>
                    </a:lnTo>
                    <a:lnTo>
                      <a:pt x="71177" y="16045"/>
                    </a:lnTo>
                    <a:lnTo>
                      <a:pt x="70695" y="15362"/>
                    </a:lnTo>
                    <a:lnTo>
                      <a:pt x="70172" y="14678"/>
                    </a:lnTo>
                    <a:lnTo>
                      <a:pt x="69489" y="13833"/>
                    </a:lnTo>
                    <a:lnTo>
                      <a:pt x="68765" y="13029"/>
                    </a:lnTo>
                    <a:lnTo>
                      <a:pt x="68041" y="12225"/>
                    </a:lnTo>
                    <a:lnTo>
                      <a:pt x="67277" y="11461"/>
                    </a:lnTo>
                    <a:lnTo>
                      <a:pt x="66513" y="10737"/>
                    </a:lnTo>
                    <a:lnTo>
                      <a:pt x="65749" y="10013"/>
                    </a:lnTo>
                    <a:lnTo>
                      <a:pt x="64944" y="9289"/>
                    </a:lnTo>
                    <a:lnTo>
                      <a:pt x="64100" y="8646"/>
                    </a:lnTo>
                    <a:lnTo>
                      <a:pt x="63296" y="8003"/>
                    </a:lnTo>
                    <a:lnTo>
                      <a:pt x="62451" y="7359"/>
                    </a:lnTo>
                    <a:lnTo>
                      <a:pt x="61607" y="6756"/>
                    </a:lnTo>
                    <a:lnTo>
                      <a:pt x="60722" y="6193"/>
                    </a:lnTo>
                    <a:lnTo>
                      <a:pt x="59837" y="5630"/>
                    </a:lnTo>
                    <a:lnTo>
                      <a:pt x="58953" y="5107"/>
                    </a:lnTo>
                    <a:lnTo>
                      <a:pt x="58028" y="4625"/>
                    </a:lnTo>
                    <a:lnTo>
                      <a:pt x="57143" y="4142"/>
                    </a:lnTo>
                    <a:lnTo>
                      <a:pt x="56218" y="3700"/>
                    </a:lnTo>
                    <a:lnTo>
                      <a:pt x="55293" y="3257"/>
                    </a:lnTo>
                    <a:lnTo>
                      <a:pt x="54328" y="2896"/>
                    </a:lnTo>
                    <a:lnTo>
                      <a:pt x="53363" y="2493"/>
                    </a:lnTo>
                    <a:lnTo>
                      <a:pt x="52438" y="2172"/>
                    </a:lnTo>
                    <a:lnTo>
                      <a:pt x="51433" y="1850"/>
                    </a:lnTo>
                    <a:lnTo>
                      <a:pt x="50468" y="1528"/>
                    </a:lnTo>
                    <a:lnTo>
                      <a:pt x="49503" y="1287"/>
                    </a:lnTo>
                    <a:lnTo>
                      <a:pt x="48497" y="1046"/>
                    </a:lnTo>
                    <a:lnTo>
                      <a:pt x="47532" y="804"/>
                    </a:lnTo>
                    <a:lnTo>
                      <a:pt x="46527" y="603"/>
                    </a:lnTo>
                    <a:lnTo>
                      <a:pt x="45522" y="443"/>
                    </a:lnTo>
                    <a:lnTo>
                      <a:pt x="44516" y="322"/>
                    </a:lnTo>
                    <a:lnTo>
                      <a:pt x="43511" y="201"/>
                    </a:lnTo>
                    <a:lnTo>
                      <a:pt x="42506" y="81"/>
                    </a:lnTo>
                    <a:lnTo>
                      <a:pt x="41500" y="40"/>
                    </a:lnTo>
                    <a:lnTo>
                      <a:pt x="400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2"/>
              <p:cNvSpPr/>
              <p:nvPr/>
            </p:nvSpPr>
            <p:spPr>
              <a:xfrm>
                <a:off x="9588418" y="5254045"/>
                <a:ext cx="940871" cy="940871"/>
              </a:xfrm>
              <a:custGeom>
                <a:rect b="b" l="l" r="r" t="t"/>
                <a:pathLst>
                  <a:path extrusionOk="0" fill="none" h="78899" w="78899">
                    <a:moveTo>
                      <a:pt x="64381" y="70011"/>
                    </a:moveTo>
                    <a:lnTo>
                      <a:pt x="64180" y="70172"/>
                    </a:lnTo>
                    <a:lnTo>
                      <a:pt x="64180" y="70172"/>
                    </a:lnTo>
                    <a:lnTo>
                      <a:pt x="63336" y="70856"/>
                    </a:lnTo>
                    <a:lnTo>
                      <a:pt x="62411" y="71499"/>
                    </a:lnTo>
                    <a:lnTo>
                      <a:pt x="61526" y="72142"/>
                    </a:lnTo>
                    <a:lnTo>
                      <a:pt x="60601" y="72746"/>
                    </a:lnTo>
                    <a:lnTo>
                      <a:pt x="59677" y="73308"/>
                    </a:lnTo>
                    <a:lnTo>
                      <a:pt x="58752" y="73871"/>
                    </a:lnTo>
                    <a:lnTo>
                      <a:pt x="57787" y="74394"/>
                    </a:lnTo>
                    <a:lnTo>
                      <a:pt x="56821" y="74877"/>
                    </a:lnTo>
                    <a:lnTo>
                      <a:pt x="55856" y="75319"/>
                    </a:lnTo>
                    <a:lnTo>
                      <a:pt x="54891" y="75761"/>
                    </a:lnTo>
                    <a:lnTo>
                      <a:pt x="53886" y="76164"/>
                    </a:lnTo>
                    <a:lnTo>
                      <a:pt x="52921" y="76526"/>
                    </a:lnTo>
                    <a:lnTo>
                      <a:pt x="51915" y="76887"/>
                    </a:lnTo>
                    <a:lnTo>
                      <a:pt x="50910" y="77209"/>
                    </a:lnTo>
                    <a:lnTo>
                      <a:pt x="49905" y="77491"/>
                    </a:lnTo>
                    <a:lnTo>
                      <a:pt x="48859" y="77772"/>
                    </a:lnTo>
                    <a:lnTo>
                      <a:pt x="47854" y="78013"/>
                    </a:lnTo>
                    <a:lnTo>
                      <a:pt x="46808" y="78214"/>
                    </a:lnTo>
                    <a:lnTo>
                      <a:pt x="45803" y="78375"/>
                    </a:lnTo>
                    <a:lnTo>
                      <a:pt x="44758" y="78536"/>
                    </a:lnTo>
                    <a:lnTo>
                      <a:pt x="43712" y="78657"/>
                    </a:lnTo>
                    <a:lnTo>
                      <a:pt x="42707" y="78777"/>
                    </a:lnTo>
                    <a:lnTo>
                      <a:pt x="41661" y="78858"/>
                    </a:lnTo>
                    <a:lnTo>
                      <a:pt x="40616" y="78898"/>
                    </a:lnTo>
                    <a:lnTo>
                      <a:pt x="39570" y="78898"/>
                    </a:lnTo>
                    <a:lnTo>
                      <a:pt x="38525" y="78898"/>
                    </a:lnTo>
                    <a:lnTo>
                      <a:pt x="37479" y="78858"/>
                    </a:lnTo>
                    <a:lnTo>
                      <a:pt x="36474" y="78777"/>
                    </a:lnTo>
                    <a:lnTo>
                      <a:pt x="35428" y="78697"/>
                    </a:lnTo>
                    <a:lnTo>
                      <a:pt x="34383" y="78576"/>
                    </a:lnTo>
                    <a:lnTo>
                      <a:pt x="33377" y="78416"/>
                    </a:lnTo>
                    <a:lnTo>
                      <a:pt x="32332" y="78255"/>
                    </a:lnTo>
                    <a:lnTo>
                      <a:pt x="32332" y="78255"/>
                    </a:lnTo>
                    <a:lnTo>
                      <a:pt x="30884" y="77973"/>
                    </a:lnTo>
                    <a:lnTo>
                      <a:pt x="30884" y="77973"/>
                    </a:lnTo>
                    <a:lnTo>
                      <a:pt x="29316" y="77571"/>
                    </a:lnTo>
                    <a:lnTo>
                      <a:pt x="27748" y="77129"/>
                    </a:lnTo>
                    <a:lnTo>
                      <a:pt x="26219" y="76606"/>
                    </a:lnTo>
                    <a:lnTo>
                      <a:pt x="24691" y="76043"/>
                    </a:lnTo>
                    <a:lnTo>
                      <a:pt x="23163" y="75400"/>
                    </a:lnTo>
                    <a:lnTo>
                      <a:pt x="21716" y="74676"/>
                    </a:lnTo>
                    <a:lnTo>
                      <a:pt x="20268" y="73912"/>
                    </a:lnTo>
                    <a:lnTo>
                      <a:pt x="18820" y="73107"/>
                    </a:lnTo>
                    <a:lnTo>
                      <a:pt x="17453" y="72183"/>
                    </a:lnTo>
                    <a:lnTo>
                      <a:pt x="16086" y="71258"/>
                    </a:lnTo>
                    <a:lnTo>
                      <a:pt x="14759" y="70212"/>
                    </a:lnTo>
                    <a:lnTo>
                      <a:pt x="13472" y="69126"/>
                    </a:lnTo>
                    <a:lnTo>
                      <a:pt x="12225" y="68000"/>
                    </a:lnTo>
                    <a:lnTo>
                      <a:pt x="11019" y="66794"/>
                    </a:lnTo>
                    <a:lnTo>
                      <a:pt x="9853" y="65507"/>
                    </a:lnTo>
                    <a:lnTo>
                      <a:pt x="8727" y="64180"/>
                    </a:lnTo>
                    <a:lnTo>
                      <a:pt x="8727" y="64180"/>
                    </a:lnTo>
                    <a:lnTo>
                      <a:pt x="8244" y="63577"/>
                    </a:lnTo>
                    <a:lnTo>
                      <a:pt x="7762" y="62893"/>
                    </a:lnTo>
                    <a:lnTo>
                      <a:pt x="7762" y="62893"/>
                    </a:lnTo>
                    <a:lnTo>
                      <a:pt x="7279" y="62290"/>
                    </a:lnTo>
                    <a:lnTo>
                      <a:pt x="6877" y="61647"/>
                    </a:lnTo>
                    <a:lnTo>
                      <a:pt x="6877" y="61647"/>
                    </a:lnTo>
                    <a:lnTo>
                      <a:pt x="6113" y="60561"/>
                    </a:lnTo>
                    <a:lnTo>
                      <a:pt x="5429" y="59395"/>
                    </a:lnTo>
                    <a:lnTo>
                      <a:pt x="4786" y="58269"/>
                    </a:lnTo>
                    <a:lnTo>
                      <a:pt x="4183" y="57103"/>
                    </a:lnTo>
                    <a:lnTo>
                      <a:pt x="3620" y="55936"/>
                    </a:lnTo>
                    <a:lnTo>
                      <a:pt x="3097" y="54730"/>
                    </a:lnTo>
                    <a:lnTo>
                      <a:pt x="2614" y="53564"/>
                    </a:lnTo>
                    <a:lnTo>
                      <a:pt x="2172" y="52358"/>
                    </a:lnTo>
                    <a:lnTo>
                      <a:pt x="1770" y="51111"/>
                    </a:lnTo>
                    <a:lnTo>
                      <a:pt x="1408" y="49905"/>
                    </a:lnTo>
                    <a:lnTo>
                      <a:pt x="1086" y="48658"/>
                    </a:lnTo>
                    <a:lnTo>
                      <a:pt x="805" y="47411"/>
                    </a:lnTo>
                    <a:lnTo>
                      <a:pt x="564" y="46165"/>
                    </a:lnTo>
                    <a:lnTo>
                      <a:pt x="363" y="44918"/>
                    </a:lnTo>
                    <a:lnTo>
                      <a:pt x="202" y="43672"/>
                    </a:lnTo>
                    <a:lnTo>
                      <a:pt x="81" y="42385"/>
                    </a:lnTo>
                    <a:lnTo>
                      <a:pt x="1" y="41138"/>
                    </a:lnTo>
                    <a:lnTo>
                      <a:pt x="1" y="39891"/>
                    </a:lnTo>
                    <a:lnTo>
                      <a:pt x="1" y="38605"/>
                    </a:lnTo>
                    <a:lnTo>
                      <a:pt x="41" y="37358"/>
                    </a:lnTo>
                    <a:lnTo>
                      <a:pt x="121" y="36111"/>
                    </a:lnTo>
                    <a:lnTo>
                      <a:pt x="242" y="34825"/>
                    </a:lnTo>
                    <a:lnTo>
                      <a:pt x="403" y="33578"/>
                    </a:lnTo>
                    <a:lnTo>
                      <a:pt x="604" y="32372"/>
                    </a:lnTo>
                    <a:lnTo>
                      <a:pt x="845" y="31125"/>
                    </a:lnTo>
                    <a:lnTo>
                      <a:pt x="1127" y="29878"/>
                    </a:lnTo>
                    <a:lnTo>
                      <a:pt x="1448" y="28672"/>
                    </a:lnTo>
                    <a:lnTo>
                      <a:pt x="1810" y="27466"/>
                    </a:lnTo>
                    <a:lnTo>
                      <a:pt x="2212" y="26259"/>
                    </a:lnTo>
                    <a:lnTo>
                      <a:pt x="2655" y="25053"/>
                    </a:lnTo>
                    <a:lnTo>
                      <a:pt x="3137" y="23887"/>
                    </a:lnTo>
                    <a:lnTo>
                      <a:pt x="3660" y="22721"/>
                    </a:lnTo>
                    <a:lnTo>
                      <a:pt x="3660" y="22721"/>
                    </a:lnTo>
                    <a:lnTo>
                      <a:pt x="4303" y="21434"/>
                    </a:lnTo>
                    <a:lnTo>
                      <a:pt x="4303" y="21434"/>
                    </a:lnTo>
                    <a:lnTo>
                      <a:pt x="4786" y="20509"/>
                    </a:lnTo>
                    <a:lnTo>
                      <a:pt x="5268" y="19624"/>
                    </a:lnTo>
                    <a:lnTo>
                      <a:pt x="5791" y="18780"/>
                    </a:lnTo>
                    <a:lnTo>
                      <a:pt x="6354" y="17895"/>
                    </a:lnTo>
                    <a:lnTo>
                      <a:pt x="6917" y="17050"/>
                    </a:lnTo>
                    <a:lnTo>
                      <a:pt x="7480" y="16246"/>
                    </a:lnTo>
                    <a:lnTo>
                      <a:pt x="8124" y="15402"/>
                    </a:lnTo>
                    <a:lnTo>
                      <a:pt x="8767" y="14598"/>
                    </a:lnTo>
                    <a:lnTo>
                      <a:pt x="9410" y="13793"/>
                    </a:lnTo>
                    <a:lnTo>
                      <a:pt x="10094" y="13029"/>
                    </a:lnTo>
                    <a:lnTo>
                      <a:pt x="10818" y="12265"/>
                    </a:lnTo>
                    <a:lnTo>
                      <a:pt x="11542" y="11501"/>
                    </a:lnTo>
                    <a:lnTo>
                      <a:pt x="12266" y="10777"/>
                    </a:lnTo>
                    <a:lnTo>
                      <a:pt x="13070" y="10053"/>
                    </a:lnTo>
                    <a:lnTo>
                      <a:pt x="13874" y="9370"/>
                    </a:lnTo>
                    <a:lnTo>
                      <a:pt x="14678" y="8686"/>
                    </a:lnTo>
                    <a:lnTo>
                      <a:pt x="14678" y="8686"/>
                    </a:lnTo>
                    <a:lnTo>
                      <a:pt x="16166" y="7560"/>
                    </a:lnTo>
                    <a:lnTo>
                      <a:pt x="17654" y="6515"/>
                    </a:lnTo>
                    <a:lnTo>
                      <a:pt x="19222" y="5550"/>
                    </a:lnTo>
                    <a:lnTo>
                      <a:pt x="20791" y="4665"/>
                    </a:lnTo>
                    <a:lnTo>
                      <a:pt x="20791" y="4665"/>
                    </a:lnTo>
                    <a:lnTo>
                      <a:pt x="21434" y="4303"/>
                    </a:lnTo>
                    <a:lnTo>
                      <a:pt x="22118" y="3941"/>
                    </a:lnTo>
                    <a:lnTo>
                      <a:pt x="22118" y="3941"/>
                    </a:lnTo>
                    <a:lnTo>
                      <a:pt x="23203" y="3458"/>
                    </a:lnTo>
                    <a:lnTo>
                      <a:pt x="24249" y="2976"/>
                    </a:lnTo>
                    <a:lnTo>
                      <a:pt x="25335" y="2574"/>
                    </a:lnTo>
                    <a:lnTo>
                      <a:pt x="26461" y="2172"/>
                    </a:lnTo>
                    <a:lnTo>
                      <a:pt x="27546" y="1810"/>
                    </a:lnTo>
                    <a:lnTo>
                      <a:pt x="28672" y="1448"/>
                    </a:lnTo>
                    <a:lnTo>
                      <a:pt x="29758" y="1166"/>
                    </a:lnTo>
                    <a:lnTo>
                      <a:pt x="30884" y="885"/>
                    </a:lnTo>
                    <a:lnTo>
                      <a:pt x="32010" y="684"/>
                    </a:lnTo>
                    <a:lnTo>
                      <a:pt x="33176" y="483"/>
                    </a:lnTo>
                    <a:lnTo>
                      <a:pt x="34302" y="322"/>
                    </a:lnTo>
                    <a:lnTo>
                      <a:pt x="35428" y="161"/>
                    </a:lnTo>
                    <a:lnTo>
                      <a:pt x="36554" y="81"/>
                    </a:lnTo>
                    <a:lnTo>
                      <a:pt x="37720" y="0"/>
                    </a:lnTo>
                    <a:lnTo>
                      <a:pt x="38846" y="0"/>
                    </a:lnTo>
                    <a:lnTo>
                      <a:pt x="40012" y="0"/>
                    </a:lnTo>
                    <a:lnTo>
                      <a:pt x="40012" y="0"/>
                    </a:lnTo>
                    <a:lnTo>
                      <a:pt x="41500" y="40"/>
                    </a:lnTo>
                    <a:lnTo>
                      <a:pt x="41500" y="40"/>
                    </a:lnTo>
                    <a:lnTo>
                      <a:pt x="42506" y="81"/>
                    </a:lnTo>
                    <a:lnTo>
                      <a:pt x="43511" y="201"/>
                    </a:lnTo>
                    <a:lnTo>
                      <a:pt x="44516" y="322"/>
                    </a:lnTo>
                    <a:lnTo>
                      <a:pt x="45522" y="443"/>
                    </a:lnTo>
                    <a:lnTo>
                      <a:pt x="46527" y="603"/>
                    </a:lnTo>
                    <a:lnTo>
                      <a:pt x="47532" y="804"/>
                    </a:lnTo>
                    <a:lnTo>
                      <a:pt x="48497" y="1046"/>
                    </a:lnTo>
                    <a:lnTo>
                      <a:pt x="49503" y="1287"/>
                    </a:lnTo>
                    <a:lnTo>
                      <a:pt x="50468" y="1528"/>
                    </a:lnTo>
                    <a:lnTo>
                      <a:pt x="51433" y="1850"/>
                    </a:lnTo>
                    <a:lnTo>
                      <a:pt x="52438" y="2172"/>
                    </a:lnTo>
                    <a:lnTo>
                      <a:pt x="53363" y="2493"/>
                    </a:lnTo>
                    <a:lnTo>
                      <a:pt x="54328" y="2896"/>
                    </a:lnTo>
                    <a:lnTo>
                      <a:pt x="55293" y="3257"/>
                    </a:lnTo>
                    <a:lnTo>
                      <a:pt x="56218" y="3700"/>
                    </a:lnTo>
                    <a:lnTo>
                      <a:pt x="57143" y="4142"/>
                    </a:lnTo>
                    <a:lnTo>
                      <a:pt x="58028" y="4625"/>
                    </a:lnTo>
                    <a:lnTo>
                      <a:pt x="58953" y="5107"/>
                    </a:lnTo>
                    <a:lnTo>
                      <a:pt x="59837" y="5630"/>
                    </a:lnTo>
                    <a:lnTo>
                      <a:pt x="60722" y="6193"/>
                    </a:lnTo>
                    <a:lnTo>
                      <a:pt x="61607" y="6756"/>
                    </a:lnTo>
                    <a:lnTo>
                      <a:pt x="62451" y="7359"/>
                    </a:lnTo>
                    <a:lnTo>
                      <a:pt x="63296" y="8003"/>
                    </a:lnTo>
                    <a:lnTo>
                      <a:pt x="64100" y="8646"/>
                    </a:lnTo>
                    <a:lnTo>
                      <a:pt x="64944" y="9289"/>
                    </a:lnTo>
                    <a:lnTo>
                      <a:pt x="65749" y="10013"/>
                    </a:lnTo>
                    <a:lnTo>
                      <a:pt x="66513" y="10737"/>
                    </a:lnTo>
                    <a:lnTo>
                      <a:pt x="67277" y="11461"/>
                    </a:lnTo>
                    <a:lnTo>
                      <a:pt x="68041" y="12225"/>
                    </a:lnTo>
                    <a:lnTo>
                      <a:pt x="68765" y="13029"/>
                    </a:lnTo>
                    <a:lnTo>
                      <a:pt x="69489" y="13833"/>
                    </a:lnTo>
                    <a:lnTo>
                      <a:pt x="70172" y="14678"/>
                    </a:lnTo>
                    <a:lnTo>
                      <a:pt x="70172" y="14678"/>
                    </a:lnTo>
                    <a:lnTo>
                      <a:pt x="70695" y="15362"/>
                    </a:lnTo>
                    <a:lnTo>
                      <a:pt x="71177" y="16045"/>
                    </a:lnTo>
                    <a:lnTo>
                      <a:pt x="71177" y="16045"/>
                    </a:lnTo>
                    <a:lnTo>
                      <a:pt x="71660" y="16648"/>
                    </a:lnTo>
                    <a:lnTo>
                      <a:pt x="72102" y="17292"/>
                    </a:lnTo>
                    <a:lnTo>
                      <a:pt x="72102" y="17292"/>
                    </a:lnTo>
                    <a:lnTo>
                      <a:pt x="72706" y="18257"/>
                    </a:lnTo>
                    <a:lnTo>
                      <a:pt x="73309" y="19222"/>
                    </a:lnTo>
                    <a:lnTo>
                      <a:pt x="73872" y="20187"/>
                    </a:lnTo>
                    <a:lnTo>
                      <a:pt x="74435" y="21192"/>
                    </a:lnTo>
                    <a:lnTo>
                      <a:pt x="74917" y="22198"/>
                    </a:lnTo>
                    <a:lnTo>
                      <a:pt x="75400" y="23203"/>
                    </a:lnTo>
                    <a:lnTo>
                      <a:pt x="75842" y="24208"/>
                    </a:lnTo>
                    <a:lnTo>
                      <a:pt x="76244" y="25254"/>
                    </a:lnTo>
                    <a:lnTo>
                      <a:pt x="76646" y="26299"/>
                    </a:lnTo>
                    <a:lnTo>
                      <a:pt x="77008" y="27305"/>
                    </a:lnTo>
                    <a:lnTo>
                      <a:pt x="77330" y="28391"/>
                    </a:lnTo>
                    <a:lnTo>
                      <a:pt x="77612" y="29436"/>
                    </a:lnTo>
                    <a:lnTo>
                      <a:pt x="77893" y="30482"/>
                    </a:lnTo>
                    <a:lnTo>
                      <a:pt x="78094" y="31567"/>
                    </a:lnTo>
                    <a:lnTo>
                      <a:pt x="78295" y="32613"/>
                    </a:lnTo>
                    <a:lnTo>
                      <a:pt x="78496" y="33699"/>
                    </a:lnTo>
                    <a:lnTo>
                      <a:pt x="78617" y="34784"/>
                    </a:lnTo>
                    <a:lnTo>
                      <a:pt x="78738" y="35870"/>
                    </a:lnTo>
                    <a:lnTo>
                      <a:pt x="78818" y="36956"/>
                    </a:lnTo>
                    <a:lnTo>
                      <a:pt x="78898" y="38042"/>
                    </a:lnTo>
                    <a:lnTo>
                      <a:pt x="78898" y="39127"/>
                    </a:lnTo>
                    <a:lnTo>
                      <a:pt x="78898" y="40173"/>
                    </a:lnTo>
                    <a:lnTo>
                      <a:pt x="78858" y="41259"/>
                    </a:lnTo>
                    <a:lnTo>
                      <a:pt x="78818" y="42344"/>
                    </a:lnTo>
                    <a:lnTo>
                      <a:pt x="78697" y="43430"/>
                    </a:lnTo>
                    <a:lnTo>
                      <a:pt x="78577" y="44516"/>
                    </a:lnTo>
                    <a:lnTo>
                      <a:pt x="78416" y="45562"/>
                    </a:lnTo>
                    <a:lnTo>
                      <a:pt x="78255" y="46647"/>
                    </a:lnTo>
                    <a:lnTo>
                      <a:pt x="78054" y="47693"/>
                    </a:lnTo>
                    <a:lnTo>
                      <a:pt x="77813" y="48738"/>
                    </a:lnTo>
                    <a:lnTo>
                      <a:pt x="77531" y="49824"/>
                    </a:lnTo>
                    <a:lnTo>
                      <a:pt x="77250" y="50829"/>
                    </a:lnTo>
                    <a:lnTo>
                      <a:pt x="77250" y="50829"/>
                    </a:lnTo>
                    <a:lnTo>
                      <a:pt x="77008" y="51553"/>
                    </a:lnTo>
                    <a:lnTo>
                      <a:pt x="76727" y="52277"/>
                    </a:lnTo>
                    <a:lnTo>
                      <a:pt x="76727" y="52277"/>
                    </a:lnTo>
                    <a:lnTo>
                      <a:pt x="76325" y="53443"/>
                    </a:lnTo>
                    <a:lnTo>
                      <a:pt x="75882" y="54609"/>
                    </a:lnTo>
                    <a:lnTo>
                      <a:pt x="75360" y="55735"/>
                    </a:lnTo>
                    <a:lnTo>
                      <a:pt x="74837" y="56902"/>
                    </a:lnTo>
                    <a:lnTo>
                      <a:pt x="74274" y="58028"/>
                    </a:lnTo>
                    <a:lnTo>
                      <a:pt x="73630" y="59113"/>
                    </a:lnTo>
                    <a:lnTo>
                      <a:pt x="72987" y="60199"/>
                    </a:lnTo>
                    <a:lnTo>
                      <a:pt x="72303" y="61285"/>
                    </a:lnTo>
                    <a:lnTo>
                      <a:pt x="71580" y="62330"/>
                    </a:lnTo>
                    <a:lnTo>
                      <a:pt x="70856" y="63336"/>
                    </a:lnTo>
                    <a:lnTo>
                      <a:pt x="70052" y="64341"/>
                    </a:lnTo>
                    <a:lnTo>
                      <a:pt x="69207" y="65346"/>
                    </a:lnTo>
                    <a:lnTo>
                      <a:pt x="68363" y="66311"/>
                    </a:lnTo>
                    <a:lnTo>
                      <a:pt x="67438" y="67236"/>
                    </a:lnTo>
                    <a:lnTo>
                      <a:pt x="66513" y="68161"/>
                    </a:lnTo>
                    <a:lnTo>
                      <a:pt x="65507" y="69046"/>
                    </a:lnTo>
                    <a:lnTo>
                      <a:pt x="65507" y="69046"/>
                    </a:lnTo>
                    <a:lnTo>
                      <a:pt x="64944" y="69528"/>
                    </a:lnTo>
                    <a:lnTo>
                      <a:pt x="64381" y="7001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32"/>
              <p:cNvSpPr/>
              <p:nvPr/>
            </p:nvSpPr>
            <p:spPr>
              <a:xfrm>
                <a:off x="9670427" y="5445382"/>
                <a:ext cx="777820" cy="558674"/>
              </a:xfrm>
              <a:custGeom>
                <a:rect b="b" l="l" r="r" t="t"/>
                <a:pathLst>
                  <a:path extrusionOk="0" h="46849" w="65226">
                    <a:moveTo>
                      <a:pt x="64300" y="0"/>
                    </a:moveTo>
                    <a:lnTo>
                      <a:pt x="60842" y="1327"/>
                    </a:lnTo>
                    <a:lnTo>
                      <a:pt x="57424" y="2694"/>
                    </a:lnTo>
                    <a:lnTo>
                      <a:pt x="54006" y="4182"/>
                    </a:lnTo>
                    <a:lnTo>
                      <a:pt x="50668" y="5751"/>
                    </a:lnTo>
                    <a:lnTo>
                      <a:pt x="47331" y="7399"/>
                    </a:lnTo>
                    <a:lnTo>
                      <a:pt x="44073" y="9129"/>
                    </a:lnTo>
                    <a:lnTo>
                      <a:pt x="40816" y="10938"/>
                    </a:lnTo>
                    <a:lnTo>
                      <a:pt x="37639" y="12828"/>
                    </a:lnTo>
                    <a:lnTo>
                      <a:pt x="36393" y="13632"/>
                    </a:lnTo>
                    <a:lnTo>
                      <a:pt x="34704" y="14678"/>
                    </a:lnTo>
                    <a:lnTo>
                      <a:pt x="33015" y="15804"/>
                    </a:lnTo>
                    <a:lnTo>
                      <a:pt x="31366" y="16890"/>
                    </a:lnTo>
                    <a:lnTo>
                      <a:pt x="29717" y="18056"/>
                    </a:lnTo>
                    <a:lnTo>
                      <a:pt x="28792" y="18699"/>
                    </a:lnTo>
                    <a:lnTo>
                      <a:pt x="28672" y="18780"/>
                    </a:lnTo>
                    <a:lnTo>
                      <a:pt x="28511" y="18860"/>
                    </a:lnTo>
                    <a:lnTo>
                      <a:pt x="26902" y="20066"/>
                    </a:lnTo>
                    <a:lnTo>
                      <a:pt x="25294" y="21233"/>
                    </a:lnTo>
                    <a:lnTo>
                      <a:pt x="23726" y="22439"/>
                    </a:lnTo>
                    <a:lnTo>
                      <a:pt x="22198" y="23686"/>
                    </a:lnTo>
                    <a:lnTo>
                      <a:pt x="21594" y="24128"/>
                    </a:lnTo>
                    <a:lnTo>
                      <a:pt x="21031" y="24611"/>
                    </a:lnTo>
                    <a:lnTo>
                      <a:pt x="19584" y="25817"/>
                    </a:lnTo>
                    <a:lnTo>
                      <a:pt x="18176" y="27023"/>
                    </a:lnTo>
                    <a:lnTo>
                      <a:pt x="16769" y="28230"/>
                    </a:lnTo>
                    <a:lnTo>
                      <a:pt x="15361" y="29476"/>
                    </a:lnTo>
                    <a:lnTo>
                      <a:pt x="12667" y="31970"/>
                    </a:lnTo>
                    <a:lnTo>
                      <a:pt x="9973" y="34583"/>
                    </a:lnTo>
                    <a:lnTo>
                      <a:pt x="7399" y="37237"/>
                    </a:lnTo>
                    <a:lnTo>
                      <a:pt x="4866" y="39972"/>
                    </a:lnTo>
                    <a:lnTo>
                      <a:pt x="2373" y="42747"/>
                    </a:lnTo>
                    <a:lnTo>
                      <a:pt x="0" y="45602"/>
                    </a:lnTo>
                    <a:lnTo>
                      <a:pt x="402" y="46245"/>
                    </a:lnTo>
                    <a:lnTo>
                      <a:pt x="885" y="46848"/>
                    </a:lnTo>
                    <a:lnTo>
                      <a:pt x="3257" y="44033"/>
                    </a:lnTo>
                    <a:lnTo>
                      <a:pt x="5710" y="41219"/>
                    </a:lnTo>
                    <a:lnTo>
                      <a:pt x="8203" y="38524"/>
                    </a:lnTo>
                    <a:lnTo>
                      <a:pt x="10777" y="35870"/>
                    </a:lnTo>
                    <a:lnTo>
                      <a:pt x="13431" y="33297"/>
                    </a:lnTo>
                    <a:lnTo>
                      <a:pt x="16125" y="30763"/>
                    </a:lnTo>
                    <a:lnTo>
                      <a:pt x="18940" y="28310"/>
                    </a:lnTo>
                    <a:lnTo>
                      <a:pt x="21755" y="25938"/>
                    </a:lnTo>
                    <a:lnTo>
                      <a:pt x="22318" y="25455"/>
                    </a:lnTo>
                    <a:lnTo>
                      <a:pt x="22921" y="24972"/>
                    </a:lnTo>
                    <a:lnTo>
                      <a:pt x="24490" y="23726"/>
                    </a:lnTo>
                    <a:lnTo>
                      <a:pt x="26058" y="22519"/>
                    </a:lnTo>
                    <a:lnTo>
                      <a:pt x="27667" y="21313"/>
                    </a:lnTo>
                    <a:lnTo>
                      <a:pt x="29315" y="20147"/>
                    </a:lnTo>
                    <a:lnTo>
                      <a:pt x="29677" y="19865"/>
                    </a:lnTo>
                    <a:lnTo>
                      <a:pt x="30079" y="19584"/>
                    </a:lnTo>
                    <a:lnTo>
                      <a:pt x="30522" y="19302"/>
                    </a:lnTo>
                    <a:lnTo>
                      <a:pt x="32130" y="18176"/>
                    </a:lnTo>
                    <a:lnTo>
                      <a:pt x="33779" y="17050"/>
                    </a:lnTo>
                    <a:lnTo>
                      <a:pt x="35428" y="15965"/>
                    </a:lnTo>
                    <a:lnTo>
                      <a:pt x="37076" y="14919"/>
                    </a:lnTo>
                    <a:lnTo>
                      <a:pt x="38363" y="14155"/>
                    </a:lnTo>
                    <a:lnTo>
                      <a:pt x="41540" y="12225"/>
                    </a:lnTo>
                    <a:lnTo>
                      <a:pt x="44797" y="10415"/>
                    </a:lnTo>
                    <a:lnTo>
                      <a:pt x="48095" y="8686"/>
                    </a:lnTo>
                    <a:lnTo>
                      <a:pt x="51432" y="6997"/>
                    </a:lnTo>
                    <a:lnTo>
                      <a:pt x="54810" y="5429"/>
                    </a:lnTo>
                    <a:lnTo>
                      <a:pt x="58269" y="3981"/>
                    </a:lnTo>
                    <a:lnTo>
                      <a:pt x="61727" y="2574"/>
                    </a:lnTo>
                    <a:lnTo>
                      <a:pt x="65225" y="1247"/>
                    </a:lnTo>
                    <a:lnTo>
                      <a:pt x="64783" y="603"/>
                    </a:lnTo>
                    <a:lnTo>
                      <a:pt x="643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32"/>
              <p:cNvSpPr/>
              <p:nvPr/>
            </p:nvSpPr>
            <p:spPr>
              <a:xfrm>
                <a:off x="9670427" y="5445382"/>
                <a:ext cx="777820" cy="558674"/>
              </a:xfrm>
              <a:custGeom>
                <a:rect b="b" l="l" r="r" t="t"/>
                <a:pathLst>
                  <a:path extrusionOk="0" fill="none" h="46849" w="65226">
                    <a:moveTo>
                      <a:pt x="21755" y="25938"/>
                    </a:moveTo>
                    <a:lnTo>
                      <a:pt x="21755" y="25938"/>
                    </a:lnTo>
                    <a:lnTo>
                      <a:pt x="18940" y="28310"/>
                    </a:lnTo>
                    <a:lnTo>
                      <a:pt x="16125" y="30763"/>
                    </a:lnTo>
                    <a:lnTo>
                      <a:pt x="13431" y="33297"/>
                    </a:lnTo>
                    <a:lnTo>
                      <a:pt x="10777" y="35870"/>
                    </a:lnTo>
                    <a:lnTo>
                      <a:pt x="8203" y="38524"/>
                    </a:lnTo>
                    <a:lnTo>
                      <a:pt x="5710" y="41219"/>
                    </a:lnTo>
                    <a:lnTo>
                      <a:pt x="3257" y="44033"/>
                    </a:lnTo>
                    <a:lnTo>
                      <a:pt x="885" y="46848"/>
                    </a:lnTo>
                    <a:lnTo>
                      <a:pt x="885" y="46848"/>
                    </a:lnTo>
                    <a:lnTo>
                      <a:pt x="402" y="46245"/>
                    </a:lnTo>
                    <a:lnTo>
                      <a:pt x="0" y="45602"/>
                    </a:lnTo>
                    <a:lnTo>
                      <a:pt x="0" y="45602"/>
                    </a:lnTo>
                    <a:lnTo>
                      <a:pt x="2373" y="42747"/>
                    </a:lnTo>
                    <a:lnTo>
                      <a:pt x="4866" y="39972"/>
                    </a:lnTo>
                    <a:lnTo>
                      <a:pt x="7399" y="37237"/>
                    </a:lnTo>
                    <a:lnTo>
                      <a:pt x="9973" y="34583"/>
                    </a:lnTo>
                    <a:lnTo>
                      <a:pt x="12667" y="31970"/>
                    </a:lnTo>
                    <a:lnTo>
                      <a:pt x="15361" y="29476"/>
                    </a:lnTo>
                    <a:lnTo>
                      <a:pt x="16769" y="28230"/>
                    </a:lnTo>
                    <a:lnTo>
                      <a:pt x="18176" y="27023"/>
                    </a:lnTo>
                    <a:lnTo>
                      <a:pt x="19584" y="25817"/>
                    </a:lnTo>
                    <a:lnTo>
                      <a:pt x="21031" y="24611"/>
                    </a:lnTo>
                    <a:lnTo>
                      <a:pt x="21031" y="24611"/>
                    </a:lnTo>
                    <a:lnTo>
                      <a:pt x="21594" y="24128"/>
                    </a:lnTo>
                    <a:lnTo>
                      <a:pt x="22198" y="23686"/>
                    </a:lnTo>
                    <a:lnTo>
                      <a:pt x="22198" y="23686"/>
                    </a:lnTo>
                    <a:lnTo>
                      <a:pt x="23726" y="22439"/>
                    </a:lnTo>
                    <a:lnTo>
                      <a:pt x="25294" y="21233"/>
                    </a:lnTo>
                    <a:lnTo>
                      <a:pt x="26902" y="20066"/>
                    </a:lnTo>
                    <a:lnTo>
                      <a:pt x="28511" y="18860"/>
                    </a:lnTo>
                    <a:lnTo>
                      <a:pt x="28511" y="18860"/>
                    </a:lnTo>
                    <a:lnTo>
                      <a:pt x="28672" y="18780"/>
                    </a:lnTo>
                    <a:lnTo>
                      <a:pt x="28792" y="18699"/>
                    </a:lnTo>
                    <a:lnTo>
                      <a:pt x="29717" y="18056"/>
                    </a:lnTo>
                    <a:lnTo>
                      <a:pt x="29717" y="18056"/>
                    </a:lnTo>
                    <a:lnTo>
                      <a:pt x="31366" y="16890"/>
                    </a:lnTo>
                    <a:lnTo>
                      <a:pt x="33015" y="15804"/>
                    </a:lnTo>
                    <a:lnTo>
                      <a:pt x="34704" y="14678"/>
                    </a:lnTo>
                    <a:lnTo>
                      <a:pt x="36393" y="13632"/>
                    </a:lnTo>
                    <a:lnTo>
                      <a:pt x="36393" y="13632"/>
                    </a:lnTo>
                    <a:lnTo>
                      <a:pt x="37639" y="12828"/>
                    </a:lnTo>
                    <a:lnTo>
                      <a:pt x="37639" y="12828"/>
                    </a:lnTo>
                    <a:lnTo>
                      <a:pt x="40816" y="10938"/>
                    </a:lnTo>
                    <a:lnTo>
                      <a:pt x="44073" y="9129"/>
                    </a:lnTo>
                    <a:lnTo>
                      <a:pt x="47331" y="7399"/>
                    </a:lnTo>
                    <a:lnTo>
                      <a:pt x="50668" y="5751"/>
                    </a:lnTo>
                    <a:lnTo>
                      <a:pt x="54006" y="4182"/>
                    </a:lnTo>
                    <a:lnTo>
                      <a:pt x="57424" y="2694"/>
                    </a:lnTo>
                    <a:lnTo>
                      <a:pt x="60842" y="1327"/>
                    </a:lnTo>
                    <a:lnTo>
                      <a:pt x="64300" y="0"/>
                    </a:lnTo>
                    <a:lnTo>
                      <a:pt x="64300" y="0"/>
                    </a:lnTo>
                    <a:lnTo>
                      <a:pt x="64783" y="603"/>
                    </a:lnTo>
                    <a:lnTo>
                      <a:pt x="65225" y="1247"/>
                    </a:lnTo>
                    <a:lnTo>
                      <a:pt x="65225" y="1247"/>
                    </a:lnTo>
                    <a:lnTo>
                      <a:pt x="61727" y="2574"/>
                    </a:lnTo>
                    <a:lnTo>
                      <a:pt x="58269" y="3981"/>
                    </a:lnTo>
                    <a:lnTo>
                      <a:pt x="54810" y="5429"/>
                    </a:lnTo>
                    <a:lnTo>
                      <a:pt x="51432" y="6997"/>
                    </a:lnTo>
                    <a:lnTo>
                      <a:pt x="48095" y="8686"/>
                    </a:lnTo>
                    <a:lnTo>
                      <a:pt x="44797" y="10415"/>
                    </a:lnTo>
                    <a:lnTo>
                      <a:pt x="41540" y="12225"/>
                    </a:lnTo>
                    <a:lnTo>
                      <a:pt x="38363" y="14155"/>
                    </a:lnTo>
                    <a:lnTo>
                      <a:pt x="38363" y="14155"/>
                    </a:lnTo>
                    <a:lnTo>
                      <a:pt x="37076" y="14919"/>
                    </a:lnTo>
                    <a:lnTo>
                      <a:pt x="37076" y="14919"/>
                    </a:lnTo>
                    <a:lnTo>
                      <a:pt x="35428" y="15965"/>
                    </a:lnTo>
                    <a:lnTo>
                      <a:pt x="33779" y="17050"/>
                    </a:lnTo>
                    <a:lnTo>
                      <a:pt x="32130" y="18176"/>
                    </a:lnTo>
                    <a:lnTo>
                      <a:pt x="30522" y="19302"/>
                    </a:lnTo>
                    <a:lnTo>
                      <a:pt x="30522" y="19302"/>
                    </a:lnTo>
                    <a:lnTo>
                      <a:pt x="30079" y="19584"/>
                    </a:lnTo>
                    <a:lnTo>
                      <a:pt x="29677" y="19865"/>
                    </a:lnTo>
                    <a:lnTo>
                      <a:pt x="29677" y="19865"/>
                    </a:lnTo>
                    <a:lnTo>
                      <a:pt x="29315" y="20147"/>
                    </a:lnTo>
                    <a:lnTo>
                      <a:pt x="29315" y="20147"/>
                    </a:lnTo>
                    <a:lnTo>
                      <a:pt x="27667" y="21313"/>
                    </a:lnTo>
                    <a:lnTo>
                      <a:pt x="26058" y="22519"/>
                    </a:lnTo>
                    <a:lnTo>
                      <a:pt x="24490" y="23726"/>
                    </a:lnTo>
                    <a:lnTo>
                      <a:pt x="22921" y="24972"/>
                    </a:lnTo>
                    <a:lnTo>
                      <a:pt x="22921" y="24972"/>
                    </a:lnTo>
                    <a:lnTo>
                      <a:pt x="22318" y="25455"/>
                    </a:lnTo>
                    <a:lnTo>
                      <a:pt x="21755" y="259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32"/>
              <p:cNvSpPr/>
              <p:nvPr/>
            </p:nvSpPr>
            <p:spPr>
              <a:xfrm>
                <a:off x="10051180" y="5254045"/>
                <a:ext cx="458445" cy="623415"/>
              </a:xfrm>
              <a:custGeom>
                <a:rect b="b" l="l" r="r" t="t"/>
                <a:pathLst>
                  <a:path extrusionOk="0" h="52278" w="38444">
                    <a:moveTo>
                      <a:pt x="1206" y="0"/>
                    </a:moveTo>
                    <a:lnTo>
                      <a:pt x="925" y="1207"/>
                    </a:lnTo>
                    <a:lnTo>
                      <a:pt x="684" y="2413"/>
                    </a:lnTo>
                    <a:lnTo>
                      <a:pt x="483" y="3619"/>
                    </a:lnTo>
                    <a:lnTo>
                      <a:pt x="322" y="4826"/>
                    </a:lnTo>
                    <a:lnTo>
                      <a:pt x="201" y="6072"/>
                    </a:lnTo>
                    <a:lnTo>
                      <a:pt x="121" y="7279"/>
                    </a:lnTo>
                    <a:lnTo>
                      <a:pt x="40" y="8485"/>
                    </a:lnTo>
                    <a:lnTo>
                      <a:pt x="0" y="9732"/>
                    </a:lnTo>
                    <a:lnTo>
                      <a:pt x="0" y="10295"/>
                    </a:lnTo>
                    <a:lnTo>
                      <a:pt x="80" y="11622"/>
                    </a:lnTo>
                    <a:lnTo>
                      <a:pt x="201" y="13552"/>
                    </a:lnTo>
                    <a:lnTo>
                      <a:pt x="322" y="14758"/>
                    </a:lnTo>
                    <a:lnTo>
                      <a:pt x="483" y="16045"/>
                    </a:lnTo>
                    <a:lnTo>
                      <a:pt x="684" y="17412"/>
                    </a:lnTo>
                    <a:lnTo>
                      <a:pt x="925" y="18860"/>
                    </a:lnTo>
                    <a:lnTo>
                      <a:pt x="1247" y="20388"/>
                    </a:lnTo>
                    <a:lnTo>
                      <a:pt x="1609" y="21997"/>
                    </a:lnTo>
                    <a:lnTo>
                      <a:pt x="2051" y="23605"/>
                    </a:lnTo>
                    <a:lnTo>
                      <a:pt x="2574" y="25254"/>
                    </a:lnTo>
                    <a:lnTo>
                      <a:pt x="3177" y="26903"/>
                    </a:lnTo>
                    <a:lnTo>
                      <a:pt x="3861" y="28511"/>
                    </a:lnTo>
                    <a:lnTo>
                      <a:pt x="4142" y="29114"/>
                    </a:lnTo>
                    <a:lnTo>
                      <a:pt x="4464" y="29677"/>
                    </a:lnTo>
                    <a:lnTo>
                      <a:pt x="4785" y="30361"/>
                    </a:lnTo>
                    <a:lnTo>
                      <a:pt x="5147" y="30964"/>
                    </a:lnTo>
                    <a:lnTo>
                      <a:pt x="5831" y="32130"/>
                    </a:lnTo>
                    <a:lnTo>
                      <a:pt x="6595" y="33297"/>
                    </a:lnTo>
                    <a:lnTo>
                      <a:pt x="7359" y="34382"/>
                    </a:lnTo>
                    <a:lnTo>
                      <a:pt x="8204" y="35468"/>
                    </a:lnTo>
                    <a:lnTo>
                      <a:pt x="8847" y="36232"/>
                    </a:lnTo>
                    <a:lnTo>
                      <a:pt x="9490" y="36956"/>
                    </a:lnTo>
                    <a:lnTo>
                      <a:pt x="10134" y="37680"/>
                    </a:lnTo>
                    <a:lnTo>
                      <a:pt x="10858" y="38404"/>
                    </a:lnTo>
                    <a:lnTo>
                      <a:pt x="11581" y="39127"/>
                    </a:lnTo>
                    <a:lnTo>
                      <a:pt x="12305" y="39811"/>
                    </a:lnTo>
                    <a:lnTo>
                      <a:pt x="13069" y="40495"/>
                    </a:lnTo>
                    <a:lnTo>
                      <a:pt x="13833" y="41138"/>
                    </a:lnTo>
                    <a:lnTo>
                      <a:pt x="15482" y="42425"/>
                    </a:lnTo>
                    <a:lnTo>
                      <a:pt x="17171" y="43631"/>
                    </a:lnTo>
                    <a:lnTo>
                      <a:pt x="18940" y="44797"/>
                    </a:lnTo>
                    <a:lnTo>
                      <a:pt x="20790" y="45923"/>
                    </a:lnTo>
                    <a:lnTo>
                      <a:pt x="22720" y="46969"/>
                    </a:lnTo>
                    <a:lnTo>
                      <a:pt x="24731" y="47934"/>
                    </a:lnTo>
                    <a:lnTo>
                      <a:pt x="26782" y="48819"/>
                    </a:lnTo>
                    <a:lnTo>
                      <a:pt x="28913" y="49663"/>
                    </a:lnTo>
                    <a:lnTo>
                      <a:pt x="31085" y="50427"/>
                    </a:lnTo>
                    <a:lnTo>
                      <a:pt x="33337" y="51111"/>
                    </a:lnTo>
                    <a:lnTo>
                      <a:pt x="35589" y="51714"/>
                    </a:lnTo>
                    <a:lnTo>
                      <a:pt x="37921" y="52277"/>
                    </a:lnTo>
                    <a:lnTo>
                      <a:pt x="38202" y="51553"/>
                    </a:lnTo>
                    <a:lnTo>
                      <a:pt x="38444" y="50829"/>
                    </a:lnTo>
                    <a:lnTo>
                      <a:pt x="37076" y="50548"/>
                    </a:lnTo>
                    <a:lnTo>
                      <a:pt x="35749" y="50226"/>
                    </a:lnTo>
                    <a:lnTo>
                      <a:pt x="34422" y="49864"/>
                    </a:lnTo>
                    <a:lnTo>
                      <a:pt x="33136" y="49502"/>
                    </a:lnTo>
                    <a:lnTo>
                      <a:pt x="31849" y="49100"/>
                    </a:lnTo>
                    <a:lnTo>
                      <a:pt x="30562" y="48698"/>
                    </a:lnTo>
                    <a:lnTo>
                      <a:pt x="29315" y="48216"/>
                    </a:lnTo>
                    <a:lnTo>
                      <a:pt x="28109" y="47773"/>
                    </a:lnTo>
                    <a:lnTo>
                      <a:pt x="26903" y="47250"/>
                    </a:lnTo>
                    <a:lnTo>
                      <a:pt x="25736" y="46728"/>
                    </a:lnTo>
                    <a:lnTo>
                      <a:pt x="24570" y="46205"/>
                    </a:lnTo>
                    <a:lnTo>
                      <a:pt x="23404" y="45642"/>
                    </a:lnTo>
                    <a:lnTo>
                      <a:pt x="22318" y="45039"/>
                    </a:lnTo>
                    <a:lnTo>
                      <a:pt x="21232" y="44436"/>
                    </a:lnTo>
                    <a:lnTo>
                      <a:pt x="20147" y="43832"/>
                    </a:lnTo>
                    <a:lnTo>
                      <a:pt x="19101" y="43149"/>
                    </a:lnTo>
                    <a:lnTo>
                      <a:pt x="18096" y="42505"/>
                    </a:lnTo>
                    <a:lnTo>
                      <a:pt x="17091" y="41781"/>
                    </a:lnTo>
                    <a:lnTo>
                      <a:pt x="16125" y="41098"/>
                    </a:lnTo>
                    <a:lnTo>
                      <a:pt x="15201" y="40334"/>
                    </a:lnTo>
                    <a:lnTo>
                      <a:pt x="14316" y="39610"/>
                    </a:lnTo>
                    <a:lnTo>
                      <a:pt x="13431" y="38846"/>
                    </a:lnTo>
                    <a:lnTo>
                      <a:pt x="12587" y="38042"/>
                    </a:lnTo>
                    <a:lnTo>
                      <a:pt x="11782" y="37237"/>
                    </a:lnTo>
                    <a:lnTo>
                      <a:pt x="10978" y="36433"/>
                    </a:lnTo>
                    <a:lnTo>
                      <a:pt x="10214" y="35589"/>
                    </a:lnTo>
                    <a:lnTo>
                      <a:pt x="9490" y="34704"/>
                    </a:lnTo>
                    <a:lnTo>
                      <a:pt x="8807" y="33860"/>
                    </a:lnTo>
                    <a:lnTo>
                      <a:pt x="8163" y="32935"/>
                    </a:lnTo>
                    <a:lnTo>
                      <a:pt x="7560" y="32050"/>
                    </a:lnTo>
                    <a:lnTo>
                      <a:pt x="6957" y="31125"/>
                    </a:lnTo>
                    <a:lnTo>
                      <a:pt x="6434" y="30200"/>
                    </a:lnTo>
                    <a:lnTo>
                      <a:pt x="6032" y="29557"/>
                    </a:lnTo>
                    <a:lnTo>
                      <a:pt x="5710" y="28873"/>
                    </a:lnTo>
                    <a:lnTo>
                      <a:pt x="5469" y="28391"/>
                    </a:lnTo>
                    <a:lnTo>
                      <a:pt x="5228" y="27908"/>
                    </a:lnTo>
                    <a:lnTo>
                      <a:pt x="4584" y="26340"/>
                    </a:lnTo>
                    <a:lnTo>
                      <a:pt x="3981" y="24731"/>
                    </a:lnTo>
                    <a:lnTo>
                      <a:pt x="3499" y="23123"/>
                    </a:lnTo>
                    <a:lnTo>
                      <a:pt x="3056" y="21554"/>
                    </a:lnTo>
                    <a:lnTo>
                      <a:pt x="2694" y="20026"/>
                    </a:lnTo>
                    <a:lnTo>
                      <a:pt x="2373" y="18498"/>
                    </a:lnTo>
                    <a:lnTo>
                      <a:pt x="2131" y="17091"/>
                    </a:lnTo>
                    <a:lnTo>
                      <a:pt x="1930" y="15723"/>
                    </a:lnTo>
                    <a:lnTo>
                      <a:pt x="1810" y="14477"/>
                    </a:lnTo>
                    <a:lnTo>
                      <a:pt x="1689" y="13311"/>
                    </a:lnTo>
                    <a:lnTo>
                      <a:pt x="1568" y="11421"/>
                    </a:lnTo>
                    <a:lnTo>
                      <a:pt x="1528" y="10174"/>
                    </a:lnTo>
                    <a:lnTo>
                      <a:pt x="1488" y="9732"/>
                    </a:lnTo>
                    <a:lnTo>
                      <a:pt x="1528" y="8525"/>
                    </a:lnTo>
                    <a:lnTo>
                      <a:pt x="1609" y="7319"/>
                    </a:lnTo>
                    <a:lnTo>
                      <a:pt x="1689" y="6072"/>
                    </a:lnTo>
                    <a:lnTo>
                      <a:pt x="1810" y="4866"/>
                    </a:lnTo>
                    <a:lnTo>
                      <a:pt x="1971" y="3660"/>
                    </a:lnTo>
                    <a:lnTo>
                      <a:pt x="2172" y="2453"/>
                    </a:lnTo>
                    <a:lnTo>
                      <a:pt x="2413" y="1247"/>
                    </a:lnTo>
                    <a:lnTo>
                      <a:pt x="2694" y="40"/>
                    </a:lnTo>
                    <a:lnTo>
                      <a:pt x="12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32"/>
              <p:cNvSpPr/>
              <p:nvPr/>
            </p:nvSpPr>
            <p:spPr>
              <a:xfrm>
                <a:off x="9632052" y="5509634"/>
                <a:ext cx="368781" cy="677602"/>
              </a:xfrm>
              <a:custGeom>
                <a:rect b="b" l="l" r="r" t="t"/>
                <a:pathLst>
                  <a:path extrusionOk="0" h="56822" w="30925">
                    <a:moveTo>
                      <a:pt x="644" y="1"/>
                    </a:moveTo>
                    <a:lnTo>
                      <a:pt x="1" y="1288"/>
                    </a:lnTo>
                    <a:lnTo>
                      <a:pt x="1650" y="1810"/>
                    </a:lnTo>
                    <a:lnTo>
                      <a:pt x="3258" y="2373"/>
                    </a:lnTo>
                    <a:lnTo>
                      <a:pt x="4867" y="3017"/>
                    </a:lnTo>
                    <a:lnTo>
                      <a:pt x="6435" y="3741"/>
                    </a:lnTo>
                    <a:lnTo>
                      <a:pt x="6958" y="3982"/>
                    </a:lnTo>
                    <a:lnTo>
                      <a:pt x="8084" y="4585"/>
                    </a:lnTo>
                    <a:lnTo>
                      <a:pt x="9732" y="5510"/>
                    </a:lnTo>
                    <a:lnTo>
                      <a:pt x="10738" y="6113"/>
                    </a:lnTo>
                    <a:lnTo>
                      <a:pt x="11783" y="6797"/>
                    </a:lnTo>
                    <a:lnTo>
                      <a:pt x="12909" y="7561"/>
                    </a:lnTo>
                    <a:lnTo>
                      <a:pt x="14075" y="8405"/>
                    </a:lnTo>
                    <a:lnTo>
                      <a:pt x="15282" y="9290"/>
                    </a:lnTo>
                    <a:lnTo>
                      <a:pt x="16528" y="10295"/>
                    </a:lnTo>
                    <a:lnTo>
                      <a:pt x="17735" y="11341"/>
                    </a:lnTo>
                    <a:lnTo>
                      <a:pt x="18941" y="12467"/>
                    </a:lnTo>
                    <a:lnTo>
                      <a:pt x="20107" y="13633"/>
                    </a:lnTo>
                    <a:lnTo>
                      <a:pt x="21233" y="14920"/>
                    </a:lnTo>
                    <a:lnTo>
                      <a:pt x="22038" y="15925"/>
                    </a:lnTo>
                    <a:lnTo>
                      <a:pt x="22842" y="16971"/>
                    </a:lnTo>
                    <a:lnTo>
                      <a:pt x="23566" y="18097"/>
                    </a:lnTo>
                    <a:lnTo>
                      <a:pt x="24249" y="19223"/>
                    </a:lnTo>
                    <a:lnTo>
                      <a:pt x="24651" y="19906"/>
                    </a:lnTo>
                    <a:lnTo>
                      <a:pt x="24973" y="20550"/>
                    </a:lnTo>
                    <a:lnTo>
                      <a:pt x="25456" y="21474"/>
                    </a:lnTo>
                    <a:lnTo>
                      <a:pt x="25898" y="22399"/>
                    </a:lnTo>
                    <a:lnTo>
                      <a:pt x="26300" y="23364"/>
                    </a:lnTo>
                    <a:lnTo>
                      <a:pt x="26702" y="24330"/>
                    </a:lnTo>
                    <a:lnTo>
                      <a:pt x="27064" y="25295"/>
                    </a:lnTo>
                    <a:lnTo>
                      <a:pt x="27386" y="26300"/>
                    </a:lnTo>
                    <a:lnTo>
                      <a:pt x="27708" y="27346"/>
                    </a:lnTo>
                    <a:lnTo>
                      <a:pt x="27989" y="28391"/>
                    </a:lnTo>
                    <a:lnTo>
                      <a:pt x="28230" y="29437"/>
                    </a:lnTo>
                    <a:lnTo>
                      <a:pt x="28472" y="30482"/>
                    </a:lnTo>
                    <a:lnTo>
                      <a:pt x="28673" y="31568"/>
                    </a:lnTo>
                    <a:lnTo>
                      <a:pt x="28874" y="32694"/>
                    </a:lnTo>
                    <a:lnTo>
                      <a:pt x="29035" y="33780"/>
                    </a:lnTo>
                    <a:lnTo>
                      <a:pt x="29155" y="34906"/>
                    </a:lnTo>
                    <a:lnTo>
                      <a:pt x="29276" y="36032"/>
                    </a:lnTo>
                    <a:lnTo>
                      <a:pt x="29356" y="37198"/>
                    </a:lnTo>
                    <a:lnTo>
                      <a:pt x="29397" y="38324"/>
                    </a:lnTo>
                    <a:lnTo>
                      <a:pt x="29437" y="39490"/>
                    </a:lnTo>
                    <a:lnTo>
                      <a:pt x="29437" y="40656"/>
                    </a:lnTo>
                    <a:lnTo>
                      <a:pt x="29437" y="41862"/>
                    </a:lnTo>
                    <a:lnTo>
                      <a:pt x="29397" y="43069"/>
                    </a:lnTo>
                    <a:lnTo>
                      <a:pt x="29316" y="44235"/>
                    </a:lnTo>
                    <a:lnTo>
                      <a:pt x="29236" y="45441"/>
                    </a:lnTo>
                    <a:lnTo>
                      <a:pt x="29115" y="46648"/>
                    </a:lnTo>
                    <a:lnTo>
                      <a:pt x="28954" y="47894"/>
                    </a:lnTo>
                    <a:lnTo>
                      <a:pt x="28793" y="49101"/>
                    </a:lnTo>
                    <a:lnTo>
                      <a:pt x="28592" y="50347"/>
                    </a:lnTo>
                    <a:lnTo>
                      <a:pt x="28351" y="51554"/>
                    </a:lnTo>
                    <a:lnTo>
                      <a:pt x="28110" y="52800"/>
                    </a:lnTo>
                    <a:lnTo>
                      <a:pt x="27828" y="54047"/>
                    </a:lnTo>
                    <a:lnTo>
                      <a:pt x="27547" y="55294"/>
                    </a:lnTo>
                    <a:lnTo>
                      <a:pt x="27225" y="56540"/>
                    </a:lnTo>
                    <a:lnTo>
                      <a:pt x="28673" y="56822"/>
                    </a:lnTo>
                    <a:lnTo>
                      <a:pt x="28994" y="55535"/>
                    </a:lnTo>
                    <a:lnTo>
                      <a:pt x="29316" y="54248"/>
                    </a:lnTo>
                    <a:lnTo>
                      <a:pt x="29598" y="52961"/>
                    </a:lnTo>
                    <a:lnTo>
                      <a:pt x="29839" y="51715"/>
                    </a:lnTo>
                    <a:lnTo>
                      <a:pt x="30080" y="50428"/>
                    </a:lnTo>
                    <a:lnTo>
                      <a:pt x="30281" y="49141"/>
                    </a:lnTo>
                    <a:lnTo>
                      <a:pt x="30442" y="47894"/>
                    </a:lnTo>
                    <a:lnTo>
                      <a:pt x="30603" y="46608"/>
                    </a:lnTo>
                    <a:lnTo>
                      <a:pt x="30724" y="45361"/>
                    </a:lnTo>
                    <a:lnTo>
                      <a:pt x="30804" y="44114"/>
                    </a:lnTo>
                    <a:lnTo>
                      <a:pt x="30885" y="42868"/>
                    </a:lnTo>
                    <a:lnTo>
                      <a:pt x="30925" y="41661"/>
                    </a:lnTo>
                    <a:lnTo>
                      <a:pt x="30925" y="40415"/>
                    </a:lnTo>
                    <a:lnTo>
                      <a:pt x="30885" y="39208"/>
                    </a:lnTo>
                    <a:lnTo>
                      <a:pt x="30844" y="38002"/>
                    </a:lnTo>
                    <a:lnTo>
                      <a:pt x="30804" y="36796"/>
                    </a:lnTo>
                    <a:lnTo>
                      <a:pt x="30683" y="35629"/>
                    </a:lnTo>
                    <a:lnTo>
                      <a:pt x="30563" y="34463"/>
                    </a:lnTo>
                    <a:lnTo>
                      <a:pt x="30442" y="33297"/>
                    </a:lnTo>
                    <a:lnTo>
                      <a:pt x="30241" y="32131"/>
                    </a:lnTo>
                    <a:lnTo>
                      <a:pt x="30040" y="31005"/>
                    </a:lnTo>
                    <a:lnTo>
                      <a:pt x="29839" y="29879"/>
                    </a:lnTo>
                    <a:lnTo>
                      <a:pt x="29557" y="28793"/>
                    </a:lnTo>
                    <a:lnTo>
                      <a:pt x="29316" y="27707"/>
                    </a:lnTo>
                    <a:lnTo>
                      <a:pt x="28994" y="26622"/>
                    </a:lnTo>
                    <a:lnTo>
                      <a:pt x="28673" y="25536"/>
                    </a:lnTo>
                    <a:lnTo>
                      <a:pt x="28311" y="24531"/>
                    </a:lnTo>
                    <a:lnTo>
                      <a:pt x="27909" y="23485"/>
                    </a:lnTo>
                    <a:lnTo>
                      <a:pt x="27507" y="22480"/>
                    </a:lnTo>
                    <a:lnTo>
                      <a:pt x="27104" y="21515"/>
                    </a:lnTo>
                    <a:lnTo>
                      <a:pt x="26622" y="20550"/>
                    </a:lnTo>
                    <a:lnTo>
                      <a:pt x="26139" y="19584"/>
                    </a:lnTo>
                    <a:lnTo>
                      <a:pt x="25777" y="18941"/>
                    </a:lnTo>
                    <a:lnTo>
                      <a:pt x="25416" y="18298"/>
                    </a:lnTo>
                    <a:lnTo>
                      <a:pt x="24692" y="17131"/>
                    </a:lnTo>
                    <a:lnTo>
                      <a:pt x="23968" y="16046"/>
                    </a:lnTo>
                    <a:lnTo>
                      <a:pt x="23204" y="14960"/>
                    </a:lnTo>
                    <a:lnTo>
                      <a:pt x="22359" y="13955"/>
                    </a:lnTo>
                    <a:lnTo>
                      <a:pt x="21233" y="12668"/>
                    </a:lnTo>
                    <a:lnTo>
                      <a:pt x="20067" y="11461"/>
                    </a:lnTo>
                    <a:lnTo>
                      <a:pt x="18821" y="10295"/>
                    </a:lnTo>
                    <a:lnTo>
                      <a:pt x="17614" y="9250"/>
                    </a:lnTo>
                    <a:lnTo>
                      <a:pt x="16408" y="8244"/>
                    </a:lnTo>
                    <a:lnTo>
                      <a:pt x="15161" y="7319"/>
                    </a:lnTo>
                    <a:lnTo>
                      <a:pt x="13995" y="6475"/>
                    </a:lnTo>
                    <a:lnTo>
                      <a:pt x="12869" y="5711"/>
                    </a:lnTo>
                    <a:lnTo>
                      <a:pt x="11783" y="4987"/>
                    </a:lnTo>
                    <a:lnTo>
                      <a:pt x="10778" y="4384"/>
                    </a:lnTo>
                    <a:lnTo>
                      <a:pt x="9049" y="3379"/>
                    </a:lnTo>
                    <a:lnTo>
                      <a:pt x="7762" y="2695"/>
                    </a:lnTo>
                    <a:lnTo>
                      <a:pt x="7038" y="2373"/>
                    </a:lnTo>
                    <a:lnTo>
                      <a:pt x="5510" y="1649"/>
                    </a:lnTo>
                    <a:lnTo>
                      <a:pt x="3902" y="1046"/>
                    </a:lnTo>
                    <a:lnTo>
                      <a:pt x="2293" y="483"/>
                    </a:lnTo>
                    <a:lnTo>
                      <a:pt x="6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32"/>
              <p:cNvSpPr/>
              <p:nvPr/>
            </p:nvSpPr>
            <p:spPr>
              <a:xfrm>
                <a:off x="9836339" y="5301042"/>
                <a:ext cx="533262" cy="787897"/>
              </a:xfrm>
              <a:custGeom>
                <a:rect b="b" l="l" r="r" t="t"/>
                <a:pathLst>
                  <a:path extrusionOk="0" h="66071" w="44718">
                    <a:moveTo>
                      <a:pt x="1328" y="0"/>
                    </a:moveTo>
                    <a:lnTo>
                      <a:pt x="644" y="362"/>
                    </a:lnTo>
                    <a:lnTo>
                      <a:pt x="1" y="724"/>
                    </a:lnTo>
                    <a:lnTo>
                      <a:pt x="1247" y="4021"/>
                    </a:lnTo>
                    <a:lnTo>
                      <a:pt x="2534" y="7279"/>
                    </a:lnTo>
                    <a:lnTo>
                      <a:pt x="3901" y="10536"/>
                    </a:lnTo>
                    <a:lnTo>
                      <a:pt x="5349" y="13713"/>
                    </a:lnTo>
                    <a:lnTo>
                      <a:pt x="6837" y="16890"/>
                    </a:lnTo>
                    <a:lnTo>
                      <a:pt x="8405" y="20026"/>
                    </a:lnTo>
                    <a:lnTo>
                      <a:pt x="10054" y="23123"/>
                    </a:lnTo>
                    <a:lnTo>
                      <a:pt x="11783" y="26179"/>
                    </a:lnTo>
                    <a:lnTo>
                      <a:pt x="13150" y="28592"/>
                    </a:lnTo>
                    <a:lnTo>
                      <a:pt x="14598" y="30964"/>
                    </a:lnTo>
                    <a:lnTo>
                      <a:pt x="15402" y="32251"/>
                    </a:lnTo>
                    <a:lnTo>
                      <a:pt x="16689" y="34262"/>
                    </a:lnTo>
                    <a:lnTo>
                      <a:pt x="18016" y="36272"/>
                    </a:lnTo>
                    <a:lnTo>
                      <a:pt x="19383" y="38283"/>
                    </a:lnTo>
                    <a:lnTo>
                      <a:pt x="20751" y="40253"/>
                    </a:lnTo>
                    <a:lnTo>
                      <a:pt x="22198" y="42224"/>
                    </a:lnTo>
                    <a:lnTo>
                      <a:pt x="23606" y="44154"/>
                    </a:lnTo>
                    <a:lnTo>
                      <a:pt x="25094" y="46044"/>
                    </a:lnTo>
                    <a:lnTo>
                      <a:pt x="26581" y="47934"/>
                    </a:lnTo>
                    <a:lnTo>
                      <a:pt x="28552" y="50347"/>
                    </a:lnTo>
                    <a:lnTo>
                      <a:pt x="30563" y="52679"/>
                    </a:lnTo>
                    <a:lnTo>
                      <a:pt x="32613" y="55011"/>
                    </a:lnTo>
                    <a:lnTo>
                      <a:pt x="34704" y="57304"/>
                    </a:lnTo>
                    <a:lnTo>
                      <a:pt x="36876" y="59556"/>
                    </a:lnTo>
                    <a:lnTo>
                      <a:pt x="39047" y="61767"/>
                    </a:lnTo>
                    <a:lnTo>
                      <a:pt x="41299" y="63939"/>
                    </a:lnTo>
                    <a:lnTo>
                      <a:pt x="43591" y="66070"/>
                    </a:lnTo>
                    <a:lnTo>
                      <a:pt x="44154" y="65587"/>
                    </a:lnTo>
                    <a:lnTo>
                      <a:pt x="44717" y="65105"/>
                    </a:lnTo>
                    <a:lnTo>
                      <a:pt x="42707" y="63175"/>
                    </a:lnTo>
                    <a:lnTo>
                      <a:pt x="40696" y="61285"/>
                    </a:lnTo>
                    <a:lnTo>
                      <a:pt x="38726" y="59314"/>
                    </a:lnTo>
                    <a:lnTo>
                      <a:pt x="36836" y="57344"/>
                    </a:lnTo>
                    <a:lnTo>
                      <a:pt x="34946" y="55333"/>
                    </a:lnTo>
                    <a:lnTo>
                      <a:pt x="33096" y="53282"/>
                    </a:lnTo>
                    <a:lnTo>
                      <a:pt x="31286" y="51231"/>
                    </a:lnTo>
                    <a:lnTo>
                      <a:pt x="29477" y="49140"/>
                    </a:lnTo>
                    <a:lnTo>
                      <a:pt x="27748" y="47009"/>
                    </a:lnTo>
                    <a:lnTo>
                      <a:pt x="26059" y="44878"/>
                    </a:lnTo>
                    <a:lnTo>
                      <a:pt x="24370" y="42666"/>
                    </a:lnTo>
                    <a:lnTo>
                      <a:pt x="22761" y="40495"/>
                    </a:lnTo>
                    <a:lnTo>
                      <a:pt x="21153" y="38243"/>
                    </a:lnTo>
                    <a:lnTo>
                      <a:pt x="19625" y="35991"/>
                    </a:lnTo>
                    <a:lnTo>
                      <a:pt x="18096" y="33699"/>
                    </a:lnTo>
                    <a:lnTo>
                      <a:pt x="16609" y="31406"/>
                    </a:lnTo>
                    <a:lnTo>
                      <a:pt x="15804" y="30160"/>
                    </a:lnTo>
                    <a:lnTo>
                      <a:pt x="14397" y="27827"/>
                    </a:lnTo>
                    <a:lnTo>
                      <a:pt x="13030" y="25455"/>
                    </a:lnTo>
                    <a:lnTo>
                      <a:pt x="11341" y="22399"/>
                    </a:lnTo>
                    <a:lnTo>
                      <a:pt x="9732" y="19302"/>
                    </a:lnTo>
                    <a:lnTo>
                      <a:pt x="8164" y="16166"/>
                    </a:lnTo>
                    <a:lnTo>
                      <a:pt x="6636" y="12989"/>
                    </a:lnTo>
                    <a:lnTo>
                      <a:pt x="5228" y="9812"/>
                    </a:lnTo>
                    <a:lnTo>
                      <a:pt x="3861" y="6555"/>
                    </a:lnTo>
                    <a:lnTo>
                      <a:pt x="2574" y="3298"/>
                    </a:lnTo>
                    <a:lnTo>
                      <a:pt x="13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0" name="Google Shape;780;p32"/>
            <p:cNvGrpSpPr/>
            <p:nvPr/>
          </p:nvGrpSpPr>
          <p:grpSpPr>
            <a:xfrm>
              <a:off x="7232186" y="4541334"/>
              <a:ext cx="527025" cy="544758"/>
              <a:chOff x="7856861" y="5143509"/>
              <a:chExt cx="527025" cy="544758"/>
            </a:xfrm>
          </p:grpSpPr>
          <p:sp>
            <p:nvSpPr>
              <p:cNvPr id="781" name="Google Shape;781;p32"/>
              <p:cNvSpPr/>
              <p:nvPr/>
            </p:nvSpPr>
            <p:spPr>
              <a:xfrm>
                <a:off x="7856861" y="5143509"/>
                <a:ext cx="527025" cy="544758"/>
              </a:xfrm>
              <a:custGeom>
                <a:rect b="b" l="l" r="r" t="t"/>
                <a:pathLst>
                  <a:path extrusionOk="0" h="45682" w="44195">
                    <a:moveTo>
                      <a:pt x="27345" y="0"/>
                    </a:moveTo>
                    <a:lnTo>
                      <a:pt x="26943" y="40"/>
                    </a:lnTo>
                    <a:lnTo>
                      <a:pt x="26541" y="161"/>
                    </a:lnTo>
                    <a:lnTo>
                      <a:pt x="26138" y="322"/>
                    </a:lnTo>
                    <a:lnTo>
                      <a:pt x="25776" y="523"/>
                    </a:lnTo>
                    <a:lnTo>
                      <a:pt x="25415" y="844"/>
                    </a:lnTo>
                    <a:lnTo>
                      <a:pt x="17694" y="8203"/>
                    </a:lnTo>
                    <a:lnTo>
                      <a:pt x="17412" y="8445"/>
                    </a:lnTo>
                    <a:lnTo>
                      <a:pt x="17091" y="8646"/>
                    </a:lnTo>
                    <a:lnTo>
                      <a:pt x="16769" y="8807"/>
                    </a:lnTo>
                    <a:lnTo>
                      <a:pt x="16447" y="8927"/>
                    </a:lnTo>
                    <a:lnTo>
                      <a:pt x="16085" y="8968"/>
                    </a:lnTo>
                    <a:lnTo>
                      <a:pt x="15723" y="9008"/>
                    </a:lnTo>
                    <a:lnTo>
                      <a:pt x="15361" y="9008"/>
                    </a:lnTo>
                    <a:lnTo>
                      <a:pt x="14959" y="8968"/>
                    </a:lnTo>
                    <a:lnTo>
                      <a:pt x="4544" y="6756"/>
                    </a:lnTo>
                    <a:lnTo>
                      <a:pt x="4102" y="6716"/>
                    </a:lnTo>
                    <a:lnTo>
                      <a:pt x="3659" y="6716"/>
                    </a:lnTo>
                    <a:lnTo>
                      <a:pt x="3217" y="6796"/>
                    </a:lnTo>
                    <a:lnTo>
                      <a:pt x="2815" y="6917"/>
                    </a:lnTo>
                    <a:lnTo>
                      <a:pt x="2453" y="7077"/>
                    </a:lnTo>
                    <a:lnTo>
                      <a:pt x="2091" y="7279"/>
                    </a:lnTo>
                    <a:lnTo>
                      <a:pt x="1810" y="7560"/>
                    </a:lnTo>
                    <a:lnTo>
                      <a:pt x="1528" y="7882"/>
                    </a:lnTo>
                    <a:lnTo>
                      <a:pt x="1287" y="8203"/>
                    </a:lnTo>
                    <a:lnTo>
                      <a:pt x="1126" y="8565"/>
                    </a:lnTo>
                    <a:lnTo>
                      <a:pt x="1005" y="8927"/>
                    </a:lnTo>
                    <a:lnTo>
                      <a:pt x="925" y="9329"/>
                    </a:lnTo>
                    <a:lnTo>
                      <a:pt x="885" y="9772"/>
                    </a:lnTo>
                    <a:lnTo>
                      <a:pt x="925" y="10174"/>
                    </a:lnTo>
                    <a:lnTo>
                      <a:pt x="1005" y="10616"/>
                    </a:lnTo>
                    <a:lnTo>
                      <a:pt x="1166" y="11059"/>
                    </a:lnTo>
                    <a:lnTo>
                      <a:pt x="5791" y="20669"/>
                    </a:lnTo>
                    <a:lnTo>
                      <a:pt x="5952" y="20991"/>
                    </a:lnTo>
                    <a:lnTo>
                      <a:pt x="6032" y="21353"/>
                    </a:lnTo>
                    <a:lnTo>
                      <a:pt x="6072" y="21715"/>
                    </a:lnTo>
                    <a:lnTo>
                      <a:pt x="6112" y="22077"/>
                    </a:lnTo>
                    <a:lnTo>
                      <a:pt x="6072" y="22439"/>
                    </a:lnTo>
                    <a:lnTo>
                      <a:pt x="5992" y="22801"/>
                    </a:lnTo>
                    <a:lnTo>
                      <a:pt x="5871" y="23163"/>
                    </a:lnTo>
                    <a:lnTo>
                      <a:pt x="5710" y="23484"/>
                    </a:lnTo>
                    <a:lnTo>
                      <a:pt x="402" y="32733"/>
                    </a:lnTo>
                    <a:lnTo>
                      <a:pt x="201" y="33136"/>
                    </a:lnTo>
                    <a:lnTo>
                      <a:pt x="40" y="33578"/>
                    </a:lnTo>
                    <a:lnTo>
                      <a:pt x="0" y="33980"/>
                    </a:lnTo>
                    <a:lnTo>
                      <a:pt x="0" y="34382"/>
                    </a:lnTo>
                    <a:lnTo>
                      <a:pt x="40" y="34824"/>
                    </a:lnTo>
                    <a:lnTo>
                      <a:pt x="121" y="35186"/>
                    </a:lnTo>
                    <a:lnTo>
                      <a:pt x="281" y="35589"/>
                    </a:lnTo>
                    <a:lnTo>
                      <a:pt x="483" y="35910"/>
                    </a:lnTo>
                    <a:lnTo>
                      <a:pt x="764" y="36232"/>
                    </a:lnTo>
                    <a:lnTo>
                      <a:pt x="1046" y="36513"/>
                    </a:lnTo>
                    <a:lnTo>
                      <a:pt x="1367" y="36795"/>
                    </a:lnTo>
                    <a:lnTo>
                      <a:pt x="1729" y="36996"/>
                    </a:lnTo>
                    <a:lnTo>
                      <a:pt x="2091" y="37117"/>
                    </a:lnTo>
                    <a:lnTo>
                      <a:pt x="2533" y="37237"/>
                    </a:lnTo>
                    <a:lnTo>
                      <a:pt x="2936" y="37277"/>
                    </a:lnTo>
                    <a:lnTo>
                      <a:pt x="3418" y="37237"/>
                    </a:lnTo>
                    <a:lnTo>
                      <a:pt x="13994" y="35830"/>
                    </a:lnTo>
                    <a:lnTo>
                      <a:pt x="14356" y="35790"/>
                    </a:lnTo>
                    <a:lnTo>
                      <a:pt x="14718" y="35830"/>
                    </a:lnTo>
                    <a:lnTo>
                      <a:pt x="15080" y="35870"/>
                    </a:lnTo>
                    <a:lnTo>
                      <a:pt x="15442" y="35991"/>
                    </a:lnTo>
                    <a:lnTo>
                      <a:pt x="15763" y="36111"/>
                    </a:lnTo>
                    <a:lnTo>
                      <a:pt x="16085" y="36312"/>
                    </a:lnTo>
                    <a:lnTo>
                      <a:pt x="16367" y="36513"/>
                    </a:lnTo>
                    <a:lnTo>
                      <a:pt x="16648" y="36795"/>
                    </a:lnTo>
                    <a:lnTo>
                      <a:pt x="23806" y="44717"/>
                    </a:lnTo>
                    <a:lnTo>
                      <a:pt x="24128" y="44998"/>
                    </a:lnTo>
                    <a:lnTo>
                      <a:pt x="24490" y="45280"/>
                    </a:lnTo>
                    <a:lnTo>
                      <a:pt x="24852" y="45481"/>
                    </a:lnTo>
                    <a:lnTo>
                      <a:pt x="25254" y="45602"/>
                    </a:lnTo>
                    <a:lnTo>
                      <a:pt x="25656" y="45682"/>
                    </a:lnTo>
                    <a:lnTo>
                      <a:pt x="26460" y="45682"/>
                    </a:lnTo>
                    <a:lnTo>
                      <a:pt x="26862" y="45561"/>
                    </a:lnTo>
                    <a:lnTo>
                      <a:pt x="27264" y="45441"/>
                    </a:lnTo>
                    <a:lnTo>
                      <a:pt x="27586" y="45240"/>
                    </a:lnTo>
                    <a:lnTo>
                      <a:pt x="27948" y="45039"/>
                    </a:lnTo>
                    <a:lnTo>
                      <a:pt x="28229" y="44757"/>
                    </a:lnTo>
                    <a:lnTo>
                      <a:pt x="28511" y="44435"/>
                    </a:lnTo>
                    <a:lnTo>
                      <a:pt x="28712" y="44073"/>
                    </a:lnTo>
                    <a:lnTo>
                      <a:pt x="28913" y="43671"/>
                    </a:lnTo>
                    <a:lnTo>
                      <a:pt x="28994" y="43229"/>
                    </a:lnTo>
                    <a:lnTo>
                      <a:pt x="30924" y="32733"/>
                    </a:lnTo>
                    <a:lnTo>
                      <a:pt x="31004" y="32371"/>
                    </a:lnTo>
                    <a:lnTo>
                      <a:pt x="31165" y="32010"/>
                    </a:lnTo>
                    <a:lnTo>
                      <a:pt x="31326" y="31688"/>
                    </a:lnTo>
                    <a:lnTo>
                      <a:pt x="31527" y="31406"/>
                    </a:lnTo>
                    <a:lnTo>
                      <a:pt x="31768" y="31125"/>
                    </a:lnTo>
                    <a:lnTo>
                      <a:pt x="32050" y="30884"/>
                    </a:lnTo>
                    <a:lnTo>
                      <a:pt x="32331" y="30683"/>
                    </a:lnTo>
                    <a:lnTo>
                      <a:pt x="32693" y="30522"/>
                    </a:lnTo>
                    <a:lnTo>
                      <a:pt x="42425" y="26138"/>
                    </a:lnTo>
                    <a:lnTo>
                      <a:pt x="42827" y="25937"/>
                    </a:lnTo>
                    <a:lnTo>
                      <a:pt x="43148" y="25656"/>
                    </a:lnTo>
                    <a:lnTo>
                      <a:pt x="43470" y="25374"/>
                    </a:lnTo>
                    <a:lnTo>
                      <a:pt x="43711" y="25012"/>
                    </a:lnTo>
                    <a:lnTo>
                      <a:pt x="43913" y="24651"/>
                    </a:lnTo>
                    <a:lnTo>
                      <a:pt x="44073" y="24289"/>
                    </a:lnTo>
                    <a:lnTo>
                      <a:pt x="44154" y="23887"/>
                    </a:lnTo>
                    <a:lnTo>
                      <a:pt x="44194" y="23484"/>
                    </a:lnTo>
                    <a:lnTo>
                      <a:pt x="44194" y="23082"/>
                    </a:lnTo>
                    <a:lnTo>
                      <a:pt x="44114" y="22680"/>
                    </a:lnTo>
                    <a:lnTo>
                      <a:pt x="43993" y="22278"/>
                    </a:lnTo>
                    <a:lnTo>
                      <a:pt x="43832" y="21916"/>
                    </a:lnTo>
                    <a:lnTo>
                      <a:pt x="43591" y="21554"/>
                    </a:lnTo>
                    <a:lnTo>
                      <a:pt x="43309" y="21232"/>
                    </a:lnTo>
                    <a:lnTo>
                      <a:pt x="42988" y="20951"/>
                    </a:lnTo>
                    <a:lnTo>
                      <a:pt x="42626" y="20710"/>
                    </a:lnTo>
                    <a:lnTo>
                      <a:pt x="33216" y="15643"/>
                    </a:lnTo>
                    <a:lnTo>
                      <a:pt x="32894" y="15442"/>
                    </a:lnTo>
                    <a:lnTo>
                      <a:pt x="32613" y="15201"/>
                    </a:lnTo>
                    <a:lnTo>
                      <a:pt x="32371" y="14959"/>
                    </a:lnTo>
                    <a:lnTo>
                      <a:pt x="32130" y="14678"/>
                    </a:lnTo>
                    <a:lnTo>
                      <a:pt x="31969" y="14356"/>
                    </a:lnTo>
                    <a:lnTo>
                      <a:pt x="31808" y="14034"/>
                    </a:lnTo>
                    <a:lnTo>
                      <a:pt x="31728" y="13672"/>
                    </a:lnTo>
                    <a:lnTo>
                      <a:pt x="31648" y="13311"/>
                    </a:lnTo>
                    <a:lnTo>
                      <a:pt x="30522" y="2694"/>
                    </a:lnTo>
                    <a:lnTo>
                      <a:pt x="30441" y="2252"/>
                    </a:lnTo>
                    <a:lnTo>
                      <a:pt x="30280" y="1810"/>
                    </a:lnTo>
                    <a:lnTo>
                      <a:pt x="30079" y="1448"/>
                    </a:lnTo>
                    <a:lnTo>
                      <a:pt x="29838" y="1126"/>
                    </a:lnTo>
                    <a:lnTo>
                      <a:pt x="29557" y="804"/>
                    </a:lnTo>
                    <a:lnTo>
                      <a:pt x="29275" y="563"/>
                    </a:lnTo>
                    <a:lnTo>
                      <a:pt x="28913" y="322"/>
                    </a:lnTo>
                    <a:lnTo>
                      <a:pt x="28551" y="161"/>
                    </a:lnTo>
                    <a:lnTo>
                      <a:pt x="28149" y="80"/>
                    </a:lnTo>
                    <a:lnTo>
                      <a:pt x="277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32"/>
              <p:cNvSpPr/>
              <p:nvPr/>
            </p:nvSpPr>
            <p:spPr>
              <a:xfrm>
                <a:off x="7992091" y="5428350"/>
                <a:ext cx="194222" cy="86325"/>
              </a:xfrm>
              <a:custGeom>
                <a:rect b="b" l="l" r="r" t="t"/>
                <a:pathLst>
                  <a:path extrusionOk="0" h="7239" w="16287">
                    <a:moveTo>
                      <a:pt x="282" y="1"/>
                    </a:moveTo>
                    <a:lnTo>
                      <a:pt x="121" y="121"/>
                    </a:lnTo>
                    <a:lnTo>
                      <a:pt x="40" y="242"/>
                    </a:lnTo>
                    <a:lnTo>
                      <a:pt x="0" y="403"/>
                    </a:lnTo>
                    <a:lnTo>
                      <a:pt x="40" y="564"/>
                    </a:lnTo>
                    <a:lnTo>
                      <a:pt x="282" y="1006"/>
                    </a:lnTo>
                    <a:lnTo>
                      <a:pt x="643" y="1730"/>
                    </a:lnTo>
                    <a:lnTo>
                      <a:pt x="925" y="2132"/>
                    </a:lnTo>
                    <a:lnTo>
                      <a:pt x="1206" y="2614"/>
                    </a:lnTo>
                    <a:lnTo>
                      <a:pt x="1568" y="3097"/>
                    </a:lnTo>
                    <a:lnTo>
                      <a:pt x="2011" y="3579"/>
                    </a:lnTo>
                    <a:lnTo>
                      <a:pt x="2453" y="4102"/>
                    </a:lnTo>
                    <a:lnTo>
                      <a:pt x="2976" y="4585"/>
                    </a:lnTo>
                    <a:lnTo>
                      <a:pt x="3579" y="5067"/>
                    </a:lnTo>
                    <a:lnTo>
                      <a:pt x="4222" y="5510"/>
                    </a:lnTo>
                    <a:lnTo>
                      <a:pt x="4906" y="5952"/>
                    </a:lnTo>
                    <a:lnTo>
                      <a:pt x="5670" y="6314"/>
                    </a:lnTo>
                    <a:lnTo>
                      <a:pt x="6515" y="6676"/>
                    </a:lnTo>
                    <a:lnTo>
                      <a:pt x="7399" y="6917"/>
                    </a:lnTo>
                    <a:lnTo>
                      <a:pt x="8083" y="7078"/>
                    </a:lnTo>
                    <a:lnTo>
                      <a:pt x="8726" y="7158"/>
                    </a:lnTo>
                    <a:lnTo>
                      <a:pt x="9370" y="7239"/>
                    </a:lnTo>
                    <a:lnTo>
                      <a:pt x="10536" y="7239"/>
                    </a:lnTo>
                    <a:lnTo>
                      <a:pt x="11099" y="7199"/>
                    </a:lnTo>
                    <a:lnTo>
                      <a:pt x="11622" y="7118"/>
                    </a:lnTo>
                    <a:lnTo>
                      <a:pt x="12104" y="7038"/>
                    </a:lnTo>
                    <a:lnTo>
                      <a:pt x="13069" y="6797"/>
                    </a:lnTo>
                    <a:lnTo>
                      <a:pt x="13914" y="6515"/>
                    </a:lnTo>
                    <a:lnTo>
                      <a:pt x="14638" y="6193"/>
                    </a:lnTo>
                    <a:lnTo>
                      <a:pt x="15241" y="5912"/>
                    </a:lnTo>
                    <a:lnTo>
                      <a:pt x="15723" y="5630"/>
                    </a:lnTo>
                    <a:lnTo>
                      <a:pt x="16085" y="5389"/>
                    </a:lnTo>
                    <a:lnTo>
                      <a:pt x="16206" y="5268"/>
                    </a:lnTo>
                    <a:lnTo>
                      <a:pt x="16286" y="5148"/>
                    </a:lnTo>
                    <a:lnTo>
                      <a:pt x="16286" y="4987"/>
                    </a:lnTo>
                    <a:lnTo>
                      <a:pt x="16206" y="4826"/>
                    </a:lnTo>
                    <a:lnTo>
                      <a:pt x="16085" y="4705"/>
                    </a:lnTo>
                    <a:lnTo>
                      <a:pt x="15965" y="4665"/>
                    </a:lnTo>
                    <a:lnTo>
                      <a:pt x="15804" y="4665"/>
                    </a:lnTo>
                    <a:lnTo>
                      <a:pt x="15643" y="4705"/>
                    </a:lnTo>
                    <a:lnTo>
                      <a:pt x="15201" y="4987"/>
                    </a:lnTo>
                    <a:lnTo>
                      <a:pt x="14557" y="5349"/>
                    </a:lnTo>
                    <a:lnTo>
                      <a:pt x="13753" y="5711"/>
                    </a:lnTo>
                    <a:lnTo>
                      <a:pt x="13311" y="5872"/>
                    </a:lnTo>
                    <a:lnTo>
                      <a:pt x="12788" y="6032"/>
                    </a:lnTo>
                    <a:lnTo>
                      <a:pt x="12225" y="6153"/>
                    </a:lnTo>
                    <a:lnTo>
                      <a:pt x="11662" y="6274"/>
                    </a:lnTo>
                    <a:lnTo>
                      <a:pt x="11059" y="6354"/>
                    </a:lnTo>
                    <a:lnTo>
                      <a:pt x="10415" y="6435"/>
                    </a:lnTo>
                    <a:lnTo>
                      <a:pt x="9732" y="6435"/>
                    </a:lnTo>
                    <a:lnTo>
                      <a:pt x="9048" y="6394"/>
                    </a:lnTo>
                    <a:lnTo>
                      <a:pt x="8324" y="6314"/>
                    </a:lnTo>
                    <a:lnTo>
                      <a:pt x="7600" y="6153"/>
                    </a:lnTo>
                    <a:lnTo>
                      <a:pt x="6796" y="5872"/>
                    </a:lnTo>
                    <a:lnTo>
                      <a:pt x="5992" y="5590"/>
                    </a:lnTo>
                    <a:lnTo>
                      <a:pt x="5308" y="5228"/>
                    </a:lnTo>
                    <a:lnTo>
                      <a:pt x="4665" y="4826"/>
                    </a:lnTo>
                    <a:lnTo>
                      <a:pt x="4062" y="4424"/>
                    </a:lnTo>
                    <a:lnTo>
                      <a:pt x="3539" y="3982"/>
                    </a:lnTo>
                    <a:lnTo>
                      <a:pt x="3056" y="3499"/>
                    </a:lnTo>
                    <a:lnTo>
                      <a:pt x="2614" y="3057"/>
                    </a:lnTo>
                    <a:lnTo>
                      <a:pt x="2212" y="2574"/>
                    </a:lnTo>
                    <a:lnTo>
                      <a:pt x="1890" y="2132"/>
                    </a:lnTo>
                    <a:lnTo>
                      <a:pt x="1367" y="1328"/>
                    </a:lnTo>
                    <a:lnTo>
                      <a:pt x="1005" y="644"/>
                    </a:lnTo>
                    <a:lnTo>
                      <a:pt x="804" y="242"/>
                    </a:lnTo>
                    <a:lnTo>
                      <a:pt x="724" y="81"/>
                    </a:lnTo>
                    <a:lnTo>
                      <a:pt x="5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32"/>
              <p:cNvSpPr/>
              <p:nvPr/>
            </p:nvSpPr>
            <p:spPr>
              <a:xfrm>
                <a:off x="8031407" y="5326212"/>
                <a:ext cx="32615" cy="54199"/>
              </a:xfrm>
              <a:custGeom>
                <a:rect b="b" l="l" r="r" t="t"/>
                <a:pathLst>
                  <a:path extrusionOk="0" h="4545" w="2735">
                    <a:moveTo>
                      <a:pt x="1971" y="0"/>
                    </a:moveTo>
                    <a:lnTo>
                      <a:pt x="1689" y="40"/>
                    </a:lnTo>
                    <a:lnTo>
                      <a:pt x="1448" y="201"/>
                    </a:lnTo>
                    <a:lnTo>
                      <a:pt x="1167" y="402"/>
                    </a:lnTo>
                    <a:lnTo>
                      <a:pt x="925" y="684"/>
                    </a:lnTo>
                    <a:lnTo>
                      <a:pt x="684" y="1046"/>
                    </a:lnTo>
                    <a:lnTo>
                      <a:pt x="483" y="1448"/>
                    </a:lnTo>
                    <a:lnTo>
                      <a:pt x="282" y="1890"/>
                    </a:lnTo>
                    <a:lnTo>
                      <a:pt x="161" y="2333"/>
                    </a:lnTo>
                    <a:lnTo>
                      <a:pt x="41" y="2775"/>
                    </a:lnTo>
                    <a:lnTo>
                      <a:pt x="1" y="3177"/>
                    </a:lnTo>
                    <a:lnTo>
                      <a:pt x="41" y="3579"/>
                    </a:lnTo>
                    <a:lnTo>
                      <a:pt x="81" y="3901"/>
                    </a:lnTo>
                    <a:lnTo>
                      <a:pt x="202" y="4182"/>
                    </a:lnTo>
                    <a:lnTo>
                      <a:pt x="362" y="4383"/>
                    </a:lnTo>
                    <a:lnTo>
                      <a:pt x="443" y="4464"/>
                    </a:lnTo>
                    <a:lnTo>
                      <a:pt x="563" y="4504"/>
                    </a:lnTo>
                    <a:lnTo>
                      <a:pt x="684" y="4544"/>
                    </a:lnTo>
                    <a:lnTo>
                      <a:pt x="805" y="4544"/>
                    </a:lnTo>
                    <a:lnTo>
                      <a:pt x="1046" y="4504"/>
                    </a:lnTo>
                    <a:lnTo>
                      <a:pt x="1287" y="4343"/>
                    </a:lnTo>
                    <a:lnTo>
                      <a:pt x="1569" y="4142"/>
                    </a:lnTo>
                    <a:lnTo>
                      <a:pt x="1810" y="3861"/>
                    </a:lnTo>
                    <a:lnTo>
                      <a:pt x="2051" y="3499"/>
                    </a:lnTo>
                    <a:lnTo>
                      <a:pt x="2293" y="3097"/>
                    </a:lnTo>
                    <a:lnTo>
                      <a:pt x="2454" y="2654"/>
                    </a:lnTo>
                    <a:lnTo>
                      <a:pt x="2614" y="2212"/>
                    </a:lnTo>
                    <a:lnTo>
                      <a:pt x="2695" y="1770"/>
                    </a:lnTo>
                    <a:lnTo>
                      <a:pt x="2735" y="1367"/>
                    </a:lnTo>
                    <a:lnTo>
                      <a:pt x="2735" y="965"/>
                    </a:lnTo>
                    <a:lnTo>
                      <a:pt x="2655" y="644"/>
                    </a:lnTo>
                    <a:lnTo>
                      <a:pt x="2534" y="362"/>
                    </a:lnTo>
                    <a:lnTo>
                      <a:pt x="2413" y="161"/>
                    </a:lnTo>
                    <a:lnTo>
                      <a:pt x="2293" y="81"/>
                    </a:lnTo>
                    <a:lnTo>
                      <a:pt x="2212" y="40"/>
                    </a:lnTo>
                    <a:lnTo>
                      <a:pt x="20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32"/>
              <p:cNvSpPr/>
              <p:nvPr/>
            </p:nvSpPr>
            <p:spPr>
              <a:xfrm>
                <a:off x="8150335" y="5367926"/>
                <a:ext cx="32615" cy="54199"/>
              </a:xfrm>
              <a:custGeom>
                <a:rect b="b" l="l" r="r" t="t"/>
                <a:pathLst>
                  <a:path extrusionOk="0" h="4545" w="2735">
                    <a:moveTo>
                      <a:pt x="1931" y="1"/>
                    </a:moveTo>
                    <a:lnTo>
                      <a:pt x="1689" y="41"/>
                    </a:lnTo>
                    <a:lnTo>
                      <a:pt x="1448" y="202"/>
                    </a:lnTo>
                    <a:lnTo>
                      <a:pt x="1166" y="403"/>
                    </a:lnTo>
                    <a:lnTo>
                      <a:pt x="925" y="684"/>
                    </a:lnTo>
                    <a:lnTo>
                      <a:pt x="684" y="1046"/>
                    </a:lnTo>
                    <a:lnTo>
                      <a:pt x="443" y="1448"/>
                    </a:lnTo>
                    <a:lnTo>
                      <a:pt x="282" y="1891"/>
                    </a:lnTo>
                    <a:lnTo>
                      <a:pt x="121" y="2333"/>
                    </a:lnTo>
                    <a:lnTo>
                      <a:pt x="41" y="2775"/>
                    </a:lnTo>
                    <a:lnTo>
                      <a:pt x="0" y="3218"/>
                    </a:lnTo>
                    <a:lnTo>
                      <a:pt x="0" y="3580"/>
                    </a:lnTo>
                    <a:lnTo>
                      <a:pt x="81" y="3901"/>
                    </a:lnTo>
                    <a:lnTo>
                      <a:pt x="161" y="4183"/>
                    </a:lnTo>
                    <a:lnTo>
                      <a:pt x="322" y="4384"/>
                    </a:lnTo>
                    <a:lnTo>
                      <a:pt x="443" y="4464"/>
                    </a:lnTo>
                    <a:lnTo>
                      <a:pt x="523" y="4505"/>
                    </a:lnTo>
                    <a:lnTo>
                      <a:pt x="644" y="4545"/>
                    </a:lnTo>
                    <a:lnTo>
                      <a:pt x="764" y="4545"/>
                    </a:lnTo>
                    <a:lnTo>
                      <a:pt x="1006" y="4505"/>
                    </a:lnTo>
                    <a:lnTo>
                      <a:pt x="1287" y="4344"/>
                    </a:lnTo>
                    <a:lnTo>
                      <a:pt x="1528" y="4143"/>
                    </a:lnTo>
                    <a:lnTo>
                      <a:pt x="1810" y="3861"/>
                    </a:lnTo>
                    <a:lnTo>
                      <a:pt x="2051" y="3499"/>
                    </a:lnTo>
                    <a:lnTo>
                      <a:pt x="2252" y="3137"/>
                    </a:lnTo>
                    <a:lnTo>
                      <a:pt x="2453" y="2695"/>
                    </a:lnTo>
                    <a:lnTo>
                      <a:pt x="2574" y="2212"/>
                    </a:lnTo>
                    <a:lnTo>
                      <a:pt x="2695" y="1770"/>
                    </a:lnTo>
                    <a:lnTo>
                      <a:pt x="2735" y="1368"/>
                    </a:lnTo>
                    <a:lnTo>
                      <a:pt x="2695" y="966"/>
                    </a:lnTo>
                    <a:lnTo>
                      <a:pt x="2654" y="644"/>
                    </a:lnTo>
                    <a:lnTo>
                      <a:pt x="2534" y="363"/>
                    </a:lnTo>
                    <a:lnTo>
                      <a:pt x="2373" y="162"/>
                    </a:lnTo>
                    <a:lnTo>
                      <a:pt x="2292" y="81"/>
                    </a:lnTo>
                    <a:lnTo>
                      <a:pt x="2172" y="41"/>
                    </a:lnTo>
                    <a:lnTo>
                      <a:pt x="20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" name="Google Shape;786;p33"/>
          <p:cNvGrpSpPr/>
          <p:nvPr/>
        </p:nvGrpSpPr>
        <p:grpSpPr>
          <a:xfrm>
            <a:off x="-71400" y="0"/>
            <a:ext cx="9286800" cy="4877123"/>
            <a:chOff x="-71400" y="0"/>
            <a:chExt cx="9286800" cy="4877123"/>
          </a:xfrm>
        </p:grpSpPr>
        <p:grpSp>
          <p:nvGrpSpPr>
            <p:cNvPr id="787" name="Google Shape;787;p33"/>
            <p:cNvGrpSpPr/>
            <p:nvPr/>
          </p:nvGrpSpPr>
          <p:grpSpPr>
            <a:xfrm>
              <a:off x="311450" y="0"/>
              <a:ext cx="8521125" cy="4877123"/>
              <a:chOff x="311438" y="0"/>
              <a:chExt cx="8521125" cy="4604100"/>
            </a:xfrm>
          </p:grpSpPr>
          <p:sp>
            <p:nvSpPr>
              <p:cNvPr id="788" name="Google Shape;788;p33"/>
              <p:cNvSpPr/>
              <p:nvPr/>
            </p:nvSpPr>
            <p:spPr>
              <a:xfrm>
                <a:off x="3114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89" name="Google Shape;789;p33"/>
              <p:cNvSpPr/>
              <p:nvPr/>
            </p:nvSpPr>
            <p:spPr>
              <a:xfrm>
                <a:off x="11226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0" name="Google Shape;790;p33"/>
              <p:cNvSpPr/>
              <p:nvPr/>
            </p:nvSpPr>
            <p:spPr>
              <a:xfrm>
                <a:off x="19337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1" name="Google Shape;791;p33"/>
              <p:cNvSpPr/>
              <p:nvPr/>
            </p:nvSpPr>
            <p:spPr>
              <a:xfrm>
                <a:off x="274492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2" name="Google Shape;792;p33"/>
              <p:cNvSpPr/>
              <p:nvPr/>
            </p:nvSpPr>
            <p:spPr>
              <a:xfrm>
                <a:off x="355608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3" name="Google Shape;793;p33"/>
              <p:cNvSpPr/>
              <p:nvPr/>
            </p:nvSpPr>
            <p:spPr>
              <a:xfrm>
                <a:off x="436725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4" name="Google Shape;794;p33"/>
              <p:cNvSpPr/>
              <p:nvPr/>
            </p:nvSpPr>
            <p:spPr>
              <a:xfrm>
                <a:off x="517841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5" name="Google Shape;795;p33"/>
              <p:cNvSpPr/>
              <p:nvPr/>
            </p:nvSpPr>
            <p:spPr>
              <a:xfrm>
                <a:off x="5989575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6" name="Google Shape;796;p33"/>
              <p:cNvSpPr/>
              <p:nvPr/>
            </p:nvSpPr>
            <p:spPr>
              <a:xfrm>
                <a:off x="6800738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7" name="Google Shape;797;p33"/>
              <p:cNvSpPr/>
              <p:nvPr/>
            </p:nvSpPr>
            <p:spPr>
              <a:xfrm>
                <a:off x="7611900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8" name="Google Shape;798;p33"/>
              <p:cNvSpPr/>
              <p:nvPr/>
            </p:nvSpPr>
            <p:spPr>
              <a:xfrm>
                <a:off x="8423063" y="0"/>
                <a:ext cx="409500" cy="4604100"/>
              </a:xfrm>
              <a:prstGeom prst="rect">
                <a:avLst/>
              </a:prstGeom>
              <a:solidFill>
                <a:srgbClr val="FFE8E2">
                  <a:alpha val="568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799" name="Google Shape;799;p33"/>
            <p:cNvCxnSpPr/>
            <p:nvPr/>
          </p:nvCxnSpPr>
          <p:spPr>
            <a:xfrm>
              <a:off x="-71400" y="4876950"/>
              <a:ext cx="928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0" name="Google Shape;800;p33"/>
          <p:cNvGrpSpPr/>
          <p:nvPr/>
        </p:nvGrpSpPr>
        <p:grpSpPr>
          <a:xfrm>
            <a:off x="292320" y="4117232"/>
            <a:ext cx="8770585" cy="1468844"/>
            <a:chOff x="292320" y="4117232"/>
            <a:chExt cx="8770585" cy="1468844"/>
          </a:xfrm>
        </p:grpSpPr>
        <p:grpSp>
          <p:nvGrpSpPr>
            <p:cNvPr id="801" name="Google Shape;801;p33"/>
            <p:cNvGrpSpPr/>
            <p:nvPr/>
          </p:nvGrpSpPr>
          <p:grpSpPr>
            <a:xfrm rot="-1947728">
              <a:off x="744764" y="4303438"/>
              <a:ext cx="916978" cy="766134"/>
              <a:chOff x="5504175" y="2275025"/>
              <a:chExt cx="1574475" cy="1315350"/>
            </a:xfrm>
          </p:grpSpPr>
          <p:sp>
            <p:nvSpPr>
              <p:cNvPr id="802" name="Google Shape;802;p33"/>
              <p:cNvSpPr/>
              <p:nvPr/>
            </p:nvSpPr>
            <p:spPr>
              <a:xfrm>
                <a:off x="6018475" y="2275025"/>
                <a:ext cx="993225" cy="704150"/>
              </a:xfrm>
              <a:custGeom>
                <a:rect b="b" l="l" r="r" t="t"/>
                <a:pathLst>
                  <a:path extrusionOk="0" h="28166" w="39729">
                    <a:moveTo>
                      <a:pt x="12918" y="1"/>
                    </a:moveTo>
                    <a:lnTo>
                      <a:pt x="1" y="8475"/>
                    </a:lnTo>
                    <a:lnTo>
                      <a:pt x="36925" y="28166"/>
                    </a:lnTo>
                    <a:lnTo>
                      <a:pt x="37586" y="26969"/>
                    </a:lnTo>
                    <a:lnTo>
                      <a:pt x="38122" y="25803"/>
                    </a:lnTo>
                    <a:lnTo>
                      <a:pt x="38563" y="24732"/>
                    </a:lnTo>
                    <a:lnTo>
                      <a:pt x="38941" y="23692"/>
                    </a:lnTo>
                    <a:lnTo>
                      <a:pt x="39225" y="22684"/>
                    </a:lnTo>
                    <a:lnTo>
                      <a:pt x="39445" y="21771"/>
                    </a:lnTo>
                    <a:lnTo>
                      <a:pt x="39571" y="20888"/>
                    </a:lnTo>
                    <a:lnTo>
                      <a:pt x="39666" y="20069"/>
                    </a:lnTo>
                    <a:lnTo>
                      <a:pt x="39729" y="19313"/>
                    </a:lnTo>
                    <a:lnTo>
                      <a:pt x="39729" y="18589"/>
                    </a:lnTo>
                    <a:lnTo>
                      <a:pt x="39697" y="17958"/>
                    </a:lnTo>
                    <a:lnTo>
                      <a:pt x="39634" y="17391"/>
                    </a:lnTo>
                    <a:lnTo>
                      <a:pt x="39571" y="16856"/>
                    </a:lnTo>
                    <a:lnTo>
                      <a:pt x="39477" y="16415"/>
                    </a:lnTo>
                    <a:lnTo>
                      <a:pt x="39319" y="15690"/>
                    </a:lnTo>
                    <a:lnTo>
                      <a:pt x="39036" y="14871"/>
                    </a:lnTo>
                    <a:lnTo>
                      <a:pt x="38721" y="14083"/>
                    </a:lnTo>
                    <a:lnTo>
                      <a:pt x="38342" y="13327"/>
                    </a:lnTo>
                    <a:lnTo>
                      <a:pt x="37933" y="12603"/>
                    </a:lnTo>
                    <a:lnTo>
                      <a:pt x="37460" y="11910"/>
                    </a:lnTo>
                    <a:lnTo>
                      <a:pt x="36956" y="11216"/>
                    </a:lnTo>
                    <a:lnTo>
                      <a:pt x="36389" y="10586"/>
                    </a:lnTo>
                    <a:lnTo>
                      <a:pt x="35791" y="9956"/>
                    </a:lnTo>
                    <a:lnTo>
                      <a:pt x="35160" y="9358"/>
                    </a:lnTo>
                    <a:lnTo>
                      <a:pt x="34499" y="8791"/>
                    </a:lnTo>
                    <a:lnTo>
                      <a:pt x="33837" y="8255"/>
                    </a:lnTo>
                    <a:lnTo>
                      <a:pt x="33113" y="7719"/>
                    </a:lnTo>
                    <a:lnTo>
                      <a:pt x="32357" y="7215"/>
                    </a:lnTo>
                    <a:lnTo>
                      <a:pt x="31600" y="6743"/>
                    </a:lnTo>
                    <a:lnTo>
                      <a:pt x="30844" y="6270"/>
                    </a:lnTo>
                    <a:lnTo>
                      <a:pt x="30057" y="5829"/>
                    </a:lnTo>
                    <a:lnTo>
                      <a:pt x="29269" y="5420"/>
                    </a:lnTo>
                    <a:lnTo>
                      <a:pt x="28450" y="5041"/>
                    </a:lnTo>
                    <a:lnTo>
                      <a:pt x="26812" y="4285"/>
                    </a:lnTo>
                    <a:lnTo>
                      <a:pt x="25205" y="3624"/>
                    </a:lnTo>
                    <a:lnTo>
                      <a:pt x="23630" y="3025"/>
                    </a:lnTo>
                    <a:lnTo>
                      <a:pt x="22086" y="2521"/>
                    </a:lnTo>
                    <a:lnTo>
                      <a:pt x="20637" y="2049"/>
                    </a:lnTo>
                    <a:lnTo>
                      <a:pt x="18085" y="1261"/>
                    </a:lnTo>
                    <a:lnTo>
                      <a:pt x="16541" y="820"/>
                    </a:lnTo>
                    <a:lnTo>
                      <a:pt x="15123" y="473"/>
                    </a:lnTo>
                    <a:lnTo>
                      <a:pt x="13926" y="221"/>
                    </a:lnTo>
                    <a:lnTo>
                      <a:pt x="1291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3"/>
              <p:cNvSpPr/>
              <p:nvPr/>
            </p:nvSpPr>
            <p:spPr>
              <a:xfrm>
                <a:off x="5504175" y="2430975"/>
                <a:ext cx="1574475" cy="1159400"/>
              </a:xfrm>
              <a:custGeom>
                <a:rect b="b" l="l" r="r" t="t"/>
                <a:pathLst>
                  <a:path extrusionOk="0" h="46376" w="62979">
                    <a:moveTo>
                      <a:pt x="5325" y="1"/>
                    </a:moveTo>
                    <a:lnTo>
                      <a:pt x="4946" y="32"/>
                    </a:lnTo>
                    <a:lnTo>
                      <a:pt x="4600" y="127"/>
                    </a:lnTo>
                    <a:lnTo>
                      <a:pt x="4190" y="284"/>
                    </a:lnTo>
                    <a:lnTo>
                      <a:pt x="3938" y="410"/>
                    </a:lnTo>
                    <a:lnTo>
                      <a:pt x="3655" y="568"/>
                    </a:lnTo>
                    <a:lnTo>
                      <a:pt x="3403" y="757"/>
                    </a:lnTo>
                    <a:lnTo>
                      <a:pt x="3119" y="946"/>
                    </a:lnTo>
                    <a:lnTo>
                      <a:pt x="2867" y="1198"/>
                    </a:lnTo>
                    <a:lnTo>
                      <a:pt x="2584" y="1513"/>
                    </a:lnTo>
                    <a:lnTo>
                      <a:pt x="2332" y="1828"/>
                    </a:lnTo>
                    <a:lnTo>
                      <a:pt x="2080" y="2206"/>
                    </a:lnTo>
                    <a:lnTo>
                      <a:pt x="1701" y="2868"/>
                    </a:lnTo>
                    <a:lnTo>
                      <a:pt x="1355" y="3624"/>
                    </a:lnTo>
                    <a:lnTo>
                      <a:pt x="1040" y="4506"/>
                    </a:lnTo>
                    <a:lnTo>
                      <a:pt x="756" y="5514"/>
                    </a:lnTo>
                    <a:lnTo>
                      <a:pt x="504" y="6680"/>
                    </a:lnTo>
                    <a:lnTo>
                      <a:pt x="284" y="7971"/>
                    </a:lnTo>
                    <a:lnTo>
                      <a:pt x="126" y="9452"/>
                    </a:lnTo>
                    <a:lnTo>
                      <a:pt x="0" y="11090"/>
                    </a:lnTo>
                    <a:lnTo>
                      <a:pt x="55953" y="46376"/>
                    </a:lnTo>
                    <a:lnTo>
                      <a:pt x="61183" y="38090"/>
                    </a:lnTo>
                    <a:lnTo>
                      <a:pt x="61498" y="37586"/>
                    </a:lnTo>
                    <a:lnTo>
                      <a:pt x="61750" y="37050"/>
                    </a:lnTo>
                    <a:lnTo>
                      <a:pt x="62002" y="36515"/>
                    </a:lnTo>
                    <a:lnTo>
                      <a:pt x="62222" y="35979"/>
                    </a:lnTo>
                    <a:lnTo>
                      <a:pt x="62412" y="35444"/>
                    </a:lnTo>
                    <a:lnTo>
                      <a:pt x="62601" y="34908"/>
                    </a:lnTo>
                    <a:lnTo>
                      <a:pt x="62727" y="34341"/>
                    </a:lnTo>
                    <a:lnTo>
                      <a:pt x="62821" y="33774"/>
                    </a:lnTo>
                    <a:lnTo>
                      <a:pt x="62884" y="33301"/>
                    </a:lnTo>
                    <a:lnTo>
                      <a:pt x="62947" y="32860"/>
                    </a:lnTo>
                    <a:lnTo>
                      <a:pt x="62979" y="31915"/>
                    </a:lnTo>
                    <a:lnTo>
                      <a:pt x="62947" y="31001"/>
                    </a:lnTo>
                    <a:lnTo>
                      <a:pt x="62853" y="30088"/>
                    </a:lnTo>
                    <a:lnTo>
                      <a:pt x="62664" y="29174"/>
                    </a:lnTo>
                    <a:lnTo>
                      <a:pt x="62412" y="28292"/>
                    </a:lnTo>
                    <a:lnTo>
                      <a:pt x="62096" y="27410"/>
                    </a:lnTo>
                    <a:lnTo>
                      <a:pt x="61687" y="26559"/>
                    </a:lnTo>
                    <a:lnTo>
                      <a:pt x="61340" y="25898"/>
                    </a:lnTo>
                    <a:lnTo>
                      <a:pt x="60899" y="25236"/>
                    </a:lnTo>
                    <a:lnTo>
                      <a:pt x="60458" y="24574"/>
                    </a:lnTo>
                    <a:lnTo>
                      <a:pt x="59954" y="23976"/>
                    </a:lnTo>
                    <a:lnTo>
                      <a:pt x="59419" y="23409"/>
                    </a:lnTo>
                    <a:lnTo>
                      <a:pt x="58820" y="22873"/>
                    </a:lnTo>
                    <a:lnTo>
                      <a:pt x="58190" y="22369"/>
                    </a:lnTo>
                    <a:lnTo>
                      <a:pt x="57497" y="21928"/>
                    </a:lnTo>
                    <a:lnTo>
                      <a:pt x="29646" y="4348"/>
                    </a:lnTo>
                    <a:lnTo>
                      <a:pt x="28638" y="3876"/>
                    </a:lnTo>
                    <a:lnTo>
                      <a:pt x="27441" y="3340"/>
                    </a:lnTo>
                    <a:lnTo>
                      <a:pt x="26748" y="3088"/>
                    </a:lnTo>
                    <a:lnTo>
                      <a:pt x="25992" y="2836"/>
                    </a:lnTo>
                    <a:lnTo>
                      <a:pt x="25204" y="2584"/>
                    </a:lnTo>
                    <a:lnTo>
                      <a:pt x="24385" y="2364"/>
                    </a:lnTo>
                    <a:lnTo>
                      <a:pt x="23471" y="2143"/>
                    </a:lnTo>
                    <a:lnTo>
                      <a:pt x="22526" y="1954"/>
                    </a:lnTo>
                    <a:lnTo>
                      <a:pt x="21865" y="1828"/>
                    </a:lnTo>
                    <a:lnTo>
                      <a:pt x="21235" y="1765"/>
                    </a:lnTo>
                    <a:lnTo>
                      <a:pt x="20289" y="1670"/>
                    </a:lnTo>
                    <a:lnTo>
                      <a:pt x="18588" y="1670"/>
                    </a:lnTo>
                    <a:lnTo>
                      <a:pt x="17769" y="1702"/>
                    </a:lnTo>
                    <a:lnTo>
                      <a:pt x="16887" y="1733"/>
                    </a:lnTo>
                    <a:lnTo>
                      <a:pt x="15910" y="1733"/>
                    </a:lnTo>
                    <a:lnTo>
                      <a:pt x="14776" y="1670"/>
                    </a:lnTo>
                    <a:lnTo>
                      <a:pt x="13453" y="1576"/>
                    </a:lnTo>
                    <a:lnTo>
                      <a:pt x="12382" y="1450"/>
                    </a:lnTo>
                    <a:lnTo>
                      <a:pt x="11405" y="1324"/>
                    </a:lnTo>
                    <a:lnTo>
                      <a:pt x="10554" y="1166"/>
                    </a:lnTo>
                    <a:lnTo>
                      <a:pt x="9767" y="1009"/>
                    </a:lnTo>
                    <a:lnTo>
                      <a:pt x="8444" y="662"/>
                    </a:lnTo>
                    <a:lnTo>
                      <a:pt x="7372" y="379"/>
                    </a:lnTo>
                    <a:lnTo>
                      <a:pt x="6490" y="127"/>
                    </a:lnTo>
                    <a:lnTo>
                      <a:pt x="6081" y="64"/>
                    </a:lnTo>
                    <a:lnTo>
                      <a:pt x="57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3"/>
              <p:cNvSpPr/>
              <p:nvPr/>
            </p:nvSpPr>
            <p:spPr>
              <a:xfrm>
                <a:off x="6068900" y="2323875"/>
                <a:ext cx="876650" cy="626175"/>
              </a:xfrm>
              <a:custGeom>
                <a:rect b="b" l="l" r="r" t="t"/>
                <a:pathLst>
                  <a:path extrusionOk="0" h="25047" w="35066">
                    <a:moveTo>
                      <a:pt x="11437" y="0"/>
                    </a:moveTo>
                    <a:lnTo>
                      <a:pt x="0" y="7876"/>
                    </a:lnTo>
                    <a:lnTo>
                      <a:pt x="3844" y="9766"/>
                    </a:lnTo>
                    <a:lnTo>
                      <a:pt x="7687" y="11688"/>
                    </a:lnTo>
                    <a:lnTo>
                      <a:pt x="11594" y="13642"/>
                    </a:lnTo>
                    <a:lnTo>
                      <a:pt x="15501" y="15658"/>
                    </a:lnTo>
                    <a:lnTo>
                      <a:pt x="20006" y="17989"/>
                    </a:lnTo>
                    <a:lnTo>
                      <a:pt x="24417" y="20352"/>
                    </a:lnTo>
                    <a:lnTo>
                      <a:pt x="28796" y="22715"/>
                    </a:lnTo>
                    <a:lnTo>
                      <a:pt x="33112" y="25046"/>
                    </a:lnTo>
                    <a:lnTo>
                      <a:pt x="35065" y="12161"/>
                    </a:lnTo>
                    <a:lnTo>
                      <a:pt x="34057" y="11216"/>
                    </a:lnTo>
                    <a:lnTo>
                      <a:pt x="32891" y="10208"/>
                    </a:lnTo>
                    <a:lnTo>
                      <a:pt x="31631" y="9168"/>
                    </a:lnTo>
                    <a:lnTo>
                      <a:pt x="30214" y="8128"/>
                    </a:lnTo>
                    <a:lnTo>
                      <a:pt x="29457" y="7593"/>
                    </a:lnTo>
                    <a:lnTo>
                      <a:pt x="28670" y="7057"/>
                    </a:lnTo>
                    <a:lnTo>
                      <a:pt x="27851" y="6521"/>
                    </a:lnTo>
                    <a:lnTo>
                      <a:pt x="27000" y="5986"/>
                    </a:lnTo>
                    <a:lnTo>
                      <a:pt x="26118" y="5450"/>
                    </a:lnTo>
                    <a:lnTo>
                      <a:pt x="25204" y="4946"/>
                    </a:lnTo>
                    <a:lnTo>
                      <a:pt x="24259" y="4442"/>
                    </a:lnTo>
                    <a:lnTo>
                      <a:pt x="23251" y="3938"/>
                    </a:lnTo>
                    <a:lnTo>
                      <a:pt x="21581" y="3150"/>
                    </a:lnTo>
                    <a:lnTo>
                      <a:pt x="19943" y="2489"/>
                    </a:lnTo>
                    <a:lnTo>
                      <a:pt x="18368" y="1890"/>
                    </a:lnTo>
                    <a:lnTo>
                      <a:pt x="16824" y="1355"/>
                    </a:lnTo>
                    <a:lnTo>
                      <a:pt x="15375" y="914"/>
                    </a:lnTo>
                    <a:lnTo>
                      <a:pt x="13957" y="567"/>
                    </a:lnTo>
                    <a:lnTo>
                      <a:pt x="12665" y="252"/>
                    </a:lnTo>
                    <a:lnTo>
                      <a:pt x="114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33"/>
              <p:cNvSpPr/>
              <p:nvPr/>
            </p:nvSpPr>
            <p:spPr>
              <a:xfrm>
                <a:off x="6576125" y="2478225"/>
                <a:ext cx="298525" cy="422200"/>
              </a:xfrm>
              <a:custGeom>
                <a:rect b="b" l="l" r="r" t="t"/>
                <a:pathLst>
                  <a:path extrusionOk="0" h="16888" w="11941">
                    <a:moveTo>
                      <a:pt x="9830" y="1"/>
                    </a:moveTo>
                    <a:lnTo>
                      <a:pt x="0" y="15564"/>
                    </a:lnTo>
                    <a:lnTo>
                      <a:pt x="2111" y="16888"/>
                    </a:lnTo>
                    <a:lnTo>
                      <a:pt x="11941" y="1324"/>
                    </a:lnTo>
                    <a:lnTo>
                      <a:pt x="983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33"/>
              <p:cNvSpPr/>
              <p:nvPr/>
            </p:nvSpPr>
            <p:spPr>
              <a:xfrm>
                <a:off x="5609700" y="2576700"/>
                <a:ext cx="497025" cy="497800"/>
              </a:xfrm>
              <a:custGeom>
                <a:rect b="b" l="l" r="r" t="t"/>
                <a:pathLst>
                  <a:path extrusionOk="0" h="19912" w="19881">
                    <a:moveTo>
                      <a:pt x="10114" y="0"/>
                    </a:moveTo>
                    <a:lnTo>
                      <a:pt x="9641" y="32"/>
                    </a:lnTo>
                    <a:lnTo>
                      <a:pt x="9169" y="32"/>
                    </a:lnTo>
                    <a:lnTo>
                      <a:pt x="8696" y="95"/>
                    </a:lnTo>
                    <a:lnTo>
                      <a:pt x="8224" y="158"/>
                    </a:lnTo>
                    <a:lnTo>
                      <a:pt x="7751" y="252"/>
                    </a:lnTo>
                    <a:lnTo>
                      <a:pt x="7278" y="378"/>
                    </a:lnTo>
                    <a:lnTo>
                      <a:pt x="6806" y="504"/>
                    </a:lnTo>
                    <a:lnTo>
                      <a:pt x="6365" y="662"/>
                    </a:lnTo>
                    <a:lnTo>
                      <a:pt x="5924" y="851"/>
                    </a:lnTo>
                    <a:lnTo>
                      <a:pt x="5483" y="1071"/>
                    </a:lnTo>
                    <a:lnTo>
                      <a:pt x="5073" y="1292"/>
                    </a:lnTo>
                    <a:lnTo>
                      <a:pt x="4664" y="1544"/>
                    </a:lnTo>
                    <a:lnTo>
                      <a:pt x="4254" y="1796"/>
                    </a:lnTo>
                    <a:lnTo>
                      <a:pt x="3844" y="2079"/>
                    </a:lnTo>
                    <a:lnTo>
                      <a:pt x="3466" y="2394"/>
                    </a:lnTo>
                    <a:lnTo>
                      <a:pt x="3120" y="2709"/>
                    </a:lnTo>
                    <a:lnTo>
                      <a:pt x="2773" y="3056"/>
                    </a:lnTo>
                    <a:lnTo>
                      <a:pt x="2427" y="3434"/>
                    </a:lnTo>
                    <a:lnTo>
                      <a:pt x="2112" y="3812"/>
                    </a:lnTo>
                    <a:lnTo>
                      <a:pt x="1797" y="4222"/>
                    </a:lnTo>
                    <a:lnTo>
                      <a:pt x="1513" y="4663"/>
                    </a:lnTo>
                    <a:lnTo>
                      <a:pt x="1261" y="5104"/>
                    </a:lnTo>
                    <a:lnTo>
                      <a:pt x="1009" y="5545"/>
                    </a:lnTo>
                    <a:lnTo>
                      <a:pt x="820" y="5986"/>
                    </a:lnTo>
                    <a:lnTo>
                      <a:pt x="631" y="6459"/>
                    </a:lnTo>
                    <a:lnTo>
                      <a:pt x="473" y="6931"/>
                    </a:lnTo>
                    <a:lnTo>
                      <a:pt x="316" y="7404"/>
                    </a:lnTo>
                    <a:lnTo>
                      <a:pt x="190" y="7876"/>
                    </a:lnTo>
                    <a:lnTo>
                      <a:pt x="127" y="8349"/>
                    </a:lnTo>
                    <a:lnTo>
                      <a:pt x="64" y="8821"/>
                    </a:lnTo>
                    <a:lnTo>
                      <a:pt x="1" y="9325"/>
                    </a:lnTo>
                    <a:lnTo>
                      <a:pt x="1" y="9798"/>
                    </a:lnTo>
                    <a:lnTo>
                      <a:pt x="1" y="10271"/>
                    </a:lnTo>
                    <a:lnTo>
                      <a:pt x="1" y="10743"/>
                    </a:lnTo>
                    <a:lnTo>
                      <a:pt x="64" y="11216"/>
                    </a:lnTo>
                    <a:lnTo>
                      <a:pt x="127" y="11688"/>
                    </a:lnTo>
                    <a:lnTo>
                      <a:pt x="221" y="12161"/>
                    </a:lnTo>
                    <a:lnTo>
                      <a:pt x="347" y="12633"/>
                    </a:lnTo>
                    <a:lnTo>
                      <a:pt x="473" y="13075"/>
                    </a:lnTo>
                    <a:lnTo>
                      <a:pt x="662" y="13547"/>
                    </a:lnTo>
                    <a:lnTo>
                      <a:pt x="820" y="13988"/>
                    </a:lnTo>
                    <a:lnTo>
                      <a:pt x="1041" y="14429"/>
                    </a:lnTo>
                    <a:lnTo>
                      <a:pt x="1261" y="14839"/>
                    </a:lnTo>
                    <a:lnTo>
                      <a:pt x="1513" y="15248"/>
                    </a:lnTo>
                    <a:lnTo>
                      <a:pt x="1765" y="15658"/>
                    </a:lnTo>
                    <a:lnTo>
                      <a:pt x="2049" y="16067"/>
                    </a:lnTo>
                    <a:lnTo>
                      <a:pt x="2364" y="16446"/>
                    </a:lnTo>
                    <a:lnTo>
                      <a:pt x="2679" y="16792"/>
                    </a:lnTo>
                    <a:lnTo>
                      <a:pt x="3057" y="17139"/>
                    </a:lnTo>
                    <a:lnTo>
                      <a:pt x="3403" y="17485"/>
                    </a:lnTo>
                    <a:lnTo>
                      <a:pt x="3781" y="17800"/>
                    </a:lnTo>
                    <a:lnTo>
                      <a:pt x="4191" y="18115"/>
                    </a:lnTo>
                    <a:lnTo>
                      <a:pt x="4632" y="18399"/>
                    </a:lnTo>
                    <a:lnTo>
                      <a:pt x="5073" y="18651"/>
                    </a:lnTo>
                    <a:lnTo>
                      <a:pt x="5514" y="18903"/>
                    </a:lnTo>
                    <a:lnTo>
                      <a:pt x="5987" y="19092"/>
                    </a:lnTo>
                    <a:lnTo>
                      <a:pt x="6428" y="19281"/>
                    </a:lnTo>
                    <a:lnTo>
                      <a:pt x="6900" y="19439"/>
                    </a:lnTo>
                    <a:lnTo>
                      <a:pt x="7373" y="19596"/>
                    </a:lnTo>
                    <a:lnTo>
                      <a:pt x="7846" y="19691"/>
                    </a:lnTo>
                    <a:lnTo>
                      <a:pt x="8318" y="19785"/>
                    </a:lnTo>
                    <a:lnTo>
                      <a:pt x="8791" y="19848"/>
                    </a:lnTo>
                    <a:lnTo>
                      <a:pt x="9295" y="19911"/>
                    </a:lnTo>
                    <a:lnTo>
                      <a:pt x="10240" y="19911"/>
                    </a:lnTo>
                    <a:lnTo>
                      <a:pt x="10713" y="19880"/>
                    </a:lnTo>
                    <a:lnTo>
                      <a:pt x="11185" y="19848"/>
                    </a:lnTo>
                    <a:lnTo>
                      <a:pt x="11658" y="19785"/>
                    </a:lnTo>
                    <a:lnTo>
                      <a:pt x="12130" y="19691"/>
                    </a:lnTo>
                    <a:lnTo>
                      <a:pt x="12603" y="19565"/>
                    </a:lnTo>
                    <a:lnTo>
                      <a:pt x="13075" y="19407"/>
                    </a:lnTo>
                    <a:lnTo>
                      <a:pt x="13516" y="19249"/>
                    </a:lnTo>
                    <a:lnTo>
                      <a:pt x="13958" y="19092"/>
                    </a:lnTo>
                    <a:lnTo>
                      <a:pt x="14399" y="18871"/>
                    </a:lnTo>
                    <a:lnTo>
                      <a:pt x="14808" y="18651"/>
                    </a:lnTo>
                    <a:lnTo>
                      <a:pt x="15218" y="18399"/>
                    </a:lnTo>
                    <a:lnTo>
                      <a:pt x="15627" y="18147"/>
                    </a:lnTo>
                    <a:lnTo>
                      <a:pt x="16037" y="17863"/>
                    </a:lnTo>
                    <a:lnTo>
                      <a:pt x="16415" y="17548"/>
                    </a:lnTo>
                    <a:lnTo>
                      <a:pt x="16761" y="17202"/>
                    </a:lnTo>
                    <a:lnTo>
                      <a:pt x="17108" y="16855"/>
                    </a:lnTo>
                    <a:lnTo>
                      <a:pt x="17455" y="16509"/>
                    </a:lnTo>
                    <a:lnTo>
                      <a:pt x="17770" y="16099"/>
                    </a:lnTo>
                    <a:lnTo>
                      <a:pt x="18085" y="15689"/>
                    </a:lnTo>
                    <a:lnTo>
                      <a:pt x="18368" y="15280"/>
                    </a:lnTo>
                    <a:lnTo>
                      <a:pt x="18620" y="14839"/>
                    </a:lnTo>
                    <a:lnTo>
                      <a:pt x="18872" y="14398"/>
                    </a:lnTo>
                    <a:lnTo>
                      <a:pt x="19061" y="13925"/>
                    </a:lnTo>
                    <a:lnTo>
                      <a:pt x="19250" y="13484"/>
                    </a:lnTo>
                    <a:lnTo>
                      <a:pt x="19408" y="13012"/>
                    </a:lnTo>
                    <a:lnTo>
                      <a:pt x="19565" y="12539"/>
                    </a:lnTo>
                    <a:lnTo>
                      <a:pt x="19660" y="12066"/>
                    </a:lnTo>
                    <a:lnTo>
                      <a:pt x="19754" y="11594"/>
                    </a:lnTo>
                    <a:lnTo>
                      <a:pt x="19817" y="11090"/>
                    </a:lnTo>
                    <a:lnTo>
                      <a:pt x="19880" y="10617"/>
                    </a:lnTo>
                    <a:lnTo>
                      <a:pt x="19880" y="10145"/>
                    </a:lnTo>
                    <a:lnTo>
                      <a:pt x="19880" y="9672"/>
                    </a:lnTo>
                    <a:lnTo>
                      <a:pt x="19880" y="9199"/>
                    </a:lnTo>
                    <a:lnTo>
                      <a:pt x="19817" y="8695"/>
                    </a:lnTo>
                    <a:lnTo>
                      <a:pt x="19754" y="8223"/>
                    </a:lnTo>
                    <a:lnTo>
                      <a:pt x="19660" y="7782"/>
                    </a:lnTo>
                    <a:lnTo>
                      <a:pt x="19534" y="7309"/>
                    </a:lnTo>
                    <a:lnTo>
                      <a:pt x="19408" y="6837"/>
                    </a:lnTo>
                    <a:lnTo>
                      <a:pt x="19219" y="6396"/>
                    </a:lnTo>
                    <a:lnTo>
                      <a:pt x="19061" y="5954"/>
                    </a:lnTo>
                    <a:lnTo>
                      <a:pt x="18841" y="5513"/>
                    </a:lnTo>
                    <a:lnTo>
                      <a:pt x="18620" y="5104"/>
                    </a:lnTo>
                    <a:lnTo>
                      <a:pt x="18368" y="4694"/>
                    </a:lnTo>
                    <a:lnTo>
                      <a:pt x="18116" y="4285"/>
                    </a:lnTo>
                    <a:lnTo>
                      <a:pt x="17833" y="3875"/>
                    </a:lnTo>
                    <a:lnTo>
                      <a:pt x="17518" y="3497"/>
                    </a:lnTo>
                    <a:lnTo>
                      <a:pt x="17203" y="3151"/>
                    </a:lnTo>
                    <a:lnTo>
                      <a:pt x="16824" y="2804"/>
                    </a:lnTo>
                    <a:lnTo>
                      <a:pt x="16478" y="2457"/>
                    </a:lnTo>
                    <a:lnTo>
                      <a:pt x="16068" y="2142"/>
                    </a:lnTo>
                    <a:lnTo>
                      <a:pt x="15690" y="1827"/>
                    </a:lnTo>
                    <a:lnTo>
                      <a:pt x="15249" y="1544"/>
                    </a:lnTo>
                    <a:lnTo>
                      <a:pt x="14808" y="1292"/>
                    </a:lnTo>
                    <a:lnTo>
                      <a:pt x="14367" y="1040"/>
                    </a:lnTo>
                    <a:lnTo>
                      <a:pt x="13895" y="851"/>
                    </a:lnTo>
                    <a:lnTo>
                      <a:pt x="13453" y="662"/>
                    </a:lnTo>
                    <a:lnTo>
                      <a:pt x="12981" y="473"/>
                    </a:lnTo>
                    <a:lnTo>
                      <a:pt x="12508" y="347"/>
                    </a:lnTo>
                    <a:lnTo>
                      <a:pt x="12036" y="221"/>
                    </a:lnTo>
                    <a:lnTo>
                      <a:pt x="11563" y="158"/>
                    </a:lnTo>
                    <a:lnTo>
                      <a:pt x="11091" y="63"/>
                    </a:lnTo>
                    <a:lnTo>
                      <a:pt x="10587" y="32"/>
                    </a:lnTo>
                    <a:lnTo>
                      <a:pt x="101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3"/>
              <p:cNvSpPr/>
              <p:nvPr/>
            </p:nvSpPr>
            <p:spPr>
              <a:xfrm>
                <a:off x="5748325" y="2716100"/>
                <a:ext cx="219775" cy="219775"/>
              </a:xfrm>
              <a:custGeom>
                <a:rect b="b" l="l" r="r" t="t"/>
                <a:pathLst>
                  <a:path extrusionOk="0" h="8791" w="8791">
                    <a:moveTo>
                      <a:pt x="4254" y="0"/>
                    </a:moveTo>
                    <a:lnTo>
                      <a:pt x="3844" y="32"/>
                    </a:lnTo>
                    <a:lnTo>
                      <a:pt x="3435" y="95"/>
                    </a:lnTo>
                    <a:lnTo>
                      <a:pt x="3025" y="221"/>
                    </a:lnTo>
                    <a:lnTo>
                      <a:pt x="2616" y="378"/>
                    </a:lnTo>
                    <a:lnTo>
                      <a:pt x="2238" y="567"/>
                    </a:lnTo>
                    <a:lnTo>
                      <a:pt x="1891" y="788"/>
                    </a:lnTo>
                    <a:lnTo>
                      <a:pt x="1544" y="1040"/>
                    </a:lnTo>
                    <a:lnTo>
                      <a:pt x="1229" y="1355"/>
                    </a:lnTo>
                    <a:lnTo>
                      <a:pt x="946" y="1670"/>
                    </a:lnTo>
                    <a:lnTo>
                      <a:pt x="662" y="2048"/>
                    </a:lnTo>
                    <a:lnTo>
                      <a:pt x="442" y="2426"/>
                    </a:lnTo>
                    <a:lnTo>
                      <a:pt x="284" y="2836"/>
                    </a:lnTo>
                    <a:lnTo>
                      <a:pt x="127" y="3245"/>
                    </a:lnTo>
                    <a:lnTo>
                      <a:pt x="64" y="3686"/>
                    </a:lnTo>
                    <a:lnTo>
                      <a:pt x="1" y="4096"/>
                    </a:lnTo>
                    <a:lnTo>
                      <a:pt x="1" y="4537"/>
                    </a:lnTo>
                    <a:lnTo>
                      <a:pt x="32" y="4947"/>
                    </a:lnTo>
                    <a:lnTo>
                      <a:pt x="95" y="5356"/>
                    </a:lnTo>
                    <a:lnTo>
                      <a:pt x="221" y="5766"/>
                    </a:lnTo>
                    <a:lnTo>
                      <a:pt x="379" y="6175"/>
                    </a:lnTo>
                    <a:lnTo>
                      <a:pt x="568" y="6553"/>
                    </a:lnTo>
                    <a:lnTo>
                      <a:pt x="788" y="6900"/>
                    </a:lnTo>
                    <a:lnTo>
                      <a:pt x="1040" y="7246"/>
                    </a:lnTo>
                    <a:lnTo>
                      <a:pt x="1355" y="7562"/>
                    </a:lnTo>
                    <a:lnTo>
                      <a:pt x="1670" y="7845"/>
                    </a:lnTo>
                    <a:lnTo>
                      <a:pt x="2049" y="8129"/>
                    </a:lnTo>
                    <a:lnTo>
                      <a:pt x="2427" y="8349"/>
                    </a:lnTo>
                    <a:lnTo>
                      <a:pt x="2836" y="8507"/>
                    </a:lnTo>
                    <a:lnTo>
                      <a:pt x="3246" y="8633"/>
                    </a:lnTo>
                    <a:lnTo>
                      <a:pt x="3687" y="8727"/>
                    </a:lnTo>
                    <a:lnTo>
                      <a:pt x="4096" y="8790"/>
                    </a:lnTo>
                    <a:lnTo>
                      <a:pt x="4537" y="8790"/>
                    </a:lnTo>
                    <a:lnTo>
                      <a:pt x="4947" y="8759"/>
                    </a:lnTo>
                    <a:lnTo>
                      <a:pt x="5357" y="8696"/>
                    </a:lnTo>
                    <a:lnTo>
                      <a:pt x="5766" y="8570"/>
                    </a:lnTo>
                    <a:lnTo>
                      <a:pt x="6176" y="8412"/>
                    </a:lnTo>
                    <a:lnTo>
                      <a:pt x="6554" y="8223"/>
                    </a:lnTo>
                    <a:lnTo>
                      <a:pt x="6900" y="8003"/>
                    </a:lnTo>
                    <a:lnTo>
                      <a:pt x="7247" y="7751"/>
                    </a:lnTo>
                    <a:lnTo>
                      <a:pt x="7562" y="7436"/>
                    </a:lnTo>
                    <a:lnTo>
                      <a:pt x="7845" y="7120"/>
                    </a:lnTo>
                    <a:lnTo>
                      <a:pt x="8129" y="6742"/>
                    </a:lnTo>
                    <a:lnTo>
                      <a:pt x="8350" y="6333"/>
                    </a:lnTo>
                    <a:lnTo>
                      <a:pt x="8507" y="5955"/>
                    </a:lnTo>
                    <a:lnTo>
                      <a:pt x="8665" y="5514"/>
                    </a:lnTo>
                    <a:lnTo>
                      <a:pt x="8728" y="5104"/>
                    </a:lnTo>
                    <a:lnTo>
                      <a:pt x="8791" y="4695"/>
                    </a:lnTo>
                    <a:lnTo>
                      <a:pt x="8791" y="4254"/>
                    </a:lnTo>
                    <a:lnTo>
                      <a:pt x="8759" y="3844"/>
                    </a:lnTo>
                    <a:lnTo>
                      <a:pt x="8696" y="3434"/>
                    </a:lnTo>
                    <a:lnTo>
                      <a:pt x="8570" y="3025"/>
                    </a:lnTo>
                    <a:lnTo>
                      <a:pt x="8413" y="2615"/>
                    </a:lnTo>
                    <a:lnTo>
                      <a:pt x="8224" y="2237"/>
                    </a:lnTo>
                    <a:lnTo>
                      <a:pt x="8003" y="1891"/>
                    </a:lnTo>
                    <a:lnTo>
                      <a:pt x="7751" y="1544"/>
                    </a:lnTo>
                    <a:lnTo>
                      <a:pt x="7436" y="1229"/>
                    </a:lnTo>
                    <a:lnTo>
                      <a:pt x="7121" y="914"/>
                    </a:lnTo>
                    <a:lnTo>
                      <a:pt x="6743" y="662"/>
                    </a:lnTo>
                    <a:lnTo>
                      <a:pt x="6365" y="441"/>
                    </a:lnTo>
                    <a:lnTo>
                      <a:pt x="5955" y="284"/>
                    </a:lnTo>
                    <a:lnTo>
                      <a:pt x="5546" y="126"/>
                    </a:lnTo>
                    <a:lnTo>
                      <a:pt x="5105" y="32"/>
                    </a:lnTo>
                    <a:lnTo>
                      <a:pt x="469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3"/>
              <p:cNvSpPr/>
              <p:nvPr/>
            </p:nvSpPr>
            <p:spPr>
              <a:xfrm>
                <a:off x="6378425" y="3061850"/>
                <a:ext cx="497800" cy="497825"/>
              </a:xfrm>
              <a:custGeom>
                <a:rect b="b" l="l" r="r" t="t"/>
                <a:pathLst>
                  <a:path extrusionOk="0" h="19913" w="19912">
                    <a:moveTo>
                      <a:pt x="9673" y="1"/>
                    </a:moveTo>
                    <a:lnTo>
                      <a:pt x="9169" y="33"/>
                    </a:lnTo>
                    <a:lnTo>
                      <a:pt x="8696" y="96"/>
                    </a:lnTo>
                    <a:lnTo>
                      <a:pt x="8223" y="159"/>
                    </a:lnTo>
                    <a:lnTo>
                      <a:pt x="7751" y="253"/>
                    </a:lnTo>
                    <a:lnTo>
                      <a:pt x="7310" y="379"/>
                    </a:lnTo>
                    <a:lnTo>
                      <a:pt x="6837" y="505"/>
                    </a:lnTo>
                    <a:lnTo>
                      <a:pt x="6396" y="663"/>
                    </a:lnTo>
                    <a:lnTo>
                      <a:pt x="5955" y="852"/>
                    </a:lnTo>
                    <a:lnTo>
                      <a:pt x="5514" y="1072"/>
                    </a:lnTo>
                    <a:lnTo>
                      <a:pt x="5104" y="1293"/>
                    </a:lnTo>
                    <a:lnTo>
                      <a:pt x="4663" y="1545"/>
                    </a:lnTo>
                    <a:lnTo>
                      <a:pt x="4285" y="1797"/>
                    </a:lnTo>
                    <a:lnTo>
                      <a:pt x="3876" y="2080"/>
                    </a:lnTo>
                    <a:lnTo>
                      <a:pt x="3498" y="2395"/>
                    </a:lnTo>
                    <a:lnTo>
                      <a:pt x="3151" y="2710"/>
                    </a:lnTo>
                    <a:lnTo>
                      <a:pt x="2773" y="3057"/>
                    </a:lnTo>
                    <a:lnTo>
                      <a:pt x="2458" y="3435"/>
                    </a:lnTo>
                    <a:lnTo>
                      <a:pt x="2143" y="3813"/>
                    </a:lnTo>
                    <a:lnTo>
                      <a:pt x="1828" y="4223"/>
                    </a:lnTo>
                    <a:lnTo>
                      <a:pt x="1544" y="4664"/>
                    </a:lnTo>
                    <a:lnTo>
                      <a:pt x="1292" y="5105"/>
                    </a:lnTo>
                    <a:lnTo>
                      <a:pt x="1040" y="5546"/>
                    </a:lnTo>
                    <a:lnTo>
                      <a:pt x="820" y="5987"/>
                    </a:lnTo>
                    <a:lnTo>
                      <a:pt x="631" y="6459"/>
                    </a:lnTo>
                    <a:lnTo>
                      <a:pt x="473" y="6932"/>
                    </a:lnTo>
                    <a:lnTo>
                      <a:pt x="347" y="7405"/>
                    </a:lnTo>
                    <a:lnTo>
                      <a:pt x="221" y="7877"/>
                    </a:lnTo>
                    <a:lnTo>
                      <a:pt x="127" y="8350"/>
                    </a:lnTo>
                    <a:lnTo>
                      <a:pt x="64" y="8822"/>
                    </a:lnTo>
                    <a:lnTo>
                      <a:pt x="32" y="9326"/>
                    </a:lnTo>
                    <a:lnTo>
                      <a:pt x="1" y="9799"/>
                    </a:lnTo>
                    <a:lnTo>
                      <a:pt x="1" y="10272"/>
                    </a:lnTo>
                    <a:lnTo>
                      <a:pt x="32" y="10744"/>
                    </a:lnTo>
                    <a:lnTo>
                      <a:pt x="95" y="11217"/>
                    </a:lnTo>
                    <a:lnTo>
                      <a:pt x="158" y="11689"/>
                    </a:lnTo>
                    <a:lnTo>
                      <a:pt x="253" y="12162"/>
                    </a:lnTo>
                    <a:lnTo>
                      <a:pt x="379" y="12634"/>
                    </a:lnTo>
                    <a:lnTo>
                      <a:pt x="505" y="13075"/>
                    </a:lnTo>
                    <a:lnTo>
                      <a:pt x="662" y="13548"/>
                    </a:lnTo>
                    <a:lnTo>
                      <a:pt x="851" y="13989"/>
                    </a:lnTo>
                    <a:lnTo>
                      <a:pt x="1072" y="14430"/>
                    </a:lnTo>
                    <a:lnTo>
                      <a:pt x="1292" y="14840"/>
                    </a:lnTo>
                    <a:lnTo>
                      <a:pt x="1513" y="15249"/>
                    </a:lnTo>
                    <a:lnTo>
                      <a:pt x="1796" y="15659"/>
                    </a:lnTo>
                    <a:lnTo>
                      <a:pt x="2080" y="16037"/>
                    </a:lnTo>
                    <a:lnTo>
                      <a:pt x="2395" y="16415"/>
                    </a:lnTo>
                    <a:lnTo>
                      <a:pt x="2710" y="16793"/>
                    </a:lnTo>
                    <a:lnTo>
                      <a:pt x="3057" y="17140"/>
                    </a:lnTo>
                    <a:lnTo>
                      <a:pt x="3435" y="17486"/>
                    </a:lnTo>
                    <a:lnTo>
                      <a:pt x="3813" y="17801"/>
                    </a:lnTo>
                    <a:lnTo>
                      <a:pt x="4222" y="18116"/>
                    </a:lnTo>
                    <a:lnTo>
                      <a:pt x="4663" y="18400"/>
                    </a:lnTo>
                    <a:lnTo>
                      <a:pt x="5104" y="18652"/>
                    </a:lnTo>
                    <a:lnTo>
                      <a:pt x="5546" y="18872"/>
                    </a:lnTo>
                    <a:lnTo>
                      <a:pt x="5987" y="19093"/>
                    </a:lnTo>
                    <a:lnTo>
                      <a:pt x="6459" y="19282"/>
                    </a:lnTo>
                    <a:lnTo>
                      <a:pt x="6932" y="19439"/>
                    </a:lnTo>
                    <a:lnTo>
                      <a:pt x="7404" y="19597"/>
                    </a:lnTo>
                    <a:lnTo>
                      <a:pt x="7877" y="19691"/>
                    </a:lnTo>
                    <a:lnTo>
                      <a:pt x="8350" y="19786"/>
                    </a:lnTo>
                    <a:lnTo>
                      <a:pt x="8822" y="19849"/>
                    </a:lnTo>
                    <a:lnTo>
                      <a:pt x="9295" y="19912"/>
                    </a:lnTo>
                    <a:lnTo>
                      <a:pt x="10271" y="19912"/>
                    </a:lnTo>
                    <a:lnTo>
                      <a:pt x="10744" y="19881"/>
                    </a:lnTo>
                    <a:lnTo>
                      <a:pt x="11216" y="19849"/>
                    </a:lnTo>
                    <a:lnTo>
                      <a:pt x="11689" y="19786"/>
                    </a:lnTo>
                    <a:lnTo>
                      <a:pt x="12162" y="19691"/>
                    </a:lnTo>
                    <a:lnTo>
                      <a:pt x="12634" y="19565"/>
                    </a:lnTo>
                    <a:lnTo>
                      <a:pt x="13075" y="19408"/>
                    </a:lnTo>
                    <a:lnTo>
                      <a:pt x="13548" y="19250"/>
                    </a:lnTo>
                    <a:lnTo>
                      <a:pt x="13989" y="19093"/>
                    </a:lnTo>
                    <a:lnTo>
                      <a:pt x="14398" y="18872"/>
                    </a:lnTo>
                    <a:lnTo>
                      <a:pt x="14840" y="18652"/>
                    </a:lnTo>
                    <a:lnTo>
                      <a:pt x="15249" y="18400"/>
                    </a:lnTo>
                    <a:lnTo>
                      <a:pt x="15659" y="18148"/>
                    </a:lnTo>
                    <a:lnTo>
                      <a:pt x="16037" y="17864"/>
                    </a:lnTo>
                    <a:lnTo>
                      <a:pt x="16415" y="17549"/>
                    </a:lnTo>
                    <a:lnTo>
                      <a:pt x="16793" y="17203"/>
                    </a:lnTo>
                    <a:lnTo>
                      <a:pt x="17139" y="16856"/>
                    </a:lnTo>
                    <a:lnTo>
                      <a:pt x="17486" y="16510"/>
                    </a:lnTo>
                    <a:lnTo>
                      <a:pt x="17801" y="16100"/>
                    </a:lnTo>
                    <a:lnTo>
                      <a:pt x="18116" y="15690"/>
                    </a:lnTo>
                    <a:lnTo>
                      <a:pt x="18400" y="15281"/>
                    </a:lnTo>
                    <a:lnTo>
                      <a:pt x="18652" y="14840"/>
                    </a:lnTo>
                    <a:lnTo>
                      <a:pt x="18872" y="14399"/>
                    </a:lnTo>
                    <a:lnTo>
                      <a:pt x="19093" y="13926"/>
                    </a:lnTo>
                    <a:lnTo>
                      <a:pt x="19282" y="13485"/>
                    </a:lnTo>
                    <a:lnTo>
                      <a:pt x="19439" y="13012"/>
                    </a:lnTo>
                    <a:lnTo>
                      <a:pt x="19597" y="12540"/>
                    </a:lnTo>
                    <a:lnTo>
                      <a:pt x="19691" y="12067"/>
                    </a:lnTo>
                    <a:lnTo>
                      <a:pt x="19786" y="11595"/>
                    </a:lnTo>
                    <a:lnTo>
                      <a:pt x="19849" y="11091"/>
                    </a:lnTo>
                    <a:lnTo>
                      <a:pt x="19912" y="10618"/>
                    </a:lnTo>
                    <a:lnTo>
                      <a:pt x="19912" y="10146"/>
                    </a:lnTo>
                    <a:lnTo>
                      <a:pt x="19912" y="9673"/>
                    </a:lnTo>
                    <a:lnTo>
                      <a:pt x="19880" y="9200"/>
                    </a:lnTo>
                    <a:lnTo>
                      <a:pt x="19849" y="8696"/>
                    </a:lnTo>
                    <a:lnTo>
                      <a:pt x="19754" y="8224"/>
                    </a:lnTo>
                    <a:lnTo>
                      <a:pt x="19660" y="7783"/>
                    </a:lnTo>
                    <a:lnTo>
                      <a:pt x="19565" y="7310"/>
                    </a:lnTo>
                    <a:lnTo>
                      <a:pt x="19408" y="6838"/>
                    </a:lnTo>
                    <a:lnTo>
                      <a:pt x="19250" y="6396"/>
                    </a:lnTo>
                    <a:lnTo>
                      <a:pt x="19061" y="5955"/>
                    </a:lnTo>
                    <a:lnTo>
                      <a:pt x="18872" y="5514"/>
                    </a:lnTo>
                    <a:lnTo>
                      <a:pt x="18652" y="5105"/>
                    </a:lnTo>
                    <a:lnTo>
                      <a:pt x="18400" y="4695"/>
                    </a:lnTo>
                    <a:lnTo>
                      <a:pt x="18148" y="4286"/>
                    </a:lnTo>
                    <a:lnTo>
                      <a:pt x="17833" y="3876"/>
                    </a:lnTo>
                    <a:lnTo>
                      <a:pt x="17549" y="3498"/>
                    </a:lnTo>
                    <a:lnTo>
                      <a:pt x="17202" y="3151"/>
                    </a:lnTo>
                    <a:lnTo>
                      <a:pt x="16856" y="2773"/>
                    </a:lnTo>
                    <a:lnTo>
                      <a:pt x="16509" y="2458"/>
                    </a:lnTo>
                    <a:lnTo>
                      <a:pt x="16100" y="2143"/>
                    </a:lnTo>
                    <a:lnTo>
                      <a:pt x="15690" y="1828"/>
                    </a:lnTo>
                    <a:lnTo>
                      <a:pt x="15281" y="1545"/>
                    </a:lnTo>
                    <a:lnTo>
                      <a:pt x="14840" y="1293"/>
                    </a:lnTo>
                    <a:lnTo>
                      <a:pt x="14398" y="1041"/>
                    </a:lnTo>
                    <a:lnTo>
                      <a:pt x="13926" y="820"/>
                    </a:lnTo>
                    <a:lnTo>
                      <a:pt x="13485" y="663"/>
                    </a:lnTo>
                    <a:lnTo>
                      <a:pt x="13012" y="474"/>
                    </a:lnTo>
                    <a:lnTo>
                      <a:pt x="12540" y="348"/>
                    </a:lnTo>
                    <a:lnTo>
                      <a:pt x="12067" y="222"/>
                    </a:lnTo>
                    <a:lnTo>
                      <a:pt x="11595" y="127"/>
                    </a:lnTo>
                    <a:lnTo>
                      <a:pt x="11090" y="64"/>
                    </a:lnTo>
                    <a:lnTo>
                      <a:pt x="10618" y="33"/>
                    </a:lnTo>
                    <a:lnTo>
                      <a:pt x="101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3"/>
              <p:cNvSpPr/>
              <p:nvPr/>
            </p:nvSpPr>
            <p:spPr>
              <a:xfrm>
                <a:off x="6517850" y="3201275"/>
                <a:ext cx="219750" cy="219775"/>
              </a:xfrm>
              <a:custGeom>
                <a:rect b="b" l="l" r="r" t="t"/>
                <a:pathLst>
                  <a:path extrusionOk="0" h="8791" w="8790">
                    <a:moveTo>
                      <a:pt x="4253" y="0"/>
                    </a:moveTo>
                    <a:lnTo>
                      <a:pt x="3844" y="32"/>
                    </a:lnTo>
                    <a:lnTo>
                      <a:pt x="3403" y="95"/>
                    </a:lnTo>
                    <a:lnTo>
                      <a:pt x="2993" y="221"/>
                    </a:lnTo>
                    <a:lnTo>
                      <a:pt x="2615" y="347"/>
                    </a:lnTo>
                    <a:lnTo>
                      <a:pt x="2237" y="536"/>
                    </a:lnTo>
                    <a:lnTo>
                      <a:pt x="1859" y="788"/>
                    </a:lnTo>
                    <a:lnTo>
                      <a:pt x="1544" y="1040"/>
                    </a:lnTo>
                    <a:lnTo>
                      <a:pt x="1197" y="1355"/>
                    </a:lnTo>
                    <a:lnTo>
                      <a:pt x="914" y="1670"/>
                    </a:lnTo>
                    <a:lnTo>
                      <a:pt x="662" y="2048"/>
                    </a:lnTo>
                    <a:lnTo>
                      <a:pt x="441" y="2426"/>
                    </a:lnTo>
                    <a:lnTo>
                      <a:pt x="252" y="2836"/>
                    </a:lnTo>
                    <a:lnTo>
                      <a:pt x="126" y="3245"/>
                    </a:lnTo>
                    <a:lnTo>
                      <a:pt x="32" y="3686"/>
                    </a:lnTo>
                    <a:lnTo>
                      <a:pt x="0" y="4096"/>
                    </a:lnTo>
                    <a:lnTo>
                      <a:pt x="0" y="4537"/>
                    </a:lnTo>
                    <a:lnTo>
                      <a:pt x="32" y="4947"/>
                    </a:lnTo>
                    <a:lnTo>
                      <a:pt x="95" y="5356"/>
                    </a:lnTo>
                    <a:lnTo>
                      <a:pt x="221" y="5766"/>
                    </a:lnTo>
                    <a:lnTo>
                      <a:pt x="347" y="6175"/>
                    </a:lnTo>
                    <a:lnTo>
                      <a:pt x="536" y="6553"/>
                    </a:lnTo>
                    <a:lnTo>
                      <a:pt x="788" y="6900"/>
                    </a:lnTo>
                    <a:lnTo>
                      <a:pt x="1040" y="7246"/>
                    </a:lnTo>
                    <a:lnTo>
                      <a:pt x="1323" y="7562"/>
                    </a:lnTo>
                    <a:lnTo>
                      <a:pt x="1670" y="7845"/>
                    </a:lnTo>
                    <a:lnTo>
                      <a:pt x="2048" y="8129"/>
                    </a:lnTo>
                    <a:lnTo>
                      <a:pt x="2426" y="8349"/>
                    </a:lnTo>
                    <a:lnTo>
                      <a:pt x="2836" y="8507"/>
                    </a:lnTo>
                    <a:lnTo>
                      <a:pt x="3245" y="8633"/>
                    </a:lnTo>
                    <a:lnTo>
                      <a:pt x="3686" y="8727"/>
                    </a:lnTo>
                    <a:lnTo>
                      <a:pt x="4096" y="8790"/>
                    </a:lnTo>
                    <a:lnTo>
                      <a:pt x="4537" y="8790"/>
                    </a:lnTo>
                    <a:lnTo>
                      <a:pt x="4946" y="8759"/>
                    </a:lnTo>
                    <a:lnTo>
                      <a:pt x="5356" y="8696"/>
                    </a:lnTo>
                    <a:lnTo>
                      <a:pt x="5765" y="8570"/>
                    </a:lnTo>
                    <a:lnTo>
                      <a:pt x="6175" y="8412"/>
                    </a:lnTo>
                    <a:lnTo>
                      <a:pt x="6553" y="8223"/>
                    </a:lnTo>
                    <a:lnTo>
                      <a:pt x="6900" y="8003"/>
                    </a:lnTo>
                    <a:lnTo>
                      <a:pt x="7246" y="7751"/>
                    </a:lnTo>
                    <a:lnTo>
                      <a:pt x="7561" y="7435"/>
                    </a:lnTo>
                    <a:lnTo>
                      <a:pt x="7845" y="7120"/>
                    </a:lnTo>
                    <a:lnTo>
                      <a:pt x="8097" y="6742"/>
                    </a:lnTo>
                    <a:lnTo>
                      <a:pt x="8317" y="6333"/>
                    </a:lnTo>
                    <a:lnTo>
                      <a:pt x="8506" y="5955"/>
                    </a:lnTo>
                    <a:lnTo>
                      <a:pt x="8632" y="5514"/>
                    </a:lnTo>
                    <a:lnTo>
                      <a:pt x="8727" y="5104"/>
                    </a:lnTo>
                    <a:lnTo>
                      <a:pt x="8790" y="4695"/>
                    </a:lnTo>
                    <a:lnTo>
                      <a:pt x="8790" y="4253"/>
                    </a:lnTo>
                    <a:lnTo>
                      <a:pt x="8758" y="3844"/>
                    </a:lnTo>
                    <a:lnTo>
                      <a:pt x="8695" y="3403"/>
                    </a:lnTo>
                    <a:lnTo>
                      <a:pt x="8569" y="3025"/>
                    </a:lnTo>
                    <a:lnTo>
                      <a:pt x="8412" y="2615"/>
                    </a:lnTo>
                    <a:lnTo>
                      <a:pt x="8223" y="2237"/>
                    </a:lnTo>
                    <a:lnTo>
                      <a:pt x="8002" y="1859"/>
                    </a:lnTo>
                    <a:lnTo>
                      <a:pt x="7750" y="1544"/>
                    </a:lnTo>
                    <a:lnTo>
                      <a:pt x="7435" y="1229"/>
                    </a:lnTo>
                    <a:lnTo>
                      <a:pt x="7089" y="914"/>
                    </a:lnTo>
                    <a:lnTo>
                      <a:pt x="6742" y="662"/>
                    </a:lnTo>
                    <a:lnTo>
                      <a:pt x="6333" y="441"/>
                    </a:lnTo>
                    <a:lnTo>
                      <a:pt x="5923" y="284"/>
                    </a:lnTo>
                    <a:lnTo>
                      <a:pt x="5513" y="126"/>
                    </a:lnTo>
                    <a:lnTo>
                      <a:pt x="5104" y="32"/>
                    </a:lnTo>
                    <a:lnTo>
                      <a:pt x="46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33"/>
              <p:cNvSpPr/>
              <p:nvPr/>
            </p:nvSpPr>
            <p:spPr>
              <a:xfrm>
                <a:off x="5920825" y="2302600"/>
                <a:ext cx="147300" cy="158325"/>
              </a:xfrm>
              <a:custGeom>
                <a:rect b="b" l="l" r="r" t="t"/>
                <a:pathLst>
                  <a:path extrusionOk="0" h="6333" w="5892">
                    <a:moveTo>
                      <a:pt x="3088" y="0"/>
                    </a:moveTo>
                    <a:lnTo>
                      <a:pt x="2804" y="63"/>
                    </a:lnTo>
                    <a:lnTo>
                      <a:pt x="2521" y="126"/>
                    </a:lnTo>
                    <a:lnTo>
                      <a:pt x="2269" y="221"/>
                    </a:lnTo>
                    <a:lnTo>
                      <a:pt x="1985" y="347"/>
                    </a:lnTo>
                    <a:lnTo>
                      <a:pt x="1733" y="504"/>
                    </a:lnTo>
                    <a:lnTo>
                      <a:pt x="1481" y="693"/>
                    </a:lnTo>
                    <a:lnTo>
                      <a:pt x="1229" y="914"/>
                    </a:lnTo>
                    <a:lnTo>
                      <a:pt x="1008" y="1135"/>
                    </a:lnTo>
                    <a:lnTo>
                      <a:pt x="788" y="1387"/>
                    </a:lnTo>
                    <a:lnTo>
                      <a:pt x="599" y="1670"/>
                    </a:lnTo>
                    <a:lnTo>
                      <a:pt x="441" y="1954"/>
                    </a:lnTo>
                    <a:lnTo>
                      <a:pt x="284" y="2269"/>
                    </a:lnTo>
                    <a:lnTo>
                      <a:pt x="189" y="2552"/>
                    </a:lnTo>
                    <a:lnTo>
                      <a:pt x="95" y="2867"/>
                    </a:lnTo>
                    <a:lnTo>
                      <a:pt x="32" y="3182"/>
                    </a:lnTo>
                    <a:lnTo>
                      <a:pt x="0" y="3497"/>
                    </a:lnTo>
                    <a:lnTo>
                      <a:pt x="0" y="3781"/>
                    </a:lnTo>
                    <a:lnTo>
                      <a:pt x="32" y="4096"/>
                    </a:lnTo>
                    <a:lnTo>
                      <a:pt x="95" y="4380"/>
                    </a:lnTo>
                    <a:lnTo>
                      <a:pt x="158" y="4632"/>
                    </a:lnTo>
                    <a:lnTo>
                      <a:pt x="284" y="4915"/>
                    </a:lnTo>
                    <a:lnTo>
                      <a:pt x="410" y="5167"/>
                    </a:lnTo>
                    <a:lnTo>
                      <a:pt x="567" y="5388"/>
                    </a:lnTo>
                    <a:lnTo>
                      <a:pt x="756" y="5608"/>
                    </a:lnTo>
                    <a:lnTo>
                      <a:pt x="945" y="5797"/>
                    </a:lnTo>
                    <a:lnTo>
                      <a:pt x="1197" y="5955"/>
                    </a:lnTo>
                    <a:lnTo>
                      <a:pt x="1450" y="6081"/>
                    </a:lnTo>
                    <a:lnTo>
                      <a:pt x="1702" y="6207"/>
                    </a:lnTo>
                    <a:lnTo>
                      <a:pt x="1954" y="6270"/>
                    </a:lnTo>
                    <a:lnTo>
                      <a:pt x="2237" y="6301"/>
                    </a:lnTo>
                    <a:lnTo>
                      <a:pt x="2521" y="6333"/>
                    </a:lnTo>
                    <a:lnTo>
                      <a:pt x="2804" y="6301"/>
                    </a:lnTo>
                    <a:lnTo>
                      <a:pt x="3088" y="6270"/>
                    </a:lnTo>
                    <a:lnTo>
                      <a:pt x="3371" y="6175"/>
                    </a:lnTo>
                    <a:lnTo>
                      <a:pt x="3655" y="6081"/>
                    </a:lnTo>
                    <a:lnTo>
                      <a:pt x="3907" y="5955"/>
                    </a:lnTo>
                    <a:lnTo>
                      <a:pt x="4190" y="5797"/>
                    </a:lnTo>
                    <a:lnTo>
                      <a:pt x="4443" y="5608"/>
                    </a:lnTo>
                    <a:lnTo>
                      <a:pt x="4663" y="5388"/>
                    </a:lnTo>
                    <a:lnTo>
                      <a:pt x="4915" y="5167"/>
                    </a:lnTo>
                    <a:lnTo>
                      <a:pt x="5104" y="4915"/>
                    </a:lnTo>
                    <a:lnTo>
                      <a:pt x="5293" y="4632"/>
                    </a:lnTo>
                    <a:lnTo>
                      <a:pt x="5482" y="4348"/>
                    </a:lnTo>
                    <a:lnTo>
                      <a:pt x="5608" y="4033"/>
                    </a:lnTo>
                    <a:lnTo>
                      <a:pt x="5734" y="3749"/>
                    </a:lnTo>
                    <a:lnTo>
                      <a:pt x="5797" y="3434"/>
                    </a:lnTo>
                    <a:lnTo>
                      <a:pt x="5860" y="3119"/>
                    </a:lnTo>
                    <a:lnTo>
                      <a:pt x="5892" y="2836"/>
                    </a:lnTo>
                    <a:lnTo>
                      <a:pt x="5892" y="2521"/>
                    </a:lnTo>
                    <a:lnTo>
                      <a:pt x="5860" y="2237"/>
                    </a:lnTo>
                    <a:lnTo>
                      <a:pt x="5797" y="1954"/>
                    </a:lnTo>
                    <a:lnTo>
                      <a:pt x="5734" y="1670"/>
                    </a:lnTo>
                    <a:lnTo>
                      <a:pt x="5608" y="1418"/>
                    </a:lnTo>
                    <a:lnTo>
                      <a:pt x="5482" y="1166"/>
                    </a:lnTo>
                    <a:lnTo>
                      <a:pt x="5325" y="914"/>
                    </a:lnTo>
                    <a:lnTo>
                      <a:pt x="5136" y="725"/>
                    </a:lnTo>
                    <a:lnTo>
                      <a:pt x="4947" y="536"/>
                    </a:lnTo>
                    <a:lnTo>
                      <a:pt x="4726" y="347"/>
                    </a:lnTo>
                    <a:lnTo>
                      <a:pt x="4474" y="221"/>
                    </a:lnTo>
                    <a:lnTo>
                      <a:pt x="4190" y="126"/>
                    </a:lnTo>
                    <a:lnTo>
                      <a:pt x="3938" y="32"/>
                    </a:lnTo>
                    <a:lnTo>
                      <a:pt x="36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3"/>
              <p:cNvSpPr/>
              <p:nvPr/>
            </p:nvSpPr>
            <p:spPr>
              <a:xfrm>
                <a:off x="5998800" y="2382150"/>
                <a:ext cx="129975" cy="98475"/>
              </a:xfrm>
              <a:custGeom>
                <a:rect b="b" l="l" r="r" t="t"/>
                <a:pathLst>
                  <a:path extrusionOk="0" h="3939" w="5199">
                    <a:moveTo>
                      <a:pt x="945" y="0"/>
                    </a:moveTo>
                    <a:lnTo>
                      <a:pt x="756" y="32"/>
                    </a:lnTo>
                    <a:lnTo>
                      <a:pt x="599" y="63"/>
                    </a:lnTo>
                    <a:lnTo>
                      <a:pt x="441" y="126"/>
                    </a:lnTo>
                    <a:lnTo>
                      <a:pt x="315" y="189"/>
                    </a:lnTo>
                    <a:lnTo>
                      <a:pt x="189" y="284"/>
                    </a:lnTo>
                    <a:lnTo>
                      <a:pt x="126" y="410"/>
                    </a:lnTo>
                    <a:lnTo>
                      <a:pt x="63" y="536"/>
                    </a:lnTo>
                    <a:lnTo>
                      <a:pt x="0" y="662"/>
                    </a:lnTo>
                    <a:lnTo>
                      <a:pt x="0" y="819"/>
                    </a:lnTo>
                    <a:lnTo>
                      <a:pt x="32" y="977"/>
                    </a:lnTo>
                    <a:lnTo>
                      <a:pt x="63" y="1166"/>
                    </a:lnTo>
                    <a:lnTo>
                      <a:pt x="126" y="1324"/>
                    </a:lnTo>
                    <a:lnTo>
                      <a:pt x="315" y="1702"/>
                    </a:lnTo>
                    <a:lnTo>
                      <a:pt x="599" y="2080"/>
                    </a:lnTo>
                    <a:lnTo>
                      <a:pt x="945" y="2458"/>
                    </a:lnTo>
                    <a:lnTo>
                      <a:pt x="1387" y="2804"/>
                    </a:lnTo>
                    <a:lnTo>
                      <a:pt x="1859" y="3151"/>
                    </a:lnTo>
                    <a:lnTo>
                      <a:pt x="2395" y="3434"/>
                    </a:lnTo>
                    <a:lnTo>
                      <a:pt x="2899" y="3686"/>
                    </a:lnTo>
                    <a:lnTo>
                      <a:pt x="3403" y="3844"/>
                    </a:lnTo>
                    <a:lnTo>
                      <a:pt x="3844" y="3907"/>
                    </a:lnTo>
                    <a:lnTo>
                      <a:pt x="4253" y="3938"/>
                    </a:lnTo>
                    <a:lnTo>
                      <a:pt x="4442" y="3907"/>
                    </a:lnTo>
                    <a:lnTo>
                      <a:pt x="4632" y="3875"/>
                    </a:lnTo>
                    <a:lnTo>
                      <a:pt x="4758" y="3844"/>
                    </a:lnTo>
                    <a:lnTo>
                      <a:pt x="4915" y="3749"/>
                    </a:lnTo>
                    <a:lnTo>
                      <a:pt x="5010" y="3655"/>
                    </a:lnTo>
                    <a:lnTo>
                      <a:pt x="5104" y="3560"/>
                    </a:lnTo>
                    <a:lnTo>
                      <a:pt x="5167" y="3434"/>
                    </a:lnTo>
                    <a:lnTo>
                      <a:pt x="5199" y="3277"/>
                    </a:lnTo>
                    <a:lnTo>
                      <a:pt x="5199" y="3119"/>
                    </a:lnTo>
                    <a:lnTo>
                      <a:pt x="5199" y="2962"/>
                    </a:lnTo>
                    <a:lnTo>
                      <a:pt x="5167" y="2804"/>
                    </a:lnTo>
                    <a:lnTo>
                      <a:pt x="5104" y="2615"/>
                    </a:lnTo>
                    <a:lnTo>
                      <a:pt x="4884" y="2269"/>
                    </a:lnTo>
                    <a:lnTo>
                      <a:pt x="4632" y="1891"/>
                    </a:lnTo>
                    <a:lnTo>
                      <a:pt x="4253" y="1513"/>
                    </a:lnTo>
                    <a:lnTo>
                      <a:pt x="3844" y="1135"/>
                    </a:lnTo>
                    <a:lnTo>
                      <a:pt x="3340" y="788"/>
                    </a:lnTo>
                    <a:lnTo>
                      <a:pt x="2836" y="504"/>
                    </a:lnTo>
                    <a:lnTo>
                      <a:pt x="2332" y="284"/>
                    </a:lnTo>
                    <a:lnTo>
                      <a:pt x="1828" y="126"/>
                    </a:lnTo>
                    <a:lnTo>
                      <a:pt x="1355" y="32"/>
                    </a:lnTo>
                    <a:lnTo>
                      <a:pt x="9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33"/>
              <p:cNvSpPr/>
              <p:nvPr/>
            </p:nvSpPr>
            <p:spPr>
              <a:xfrm>
                <a:off x="6912450" y="3082350"/>
                <a:ext cx="166200" cy="193775"/>
              </a:xfrm>
              <a:custGeom>
                <a:rect b="b" l="l" r="r" t="t"/>
                <a:pathLst>
                  <a:path extrusionOk="0" h="7751" w="6648">
                    <a:moveTo>
                      <a:pt x="2772" y="0"/>
                    </a:moveTo>
                    <a:lnTo>
                      <a:pt x="2426" y="32"/>
                    </a:lnTo>
                    <a:lnTo>
                      <a:pt x="2111" y="95"/>
                    </a:lnTo>
                    <a:lnTo>
                      <a:pt x="1796" y="189"/>
                    </a:lnTo>
                    <a:lnTo>
                      <a:pt x="1512" y="284"/>
                    </a:lnTo>
                    <a:lnTo>
                      <a:pt x="1229" y="441"/>
                    </a:lnTo>
                    <a:lnTo>
                      <a:pt x="977" y="599"/>
                    </a:lnTo>
                    <a:lnTo>
                      <a:pt x="756" y="788"/>
                    </a:lnTo>
                    <a:lnTo>
                      <a:pt x="567" y="1008"/>
                    </a:lnTo>
                    <a:lnTo>
                      <a:pt x="378" y="1260"/>
                    </a:lnTo>
                    <a:lnTo>
                      <a:pt x="221" y="1544"/>
                    </a:lnTo>
                    <a:lnTo>
                      <a:pt x="95" y="1890"/>
                    </a:lnTo>
                    <a:lnTo>
                      <a:pt x="32" y="2205"/>
                    </a:lnTo>
                    <a:lnTo>
                      <a:pt x="0" y="2552"/>
                    </a:lnTo>
                    <a:lnTo>
                      <a:pt x="32" y="2930"/>
                    </a:lnTo>
                    <a:lnTo>
                      <a:pt x="95" y="3277"/>
                    </a:lnTo>
                    <a:lnTo>
                      <a:pt x="189" y="3655"/>
                    </a:lnTo>
                    <a:lnTo>
                      <a:pt x="315" y="4033"/>
                    </a:lnTo>
                    <a:lnTo>
                      <a:pt x="504" y="4411"/>
                    </a:lnTo>
                    <a:lnTo>
                      <a:pt x="725" y="4757"/>
                    </a:lnTo>
                    <a:lnTo>
                      <a:pt x="977" y="5135"/>
                    </a:lnTo>
                    <a:lnTo>
                      <a:pt x="1260" y="5482"/>
                    </a:lnTo>
                    <a:lnTo>
                      <a:pt x="1607" y="5829"/>
                    </a:lnTo>
                    <a:lnTo>
                      <a:pt x="1953" y="6144"/>
                    </a:lnTo>
                    <a:lnTo>
                      <a:pt x="2331" y="6459"/>
                    </a:lnTo>
                    <a:lnTo>
                      <a:pt x="2741" y="6742"/>
                    </a:lnTo>
                    <a:lnTo>
                      <a:pt x="3214" y="6994"/>
                    </a:lnTo>
                    <a:lnTo>
                      <a:pt x="3686" y="7246"/>
                    </a:lnTo>
                    <a:lnTo>
                      <a:pt x="4190" y="7435"/>
                    </a:lnTo>
                    <a:lnTo>
                      <a:pt x="4663" y="7561"/>
                    </a:lnTo>
                    <a:lnTo>
                      <a:pt x="5135" y="7687"/>
                    </a:lnTo>
                    <a:lnTo>
                      <a:pt x="5608" y="7750"/>
                    </a:lnTo>
                    <a:lnTo>
                      <a:pt x="6049" y="7750"/>
                    </a:lnTo>
                    <a:lnTo>
                      <a:pt x="6490" y="7719"/>
                    </a:lnTo>
                    <a:lnTo>
                      <a:pt x="6553" y="7246"/>
                    </a:lnTo>
                    <a:lnTo>
                      <a:pt x="6616" y="6805"/>
                    </a:lnTo>
                    <a:lnTo>
                      <a:pt x="6648" y="5860"/>
                    </a:lnTo>
                    <a:lnTo>
                      <a:pt x="6616" y="4946"/>
                    </a:lnTo>
                    <a:lnTo>
                      <a:pt x="6522" y="4033"/>
                    </a:lnTo>
                    <a:lnTo>
                      <a:pt x="6333" y="3119"/>
                    </a:lnTo>
                    <a:lnTo>
                      <a:pt x="6081" y="2237"/>
                    </a:lnTo>
                    <a:lnTo>
                      <a:pt x="5765" y="1355"/>
                    </a:lnTo>
                    <a:lnTo>
                      <a:pt x="5356" y="504"/>
                    </a:lnTo>
                    <a:lnTo>
                      <a:pt x="4978" y="347"/>
                    </a:lnTo>
                    <a:lnTo>
                      <a:pt x="4600" y="221"/>
                    </a:lnTo>
                    <a:lnTo>
                      <a:pt x="4222" y="126"/>
                    </a:lnTo>
                    <a:lnTo>
                      <a:pt x="3844" y="63"/>
                    </a:lnTo>
                    <a:lnTo>
                      <a:pt x="3497" y="32"/>
                    </a:lnTo>
                    <a:lnTo>
                      <a:pt x="31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33"/>
              <p:cNvSpPr/>
              <p:nvPr/>
            </p:nvSpPr>
            <p:spPr>
              <a:xfrm>
                <a:off x="5556150" y="2464850"/>
                <a:ext cx="141800" cy="148100"/>
              </a:xfrm>
              <a:custGeom>
                <a:rect b="b" l="l" r="r" t="t"/>
                <a:pathLst>
                  <a:path extrusionOk="0" h="5924" w="5672">
                    <a:moveTo>
                      <a:pt x="2899" y="0"/>
                    </a:moveTo>
                    <a:lnTo>
                      <a:pt x="2615" y="32"/>
                    </a:lnTo>
                    <a:lnTo>
                      <a:pt x="2332" y="95"/>
                    </a:lnTo>
                    <a:lnTo>
                      <a:pt x="2080" y="189"/>
                    </a:lnTo>
                    <a:lnTo>
                      <a:pt x="1828" y="284"/>
                    </a:lnTo>
                    <a:lnTo>
                      <a:pt x="1576" y="441"/>
                    </a:lnTo>
                    <a:lnTo>
                      <a:pt x="1324" y="599"/>
                    </a:lnTo>
                    <a:lnTo>
                      <a:pt x="1103" y="788"/>
                    </a:lnTo>
                    <a:lnTo>
                      <a:pt x="883" y="1009"/>
                    </a:lnTo>
                    <a:lnTo>
                      <a:pt x="694" y="1229"/>
                    </a:lnTo>
                    <a:lnTo>
                      <a:pt x="505" y="1481"/>
                    </a:lnTo>
                    <a:lnTo>
                      <a:pt x="347" y="1765"/>
                    </a:lnTo>
                    <a:lnTo>
                      <a:pt x="221" y="2048"/>
                    </a:lnTo>
                    <a:lnTo>
                      <a:pt x="127" y="2332"/>
                    </a:lnTo>
                    <a:lnTo>
                      <a:pt x="64" y="2615"/>
                    </a:lnTo>
                    <a:lnTo>
                      <a:pt x="1" y="2899"/>
                    </a:lnTo>
                    <a:lnTo>
                      <a:pt x="1" y="3182"/>
                    </a:lnTo>
                    <a:lnTo>
                      <a:pt x="1" y="3466"/>
                    </a:lnTo>
                    <a:lnTo>
                      <a:pt x="32" y="3749"/>
                    </a:lnTo>
                    <a:lnTo>
                      <a:pt x="95" y="4001"/>
                    </a:lnTo>
                    <a:lnTo>
                      <a:pt x="190" y="4285"/>
                    </a:lnTo>
                    <a:lnTo>
                      <a:pt x="284" y="4537"/>
                    </a:lnTo>
                    <a:lnTo>
                      <a:pt x="442" y="4758"/>
                    </a:lnTo>
                    <a:lnTo>
                      <a:pt x="599" y="4978"/>
                    </a:lnTo>
                    <a:lnTo>
                      <a:pt x="788" y="5199"/>
                    </a:lnTo>
                    <a:lnTo>
                      <a:pt x="977" y="5388"/>
                    </a:lnTo>
                    <a:lnTo>
                      <a:pt x="1198" y="5545"/>
                    </a:lnTo>
                    <a:lnTo>
                      <a:pt x="1450" y="5671"/>
                    </a:lnTo>
                    <a:lnTo>
                      <a:pt x="1702" y="5797"/>
                    </a:lnTo>
                    <a:lnTo>
                      <a:pt x="1985" y="5860"/>
                    </a:lnTo>
                    <a:lnTo>
                      <a:pt x="2237" y="5923"/>
                    </a:lnTo>
                    <a:lnTo>
                      <a:pt x="2804" y="5923"/>
                    </a:lnTo>
                    <a:lnTo>
                      <a:pt x="3056" y="5892"/>
                    </a:lnTo>
                    <a:lnTo>
                      <a:pt x="3340" y="5829"/>
                    </a:lnTo>
                    <a:lnTo>
                      <a:pt x="3592" y="5734"/>
                    </a:lnTo>
                    <a:lnTo>
                      <a:pt x="3876" y="5608"/>
                    </a:lnTo>
                    <a:lnTo>
                      <a:pt x="4128" y="5482"/>
                    </a:lnTo>
                    <a:lnTo>
                      <a:pt x="4348" y="5325"/>
                    </a:lnTo>
                    <a:lnTo>
                      <a:pt x="4569" y="5136"/>
                    </a:lnTo>
                    <a:lnTo>
                      <a:pt x="4789" y="4915"/>
                    </a:lnTo>
                    <a:lnTo>
                      <a:pt x="4978" y="4695"/>
                    </a:lnTo>
                    <a:lnTo>
                      <a:pt x="5167" y="4443"/>
                    </a:lnTo>
                    <a:lnTo>
                      <a:pt x="5325" y="4159"/>
                    </a:lnTo>
                    <a:lnTo>
                      <a:pt x="5451" y="3875"/>
                    </a:lnTo>
                    <a:lnTo>
                      <a:pt x="5545" y="3592"/>
                    </a:lnTo>
                    <a:lnTo>
                      <a:pt x="5608" y="3308"/>
                    </a:lnTo>
                    <a:lnTo>
                      <a:pt x="5671" y="3025"/>
                    </a:lnTo>
                    <a:lnTo>
                      <a:pt x="5671" y="2741"/>
                    </a:lnTo>
                    <a:lnTo>
                      <a:pt x="5671" y="2458"/>
                    </a:lnTo>
                    <a:lnTo>
                      <a:pt x="5640" y="2174"/>
                    </a:lnTo>
                    <a:lnTo>
                      <a:pt x="5577" y="1891"/>
                    </a:lnTo>
                    <a:lnTo>
                      <a:pt x="5482" y="1639"/>
                    </a:lnTo>
                    <a:lnTo>
                      <a:pt x="5388" y="1387"/>
                    </a:lnTo>
                    <a:lnTo>
                      <a:pt x="5262" y="1166"/>
                    </a:lnTo>
                    <a:lnTo>
                      <a:pt x="5073" y="946"/>
                    </a:lnTo>
                    <a:lnTo>
                      <a:pt x="4915" y="725"/>
                    </a:lnTo>
                    <a:lnTo>
                      <a:pt x="4695" y="536"/>
                    </a:lnTo>
                    <a:lnTo>
                      <a:pt x="4474" y="378"/>
                    </a:lnTo>
                    <a:lnTo>
                      <a:pt x="4222" y="252"/>
                    </a:lnTo>
                    <a:lnTo>
                      <a:pt x="3970" y="126"/>
                    </a:lnTo>
                    <a:lnTo>
                      <a:pt x="3687" y="63"/>
                    </a:lnTo>
                    <a:lnTo>
                      <a:pt x="34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4" name="Google Shape;814;p33"/>
            <p:cNvGrpSpPr/>
            <p:nvPr/>
          </p:nvGrpSpPr>
          <p:grpSpPr>
            <a:xfrm>
              <a:off x="292320" y="4286292"/>
              <a:ext cx="318433" cy="635400"/>
              <a:chOff x="7379945" y="7558317"/>
              <a:chExt cx="318433" cy="635400"/>
            </a:xfrm>
          </p:grpSpPr>
          <p:sp>
            <p:nvSpPr>
              <p:cNvPr id="815" name="Google Shape;815;p33"/>
              <p:cNvSpPr/>
              <p:nvPr/>
            </p:nvSpPr>
            <p:spPr>
              <a:xfrm>
                <a:off x="7379945" y="7558317"/>
                <a:ext cx="318433" cy="635400"/>
              </a:xfrm>
              <a:custGeom>
                <a:rect b="b" l="l" r="r" t="t"/>
                <a:pathLst>
                  <a:path extrusionOk="0" h="53283" w="26703">
                    <a:moveTo>
                      <a:pt x="11783" y="1"/>
                    </a:moveTo>
                    <a:lnTo>
                      <a:pt x="11703" y="41"/>
                    </a:lnTo>
                    <a:lnTo>
                      <a:pt x="11622" y="81"/>
                    </a:lnTo>
                    <a:lnTo>
                      <a:pt x="11461" y="282"/>
                    </a:lnTo>
                    <a:lnTo>
                      <a:pt x="11341" y="604"/>
                    </a:lnTo>
                    <a:lnTo>
                      <a:pt x="11341" y="1006"/>
                    </a:lnTo>
                    <a:lnTo>
                      <a:pt x="8566" y="13713"/>
                    </a:lnTo>
                    <a:lnTo>
                      <a:pt x="8204" y="15442"/>
                    </a:lnTo>
                    <a:lnTo>
                      <a:pt x="7842" y="17171"/>
                    </a:lnTo>
                    <a:lnTo>
                      <a:pt x="6797" y="21836"/>
                    </a:lnTo>
                    <a:lnTo>
                      <a:pt x="6073" y="25295"/>
                    </a:lnTo>
                    <a:lnTo>
                      <a:pt x="5148" y="29517"/>
                    </a:lnTo>
                    <a:lnTo>
                      <a:pt x="4384" y="32975"/>
                    </a:lnTo>
                    <a:lnTo>
                      <a:pt x="3861" y="35509"/>
                    </a:lnTo>
                    <a:lnTo>
                      <a:pt x="3298" y="38042"/>
                    </a:lnTo>
                    <a:lnTo>
                      <a:pt x="2534" y="41500"/>
                    </a:lnTo>
                    <a:lnTo>
                      <a:pt x="1" y="53283"/>
                    </a:lnTo>
                    <a:lnTo>
                      <a:pt x="26702" y="53283"/>
                    </a:lnTo>
                    <a:lnTo>
                      <a:pt x="23485" y="41500"/>
                    </a:lnTo>
                    <a:lnTo>
                      <a:pt x="23002" y="39771"/>
                    </a:lnTo>
                    <a:lnTo>
                      <a:pt x="22520" y="38042"/>
                    </a:lnTo>
                    <a:lnTo>
                      <a:pt x="21153" y="32975"/>
                    </a:lnTo>
                    <a:lnTo>
                      <a:pt x="20670" y="31246"/>
                    </a:lnTo>
                    <a:lnTo>
                      <a:pt x="20228" y="29517"/>
                    </a:lnTo>
                    <a:lnTo>
                      <a:pt x="19625" y="27386"/>
                    </a:lnTo>
                    <a:lnTo>
                      <a:pt x="19021" y="25295"/>
                    </a:lnTo>
                    <a:lnTo>
                      <a:pt x="18096" y="21836"/>
                    </a:lnTo>
                    <a:lnTo>
                      <a:pt x="16810" y="17171"/>
                    </a:lnTo>
                    <a:lnTo>
                      <a:pt x="16367" y="15442"/>
                    </a:lnTo>
                    <a:lnTo>
                      <a:pt x="15845" y="13713"/>
                    </a:lnTo>
                    <a:lnTo>
                      <a:pt x="12386" y="1006"/>
                    </a:lnTo>
                    <a:lnTo>
                      <a:pt x="12346" y="765"/>
                    </a:lnTo>
                    <a:lnTo>
                      <a:pt x="12306" y="564"/>
                    </a:lnTo>
                    <a:lnTo>
                      <a:pt x="12225" y="403"/>
                    </a:lnTo>
                    <a:lnTo>
                      <a:pt x="12145" y="282"/>
                    </a:lnTo>
                    <a:lnTo>
                      <a:pt x="11944" y="81"/>
                    </a:lnTo>
                    <a:lnTo>
                      <a:pt x="1186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33"/>
              <p:cNvSpPr/>
              <p:nvPr/>
            </p:nvSpPr>
            <p:spPr>
              <a:xfrm>
                <a:off x="7473461" y="7721844"/>
                <a:ext cx="106943" cy="41249"/>
              </a:xfrm>
              <a:custGeom>
                <a:rect b="b" l="l" r="r" t="t"/>
                <a:pathLst>
                  <a:path extrusionOk="0" h="3459" w="8968">
                    <a:moveTo>
                      <a:pt x="724" y="0"/>
                    </a:moveTo>
                    <a:lnTo>
                      <a:pt x="362" y="1729"/>
                    </a:lnTo>
                    <a:lnTo>
                      <a:pt x="0" y="3458"/>
                    </a:lnTo>
                    <a:lnTo>
                      <a:pt x="8968" y="3458"/>
                    </a:lnTo>
                    <a:lnTo>
                      <a:pt x="8525" y="1729"/>
                    </a:lnTo>
                    <a:lnTo>
                      <a:pt x="80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33"/>
              <p:cNvSpPr/>
              <p:nvPr/>
            </p:nvSpPr>
            <p:spPr>
              <a:xfrm>
                <a:off x="7452353" y="7818711"/>
                <a:ext cx="154429" cy="41249"/>
              </a:xfrm>
              <a:custGeom>
                <a:rect b="b" l="l" r="r" t="t"/>
                <a:pathLst>
                  <a:path extrusionOk="0" h="3459" w="12950">
                    <a:moveTo>
                      <a:pt x="725" y="0"/>
                    </a:moveTo>
                    <a:lnTo>
                      <a:pt x="1" y="3459"/>
                    </a:lnTo>
                    <a:lnTo>
                      <a:pt x="12949" y="3459"/>
                    </a:lnTo>
                    <a:lnTo>
                      <a:pt x="120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33"/>
              <p:cNvSpPr/>
              <p:nvPr/>
            </p:nvSpPr>
            <p:spPr>
              <a:xfrm>
                <a:off x="7432212" y="7910295"/>
                <a:ext cx="199982" cy="41260"/>
              </a:xfrm>
              <a:custGeom>
                <a:rect b="b" l="l" r="r" t="t"/>
                <a:pathLst>
                  <a:path extrusionOk="0" h="3460" w="16770">
                    <a:moveTo>
                      <a:pt x="765" y="1"/>
                    </a:moveTo>
                    <a:lnTo>
                      <a:pt x="1" y="3459"/>
                    </a:lnTo>
                    <a:lnTo>
                      <a:pt x="16770" y="3459"/>
                    </a:lnTo>
                    <a:lnTo>
                      <a:pt x="16287" y="1730"/>
                    </a:lnTo>
                    <a:lnTo>
                      <a:pt x="158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3"/>
              <p:cNvSpPr/>
              <p:nvPr/>
            </p:nvSpPr>
            <p:spPr>
              <a:xfrm>
                <a:off x="7410163" y="8011968"/>
                <a:ext cx="249841" cy="41249"/>
              </a:xfrm>
              <a:custGeom>
                <a:rect b="b" l="l" r="r" t="t"/>
                <a:pathLst>
                  <a:path extrusionOk="0" h="3459" w="20951">
                    <a:moveTo>
                      <a:pt x="764" y="0"/>
                    </a:moveTo>
                    <a:lnTo>
                      <a:pt x="0" y="3458"/>
                    </a:lnTo>
                    <a:lnTo>
                      <a:pt x="20951" y="3458"/>
                    </a:lnTo>
                    <a:lnTo>
                      <a:pt x="20468" y="1729"/>
                    </a:lnTo>
                    <a:lnTo>
                      <a:pt x="199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0" name="Google Shape;820;p33"/>
            <p:cNvGrpSpPr/>
            <p:nvPr/>
          </p:nvGrpSpPr>
          <p:grpSpPr>
            <a:xfrm rot="-7744772">
              <a:off x="7856852" y="4237416"/>
              <a:ext cx="894551" cy="1228476"/>
              <a:chOff x="386325" y="761275"/>
              <a:chExt cx="1487925" cy="2043350"/>
            </a:xfrm>
          </p:grpSpPr>
          <p:sp>
            <p:nvSpPr>
              <p:cNvPr id="821" name="Google Shape;821;p33"/>
              <p:cNvSpPr/>
              <p:nvPr/>
            </p:nvSpPr>
            <p:spPr>
              <a:xfrm>
                <a:off x="1093575" y="1287225"/>
                <a:ext cx="537475" cy="579925"/>
              </a:xfrm>
              <a:custGeom>
                <a:rect b="b" l="l" r="r" t="t"/>
                <a:pathLst>
                  <a:path extrusionOk="0" h="23197" w="21499">
                    <a:moveTo>
                      <a:pt x="10591" y="0"/>
                    </a:moveTo>
                    <a:lnTo>
                      <a:pt x="10073" y="58"/>
                    </a:lnTo>
                    <a:lnTo>
                      <a:pt x="9555" y="115"/>
                    </a:lnTo>
                    <a:lnTo>
                      <a:pt x="9037" y="202"/>
                    </a:lnTo>
                    <a:lnTo>
                      <a:pt x="8519" y="346"/>
                    </a:lnTo>
                    <a:lnTo>
                      <a:pt x="8001" y="490"/>
                    </a:lnTo>
                    <a:lnTo>
                      <a:pt x="7512" y="662"/>
                    </a:lnTo>
                    <a:lnTo>
                      <a:pt x="7023" y="864"/>
                    </a:lnTo>
                    <a:lnTo>
                      <a:pt x="6534" y="1094"/>
                    </a:lnTo>
                    <a:lnTo>
                      <a:pt x="6073" y="1353"/>
                    </a:lnTo>
                    <a:lnTo>
                      <a:pt x="5613" y="1612"/>
                    </a:lnTo>
                    <a:lnTo>
                      <a:pt x="5181" y="1900"/>
                    </a:lnTo>
                    <a:lnTo>
                      <a:pt x="4720" y="2216"/>
                    </a:lnTo>
                    <a:lnTo>
                      <a:pt x="4318" y="2562"/>
                    </a:lnTo>
                    <a:lnTo>
                      <a:pt x="3915" y="2936"/>
                    </a:lnTo>
                    <a:lnTo>
                      <a:pt x="3512" y="3310"/>
                    </a:lnTo>
                    <a:lnTo>
                      <a:pt x="3138" y="3713"/>
                    </a:lnTo>
                    <a:lnTo>
                      <a:pt x="2792" y="4116"/>
                    </a:lnTo>
                    <a:lnTo>
                      <a:pt x="2447" y="4576"/>
                    </a:lnTo>
                    <a:lnTo>
                      <a:pt x="2130" y="5037"/>
                    </a:lnTo>
                    <a:lnTo>
                      <a:pt x="1814" y="5497"/>
                    </a:lnTo>
                    <a:lnTo>
                      <a:pt x="1526" y="5986"/>
                    </a:lnTo>
                    <a:lnTo>
                      <a:pt x="1267" y="6504"/>
                    </a:lnTo>
                    <a:lnTo>
                      <a:pt x="1037" y="7022"/>
                    </a:lnTo>
                    <a:lnTo>
                      <a:pt x="835" y="7569"/>
                    </a:lnTo>
                    <a:lnTo>
                      <a:pt x="634" y="8116"/>
                    </a:lnTo>
                    <a:lnTo>
                      <a:pt x="461" y="8692"/>
                    </a:lnTo>
                    <a:lnTo>
                      <a:pt x="317" y="9267"/>
                    </a:lnTo>
                    <a:lnTo>
                      <a:pt x="202" y="9843"/>
                    </a:lnTo>
                    <a:lnTo>
                      <a:pt x="116" y="10447"/>
                    </a:lnTo>
                    <a:lnTo>
                      <a:pt x="58" y="11023"/>
                    </a:lnTo>
                    <a:lnTo>
                      <a:pt x="29" y="11598"/>
                    </a:lnTo>
                    <a:lnTo>
                      <a:pt x="1" y="12174"/>
                    </a:lnTo>
                    <a:lnTo>
                      <a:pt x="29" y="12750"/>
                    </a:lnTo>
                    <a:lnTo>
                      <a:pt x="87" y="13325"/>
                    </a:lnTo>
                    <a:lnTo>
                      <a:pt x="145" y="13872"/>
                    </a:lnTo>
                    <a:lnTo>
                      <a:pt x="231" y="14419"/>
                    </a:lnTo>
                    <a:lnTo>
                      <a:pt x="375" y="14966"/>
                    </a:lnTo>
                    <a:lnTo>
                      <a:pt x="519" y="15484"/>
                    </a:lnTo>
                    <a:lnTo>
                      <a:pt x="691" y="16002"/>
                    </a:lnTo>
                    <a:lnTo>
                      <a:pt x="864" y="16520"/>
                    </a:lnTo>
                    <a:lnTo>
                      <a:pt x="1094" y="17038"/>
                    </a:lnTo>
                    <a:lnTo>
                      <a:pt x="1324" y="17498"/>
                    </a:lnTo>
                    <a:lnTo>
                      <a:pt x="1583" y="17987"/>
                    </a:lnTo>
                    <a:lnTo>
                      <a:pt x="1843" y="18448"/>
                    </a:lnTo>
                    <a:lnTo>
                      <a:pt x="2159" y="18879"/>
                    </a:lnTo>
                    <a:lnTo>
                      <a:pt x="2476" y="19311"/>
                    </a:lnTo>
                    <a:lnTo>
                      <a:pt x="2821" y="19714"/>
                    </a:lnTo>
                    <a:lnTo>
                      <a:pt x="3166" y="20117"/>
                    </a:lnTo>
                    <a:lnTo>
                      <a:pt x="3540" y="20462"/>
                    </a:lnTo>
                    <a:lnTo>
                      <a:pt x="3943" y="20836"/>
                    </a:lnTo>
                    <a:lnTo>
                      <a:pt x="4346" y="21153"/>
                    </a:lnTo>
                    <a:lnTo>
                      <a:pt x="4778" y="21470"/>
                    </a:lnTo>
                    <a:lnTo>
                      <a:pt x="5210" y="21757"/>
                    </a:lnTo>
                    <a:lnTo>
                      <a:pt x="5670" y="22016"/>
                    </a:lnTo>
                    <a:lnTo>
                      <a:pt x="6159" y="22247"/>
                    </a:lnTo>
                    <a:lnTo>
                      <a:pt x="6649" y="22477"/>
                    </a:lnTo>
                    <a:lnTo>
                      <a:pt x="7167" y="22650"/>
                    </a:lnTo>
                    <a:lnTo>
                      <a:pt x="7685" y="22822"/>
                    </a:lnTo>
                    <a:lnTo>
                      <a:pt x="8203" y="22966"/>
                    </a:lnTo>
                    <a:lnTo>
                      <a:pt x="8750" y="23052"/>
                    </a:lnTo>
                    <a:lnTo>
                      <a:pt x="9296" y="23139"/>
                    </a:lnTo>
                    <a:lnTo>
                      <a:pt x="9814" y="23168"/>
                    </a:lnTo>
                    <a:lnTo>
                      <a:pt x="10361" y="23196"/>
                    </a:lnTo>
                    <a:lnTo>
                      <a:pt x="10908" y="23168"/>
                    </a:lnTo>
                    <a:lnTo>
                      <a:pt x="11426" y="23139"/>
                    </a:lnTo>
                    <a:lnTo>
                      <a:pt x="11944" y="23081"/>
                    </a:lnTo>
                    <a:lnTo>
                      <a:pt x="12462" y="22966"/>
                    </a:lnTo>
                    <a:lnTo>
                      <a:pt x="12980" y="22851"/>
                    </a:lnTo>
                    <a:lnTo>
                      <a:pt x="13498" y="22707"/>
                    </a:lnTo>
                    <a:lnTo>
                      <a:pt x="13987" y="22534"/>
                    </a:lnTo>
                    <a:lnTo>
                      <a:pt x="14477" y="22333"/>
                    </a:lnTo>
                    <a:lnTo>
                      <a:pt x="14966" y="22103"/>
                    </a:lnTo>
                    <a:lnTo>
                      <a:pt x="15426" y="21844"/>
                    </a:lnTo>
                    <a:lnTo>
                      <a:pt x="15887" y="21585"/>
                    </a:lnTo>
                    <a:lnTo>
                      <a:pt x="16319" y="21268"/>
                    </a:lnTo>
                    <a:lnTo>
                      <a:pt x="16750" y="20952"/>
                    </a:lnTo>
                    <a:lnTo>
                      <a:pt x="17182" y="20606"/>
                    </a:lnTo>
                    <a:lnTo>
                      <a:pt x="17585" y="20261"/>
                    </a:lnTo>
                    <a:lnTo>
                      <a:pt x="17988" y="19887"/>
                    </a:lnTo>
                    <a:lnTo>
                      <a:pt x="18362" y="19484"/>
                    </a:lnTo>
                    <a:lnTo>
                      <a:pt x="18707" y="19052"/>
                    </a:lnTo>
                    <a:lnTo>
                      <a:pt x="19053" y="18620"/>
                    </a:lnTo>
                    <a:lnTo>
                      <a:pt x="19369" y="18160"/>
                    </a:lnTo>
                    <a:lnTo>
                      <a:pt x="19686" y="17700"/>
                    </a:lnTo>
                    <a:lnTo>
                      <a:pt x="19945" y="17210"/>
                    </a:lnTo>
                    <a:lnTo>
                      <a:pt x="20204" y="16692"/>
                    </a:lnTo>
                    <a:lnTo>
                      <a:pt x="20463" y="16174"/>
                    </a:lnTo>
                    <a:lnTo>
                      <a:pt x="20664" y="15627"/>
                    </a:lnTo>
                    <a:lnTo>
                      <a:pt x="20866" y="15081"/>
                    </a:lnTo>
                    <a:lnTo>
                      <a:pt x="21038" y="14505"/>
                    </a:lnTo>
                    <a:lnTo>
                      <a:pt x="21182" y="13929"/>
                    </a:lnTo>
                    <a:lnTo>
                      <a:pt x="21297" y="13325"/>
                    </a:lnTo>
                    <a:lnTo>
                      <a:pt x="21384" y="12750"/>
                    </a:lnTo>
                    <a:lnTo>
                      <a:pt x="21441" y="12174"/>
                    </a:lnTo>
                    <a:lnTo>
                      <a:pt x="21470" y="11598"/>
                    </a:lnTo>
                    <a:lnTo>
                      <a:pt x="21499" y="11023"/>
                    </a:lnTo>
                    <a:lnTo>
                      <a:pt x="21470" y="10447"/>
                    </a:lnTo>
                    <a:lnTo>
                      <a:pt x="21412" y="9872"/>
                    </a:lnTo>
                    <a:lnTo>
                      <a:pt x="21355" y="9325"/>
                    </a:lnTo>
                    <a:lnTo>
                      <a:pt x="21240" y="8778"/>
                    </a:lnTo>
                    <a:lnTo>
                      <a:pt x="21125" y="8231"/>
                    </a:lnTo>
                    <a:lnTo>
                      <a:pt x="20981" y="7684"/>
                    </a:lnTo>
                    <a:lnTo>
                      <a:pt x="20808" y="7166"/>
                    </a:lnTo>
                    <a:lnTo>
                      <a:pt x="20635" y="6648"/>
                    </a:lnTo>
                    <a:lnTo>
                      <a:pt x="20405" y="6159"/>
                    </a:lnTo>
                    <a:lnTo>
                      <a:pt x="20175" y="5670"/>
                    </a:lnTo>
                    <a:lnTo>
                      <a:pt x="19916" y="5209"/>
                    </a:lnTo>
                    <a:lnTo>
                      <a:pt x="19628" y="4749"/>
                    </a:lnTo>
                    <a:lnTo>
                      <a:pt x="19340" y="4317"/>
                    </a:lnTo>
                    <a:lnTo>
                      <a:pt x="19024" y="3886"/>
                    </a:lnTo>
                    <a:lnTo>
                      <a:pt x="18678" y="3483"/>
                    </a:lnTo>
                    <a:lnTo>
                      <a:pt x="18333" y="3080"/>
                    </a:lnTo>
                    <a:lnTo>
                      <a:pt x="17959" y="2706"/>
                    </a:lnTo>
                    <a:lnTo>
                      <a:pt x="17556" y="2360"/>
                    </a:lnTo>
                    <a:lnTo>
                      <a:pt x="17153" y="2044"/>
                    </a:lnTo>
                    <a:lnTo>
                      <a:pt x="16721" y="1727"/>
                    </a:lnTo>
                    <a:lnTo>
                      <a:pt x="16261" y="1439"/>
                    </a:lnTo>
                    <a:lnTo>
                      <a:pt x="15800" y="1180"/>
                    </a:lnTo>
                    <a:lnTo>
                      <a:pt x="15340" y="921"/>
                    </a:lnTo>
                    <a:lnTo>
                      <a:pt x="14851" y="720"/>
                    </a:lnTo>
                    <a:lnTo>
                      <a:pt x="14333" y="518"/>
                    </a:lnTo>
                    <a:lnTo>
                      <a:pt x="13815" y="374"/>
                    </a:lnTo>
                    <a:lnTo>
                      <a:pt x="13297" y="231"/>
                    </a:lnTo>
                    <a:lnTo>
                      <a:pt x="12750" y="115"/>
                    </a:lnTo>
                    <a:lnTo>
                      <a:pt x="12203" y="58"/>
                    </a:lnTo>
                    <a:lnTo>
                      <a:pt x="116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33"/>
              <p:cNvSpPr/>
              <p:nvPr/>
            </p:nvSpPr>
            <p:spPr>
              <a:xfrm>
                <a:off x="1144650" y="1481475"/>
                <a:ext cx="532450" cy="356175"/>
              </a:xfrm>
              <a:custGeom>
                <a:rect b="b" l="l" r="r" t="t"/>
                <a:pathLst>
                  <a:path extrusionOk="0" h="14247" w="21298">
                    <a:moveTo>
                      <a:pt x="8433" y="1"/>
                    </a:moveTo>
                    <a:lnTo>
                      <a:pt x="7944" y="29"/>
                    </a:lnTo>
                    <a:lnTo>
                      <a:pt x="7426" y="58"/>
                    </a:lnTo>
                    <a:lnTo>
                      <a:pt x="6966" y="116"/>
                    </a:lnTo>
                    <a:lnTo>
                      <a:pt x="6476" y="173"/>
                    </a:lnTo>
                    <a:lnTo>
                      <a:pt x="6016" y="231"/>
                    </a:lnTo>
                    <a:lnTo>
                      <a:pt x="5555" y="346"/>
                    </a:lnTo>
                    <a:lnTo>
                      <a:pt x="5124" y="461"/>
                    </a:lnTo>
                    <a:lnTo>
                      <a:pt x="4692" y="576"/>
                    </a:lnTo>
                    <a:lnTo>
                      <a:pt x="4260" y="720"/>
                    </a:lnTo>
                    <a:lnTo>
                      <a:pt x="3857" y="864"/>
                    </a:lnTo>
                    <a:lnTo>
                      <a:pt x="3483" y="1037"/>
                    </a:lnTo>
                    <a:lnTo>
                      <a:pt x="3109" y="1209"/>
                    </a:lnTo>
                    <a:lnTo>
                      <a:pt x="2764" y="1411"/>
                    </a:lnTo>
                    <a:lnTo>
                      <a:pt x="2418" y="1641"/>
                    </a:lnTo>
                    <a:lnTo>
                      <a:pt x="2102" y="1843"/>
                    </a:lnTo>
                    <a:lnTo>
                      <a:pt x="1814" y="2102"/>
                    </a:lnTo>
                    <a:lnTo>
                      <a:pt x="1526" y="2332"/>
                    </a:lnTo>
                    <a:lnTo>
                      <a:pt x="1267" y="2591"/>
                    </a:lnTo>
                    <a:lnTo>
                      <a:pt x="1037" y="2879"/>
                    </a:lnTo>
                    <a:lnTo>
                      <a:pt x="836" y="3166"/>
                    </a:lnTo>
                    <a:lnTo>
                      <a:pt x="634" y="3454"/>
                    </a:lnTo>
                    <a:lnTo>
                      <a:pt x="461" y="3771"/>
                    </a:lnTo>
                    <a:lnTo>
                      <a:pt x="318" y="4087"/>
                    </a:lnTo>
                    <a:lnTo>
                      <a:pt x="202" y="4433"/>
                    </a:lnTo>
                    <a:lnTo>
                      <a:pt x="116" y="4778"/>
                    </a:lnTo>
                    <a:lnTo>
                      <a:pt x="59" y="5123"/>
                    </a:lnTo>
                    <a:lnTo>
                      <a:pt x="30" y="5469"/>
                    </a:lnTo>
                    <a:lnTo>
                      <a:pt x="1" y="5814"/>
                    </a:lnTo>
                    <a:lnTo>
                      <a:pt x="30" y="6159"/>
                    </a:lnTo>
                    <a:lnTo>
                      <a:pt x="87" y="6534"/>
                    </a:lnTo>
                    <a:lnTo>
                      <a:pt x="145" y="6879"/>
                    </a:lnTo>
                    <a:lnTo>
                      <a:pt x="231" y="7224"/>
                    </a:lnTo>
                    <a:lnTo>
                      <a:pt x="375" y="7570"/>
                    </a:lnTo>
                    <a:lnTo>
                      <a:pt x="519" y="7915"/>
                    </a:lnTo>
                    <a:lnTo>
                      <a:pt x="663" y="8260"/>
                    </a:lnTo>
                    <a:lnTo>
                      <a:pt x="864" y="8577"/>
                    </a:lnTo>
                    <a:lnTo>
                      <a:pt x="1095" y="8922"/>
                    </a:lnTo>
                    <a:lnTo>
                      <a:pt x="1325" y="9239"/>
                    </a:lnTo>
                    <a:lnTo>
                      <a:pt x="1584" y="9584"/>
                    </a:lnTo>
                    <a:lnTo>
                      <a:pt x="1843" y="9901"/>
                    </a:lnTo>
                    <a:lnTo>
                      <a:pt x="2159" y="10217"/>
                    </a:lnTo>
                    <a:lnTo>
                      <a:pt x="2476" y="10505"/>
                    </a:lnTo>
                    <a:lnTo>
                      <a:pt x="2793" y="10793"/>
                    </a:lnTo>
                    <a:lnTo>
                      <a:pt x="3138" y="11081"/>
                    </a:lnTo>
                    <a:lnTo>
                      <a:pt x="3512" y="11369"/>
                    </a:lnTo>
                    <a:lnTo>
                      <a:pt x="3915" y="11628"/>
                    </a:lnTo>
                    <a:lnTo>
                      <a:pt x="4318" y="11887"/>
                    </a:lnTo>
                    <a:lnTo>
                      <a:pt x="4750" y="12146"/>
                    </a:lnTo>
                    <a:lnTo>
                      <a:pt x="5181" y="12376"/>
                    </a:lnTo>
                    <a:lnTo>
                      <a:pt x="5613" y="12606"/>
                    </a:lnTo>
                    <a:lnTo>
                      <a:pt x="6102" y="12836"/>
                    </a:lnTo>
                    <a:lnTo>
                      <a:pt x="6563" y="13038"/>
                    </a:lnTo>
                    <a:lnTo>
                      <a:pt x="7052" y="13210"/>
                    </a:lnTo>
                    <a:lnTo>
                      <a:pt x="7570" y="13383"/>
                    </a:lnTo>
                    <a:lnTo>
                      <a:pt x="8088" y="13556"/>
                    </a:lnTo>
                    <a:lnTo>
                      <a:pt x="8606" y="13700"/>
                    </a:lnTo>
                    <a:lnTo>
                      <a:pt x="9153" y="13844"/>
                    </a:lnTo>
                    <a:lnTo>
                      <a:pt x="9700" y="13959"/>
                    </a:lnTo>
                    <a:lnTo>
                      <a:pt x="10246" y="14045"/>
                    </a:lnTo>
                    <a:lnTo>
                      <a:pt x="10793" y="14103"/>
                    </a:lnTo>
                    <a:lnTo>
                      <a:pt x="11311" y="14160"/>
                    </a:lnTo>
                    <a:lnTo>
                      <a:pt x="11829" y="14218"/>
                    </a:lnTo>
                    <a:lnTo>
                      <a:pt x="12347" y="14218"/>
                    </a:lnTo>
                    <a:lnTo>
                      <a:pt x="12865" y="14246"/>
                    </a:lnTo>
                    <a:lnTo>
                      <a:pt x="13383" y="14218"/>
                    </a:lnTo>
                    <a:lnTo>
                      <a:pt x="13873" y="14189"/>
                    </a:lnTo>
                    <a:lnTo>
                      <a:pt x="14362" y="14131"/>
                    </a:lnTo>
                    <a:lnTo>
                      <a:pt x="14851" y="14074"/>
                    </a:lnTo>
                    <a:lnTo>
                      <a:pt x="15312" y="14016"/>
                    </a:lnTo>
                    <a:lnTo>
                      <a:pt x="15772" y="13901"/>
                    </a:lnTo>
                    <a:lnTo>
                      <a:pt x="16204" y="13786"/>
                    </a:lnTo>
                    <a:lnTo>
                      <a:pt x="16635" y="13671"/>
                    </a:lnTo>
                    <a:lnTo>
                      <a:pt x="17038" y="13527"/>
                    </a:lnTo>
                    <a:lnTo>
                      <a:pt x="17441" y="13383"/>
                    </a:lnTo>
                    <a:lnTo>
                      <a:pt x="17844" y="13210"/>
                    </a:lnTo>
                    <a:lnTo>
                      <a:pt x="18218" y="13038"/>
                    </a:lnTo>
                    <a:lnTo>
                      <a:pt x="18564" y="12836"/>
                    </a:lnTo>
                    <a:lnTo>
                      <a:pt x="18880" y="12606"/>
                    </a:lnTo>
                    <a:lnTo>
                      <a:pt x="19197" y="12405"/>
                    </a:lnTo>
                    <a:lnTo>
                      <a:pt x="19513" y="12146"/>
                    </a:lnTo>
                    <a:lnTo>
                      <a:pt x="19772" y="11915"/>
                    </a:lnTo>
                    <a:lnTo>
                      <a:pt x="20031" y="11628"/>
                    </a:lnTo>
                    <a:lnTo>
                      <a:pt x="20290" y="11369"/>
                    </a:lnTo>
                    <a:lnTo>
                      <a:pt x="20492" y="11081"/>
                    </a:lnTo>
                    <a:lnTo>
                      <a:pt x="20693" y="10793"/>
                    </a:lnTo>
                    <a:lnTo>
                      <a:pt x="20837" y="10476"/>
                    </a:lnTo>
                    <a:lnTo>
                      <a:pt x="20981" y="10160"/>
                    </a:lnTo>
                    <a:lnTo>
                      <a:pt x="21096" y="9814"/>
                    </a:lnTo>
                    <a:lnTo>
                      <a:pt x="21183" y="9469"/>
                    </a:lnTo>
                    <a:lnTo>
                      <a:pt x="21269" y="9124"/>
                    </a:lnTo>
                    <a:lnTo>
                      <a:pt x="21298" y="8778"/>
                    </a:lnTo>
                    <a:lnTo>
                      <a:pt x="21298" y="8433"/>
                    </a:lnTo>
                    <a:lnTo>
                      <a:pt x="21298" y="8088"/>
                    </a:lnTo>
                    <a:lnTo>
                      <a:pt x="21240" y="7714"/>
                    </a:lnTo>
                    <a:lnTo>
                      <a:pt x="21183" y="7368"/>
                    </a:lnTo>
                    <a:lnTo>
                      <a:pt x="21067" y="7023"/>
                    </a:lnTo>
                    <a:lnTo>
                      <a:pt x="20952" y="6677"/>
                    </a:lnTo>
                    <a:lnTo>
                      <a:pt x="20808" y="6332"/>
                    </a:lnTo>
                    <a:lnTo>
                      <a:pt x="20636" y="5987"/>
                    </a:lnTo>
                    <a:lnTo>
                      <a:pt x="20434" y="5670"/>
                    </a:lnTo>
                    <a:lnTo>
                      <a:pt x="20233" y="5325"/>
                    </a:lnTo>
                    <a:lnTo>
                      <a:pt x="20003" y="5008"/>
                    </a:lnTo>
                    <a:lnTo>
                      <a:pt x="19744" y="4663"/>
                    </a:lnTo>
                    <a:lnTo>
                      <a:pt x="19456" y="4346"/>
                    </a:lnTo>
                    <a:lnTo>
                      <a:pt x="19168" y="4030"/>
                    </a:lnTo>
                    <a:lnTo>
                      <a:pt x="18851" y="3742"/>
                    </a:lnTo>
                    <a:lnTo>
                      <a:pt x="18506" y="3454"/>
                    </a:lnTo>
                    <a:lnTo>
                      <a:pt x="18161" y="3166"/>
                    </a:lnTo>
                    <a:lnTo>
                      <a:pt x="17787" y="2879"/>
                    </a:lnTo>
                    <a:lnTo>
                      <a:pt x="17412" y="2620"/>
                    </a:lnTo>
                    <a:lnTo>
                      <a:pt x="17010" y="2332"/>
                    </a:lnTo>
                    <a:lnTo>
                      <a:pt x="16578" y="2102"/>
                    </a:lnTo>
                    <a:lnTo>
                      <a:pt x="16146" y="1871"/>
                    </a:lnTo>
                    <a:lnTo>
                      <a:pt x="15686" y="1641"/>
                    </a:lnTo>
                    <a:lnTo>
                      <a:pt x="15225" y="1411"/>
                    </a:lnTo>
                    <a:lnTo>
                      <a:pt x="14736" y="1209"/>
                    </a:lnTo>
                    <a:lnTo>
                      <a:pt x="14247" y="1037"/>
                    </a:lnTo>
                    <a:lnTo>
                      <a:pt x="13757" y="864"/>
                    </a:lnTo>
                    <a:lnTo>
                      <a:pt x="13239" y="691"/>
                    </a:lnTo>
                    <a:lnTo>
                      <a:pt x="12693" y="548"/>
                    </a:lnTo>
                    <a:lnTo>
                      <a:pt x="12146" y="404"/>
                    </a:lnTo>
                    <a:lnTo>
                      <a:pt x="11599" y="289"/>
                    </a:lnTo>
                    <a:lnTo>
                      <a:pt x="11081" y="202"/>
                    </a:lnTo>
                    <a:lnTo>
                      <a:pt x="10534" y="145"/>
                    </a:lnTo>
                    <a:lnTo>
                      <a:pt x="10016" y="87"/>
                    </a:lnTo>
                    <a:lnTo>
                      <a:pt x="9469" y="29"/>
                    </a:lnTo>
                    <a:lnTo>
                      <a:pt x="8951" y="2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33"/>
              <p:cNvSpPr/>
              <p:nvPr/>
            </p:nvSpPr>
            <p:spPr>
              <a:xfrm>
                <a:off x="1368425" y="929650"/>
                <a:ext cx="505825" cy="602950"/>
              </a:xfrm>
              <a:custGeom>
                <a:rect b="b" l="l" r="r" t="t"/>
                <a:pathLst>
                  <a:path extrusionOk="0" h="24118" w="20233">
                    <a:moveTo>
                      <a:pt x="19052" y="0"/>
                    </a:moveTo>
                    <a:lnTo>
                      <a:pt x="18793" y="29"/>
                    </a:lnTo>
                    <a:lnTo>
                      <a:pt x="18534" y="58"/>
                    </a:lnTo>
                    <a:lnTo>
                      <a:pt x="18246" y="144"/>
                    </a:lnTo>
                    <a:lnTo>
                      <a:pt x="17930" y="259"/>
                    </a:lnTo>
                    <a:lnTo>
                      <a:pt x="17613" y="374"/>
                    </a:lnTo>
                    <a:lnTo>
                      <a:pt x="17268" y="547"/>
                    </a:lnTo>
                    <a:lnTo>
                      <a:pt x="16548" y="950"/>
                    </a:lnTo>
                    <a:lnTo>
                      <a:pt x="15771" y="1439"/>
                    </a:lnTo>
                    <a:lnTo>
                      <a:pt x="14937" y="2043"/>
                    </a:lnTo>
                    <a:lnTo>
                      <a:pt x="14073" y="2734"/>
                    </a:lnTo>
                    <a:lnTo>
                      <a:pt x="13152" y="3511"/>
                    </a:lnTo>
                    <a:lnTo>
                      <a:pt x="12232" y="4346"/>
                    </a:lnTo>
                    <a:lnTo>
                      <a:pt x="11253" y="5295"/>
                    </a:lnTo>
                    <a:lnTo>
                      <a:pt x="10275" y="6303"/>
                    </a:lnTo>
                    <a:lnTo>
                      <a:pt x="9267" y="7368"/>
                    </a:lnTo>
                    <a:lnTo>
                      <a:pt x="8260" y="8519"/>
                    </a:lnTo>
                    <a:lnTo>
                      <a:pt x="7253" y="9699"/>
                    </a:lnTo>
                    <a:lnTo>
                      <a:pt x="6274" y="10936"/>
                    </a:lnTo>
                    <a:lnTo>
                      <a:pt x="5353" y="12145"/>
                    </a:lnTo>
                    <a:lnTo>
                      <a:pt x="4490" y="13325"/>
                    </a:lnTo>
                    <a:lnTo>
                      <a:pt x="3713" y="14505"/>
                    </a:lnTo>
                    <a:lnTo>
                      <a:pt x="2965" y="15627"/>
                    </a:lnTo>
                    <a:lnTo>
                      <a:pt x="2303" y="16721"/>
                    </a:lnTo>
                    <a:lnTo>
                      <a:pt x="1727" y="17757"/>
                    </a:lnTo>
                    <a:lnTo>
                      <a:pt x="1238" y="18764"/>
                    </a:lnTo>
                    <a:lnTo>
                      <a:pt x="806" y="19685"/>
                    </a:lnTo>
                    <a:lnTo>
                      <a:pt x="461" y="20548"/>
                    </a:lnTo>
                    <a:lnTo>
                      <a:pt x="231" y="21325"/>
                    </a:lnTo>
                    <a:lnTo>
                      <a:pt x="115" y="21700"/>
                    </a:lnTo>
                    <a:lnTo>
                      <a:pt x="58" y="22045"/>
                    </a:lnTo>
                    <a:lnTo>
                      <a:pt x="29" y="22362"/>
                    </a:lnTo>
                    <a:lnTo>
                      <a:pt x="0" y="22649"/>
                    </a:lnTo>
                    <a:lnTo>
                      <a:pt x="0" y="22908"/>
                    </a:lnTo>
                    <a:lnTo>
                      <a:pt x="29" y="23167"/>
                    </a:lnTo>
                    <a:lnTo>
                      <a:pt x="87" y="23369"/>
                    </a:lnTo>
                    <a:lnTo>
                      <a:pt x="173" y="23570"/>
                    </a:lnTo>
                    <a:lnTo>
                      <a:pt x="288" y="23743"/>
                    </a:lnTo>
                    <a:lnTo>
                      <a:pt x="403" y="23887"/>
                    </a:lnTo>
                    <a:lnTo>
                      <a:pt x="576" y="23973"/>
                    </a:lnTo>
                    <a:lnTo>
                      <a:pt x="749" y="24059"/>
                    </a:lnTo>
                    <a:lnTo>
                      <a:pt x="950" y="24088"/>
                    </a:lnTo>
                    <a:lnTo>
                      <a:pt x="1180" y="24117"/>
                    </a:lnTo>
                    <a:lnTo>
                      <a:pt x="1439" y="24088"/>
                    </a:lnTo>
                    <a:lnTo>
                      <a:pt x="1698" y="24031"/>
                    </a:lnTo>
                    <a:lnTo>
                      <a:pt x="1986" y="23973"/>
                    </a:lnTo>
                    <a:lnTo>
                      <a:pt x="2274" y="23858"/>
                    </a:lnTo>
                    <a:lnTo>
                      <a:pt x="2619" y="23714"/>
                    </a:lnTo>
                    <a:lnTo>
                      <a:pt x="2936" y="23570"/>
                    </a:lnTo>
                    <a:lnTo>
                      <a:pt x="3655" y="23167"/>
                    </a:lnTo>
                    <a:lnTo>
                      <a:pt x="4432" y="22678"/>
                    </a:lnTo>
                    <a:lnTo>
                      <a:pt x="5267" y="22074"/>
                    </a:lnTo>
                    <a:lnTo>
                      <a:pt x="6159" y="21383"/>
                    </a:lnTo>
                    <a:lnTo>
                      <a:pt x="7051" y="20606"/>
                    </a:lnTo>
                    <a:lnTo>
                      <a:pt x="8001" y="19743"/>
                    </a:lnTo>
                    <a:lnTo>
                      <a:pt x="8979" y="18822"/>
                    </a:lnTo>
                    <a:lnTo>
                      <a:pt x="9958" y="17814"/>
                    </a:lnTo>
                    <a:lnTo>
                      <a:pt x="10965" y="16750"/>
                    </a:lnTo>
                    <a:lnTo>
                      <a:pt x="11973" y="15598"/>
                    </a:lnTo>
                    <a:lnTo>
                      <a:pt x="12980" y="14390"/>
                    </a:lnTo>
                    <a:lnTo>
                      <a:pt x="13958" y="13181"/>
                    </a:lnTo>
                    <a:lnTo>
                      <a:pt x="14879" y="11972"/>
                    </a:lnTo>
                    <a:lnTo>
                      <a:pt x="15714" y="10792"/>
                    </a:lnTo>
                    <a:lnTo>
                      <a:pt x="16520" y="9612"/>
                    </a:lnTo>
                    <a:lnTo>
                      <a:pt x="17239" y="8490"/>
                    </a:lnTo>
                    <a:lnTo>
                      <a:pt x="17901" y="7396"/>
                    </a:lnTo>
                    <a:lnTo>
                      <a:pt x="18477" y="6331"/>
                    </a:lnTo>
                    <a:lnTo>
                      <a:pt x="18995" y="5353"/>
                    </a:lnTo>
                    <a:lnTo>
                      <a:pt x="19426" y="4432"/>
                    </a:lnTo>
                    <a:lnTo>
                      <a:pt x="19743" y="3569"/>
                    </a:lnTo>
                    <a:lnTo>
                      <a:pt x="20002" y="2792"/>
                    </a:lnTo>
                    <a:lnTo>
                      <a:pt x="20088" y="2417"/>
                    </a:lnTo>
                    <a:lnTo>
                      <a:pt x="20175" y="2072"/>
                    </a:lnTo>
                    <a:lnTo>
                      <a:pt x="20203" y="1756"/>
                    </a:lnTo>
                    <a:lnTo>
                      <a:pt x="20232" y="1468"/>
                    </a:lnTo>
                    <a:lnTo>
                      <a:pt x="20232" y="1180"/>
                    </a:lnTo>
                    <a:lnTo>
                      <a:pt x="20203" y="950"/>
                    </a:lnTo>
                    <a:lnTo>
                      <a:pt x="20146" y="720"/>
                    </a:lnTo>
                    <a:lnTo>
                      <a:pt x="20060" y="547"/>
                    </a:lnTo>
                    <a:lnTo>
                      <a:pt x="19944" y="374"/>
                    </a:lnTo>
                    <a:lnTo>
                      <a:pt x="19801" y="230"/>
                    </a:lnTo>
                    <a:lnTo>
                      <a:pt x="19657" y="115"/>
                    </a:lnTo>
                    <a:lnTo>
                      <a:pt x="19484" y="58"/>
                    </a:lnTo>
                    <a:lnTo>
                      <a:pt x="192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33"/>
              <p:cNvSpPr/>
              <p:nvPr/>
            </p:nvSpPr>
            <p:spPr>
              <a:xfrm>
                <a:off x="1251875" y="761275"/>
                <a:ext cx="220900" cy="755475"/>
              </a:xfrm>
              <a:custGeom>
                <a:rect b="b" l="l" r="r" t="t"/>
                <a:pathLst>
                  <a:path extrusionOk="0" h="30219" w="8836">
                    <a:moveTo>
                      <a:pt x="6706" y="1"/>
                    </a:moveTo>
                    <a:lnTo>
                      <a:pt x="6533" y="29"/>
                    </a:lnTo>
                    <a:lnTo>
                      <a:pt x="6332" y="116"/>
                    </a:lnTo>
                    <a:lnTo>
                      <a:pt x="6130" y="202"/>
                    </a:lnTo>
                    <a:lnTo>
                      <a:pt x="5929" y="346"/>
                    </a:lnTo>
                    <a:lnTo>
                      <a:pt x="5698" y="519"/>
                    </a:lnTo>
                    <a:lnTo>
                      <a:pt x="5497" y="720"/>
                    </a:lnTo>
                    <a:lnTo>
                      <a:pt x="5295" y="979"/>
                    </a:lnTo>
                    <a:lnTo>
                      <a:pt x="5065" y="1238"/>
                    </a:lnTo>
                    <a:lnTo>
                      <a:pt x="4864" y="1555"/>
                    </a:lnTo>
                    <a:lnTo>
                      <a:pt x="4432" y="2274"/>
                    </a:lnTo>
                    <a:lnTo>
                      <a:pt x="4029" y="3080"/>
                    </a:lnTo>
                    <a:lnTo>
                      <a:pt x="3597" y="4030"/>
                    </a:lnTo>
                    <a:lnTo>
                      <a:pt x="3195" y="5037"/>
                    </a:lnTo>
                    <a:lnTo>
                      <a:pt x="2792" y="6188"/>
                    </a:lnTo>
                    <a:lnTo>
                      <a:pt x="2389" y="7397"/>
                    </a:lnTo>
                    <a:lnTo>
                      <a:pt x="2015" y="8692"/>
                    </a:lnTo>
                    <a:lnTo>
                      <a:pt x="1669" y="10045"/>
                    </a:lnTo>
                    <a:lnTo>
                      <a:pt x="1353" y="11484"/>
                    </a:lnTo>
                    <a:lnTo>
                      <a:pt x="1036" y="12980"/>
                    </a:lnTo>
                    <a:lnTo>
                      <a:pt x="777" y="14505"/>
                    </a:lnTo>
                    <a:lnTo>
                      <a:pt x="518" y="16060"/>
                    </a:lnTo>
                    <a:lnTo>
                      <a:pt x="345" y="17556"/>
                    </a:lnTo>
                    <a:lnTo>
                      <a:pt x="202" y="19024"/>
                    </a:lnTo>
                    <a:lnTo>
                      <a:pt x="86" y="20434"/>
                    </a:lnTo>
                    <a:lnTo>
                      <a:pt x="29" y="21787"/>
                    </a:lnTo>
                    <a:lnTo>
                      <a:pt x="0" y="23053"/>
                    </a:lnTo>
                    <a:lnTo>
                      <a:pt x="29" y="24233"/>
                    </a:lnTo>
                    <a:lnTo>
                      <a:pt x="86" y="25355"/>
                    </a:lnTo>
                    <a:lnTo>
                      <a:pt x="173" y="26362"/>
                    </a:lnTo>
                    <a:lnTo>
                      <a:pt x="317" y="27283"/>
                    </a:lnTo>
                    <a:lnTo>
                      <a:pt x="489" y="28089"/>
                    </a:lnTo>
                    <a:lnTo>
                      <a:pt x="576" y="28463"/>
                    </a:lnTo>
                    <a:lnTo>
                      <a:pt x="691" y="28780"/>
                    </a:lnTo>
                    <a:lnTo>
                      <a:pt x="835" y="29068"/>
                    </a:lnTo>
                    <a:lnTo>
                      <a:pt x="950" y="29356"/>
                    </a:lnTo>
                    <a:lnTo>
                      <a:pt x="1094" y="29586"/>
                    </a:lnTo>
                    <a:lnTo>
                      <a:pt x="1238" y="29758"/>
                    </a:lnTo>
                    <a:lnTo>
                      <a:pt x="1410" y="29931"/>
                    </a:lnTo>
                    <a:lnTo>
                      <a:pt x="1554" y="30075"/>
                    </a:lnTo>
                    <a:lnTo>
                      <a:pt x="1756" y="30161"/>
                    </a:lnTo>
                    <a:lnTo>
                      <a:pt x="1928" y="30190"/>
                    </a:lnTo>
                    <a:lnTo>
                      <a:pt x="2130" y="30219"/>
                    </a:lnTo>
                    <a:lnTo>
                      <a:pt x="2302" y="30190"/>
                    </a:lnTo>
                    <a:lnTo>
                      <a:pt x="2504" y="30133"/>
                    </a:lnTo>
                    <a:lnTo>
                      <a:pt x="2705" y="30017"/>
                    </a:lnTo>
                    <a:lnTo>
                      <a:pt x="2907" y="29874"/>
                    </a:lnTo>
                    <a:lnTo>
                      <a:pt x="3137" y="29701"/>
                    </a:lnTo>
                    <a:lnTo>
                      <a:pt x="3338" y="29499"/>
                    </a:lnTo>
                    <a:lnTo>
                      <a:pt x="3540" y="29240"/>
                    </a:lnTo>
                    <a:lnTo>
                      <a:pt x="3741" y="28981"/>
                    </a:lnTo>
                    <a:lnTo>
                      <a:pt x="3972" y="28665"/>
                    </a:lnTo>
                    <a:lnTo>
                      <a:pt x="4403" y="27974"/>
                    </a:lnTo>
                    <a:lnTo>
                      <a:pt x="4806" y="27140"/>
                    </a:lnTo>
                    <a:lnTo>
                      <a:pt x="5238" y="26219"/>
                    </a:lnTo>
                    <a:lnTo>
                      <a:pt x="5641" y="25183"/>
                    </a:lnTo>
                    <a:lnTo>
                      <a:pt x="6044" y="24060"/>
                    </a:lnTo>
                    <a:lnTo>
                      <a:pt x="6447" y="22823"/>
                    </a:lnTo>
                    <a:lnTo>
                      <a:pt x="6821" y="21528"/>
                    </a:lnTo>
                    <a:lnTo>
                      <a:pt x="7166" y="20175"/>
                    </a:lnTo>
                    <a:lnTo>
                      <a:pt x="7483" y="18736"/>
                    </a:lnTo>
                    <a:lnTo>
                      <a:pt x="7799" y="17239"/>
                    </a:lnTo>
                    <a:lnTo>
                      <a:pt x="8058" y="15714"/>
                    </a:lnTo>
                    <a:lnTo>
                      <a:pt x="8289" y="14160"/>
                    </a:lnTo>
                    <a:lnTo>
                      <a:pt x="8490" y="12664"/>
                    </a:lnTo>
                    <a:lnTo>
                      <a:pt x="8634" y="11196"/>
                    </a:lnTo>
                    <a:lnTo>
                      <a:pt x="8749" y="9786"/>
                    </a:lnTo>
                    <a:lnTo>
                      <a:pt x="8807" y="8462"/>
                    </a:lnTo>
                    <a:lnTo>
                      <a:pt x="8835" y="7167"/>
                    </a:lnTo>
                    <a:lnTo>
                      <a:pt x="8807" y="5987"/>
                    </a:lnTo>
                    <a:lnTo>
                      <a:pt x="8749" y="4864"/>
                    </a:lnTo>
                    <a:lnTo>
                      <a:pt x="8663" y="3857"/>
                    </a:lnTo>
                    <a:lnTo>
                      <a:pt x="8519" y="2936"/>
                    </a:lnTo>
                    <a:lnTo>
                      <a:pt x="8346" y="2130"/>
                    </a:lnTo>
                    <a:lnTo>
                      <a:pt x="8231" y="1785"/>
                    </a:lnTo>
                    <a:lnTo>
                      <a:pt x="8145" y="1440"/>
                    </a:lnTo>
                    <a:lnTo>
                      <a:pt x="8001" y="1152"/>
                    </a:lnTo>
                    <a:lnTo>
                      <a:pt x="7886" y="893"/>
                    </a:lnTo>
                    <a:lnTo>
                      <a:pt x="7742" y="634"/>
                    </a:lnTo>
                    <a:lnTo>
                      <a:pt x="7598" y="461"/>
                    </a:lnTo>
                    <a:lnTo>
                      <a:pt x="7425" y="288"/>
                    </a:lnTo>
                    <a:lnTo>
                      <a:pt x="7281" y="173"/>
                    </a:lnTo>
                    <a:lnTo>
                      <a:pt x="7080" y="87"/>
                    </a:lnTo>
                    <a:lnTo>
                      <a:pt x="6907" y="29"/>
                    </a:lnTo>
                    <a:lnTo>
                      <a:pt x="67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33"/>
              <p:cNvSpPr/>
              <p:nvPr/>
            </p:nvSpPr>
            <p:spPr>
              <a:xfrm>
                <a:off x="668375" y="1623225"/>
                <a:ext cx="689275" cy="810875"/>
              </a:xfrm>
              <a:custGeom>
                <a:rect b="b" l="l" r="r" t="t"/>
                <a:pathLst>
                  <a:path extrusionOk="0" h="32435" w="27571">
                    <a:moveTo>
                      <a:pt x="23887" y="0"/>
                    </a:moveTo>
                    <a:lnTo>
                      <a:pt x="23484" y="29"/>
                    </a:lnTo>
                    <a:lnTo>
                      <a:pt x="23052" y="87"/>
                    </a:lnTo>
                    <a:lnTo>
                      <a:pt x="22621" y="144"/>
                    </a:lnTo>
                    <a:lnTo>
                      <a:pt x="22160" y="259"/>
                    </a:lnTo>
                    <a:lnTo>
                      <a:pt x="21671" y="374"/>
                    </a:lnTo>
                    <a:lnTo>
                      <a:pt x="21182" y="547"/>
                    </a:lnTo>
                    <a:lnTo>
                      <a:pt x="20692" y="720"/>
                    </a:lnTo>
                    <a:lnTo>
                      <a:pt x="20174" y="921"/>
                    </a:lnTo>
                    <a:lnTo>
                      <a:pt x="19110" y="1382"/>
                    </a:lnTo>
                    <a:lnTo>
                      <a:pt x="18016" y="1928"/>
                    </a:lnTo>
                    <a:lnTo>
                      <a:pt x="16894" y="2562"/>
                    </a:lnTo>
                    <a:lnTo>
                      <a:pt x="15742" y="3281"/>
                    </a:lnTo>
                    <a:lnTo>
                      <a:pt x="14562" y="4058"/>
                    </a:lnTo>
                    <a:lnTo>
                      <a:pt x="13411" y="4893"/>
                    </a:lnTo>
                    <a:lnTo>
                      <a:pt x="12231" y="5785"/>
                    </a:lnTo>
                    <a:lnTo>
                      <a:pt x="11051" y="6706"/>
                    </a:lnTo>
                    <a:lnTo>
                      <a:pt x="9929" y="7684"/>
                    </a:lnTo>
                    <a:lnTo>
                      <a:pt x="8807" y="8692"/>
                    </a:lnTo>
                    <a:lnTo>
                      <a:pt x="7713" y="9728"/>
                    </a:lnTo>
                    <a:lnTo>
                      <a:pt x="6648" y="10792"/>
                    </a:lnTo>
                    <a:lnTo>
                      <a:pt x="5641" y="11886"/>
                    </a:lnTo>
                    <a:lnTo>
                      <a:pt x="4691" y="12980"/>
                    </a:lnTo>
                    <a:lnTo>
                      <a:pt x="3828" y="14073"/>
                    </a:lnTo>
                    <a:lnTo>
                      <a:pt x="3022" y="15167"/>
                    </a:lnTo>
                    <a:lnTo>
                      <a:pt x="2274" y="16260"/>
                    </a:lnTo>
                    <a:lnTo>
                      <a:pt x="1957" y="16779"/>
                    </a:lnTo>
                    <a:lnTo>
                      <a:pt x="1640" y="17325"/>
                    </a:lnTo>
                    <a:lnTo>
                      <a:pt x="1353" y="17843"/>
                    </a:lnTo>
                    <a:lnTo>
                      <a:pt x="1094" y="18390"/>
                    </a:lnTo>
                    <a:lnTo>
                      <a:pt x="863" y="18908"/>
                    </a:lnTo>
                    <a:lnTo>
                      <a:pt x="633" y="19397"/>
                    </a:lnTo>
                    <a:lnTo>
                      <a:pt x="461" y="19915"/>
                    </a:lnTo>
                    <a:lnTo>
                      <a:pt x="317" y="20405"/>
                    </a:lnTo>
                    <a:lnTo>
                      <a:pt x="201" y="20894"/>
                    </a:lnTo>
                    <a:lnTo>
                      <a:pt x="86" y="21354"/>
                    </a:lnTo>
                    <a:lnTo>
                      <a:pt x="29" y="21815"/>
                    </a:lnTo>
                    <a:lnTo>
                      <a:pt x="0" y="22275"/>
                    </a:lnTo>
                    <a:lnTo>
                      <a:pt x="0" y="22707"/>
                    </a:lnTo>
                    <a:lnTo>
                      <a:pt x="58" y="23139"/>
                    </a:lnTo>
                    <a:lnTo>
                      <a:pt x="115" y="23542"/>
                    </a:lnTo>
                    <a:lnTo>
                      <a:pt x="230" y="23945"/>
                    </a:lnTo>
                    <a:lnTo>
                      <a:pt x="345" y="24232"/>
                    </a:lnTo>
                    <a:lnTo>
                      <a:pt x="489" y="24520"/>
                    </a:lnTo>
                    <a:lnTo>
                      <a:pt x="806" y="25096"/>
                    </a:lnTo>
                    <a:lnTo>
                      <a:pt x="1180" y="25671"/>
                    </a:lnTo>
                    <a:lnTo>
                      <a:pt x="1583" y="26189"/>
                    </a:lnTo>
                    <a:lnTo>
                      <a:pt x="1986" y="26679"/>
                    </a:lnTo>
                    <a:lnTo>
                      <a:pt x="2360" y="27081"/>
                    </a:lnTo>
                    <a:lnTo>
                      <a:pt x="2964" y="27715"/>
                    </a:lnTo>
                    <a:lnTo>
                      <a:pt x="3569" y="28290"/>
                    </a:lnTo>
                    <a:lnTo>
                      <a:pt x="4173" y="28837"/>
                    </a:lnTo>
                    <a:lnTo>
                      <a:pt x="4835" y="29355"/>
                    </a:lnTo>
                    <a:lnTo>
                      <a:pt x="5497" y="29816"/>
                    </a:lnTo>
                    <a:lnTo>
                      <a:pt x="6159" y="30247"/>
                    </a:lnTo>
                    <a:lnTo>
                      <a:pt x="6850" y="30621"/>
                    </a:lnTo>
                    <a:lnTo>
                      <a:pt x="7511" y="30995"/>
                    </a:lnTo>
                    <a:lnTo>
                      <a:pt x="8173" y="31312"/>
                    </a:lnTo>
                    <a:lnTo>
                      <a:pt x="8864" y="31600"/>
                    </a:lnTo>
                    <a:lnTo>
                      <a:pt x="9497" y="31830"/>
                    </a:lnTo>
                    <a:lnTo>
                      <a:pt x="10159" y="32032"/>
                    </a:lnTo>
                    <a:lnTo>
                      <a:pt x="10764" y="32204"/>
                    </a:lnTo>
                    <a:lnTo>
                      <a:pt x="11339" y="32319"/>
                    </a:lnTo>
                    <a:lnTo>
                      <a:pt x="11915" y="32406"/>
                    </a:lnTo>
                    <a:lnTo>
                      <a:pt x="12433" y="32434"/>
                    </a:lnTo>
                    <a:lnTo>
                      <a:pt x="12922" y="32434"/>
                    </a:lnTo>
                    <a:lnTo>
                      <a:pt x="13382" y="32406"/>
                    </a:lnTo>
                    <a:lnTo>
                      <a:pt x="13814" y="32319"/>
                    </a:lnTo>
                    <a:lnTo>
                      <a:pt x="14275" y="32204"/>
                    </a:lnTo>
                    <a:lnTo>
                      <a:pt x="14706" y="32060"/>
                    </a:lnTo>
                    <a:lnTo>
                      <a:pt x="15138" y="31859"/>
                    </a:lnTo>
                    <a:lnTo>
                      <a:pt x="15598" y="31629"/>
                    </a:lnTo>
                    <a:lnTo>
                      <a:pt x="16030" y="31398"/>
                    </a:lnTo>
                    <a:lnTo>
                      <a:pt x="16462" y="31111"/>
                    </a:lnTo>
                    <a:lnTo>
                      <a:pt x="16894" y="30794"/>
                    </a:lnTo>
                    <a:lnTo>
                      <a:pt x="17325" y="30420"/>
                    </a:lnTo>
                    <a:lnTo>
                      <a:pt x="17728" y="30046"/>
                    </a:lnTo>
                    <a:lnTo>
                      <a:pt x="18160" y="29672"/>
                    </a:lnTo>
                    <a:lnTo>
                      <a:pt x="18563" y="29240"/>
                    </a:lnTo>
                    <a:lnTo>
                      <a:pt x="18966" y="28779"/>
                    </a:lnTo>
                    <a:lnTo>
                      <a:pt x="19369" y="28290"/>
                    </a:lnTo>
                    <a:lnTo>
                      <a:pt x="19771" y="27801"/>
                    </a:lnTo>
                    <a:lnTo>
                      <a:pt x="20548" y="26736"/>
                    </a:lnTo>
                    <a:lnTo>
                      <a:pt x="21268" y="25614"/>
                    </a:lnTo>
                    <a:lnTo>
                      <a:pt x="21987" y="24405"/>
                    </a:lnTo>
                    <a:lnTo>
                      <a:pt x="22678" y="23139"/>
                    </a:lnTo>
                    <a:lnTo>
                      <a:pt x="23340" y="21844"/>
                    </a:lnTo>
                    <a:lnTo>
                      <a:pt x="23944" y="20491"/>
                    </a:lnTo>
                    <a:lnTo>
                      <a:pt x="24520" y="19138"/>
                    </a:lnTo>
                    <a:lnTo>
                      <a:pt x="25067" y="17728"/>
                    </a:lnTo>
                    <a:lnTo>
                      <a:pt x="25556" y="16347"/>
                    </a:lnTo>
                    <a:lnTo>
                      <a:pt x="25988" y="14937"/>
                    </a:lnTo>
                    <a:lnTo>
                      <a:pt x="26391" y="13555"/>
                    </a:lnTo>
                    <a:lnTo>
                      <a:pt x="26736" y="12174"/>
                    </a:lnTo>
                    <a:lnTo>
                      <a:pt x="27024" y="10821"/>
                    </a:lnTo>
                    <a:lnTo>
                      <a:pt x="27254" y="9526"/>
                    </a:lnTo>
                    <a:lnTo>
                      <a:pt x="27427" y="8260"/>
                    </a:lnTo>
                    <a:lnTo>
                      <a:pt x="27513" y="7051"/>
                    </a:lnTo>
                    <a:lnTo>
                      <a:pt x="27571" y="5900"/>
                    </a:lnTo>
                    <a:lnTo>
                      <a:pt x="27571" y="5353"/>
                    </a:lnTo>
                    <a:lnTo>
                      <a:pt x="27542" y="4835"/>
                    </a:lnTo>
                    <a:lnTo>
                      <a:pt x="27513" y="4317"/>
                    </a:lnTo>
                    <a:lnTo>
                      <a:pt x="27456" y="3857"/>
                    </a:lnTo>
                    <a:lnTo>
                      <a:pt x="27369" y="3396"/>
                    </a:lnTo>
                    <a:lnTo>
                      <a:pt x="27283" y="2964"/>
                    </a:lnTo>
                    <a:lnTo>
                      <a:pt x="27197" y="2562"/>
                    </a:lnTo>
                    <a:lnTo>
                      <a:pt x="27053" y="2159"/>
                    </a:lnTo>
                    <a:lnTo>
                      <a:pt x="26909" y="1813"/>
                    </a:lnTo>
                    <a:lnTo>
                      <a:pt x="26736" y="1497"/>
                    </a:lnTo>
                    <a:lnTo>
                      <a:pt x="26563" y="1209"/>
                    </a:lnTo>
                    <a:lnTo>
                      <a:pt x="26362" y="950"/>
                    </a:lnTo>
                    <a:lnTo>
                      <a:pt x="26132" y="720"/>
                    </a:lnTo>
                    <a:lnTo>
                      <a:pt x="25873" y="518"/>
                    </a:lnTo>
                    <a:lnTo>
                      <a:pt x="25614" y="346"/>
                    </a:lnTo>
                    <a:lnTo>
                      <a:pt x="25297" y="230"/>
                    </a:lnTo>
                    <a:lnTo>
                      <a:pt x="24981" y="115"/>
                    </a:lnTo>
                    <a:lnTo>
                      <a:pt x="24635" y="58"/>
                    </a:lnTo>
                    <a:lnTo>
                      <a:pt x="242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3"/>
              <p:cNvSpPr/>
              <p:nvPr/>
            </p:nvSpPr>
            <p:spPr>
              <a:xfrm>
                <a:off x="715850" y="2303125"/>
                <a:ext cx="324500" cy="501500"/>
              </a:xfrm>
              <a:custGeom>
                <a:rect b="b" l="l" r="r" t="t"/>
                <a:pathLst>
                  <a:path extrusionOk="0" h="20060" w="12980">
                    <a:moveTo>
                      <a:pt x="9843" y="1"/>
                    </a:moveTo>
                    <a:lnTo>
                      <a:pt x="9555" y="29"/>
                    </a:lnTo>
                    <a:lnTo>
                      <a:pt x="9267" y="87"/>
                    </a:lnTo>
                    <a:lnTo>
                      <a:pt x="8980" y="173"/>
                    </a:lnTo>
                    <a:lnTo>
                      <a:pt x="8692" y="260"/>
                    </a:lnTo>
                    <a:lnTo>
                      <a:pt x="8404" y="404"/>
                    </a:lnTo>
                    <a:lnTo>
                      <a:pt x="8087" y="547"/>
                    </a:lnTo>
                    <a:lnTo>
                      <a:pt x="7771" y="720"/>
                    </a:lnTo>
                    <a:lnTo>
                      <a:pt x="7167" y="1094"/>
                    </a:lnTo>
                    <a:lnTo>
                      <a:pt x="6533" y="1583"/>
                    </a:lnTo>
                    <a:lnTo>
                      <a:pt x="5929" y="2130"/>
                    </a:lnTo>
                    <a:lnTo>
                      <a:pt x="5296" y="2763"/>
                    </a:lnTo>
                    <a:lnTo>
                      <a:pt x="4692" y="3483"/>
                    </a:lnTo>
                    <a:lnTo>
                      <a:pt x="4087" y="4231"/>
                    </a:lnTo>
                    <a:lnTo>
                      <a:pt x="3512" y="5066"/>
                    </a:lnTo>
                    <a:lnTo>
                      <a:pt x="2965" y="5958"/>
                    </a:lnTo>
                    <a:lnTo>
                      <a:pt x="2418" y="6879"/>
                    </a:lnTo>
                    <a:lnTo>
                      <a:pt x="1929" y="7886"/>
                    </a:lnTo>
                    <a:lnTo>
                      <a:pt x="1497" y="8893"/>
                    </a:lnTo>
                    <a:lnTo>
                      <a:pt x="1094" y="9901"/>
                    </a:lnTo>
                    <a:lnTo>
                      <a:pt x="778" y="10879"/>
                    </a:lnTo>
                    <a:lnTo>
                      <a:pt x="490" y="11858"/>
                    </a:lnTo>
                    <a:lnTo>
                      <a:pt x="288" y="12807"/>
                    </a:lnTo>
                    <a:lnTo>
                      <a:pt x="116" y="13728"/>
                    </a:lnTo>
                    <a:lnTo>
                      <a:pt x="29" y="14620"/>
                    </a:lnTo>
                    <a:lnTo>
                      <a:pt x="0" y="15455"/>
                    </a:lnTo>
                    <a:lnTo>
                      <a:pt x="29" y="16232"/>
                    </a:lnTo>
                    <a:lnTo>
                      <a:pt x="116" y="16952"/>
                    </a:lnTo>
                    <a:lnTo>
                      <a:pt x="173" y="17297"/>
                    </a:lnTo>
                    <a:lnTo>
                      <a:pt x="259" y="17613"/>
                    </a:lnTo>
                    <a:lnTo>
                      <a:pt x="346" y="17930"/>
                    </a:lnTo>
                    <a:lnTo>
                      <a:pt x="461" y="18218"/>
                    </a:lnTo>
                    <a:lnTo>
                      <a:pt x="576" y="18506"/>
                    </a:lnTo>
                    <a:lnTo>
                      <a:pt x="720" y="18765"/>
                    </a:lnTo>
                    <a:lnTo>
                      <a:pt x="864" y="18995"/>
                    </a:lnTo>
                    <a:lnTo>
                      <a:pt x="1037" y="19196"/>
                    </a:lnTo>
                    <a:lnTo>
                      <a:pt x="1209" y="19398"/>
                    </a:lnTo>
                    <a:lnTo>
                      <a:pt x="1411" y="19570"/>
                    </a:lnTo>
                    <a:lnTo>
                      <a:pt x="1641" y="19714"/>
                    </a:lnTo>
                    <a:lnTo>
                      <a:pt x="1871" y="19829"/>
                    </a:lnTo>
                    <a:lnTo>
                      <a:pt x="2101" y="19945"/>
                    </a:lnTo>
                    <a:lnTo>
                      <a:pt x="2360" y="20002"/>
                    </a:lnTo>
                    <a:lnTo>
                      <a:pt x="2619" y="20060"/>
                    </a:lnTo>
                    <a:lnTo>
                      <a:pt x="3137" y="20060"/>
                    </a:lnTo>
                    <a:lnTo>
                      <a:pt x="3425" y="20031"/>
                    </a:lnTo>
                    <a:lnTo>
                      <a:pt x="3713" y="19973"/>
                    </a:lnTo>
                    <a:lnTo>
                      <a:pt x="4001" y="19916"/>
                    </a:lnTo>
                    <a:lnTo>
                      <a:pt x="4289" y="19801"/>
                    </a:lnTo>
                    <a:lnTo>
                      <a:pt x="4605" y="19686"/>
                    </a:lnTo>
                    <a:lnTo>
                      <a:pt x="4893" y="19542"/>
                    </a:lnTo>
                    <a:lnTo>
                      <a:pt x="5210" y="19369"/>
                    </a:lnTo>
                    <a:lnTo>
                      <a:pt x="5814" y="18966"/>
                    </a:lnTo>
                    <a:lnTo>
                      <a:pt x="6447" y="18477"/>
                    </a:lnTo>
                    <a:lnTo>
                      <a:pt x="7051" y="17930"/>
                    </a:lnTo>
                    <a:lnTo>
                      <a:pt x="7685" y="17297"/>
                    </a:lnTo>
                    <a:lnTo>
                      <a:pt x="8289" y="16606"/>
                    </a:lnTo>
                    <a:lnTo>
                      <a:pt x="8893" y="15829"/>
                    </a:lnTo>
                    <a:lnTo>
                      <a:pt x="9469" y="14995"/>
                    </a:lnTo>
                    <a:lnTo>
                      <a:pt x="10016" y="14131"/>
                    </a:lnTo>
                    <a:lnTo>
                      <a:pt x="10562" y="13181"/>
                    </a:lnTo>
                    <a:lnTo>
                      <a:pt x="11052" y="12174"/>
                    </a:lnTo>
                    <a:lnTo>
                      <a:pt x="11483" y="11167"/>
                    </a:lnTo>
                    <a:lnTo>
                      <a:pt x="11886" y="10160"/>
                    </a:lnTo>
                    <a:lnTo>
                      <a:pt x="12232" y="9181"/>
                    </a:lnTo>
                    <a:lnTo>
                      <a:pt x="12491" y="8203"/>
                    </a:lnTo>
                    <a:lnTo>
                      <a:pt x="12692" y="7253"/>
                    </a:lnTo>
                    <a:lnTo>
                      <a:pt x="12865" y="6332"/>
                    </a:lnTo>
                    <a:lnTo>
                      <a:pt x="12951" y="5469"/>
                    </a:lnTo>
                    <a:lnTo>
                      <a:pt x="12980" y="4634"/>
                    </a:lnTo>
                    <a:lnTo>
                      <a:pt x="12951" y="3828"/>
                    </a:lnTo>
                    <a:lnTo>
                      <a:pt x="12865" y="3109"/>
                    </a:lnTo>
                    <a:lnTo>
                      <a:pt x="12807" y="2763"/>
                    </a:lnTo>
                    <a:lnTo>
                      <a:pt x="12721" y="2447"/>
                    </a:lnTo>
                    <a:lnTo>
                      <a:pt x="12635" y="2130"/>
                    </a:lnTo>
                    <a:lnTo>
                      <a:pt x="12519" y="1842"/>
                    </a:lnTo>
                    <a:lnTo>
                      <a:pt x="12404" y="1583"/>
                    </a:lnTo>
                    <a:lnTo>
                      <a:pt x="12260" y="1324"/>
                    </a:lnTo>
                    <a:lnTo>
                      <a:pt x="12117" y="1094"/>
                    </a:lnTo>
                    <a:lnTo>
                      <a:pt x="11944" y="864"/>
                    </a:lnTo>
                    <a:lnTo>
                      <a:pt x="11771" y="663"/>
                    </a:lnTo>
                    <a:lnTo>
                      <a:pt x="11570" y="519"/>
                    </a:lnTo>
                    <a:lnTo>
                      <a:pt x="11340" y="346"/>
                    </a:lnTo>
                    <a:lnTo>
                      <a:pt x="11109" y="231"/>
                    </a:lnTo>
                    <a:lnTo>
                      <a:pt x="10879" y="144"/>
                    </a:lnTo>
                    <a:lnTo>
                      <a:pt x="10620" y="58"/>
                    </a:lnTo>
                    <a:lnTo>
                      <a:pt x="10361" y="29"/>
                    </a:lnTo>
                    <a:lnTo>
                      <a:pt x="1010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33"/>
              <p:cNvSpPr/>
              <p:nvPr/>
            </p:nvSpPr>
            <p:spPr>
              <a:xfrm>
                <a:off x="386325" y="2132600"/>
                <a:ext cx="478475" cy="358325"/>
              </a:xfrm>
              <a:custGeom>
                <a:rect b="b" l="l" r="r" t="t"/>
                <a:pathLst>
                  <a:path extrusionOk="0" h="14333" w="19139">
                    <a:moveTo>
                      <a:pt x="14937" y="1"/>
                    </a:moveTo>
                    <a:lnTo>
                      <a:pt x="14160" y="58"/>
                    </a:lnTo>
                    <a:lnTo>
                      <a:pt x="13325" y="202"/>
                    </a:lnTo>
                    <a:lnTo>
                      <a:pt x="12491" y="404"/>
                    </a:lnTo>
                    <a:lnTo>
                      <a:pt x="11599" y="663"/>
                    </a:lnTo>
                    <a:lnTo>
                      <a:pt x="10678" y="979"/>
                    </a:lnTo>
                    <a:lnTo>
                      <a:pt x="9728" y="1382"/>
                    </a:lnTo>
                    <a:lnTo>
                      <a:pt x="8807" y="1814"/>
                    </a:lnTo>
                    <a:lnTo>
                      <a:pt x="7857" y="2332"/>
                    </a:lnTo>
                    <a:lnTo>
                      <a:pt x="6879" y="2908"/>
                    </a:lnTo>
                    <a:lnTo>
                      <a:pt x="5958" y="3512"/>
                    </a:lnTo>
                    <a:lnTo>
                      <a:pt x="5094" y="4145"/>
                    </a:lnTo>
                    <a:lnTo>
                      <a:pt x="4289" y="4807"/>
                    </a:lnTo>
                    <a:lnTo>
                      <a:pt x="3540" y="5469"/>
                    </a:lnTo>
                    <a:lnTo>
                      <a:pt x="2850" y="6160"/>
                    </a:lnTo>
                    <a:lnTo>
                      <a:pt x="2217" y="6850"/>
                    </a:lnTo>
                    <a:lnTo>
                      <a:pt x="1670" y="7541"/>
                    </a:lnTo>
                    <a:lnTo>
                      <a:pt x="1180" y="8232"/>
                    </a:lnTo>
                    <a:lnTo>
                      <a:pt x="778" y="8894"/>
                    </a:lnTo>
                    <a:lnTo>
                      <a:pt x="461" y="9556"/>
                    </a:lnTo>
                    <a:lnTo>
                      <a:pt x="346" y="9872"/>
                    </a:lnTo>
                    <a:lnTo>
                      <a:pt x="231" y="10189"/>
                    </a:lnTo>
                    <a:lnTo>
                      <a:pt x="144" y="10505"/>
                    </a:lnTo>
                    <a:lnTo>
                      <a:pt x="87" y="10822"/>
                    </a:lnTo>
                    <a:lnTo>
                      <a:pt x="29" y="11110"/>
                    </a:lnTo>
                    <a:lnTo>
                      <a:pt x="1" y="11397"/>
                    </a:lnTo>
                    <a:lnTo>
                      <a:pt x="29" y="11685"/>
                    </a:lnTo>
                    <a:lnTo>
                      <a:pt x="58" y="11944"/>
                    </a:lnTo>
                    <a:lnTo>
                      <a:pt x="87" y="12203"/>
                    </a:lnTo>
                    <a:lnTo>
                      <a:pt x="173" y="12462"/>
                    </a:lnTo>
                    <a:lnTo>
                      <a:pt x="260" y="12693"/>
                    </a:lnTo>
                    <a:lnTo>
                      <a:pt x="403" y="12923"/>
                    </a:lnTo>
                    <a:lnTo>
                      <a:pt x="547" y="13153"/>
                    </a:lnTo>
                    <a:lnTo>
                      <a:pt x="720" y="13326"/>
                    </a:lnTo>
                    <a:lnTo>
                      <a:pt x="921" y="13498"/>
                    </a:lnTo>
                    <a:lnTo>
                      <a:pt x="1123" y="13671"/>
                    </a:lnTo>
                    <a:lnTo>
                      <a:pt x="1353" y="13815"/>
                    </a:lnTo>
                    <a:lnTo>
                      <a:pt x="1612" y="13930"/>
                    </a:lnTo>
                    <a:lnTo>
                      <a:pt x="1871" y="14045"/>
                    </a:lnTo>
                    <a:lnTo>
                      <a:pt x="2159" y="14132"/>
                    </a:lnTo>
                    <a:lnTo>
                      <a:pt x="2476" y="14218"/>
                    </a:lnTo>
                    <a:lnTo>
                      <a:pt x="2792" y="14275"/>
                    </a:lnTo>
                    <a:lnTo>
                      <a:pt x="3109" y="14304"/>
                    </a:lnTo>
                    <a:lnTo>
                      <a:pt x="3454" y="14333"/>
                    </a:lnTo>
                    <a:lnTo>
                      <a:pt x="4202" y="14333"/>
                    </a:lnTo>
                    <a:lnTo>
                      <a:pt x="4979" y="14247"/>
                    </a:lnTo>
                    <a:lnTo>
                      <a:pt x="5814" y="14132"/>
                    </a:lnTo>
                    <a:lnTo>
                      <a:pt x="6677" y="13930"/>
                    </a:lnTo>
                    <a:lnTo>
                      <a:pt x="7570" y="13671"/>
                    </a:lnTo>
                    <a:lnTo>
                      <a:pt x="8462" y="13326"/>
                    </a:lnTo>
                    <a:lnTo>
                      <a:pt x="9411" y="12952"/>
                    </a:lnTo>
                    <a:lnTo>
                      <a:pt x="10361" y="12491"/>
                    </a:lnTo>
                    <a:lnTo>
                      <a:pt x="11311" y="12002"/>
                    </a:lnTo>
                    <a:lnTo>
                      <a:pt x="12261" y="11426"/>
                    </a:lnTo>
                    <a:lnTo>
                      <a:pt x="13181" y="10822"/>
                    </a:lnTo>
                    <a:lnTo>
                      <a:pt x="14045" y="10189"/>
                    </a:lnTo>
                    <a:lnTo>
                      <a:pt x="14851" y="9527"/>
                    </a:lnTo>
                    <a:lnTo>
                      <a:pt x="15628" y="8836"/>
                    </a:lnTo>
                    <a:lnTo>
                      <a:pt x="16318" y="8174"/>
                    </a:lnTo>
                    <a:lnTo>
                      <a:pt x="16923" y="7484"/>
                    </a:lnTo>
                    <a:lnTo>
                      <a:pt x="17470" y="6793"/>
                    </a:lnTo>
                    <a:lnTo>
                      <a:pt x="17959" y="6102"/>
                    </a:lnTo>
                    <a:lnTo>
                      <a:pt x="18362" y="5411"/>
                    </a:lnTo>
                    <a:lnTo>
                      <a:pt x="18678" y="4749"/>
                    </a:lnTo>
                    <a:lnTo>
                      <a:pt x="18822" y="4433"/>
                    </a:lnTo>
                    <a:lnTo>
                      <a:pt x="18909" y="4116"/>
                    </a:lnTo>
                    <a:lnTo>
                      <a:pt x="18995" y="3800"/>
                    </a:lnTo>
                    <a:lnTo>
                      <a:pt x="19081" y="3512"/>
                    </a:lnTo>
                    <a:lnTo>
                      <a:pt x="19110" y="3224"/>
                    </a:lnTo>
                    <a:lnTo>
                      <a:pt x="19139" y="2908"/>
                    </a:lnTo>
                    <a:lnTo>
                      <a:pt x="19139" y="2649"/>
                    </a:lnTo>
                    <a:lnTo>
                      <a:pt x="19110" y="2361"/>
                    </a:lnTo>
                    <a:lnTo>
                      <a:pt x="19052" y="2102"/>
                    </a:lnTo>
                    <a:lnTo>
                      <a:pt x="18966" y="1872"/>
                    </a:lnTo>
                    <a:lnTo>
                      <a:pt x="18880" y="1613"/>
                    </a:lnTo>
                    <a:lnTo>
                      <a:pt x="18736" y="1382"/>
                    </a:lnTo>
                    <a:lnTo>
                      <a:pt x="18592" y="1181"/>
                    </a:lnTo>
                    <a:lnTo>
                      <a:pt x="18419" y="979"/>
                    </a:lnTo>
                    <a:lnTo>
                      <a:pt x="18247" y="807"/>
                    </a:lnTo>
                    <a:lnTo>
                      <a:pt x="18016" y="663"/>
                    </a:lnTo>
                    <a:lnTo>
                      <a:pt x="17786" y="519"/>
                    </a:lnTo>
                    <a:lnTo>
                      <a:pt x="17527" y="375"/>
                    </a:lnTo>
                    <a:lnTo>
                      <a:pt x="17268" y="289"/>
                    </a:lnTo>
                    <a:lnTo>
                      <a:pt x="16980" y="174"/>
                    </a:lnTo>
                    <a:lnTo>
                      <a:pt x="16693" y="116"/>
                    </a:lnTo>
                    <a:lnTo>
                      <a:pt x="16376" y="58"/>
                    </a:lnTo>
                    <a:lnTo>
                      <a:pt x="16031" y="30"/>
                    </a:lnTo>
                    <a:lnTo>
                      <a:pt x="1568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33"/>
              <p:cNvSpPr/>
              <p:nvPr/>
            </p:nvSpPr>
            <p:spPr>
              <a:xfrm>
                <a:off x="1178475" y="1831875"/>
                <a:ext cx="419475" cy="361200"/>
              </a:xfrm>
              <a:custGeom>
                <a:rect b="b" l="l" r="r" t="t"/>
                <a:pathLst>
                  <a:path extrusionOk="0" h="14448" w="16779">
                    <a:moveTo>
                      <a:pt x="1900" y="0"/>
                    </a:moveTo>
                    <a:lnTo>
                      <a:pt x="1641" y="29"/>
                    </a:lnTo>
                    <a:lnTo>
                      <a:pt x="1411" y="58"/>
                    </a:lnTo>
                    <a:lnTo>
                      <a:pt x="1181" y="115"/>
                    </a:lnTo>
                    <a:lnTo>
                      <a:pt x="979" y="173"/>
                    </a:lnTo>
                    <a:lnTo>
                      <a:pt x="778" y="259"/>
                    </a:lnTo>
                    <a:lnTo>
                      <a:pt x="634" y="346"/>
                    </a:lnTo>
                    <a:lnTo>
                      <a:pt x="461" y="489"/>
                    </a:lnTo>
                    <a:lnTo>
                      <a:pt x="346" y="633"/>
                    </a:lnTo>
                    <a:lnTo>
                      <a:pt x="231" y="777"/>
                    </a:lnTo>
                    <a:lnTo>
                      <a:pt x="144" y="950"/>
                    </a:lnTo>
                    <a:lnTo>
                      <a:pt x="58" y="1151"/>
                    </a:lnTo>
                    <a:lnTo>
                      <a:pt x="29" y="1353"/>
                    </a:lnTo>
                    <a:lnTo>
                      <a:pt x="1" y="1554"/>
                    </a:lnTo>
                    <a:lnTo>
                      <a:pt x="1" y="1785"/>
                    </a:lnTo>
                    <a:lnTo>
                      <a:pt x="1" y="2015"/>
                    </a:lnTo>
                    <a:lnTo>
                      <a:pt x="29" y="2274"/>
                    </a:lnTo>
                    <a:lnTo>
                      <a:pt x="173" y="2792"/>
                    </a:lnTo>
                    <a:lnTo>
                      <a:pt x="375" y="3367"/>
                    </a:lnTo>
                    <a:lnTo>
                      <a:pt x="663" y="3972"/>
                    </a:lnTo>
                    <a:lnTo>
                      <a:pt x="1008" y="4605"/>
                    </a:lnTo>
                    <a:lnTo>
                      <a:pt x="1440" y="5267"/>
                    </a:lnTo>
                    <a:lnTo>
                      <a:pt x="1900" y="5929"/>
                    </a:lnTo>
                    <a:lnTo>
                      <a:pt x="2447" y="6619"/>
                    </a:lnTo>
                    <a:lnTo>
                      <a:pt x="3051" y="7339"/>
                    </a:lnTo>
                    <a:lnTo>
                      <a:pt x="3713" y="8030"/>
                    </a:lnTo>
                    <a:lnTo>
                      <a:pt x="4433" y="8749"/>
                    </a:lnTo>
                    <a:lnTo>
                      <a:pt x="5181" y="9440"/>
                    </a:lnTo>
                    <a:lnTo>
                      <a:pt x="6015" y="10130"/>
                    </a:lnTo>
                    <a:lnTo>
                      <a:pt x="6850" y="10792"/>
                    </a:lnTo>
                    <a:lnTo>
                      <a:pt x="7685" y="11397"/>
                    </a:lnTo>
                    <a:lnTo>
                      <a:pt x="8490" y="11972"/>
                    </a:lnTo>
                    <a:lnTo>
                      <a:pt x="9325" y="12462"/>
                    </a:lnTo>
                    <a:lnTo>
                      <a:pt x="10131" y="12922"/>
                    </a:lnTo>
                    <a:lnTo>
                      <a:pt x="10908" y="13325"/>
                    </a:lnTo>
                    <a:lnTo>
                      <a:pt x="11656" y="13670"/>
                    </a:lnTo>
                    <a:lnTo>
                      <a:pt x="12404" y="13958"/>
                    </a:lnTo>
                    <a:lnTo>
                      <a:pt x="13066" y="14160"/>
                    </a:lnTo>
                    <a:lnTo>
                      <a:pt x="13728" y="14332"/>
                    </a:lnTo>
                    <a:lnTo>
                      <a:pt x="14333" y="14419"/>
                    </a:lnTo>
                    <a:lnTo>
                      <a:pt x="14880" y="14447"/>
                    </a:lnTo>
                    <a:lnTo>
                      <a:pt x="15139" y="14419"/>
                    </a:lnTo>
                    <a:lnTo>
                      <a:pt x="15369" y="14390"/>
                    </a:lnTo>
                    <a:lnTo>
                      <a:pt x="15599" y="14332"/>
                    </a:lnTo>
                    <a:lnTo>
                      <a:pt x="15800" y="14275"/>
                    </a:lnTo>
                    <a:lnTo>
                      <a:pt x="15973" y="14188"/>
                    </a:lnTo>
                    <a:lnTo>
                      <a:pt x="16146" y="14102"/>
                    </a:lnTo>
                    <a:lnTo>
                      <a:pt x="16290" y="13958"/>
                    </a:lnTo>
                    <a:lnTo>
                      <a:pt x="16434" y="13843"/>
                    </a:lnTo>
                    <a:lnTo>
                      <a:pt x="16549" y="13670"/>
                    </a:lnTo>
                    <a:lnTo>
                      <a:pt x="16635" y="13498"/>
                    </a:lnTo>
                    <a:lnTo>
                      <a:pt x="16693" y="13325"/>
                    </a:lnTo>
                    <a:lnTo>
                      <a:pt x="16750" y="13124"/>
                    </a:lnTo>
                    <a:lnTo>
                      <a:pt x="16779" y="12893"/>
                    </a:lnTo>
                    <a:lnTo>
                      <a:pt x="16779" y="12663"/>
                    </a:lnTo>
                    <a:lnTo>
                      <a:pt x="16750" y="12433"/>
                    </a:lnTo>
                    <a:lnTo>
                      <a:pt x="16721" y="12174"/>
                    </a:lnTo>
                    <a:lnTo>
                      <a:pt x="16606" y="11656"/>
                    </a:lnTo>
                    <a:lnTo>
                      <a:pt x="16405" y="11080"/>
                    </a:lnTo>
                    <a:lnTo>
                      <a:pt x="16117" y="10476"/>
                    </a:lnTo>
                    <a:lnTo>
                      <a:pt x="15772" y="9843"/>
                    </a:lnTo>
                    <a:lnTo>
                      <a:pt x="15340" y="9181"/>
                    </a:lnTo>
                    <a:lnTo>
                      <a:pt x="14851" y="8519"/>
                    </a:lnTo>
                    <a:lnTo>
                      <a:pt x="14304" y="7828"/>
                    </a:lnTo>
                    <a:lnTo>
                      <a:pt x="13700" y="7109"/>
                    </a:lnTo>
                    <a:lnTo>
                      <a:pt x="13066" y="6418"/>
                    </a:lnTo>
                    <a:lnTo>
                      <a:pt x="12347" y="5698"/>
                    </a:lnTo>
                    <a:lnTo>
                      <a:pt x="11570" y="5008"/>
                    </a:lnTo>
                    <a:lnTo>
                      <a:pt x="10764" y="4317"/>
                    </a:lnTo>
                    <a:lnTo>
                      <a:pt x="9929" y="3655"/>
                    </a:lnTo>
                    <a:lnTo>
                      <a:pt x="9095" y="3051"/>
                    </a:lnTo>
                    <a:lnTo>
                      <a:pt x="8260" y="2475"/>
                    </a:lnTo>
                    <a:lnTo>
                      <a:pt x="7454" y="1986"/>
                    </a:lnTo>
                    <a:lnTo>
                      <a:pt x="6649" y="1525"/>
                    </a:lnTo>
                    <a:lnTo>
                      <a:pt x="5872" y="1123"/>
                    </a:lnTo>
                    <a:lnTo>
                      <a:pt x="5095" y="777"/>
                    </a:lnTo>
                    <a:lnTo>
                      <a:pt x="4375" y="489"/>
                    </a:lnTo>
                    <a:lnTo>
                      <a:pt x="3684" y="288"/>
                    </a:lnTo>
                    <a:lnTo>
                      <a:pt x="3051" y="115"/>
                    </a:lnTo>
                    <a:lnTo>
                      <a:pt x="2447" y="29"/>
                    </a:lnTo>
                    <a:lnTo>
                      <a:pt x="19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3"/>
              <p:cNvSpPr/>
              <p:nvPr/>
            </p:nvSpPr>
            <p:spPr>
              <a:xfrm>
                <a:off x="1100775" y="1694450"/>
                <a:ext cx="58300" cy="79875"/>
              </a:xfrm>
              <a:custGeom>
                <a:rect b="b" l="l" r="r" t="t"/>
                <a:pathLst>
                  <a:path extrusionOk="0" h="3195" w="2332">
                    <a:moveTo>
                      <a:pt x="202" y="0"/>
                    </a:moveTo>
                    <a:lnTo>
                      <a:pt x="116" y="29"/>
                    </a:lnTo>
                    <a:lnTo>
                      <a:pt x="58" y="115"/>
                    </a:lnTo>
                    <a:lnTo>
                      <a:pt x="0" y="202"/>
                    </a:lnTo>
                    <a:lnTo>
                      <a:pt x="0" y="288"/>
                    </a:lnTo>
                    <a:lnTo>
                      <a:pt x="58" y="374"/>
                    </a:lnTo>
                    <a:lnTo>
                      <a:pt x="1871" y="3109"/>
                    </a:lnTo>
                    <a:lnTo>
                      <a:pt x="1986" y="3166"/>
                    </a:lnTo>
                    <a:lnTo>
                      <a:pt x="2073" y="3195"/>
                    </a:lnTo>
                    <a:lnTo>
                      <a:pt x="2159" y="3195"/>
                    </a:lnTo>
                    <a:lnTo>
                      <a:pt x="2216" y="3166"/>
                    </a:lnTo>
                    <a:lnTo>
                      <a:pt x="2303" y="3109"/>
                    </a:lnTo>
                    <a:lnTo>
                      <a:pt x="2332" y="3022"/>
                    </a:lnTo>
                    <a:lnTo>
                      <a:pt x="2332" y="2907"/>
                    </a:lnTo>
                    <a:lnTo>
                      <a:pt x="2274" y="2821"/>
                    </a:lnTo>
                    <a:lnTo>
                      <a:pt x="461" y="115"/>
                    </a:lnTo>
                    <a:lnTo>
                      <a:pt x="375" y="29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0D00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3"/>
              <p:cNvSpPr/>
              <p:nvPr/>
            </p:nvSpPr>
            <p:spPr>
              <a:xfrm>
                <a:off x="777000" y="2028275"/>
                <a:ext cx="174150" cy="196450"/>
              </a:xfrm>
              <a:custGeom>
                <a:rect b="b" l="l" r="r" t="t"/>
                <a:pathLst>
                  <a:path extrusionOk="0" h="7858" w="6966">
                    <a:moveTo>
                      <a:pt x="2994" y="1"/>
                    </a:moveTo>
                    <a:lnTo>
                      <a:pt x="2648" y="58"/>
                    </a:lnTo>
                    <a:lnTo>
                      <a:pt x="2303" y="145"/>
                    </a:lnTo>
                    <a:lnTo>
                      <a:pt x="2015" y="260"/>
                    </a:lnTo>
                    <a:lnTo>
                      <a:pt x="1727" y="433"/>
                    </a:lnTo>
                    <a:lnTo>
                      <a:pt x="1440" y="605"/>
                    </a:lnTo>
                    <a:lnTo>
                      <a:pt x="1181" y="836"/>
                    </a:lnTo>
                    <a:lnTo>
                      <a:pt x="950" y="1095"/>
                    </a:lnTo>
                    <a:lnTo>
                      <a:pt x="720" y="1354"/>
                    </a:lnTo>
                    <a:lnTo>
                      <a:pt x="519" y="1670"/>
                    </a:lnTo>
                    <a:lnTo>
                      <a:pt x="346" y="1987"/>
                    </a:lnTo>
                    <a:lnTo>
                      <a:pt x="202" y="2390"/>
                    </a:lnTo>
                    <a:lnTo>
                      <a:pt x="87" y="2821"/>
                    </a:lnTo>
                    <a:lnTo>
                      <a:pt x="30" y="3253"/>
                    </a:lnTo>
                    <a:lnTo>
                      <a:pt x="1" y="3685"/>
                    </a:lnTo>
                    <a:lnTo>
                      <a:pt x="1" y="4145"/>
                    </a:lnTo>
                    <a:lnTo>
                      <a:pt x="87" y="4577"/>
                    </a:lnTo>
                    <a:lnTo>
                      <a:pt x="202" y="5009"/>
                    </a:lnTo>
                    <a:lnTo>
                      <a:pt x="346" y="5440"/>
                    </a:lnTo>
                    <a:lnTo>
                      <a:pt x="404" y="5527"/>
                    </a:lnTo>
                    <a:lnTo>
                      <a:pt x="490" y="5555"/>
                    </a:lnTo>
                    <a:lnTo>
                      <a:pt x="576" y="5584"/>
                    </a:lnTo>
                    <a:lnTo>
                      <a:pt x="663" y="5555"/>
                    </a:lnTo>
                    <a:lnTo>
                      <a:pt x="749" y="5498"/>
                    </a:lnTo>
                    <a:lnTo>
                      <a:pt x="807" y="5440"/>
                    </a:lnTo>
                    <a:lnTo>
                      <a:pt x="807" y="5325"/>
                    </a:lnTo>
                    <a:lnTo>
                      <a:pt x="807" y="5239"/>
                    </a:lnTo>
                    <a:lnTo>
                      <a:pt x="663" y="4865"/>
                    </a:lnTo>
                    <a:lnTo>
                      <a:pt x="548" y="4490"/>
                    </a:lnTo>
                    <a:lnTo>
                      <a:pt x="490" y="4088"/>
                    </a:lnTo>
                    <a:lnTo>
                      <a:pt x="490" y="3713"/>
                    </a:lnTo>
                    <a:lnTo>
                      <a:pt x="490" y="3311"/>
                    </a:lnTo>
                    <a:lnTo>
                      <a:pt x="548" y="2936"/>
                    </a:lnTo>
                    <a:lnTo>
                      <a:pt x="663" y="2562"/>
                    </a:lnTo>
                    <a:lnTo>
                      <a:pt x="807" y="2188"/>
                    </a:lnTo>
                    <a:lnTo>
                      <a:pt x="950" y="1900"/>
                    </a:lnTo>
                    <a:lnTo>
                      <a:pt x="1123" y="1641"/>
                    </a:lnTo>
                    <a:lnTo>
                      <a:pt x="1296" y="1411"/>
                    </a:lnTo>
                    <a:lnTo>
                      <a:pt x="1497" y="1210"/>
                    </a:lnTo>
                    <a:lnTo>
                      <a:pt x="1727" y="1008"/>
                    </a:lnTo>
                    <a:lnTo>
                      <a:pt x="1958" y="836"/>
                    </a:lnTo>
                    <a:lnTo>
                      <a:pt x="2217" y="720"/>
                    </a:lnTo>
                    <a:lnTo>
                      <a:pt x="2476" y="605"/>
                    </a:lnTo>
                    <a:lnTo>
                      <a:pt x="2764" y="519"/>
                    </a:lnTo>
                    <a:lnTo>
                      <a:pt x="3051" y="490"/>
                    </a:lnTo>
                    <a:lnTo>
                      <a:pt x="3339" y="490"/>
                    </a:lnTo>
                    <a:lnTo>
                      <a:pt x="3627" y="519"/>
                    </a:lnTo>
                    <a:lnTo>
                      <a:pt x="3915" y="577"/>
                    </a:lnTo>
                    <a:lnTo>
                      <a:pt x="4203" y="692"/>
                    </a:lnTo>
                    <a:lnTo>
                      <a:pt x="4462" y="807"/>
                    </a:lnTo>
                    <a:lnTo>
                      <a:pt x="4721" y="951"/>
                    </a:lnTo>
                    <a:lnTo>
                      <a:pt x="4980" y="1095"/>
                    </a:lnTo>
                    <a:lnTo>
                      <a:pt x="5210" y="1296"/>
                    </a:lnTo>
                    <a:lnTo>
                      <a:pt x="5440" y="1497"/>
                    </a:lnTo>
                    <a:lnTo>
                      <a:pt x="5641" y="1699"/>
                    </a:lnTo>
                    <a:lnTo>
                      <a:pt x="5843" y="1929"/>
                    </a:lnTo>
                    <a:lnTo>
                      <a:pt x="6016" y="2188"/>
                    </a:lnTo>
                    <a:lnTo>
                      <a:pt x="6131" y="2447"/>
                    </a:lnTo>
                    <a:lnTo>
                      <a:pt x="6275" y="2706"/>
                    </a:lnTo>
                    <a:lnTo>
                      <a:pt x="6361" y="3023"/>
                    </a:lnTo>
                    <a:lnTo>
                      <a:pt x="6447" y="3368"/>
                    </a:lnTo>
                    <a:lnTo>
                      <a:pt x="6476" y="3685"/>
                    </a:lnTo>
                    <a:lnTo>
                      <a:pt x="6476" y="4030"/>
                    </a:lnTo>
                    <a:lnTo>
                      <a:pt x="6419" y="4375"/>
                    </a:lnTo>
                    <a:lnTo>
                      <a:pt x="6361" y="4721"/>
                    </a:lnTo>
                    <a:lnTo>
                      <a:pt x="6246" y="5037"/>
                    </a:lnTo>
                    <a:lnTo>
                      <a:pt x="6131" y="5383"/>
                    </a:lnTo>
                    <a:lnTo>
                      <a:pt x="5958" y="5670"/>
                    </a:lnTo>
                    <a:lnTo>
                      <a:pt x="5757" y="5987"/>
                    </a:lnTo>
                    <a:lnTo>
                      <a:pt x="5555" y="6275"/>
                    </a:lnTo>
                    <a:lnTo>
                      <a:pt x="5296" y="6534"/>
                    </a:lnTo>
                    <a:lnTo>
                      <a:pt x="5037" y="6793"/>
                    </a:lnTo>
                    <a:lnTo>
                      <a:pt x="4721" y="7023"/>
                    </a:lnTo>
                    <a:lnTo>
                      <a:pt x="4404" y="7225"/>
                    </a:lnTo>
                    <a:lnTo>
                      <a:pt x="4087" y="7397"/>
                    </a:lnTo>
                    <a:lnTo>
                      <a:pt x="4001" y="7455"/>
                    </a:lnTo>
                    <a:lnTo>
                      <a:pt x="3943" y="7541"/>
                    </a:lnTo>
                    <a:lnTo>
                      <a:pt x="3943" y="7627"/>
                    </a:lnTo>
                    <a:lnTo>
                      <a:pt x="3943" y="7714"/>
                    </a:lnTo>
                    <a:lnTo>
                      <a:pt x="4001" y="7771"/>
                    </a:lnTo>
                    <a:lnTo>
                      <a:pt x="4059" y="7829"/>
                    </a:lnTo>
                    <a:lnTo>
                      <a:pt x="4116" y="7858"/>
                    </a:lnTo>
                    <a:lnTo>
                      <a:pt x="4289" y="7858"/>
                    </a:lnTo>
                    <a:lnTo>
                      <a:pt x="4663" y="7656"/>
                    </a:lnTo>
                    <a:lnTo>
                      <a:pt x="5008" y="7426"/>
                    </a:lnTo>
                    <a:lnTo>
                      <a:pt x="5354" y="7167"/>
                    </a:lnTo>
                    <a:lnTo>
                      <a:pt x="5641" y="6879"/>
                    </a:lnTo>
                    <a:lnTo>
                      <a:pt x="5929" y="6563"/>
                    </a:lnTo>
                    <a:lnTo>
                      <a:pt x="6188" y="6246"/>
                    </a:lnTo>
                    <a:lnTo>
                      <a:pt x="6390" y="5901"/>
                    </a:lnTo>
                    <a:lnTo>
                      <a:pt x="6562" y="5555"/>
                    </a:lnTo>
                    <a:lnTo>
                      <a:pt x="6706" y="5181"/>
                    </a:lnTo>
                    <a:lnTo>
                      <a:pt x="6821" y="4807"/>
                    </a:lnTo>
                    <a:lnTo>
                      <a:pt x="6908" y="4433"/>
                    </a:lnTo>
                    <a:lnTo>
                      <a:pt x="6965" y="4030"/>
                    </a:lnTo>
                    <a:lnTo>
                      <a:pt x="6965" y="3656"/>
                    </a:lnTo>
                    <a:lnTo>
                      <a:pt x="6908" y="3282"/>
                    </a:lnTo>
                    <a:lnTo>
                      <a:pt x="6850" y="2879"/>
                    </a:lnTo>
                    <a:lnTo>
                      <a:pt x="6706" y="2534"/>
                    </a:lnTo>
                    <a:lnTo>
                      <a:pt x="6591" y="2217"/>
                    </a:lnTo>
                    <a:lnTo>
                      <a:pt x="6419" y="1929"/>
                    </a:lnTo>
                    <a:lnTo>
                      <a:pt x="6246" y="1641"/>
                    </a:lnTo>
                    <a:lnTo>
                      <a:pt x="6016" y="1382"/>
                    </a:lnTo>
                    <a:lnTo>
                      <a:pt x="5785" y="1123"/>
                    </a:lnTo>
                    <a:lnTo>
                      <a:pt x="5526" y="893"/>
                    </a:lnTo>
                    <a:lnTo>
                      <a:pt x="5239" y="692"/>
                    </a:lnTo>
                    <a:lnTo>
                      <a:pt x="4951" y="519"/>
                    </a:lnTo>
                    <a:lnTo>
                      <a:pt x="4663" y="346"/>
                    </a:lnTo>
                    <a:lnTo>
                      <a:pt x="4346" y="202"/>
                    </a:lnTo>
                    <a:lnTo>
                      <a:pt x="4001" y="116"/>
                    </a:lnTo>
                    <a:lnTo>
                      <a:pt x="3684" y="30"/>
                    </a:lnTo>
                    <a:lnTo>
                      <a:pt x="3339" y="1"/>
                    </a:lnTo>
                    <a:close/>
                  </a:path>
                </a:pathLst>
              </a:custGeom>
              <a:solidFill>
                <a:srgbClr val="0D00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3"/>
              <p:cNvSpPr/>
              <p:nvPr/>
            </p:nvSpPr>
            <p:spPr>
              <a:xfrm>
                <a:off x="1595050" y="1552700"/>
                <a:ext cx="22325" cy="46075"/>
              </a:xfrm>
              <a:custGeom>
                <a:rect b="b" l="l" r="r" t="t"/>
                <a:pathLst>
                  <a:path extrusionOk="0" h="1843" w="893">
                    <a:moveTo>
                      <a:pt x="576" y="1"/>
                    </a:moveTo>
                    <a:lnTo>
                      <a:pt x="490" y="58"/>
                    </a:lnTo>
                    <a:lnTo>
                      <a:pt x="404" y="116"/>
                    </a:lnTo>
                    <a:lnTo>
                      <a:pt x="317" y="231"/>
                    </a:lnTo>
                    <a:lnTo>
                      <a:pt x="231" y="346"/>
                    </a:lnTo>
                    <a:lnTo>
                      <a:pt x="174" y="490"/>
                    </a:lnTo>
                    <a:lnTo>
                      <a:pt x="58" y="835"/>
                    </a:lnTo>
                    <a:lnTo>
                      <a:pt x="1" y="1210"/>
                    </a:lnTo>
                    <a:lnTo>
                      <a:pt x="1" y="1353"/>
                    </a:lnTo>
                    <a:lnTo>
                      <a:pt x="30" y="1497"/>
                    </a:lnTo>
                    <a:lnTo>
                      <a:pt x="58" y="1641"/>
                    </a:lnTo>
                    <a:lnTo>
                      <a:pt x="116" y="1728"/>
                    </a:lnTo>
                    <a:lnTo>
                      <a:pt x="174" y="1785"/>
                    </a:lnTo>
                    <a:lnTo>
                      <a:pt x="260" y="1843"/>
                    </a:lnTo>
                    <a:lnTo>
                      <a:pt x="317" y="1843"/>
                    </a:lnTo>
                    <a:lnTo>
                      <a:pt x="404" y="1785"/>
                    </a:lnTo>
                    <a:lnTo>
                      <a:pt x="490" y="1728"/>
                    </a:lnTo>
                    <a:lnTo>
                      <a:pt x="576" y="1641"/>
                    </a:lnTo>
                    <a:lnTo>
                      <a:pt x="663" y="1497"/>
                    </a:lnTo>
                    <a:lnTo>
                      <a:pt x="749" y="1353"/>
                    </a:lnTo>
                    <a:lnTo>
                      <a:pt x="835" y="1008"/>
                    </a:lnTo>
                    <a:lnTo>
                      <a:pt x="893" y="663"/>
                    </a:lnTo>
                    <a:lnTo>
                      <a:pt x="893" y="490"/>
                    </a:lnTo>
                    <a:lnTo>
                      <a:pt x="864" y="346"/>
                    </a:lnTo>
                    <a:lnTo>
                      <a:pt x="835" y="231"/>
                    </a:lnTo>
                    <a:lnTo>
                      <a:pt x="807" y="116"/>
                    </a:lnTo>
                    <a:lnTo>
                      <a:pt x="720" y="58"/>
                    </a:lnTo>
                    <a:lnTo>
                      <a:pt x="663" y="1"/>
                    </a:lnTo>
                    <a:close/>
                  </a:path>
                </a:pathLst>
              </a:custGeom>
              <a:solidFill>
                <a:srgbClr val="0D00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dol.gov/sites/dolgov/files/WB/NDCP/508_WB_IssueBrief-NDCP-20230213.pdf" TargetMode="External"/><Relationship Id="rId4" Type="http://schemas.openxmlformats.org/officeDocument/2006/relationships/hyperlink" Target="https://www.census.gov/library/working-papers/2025/adrm/CES-WP-25-25.html" TargetMode="External"/><Relationship Id="rId5" Type="http://schemas.openxmlformats.org/officeDocument/2006/relationships/hyperlink" Target="https://www.gao.gov/products/gao-23-106073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4"/>
          <p:cNvSpPr txBox="1"/>
          <p:nvPr>
            <p:ph type="ctrTitle"/>
          </p:nvPr>
        </p:nvSpPr>
        <p:spPr>
          <a:xfrm>
            <a:off x="315725" y="539500"/>
            <a:ext cx="6380400" cy="173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500">
                <a:solidFill>
                  <a:schemeClr val="dk2"/>
                </a:solidFill>
              </a:rPr>
              <a:t>Understanding America's Childcare Markets</a:t>
            </a:r>
            <a:endParaRPr sz="5300">
              <a:solidFill>
                <a:schemeClr val="dk2"/>
              </a:solidFill>
            </a:endParaRPr>
          </a:p>
        </p:txBody>
      </p:sp>
      <p:sp>
        <p:nvSpPr>
          <p:cNvPr id="837" name="Google Shape;837;p34"/>
          <p:cNvSpPr txBox="1"/>
          <p:nvPr>
            <p:ph idx="1" type="subTitle"/>
          </p:nvPr>
        </p:nvSpPr>
        <p:spPr>
          <a:xfrm>
            <a:off x="315725" y="1936200"/>
            <a:ext cx="50688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accent4"/>
                </a:solidFill>
                <a:latin typeface="Figtree"/>
                <a:ea typeface="Figtree"/>
                <a:cs typeface="Figtree"/>
                <a:sym typeface="Figtree"/>
              </a:rPr>
              <a:t>An Unsupervised Machine Learning Approach to County-Level Childcare Pricing</a:t>
            </a:r>
            <a:endParaRPr b="1" i="1" sz="1400">
              <a:solidFill>
                <a:schemeClr val="accent4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grpSp>
        <p:nvGrpSpPr>
          <p:cNvPr id="838" name="Google Shape;838;p34"/>
          <p:cNvGrpSpPr/>
          <p:nvPr/>
        </p:nvGrpSpPr>
        <p:grpSpPr>
          <a:xfrm>
            <a:off x="5123546" y="1977170"/>
            <a:ext cx="3795622" cy="2987135"/>
            <a:chOff x="481675" y="238125"/>
            <a:chExt cx="6656650" cy="5238750"/>
          </a:xfrm>
        </p:grpSpPr>
        <p:sp>
          <p:nvSpPr>
            <p:cNvPr id="839" name="Google Shape;839;p34"/>
            <p:cNvSpPr/>
            <p:nvPr/>
          </p:nvSpPr>
          <p:spPr>
            <a:xfrm>
              <a:off x="1283300" y="4492850"/>
              <a:ext cx="1142375" cy="827725"/>
            </a:xfrm>
            <a:custGeom>
              <a:rect b="b" l="l" r="r" t="t"/>
              <a:pathLst>
                <a:path extrusionOk="0" h="33109" w="45695">
                  <a:moveTo>
                    <a:pt x="1" y="0"/>
                  </a:moveTo>
                  <a:lnTo>
                    <a:pt x="1" y="33108"/>
                  </a:lnTo>
                  <a:lnTo>
                    <a:pt x="45694" y="33108"/>
                  </a:lnTo>
                  <a:lnTo>
                    <a:pt x="45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4"/>
            <p:cNvSpPr/>
            <p:nvPr/>
          </p:nvSpPr>
          <p:spPr>
            <a:xfrm>
              <a:off x="2079950" y="4483825"/>
              <a:ext cx="18050" cy="845750"/>
            </a:xfrm>
            <a:custGeom>
              <a:rect b="b" l="l" r="r" t="t"/>
              <a:pathLst>
                <a:path extrusionOk="0" h="33830" w="722">
                  <a:moveTo>
                    <a:pt x="361" y="0"/>
                  </a:moveTo>
                  <a:lnTo>
                    <a:pt x="241" y="41"/>
                  </a:lnTo>
                  <a:lnTo>
                    <a:pt x="120" y="121"/>
                  </a:lnTo>
                  <a:lnTo>
                    <a:pt x="40" y="241"/>
                  </a:lnTo>
                  <a:lnTo>
                    <a:pt x="0" y="361"/>
                  </a:lnTo>
                  <a:lnTo>
                    <a:pt x="0" y="33469"/>
                  </a:lnTo>
                  <a:lnTo>
                    <a:pt x="40" y="33630"/>
                  </a:lnTo>
                  <a:lnTo>
                    <a:pt x="120" y="33750"/>
                  </a:lnTo>
                  <a:lnTo>
                    <a:pt x="241" y="33830"/>
                  </a:lnTo>
                  <a:lnTo>
                    <a:pt x="521" y="33830"/>
                  </a:lnTo>
                  <a:lnTo>
                    <a:pt x="601" y="33750"/>
                  </a:lnTo>
                  <a:lnTo>
                    <a:pt x="681" y="33630"/>
                  </a:lnTo>
                  <a:lnTo>
                    <a:pt x="722" y="33469"/>
                  </a:lnTo>
                  <a:lnTo>
                    <a:pt x="722" y="361"/>
                  </a:lnTo>
                  <a:lnTo>
                    <a:pt x="681" y="241"/>
                  </a:lnTo>
                  <a:lnTo>
                    <a:pt x="601" y="121"/>
                  </a:lnTo>
                  <a:lnTo>
                    <a:pt x="521" y="41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4"/>
            <p:cNvSpPr/>
            <p:nvPr/>
          </p:nvSpPr>
          <p:spPr>
            <a:xfrm>
              <a:off x="1391525" y="4604075"/>
              <a:ext cx="579225" cy="577200"/>
            </a:xfrm>
            <a:custGeom>
              <a:rect b="b" l="l" r="r" t="t"/>
              <a:pathLst>
                <a:path extrusionOk="0" h="23088" w="23169">
                  <a:moveTo>
                    <a:pt x="11384" y="5411"/>
                  </a:moveTo>
                  <a:lnTo>
                    <a:pt x="14591" y="13949"/>
                  </a:lnTo>
                  <a:lnTo>
                    <a:pt x="8298" y="13949"/>
                  </a:lnTo>
                  <a:lnTo>
                    <a:pt x="11384" y="5411"/>
                  </a:lnTo>
                  <a:close/>
                  <a:moveTo>
                    <a:pt x="8979" y="0"/>
                  </a:moveTo>
                  <a:lnTo>
                    <a:pt x="1" y="23088"/>
                  </a:lnTo>
                  <a:lnTo>
                    <a:pt x="4931" y="23088"/>
                  </a:lnTo>
                  <a:lnTo>
                    <a:pt x="6855" y="17837"/>
                  </a:lnTo>
                  <a:lnTo>
                    <a:pt x="16074" y="17837"/>
                  </a:lnTo>
                  <a:lnTo>
                    <a:pt x="18078" y="23088"/>
                  </a:lnTo>
                  <a:lnTo>
                    <a:pt x="23168" y="23088"/>
                  </a:lnTo>
                  <a:lnTo>
                    <a:pt x="13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4"/>
            <p:cNvSpPr/>
            <p:nvPr/>
          </p:nvSpPr>
          <p:spPr>
            <a:xfrm>
              <a:off x="1453650" y="3953725"/>
              <a:ext cx="753575" cy="545150"/>
            </a:xfrm>
            <a:custGeom>
              <a:rect b="b" l="l" r="r" t="t"/>
              <a:pathLst>
                <a:path extrusionOk="0" h="21806" w="30143">
                  <a:moveTo>
                    <a:pt x="1" y="1"/>
                  </a:moveTo>
                  <a:lnTo>
                    <a:pt x="1" y="21806"/>
                  </a:lnTo>
                  <a:lnTo>
                    <a:pt x="30143" y="21806"/>
                  </a:lnTo>
                  <a:lnTo>
                    <a:pt x="30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4"/>
            <p:cNvSpPr/>
            <p:nvPr/>
          </p:nvSpPr>
          <p:spPr>
            <a:xfrm>
              <a:off x="1976725" y="3944725"/>
              <a:ext cx="18075" cy="563175"/>
            </a:xfrm>
            <a:custGeom>
              <a:rect b="b" l="l" r="r" t="t"/>
              <a:pathLst>
                <a:path extrusionOk="0" h="22527" w="723">
                  <a:moveTo>
                    <a:pt x="201" y="0"/>
                  </a:moveTo>
                  <a:lnTo>
                    <a:pt x="81" y="80"/>
                  </a:lnTo>
                  <a:lnTo>
                    <a:pt x="1" y="201"/>
                  </a:lnTo>
                  <a:lnTo>
                    <a:pt x="1" y="361"/>
                  </a:lnTo>
                  <a:lnTo>
                    <a:pt x="1" y="22166"/>
                  </a:lnTo>
                  <a:lnTo>
                    <a:pt x="1" y="22326"/>
                  </a:lnTo>
                  <a:lnTo>
                    <a:pt x="81" y="22446"/>
                  </a:lnTo>
                  <a:lnTo>
                    <a:pt x="201" y="22526"/>
                  </a:lnTo>
                  <a:lnTo>
                    <a:pt x="482" y="22526"/>
                  </a:lnTo>
                  <a:lnTo>
                    <a:pt x="602" y="22446"/>
                  </a:lnTo>
                  <a:lnTo>
                    <a:pt x="682" y="22326"/>
                  </a:lnTo>
                  <a:lnTo>
                    <a:pt x="722" y="22166"/>
                  </a:lnTo>
                  <a:lnTo>
                    <a:pt x="722" y="361"/>
                  </a:lnTo>
                  <a:lnTo>
                    <a:pt x="682" y="201"/>
                  </a:lnTo>
                  <a:lnTo>
                    <a:pt x="602" y="80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1592950" y="4094025"/>
              <a:ext cx="259550" cy="287625"/>
            </a:xfrm>
            <a:custGeom>
              <a:rect b="b" l="l" r="r" t="t"/>
              <a:pathLst>
                <a:path extrusionOk="0" h="11505" w="10382">
                  <a:moveTo>
                    <a:pt x="5331" y="1"/>
                  </a:moveTo>
                  <a:lnTo>
                    <a:pt x="4730" y="41"/>
                  </a:lnTo>
                  <a:lnTo>
                    <a:pt x="4169" y="81"/>
                  </a:lnTo>
                  <a:lnTo>
                    <a:pt x="3648" y="201"/>
                  </a:lnTo>
                  <a:lnTo>
                    <a:pt x="3127" y="401"/>
                  </a:lnTo>
                  <a:lnTo>
                    <a:pt x="2646" y="602"/>
                  </a:lnTo>
                  <a:lnTo>
                    <a:pt x="2205" y="842"/>
                  </a:lnTo>
                  <a:lnTo>
                    <a:pt x="1804" y="1163"/>
                  </a:lnTo>
                  <a:lnTo>
                    <a:pt x="1443" y="1524"/>
                  </a:lnTo>
                  <a:lnTo>
                    <a:pt x="1082" y="1924"/>
                  </a:lnTo>
                  <a:lnTo>
                    <a:pt x="802" y="2365"/>
                  </a:lnTo>
                  <a:lnTo>
                    <a:pt x="561" y="2846"/>
                  </a:lnTo>
                  <a:lnTo>
                    <a:pt x="361" y="3327"/>
                  </a:lnTo>
                  <a:lnTo>
                    <a:pt x="201" y="3888"/>
                  </a:lnTo>
                  <a:lnTo>
                    <a:pt x="80" y="4490"/>
                  </a:lnTo>
                  <a:lnTo>
                    <a:pt x="0" y="5091"/>
                  </a:lnTo>
                  <a:lnTo>
                    <a:pt x="0" y="5772"/>
                  </a:lnTo>
                  <a:lnTo>
                    <a:pt x="0" y="6414"/>
                  </a:lnTo>
                  <a:lnTo>
                    <a:pt x="80" y="7055"/>
                  </a:lnTo>
                  <a:lnTo>
                    <a:pt x="201" y="7616"/>
                  </a:lnTo>
                  <a:lnTo>
                    <a:pt x="361" y="8177"/>
                  </a:lnTo>
                  <a:lnTo>
                    <a:pt x="561" y="8698"/>
                  </a:lnTo>
                  <a:lnTo>
                    <a:pt x="802" y="9179"/>
                  </a:lnTo>
                  <a:lnTo>
                    <a:pt x="1082" y="9580"/>
                  </a:lnTo>
                  <a:lnTo>
                    <a:pt x="1443" y="9981"/>
                  </a:lnTo>
                  <a:lnTo>
                    <a:pt x="1804" y="10342"/>
                  </a:lnTo>
                  <a:lnTo>
                    <a:pt x="2205" y="10662"/>
                  </a:lnTo>
                  <a:lnTo>
                    <a:pt x="2646" y="10943"/>
                  </a:lnTo>
                  <a:lnTo>
                    <a:pt x="3127" y="11143"/>
                  </a:lnTo>
                  <a:lnTo>
                    <a:pt x="3608" y="11304"/>
                  </a:lnTo>
                  <a:lnTo>
                    <a:pt x="4129" y="11424"/>
                  </a:lnTo>
                  <a:lnTo>
                    <a:pt x="4690" y="11504"/>
                  </a:lnTo>
                  <a:lnTo>
                    <a:pt x="5812" y="11504"/>
                  </a:lnTo>
                  <a:lnTo>
                    <a:pt x="6293" y="11464"/>
                  </a:lnTo>
                  <a:lnTo>
                    <a:pt x="6774" y="11384"/>
                  </a:lnTo>
                  <a:lnTo>
                    <a:pt x="7215" y="11264"/>
                  </a:lnTo>
                  <a:lnTo>
                    <a:pt x="7616" y="11143"/>
                  </a:lnTo>
                  <a:lnTo>
                    <a:pt x="7977" y="10943"/>
                  </a:lnTo>
                  <a:lnTo>
                    <a:pt x="8337" y="10743"/>
                  </a:lnTo>
                  <a:lnTo>
                    <a:pt x="8698" y="10502"/>
                  </a:lnTo>
                  <a:lnTo>
                    <a:pt x="8979" y="10262"/>
                  </a:lnTo>
                  <a:lnTo>
                    <a:pt x="9259" y="9941"/>
                  </a:lnTo>
                  <a:lnTo>
                    <a:pt x="9500" y="9620"/>
                  </a:lnTo>
                  <a:lnTo>
                    <a:pt x="9740" y="9260"/>
                  </a:lnTo>
                  <a:lnTo>
                    <a:pt x="9941" y="8899"/>
                  </a:lnTo>
                  <a:lnTo>
                    <a:pt x="10101" y="8458"/>
                  </a:lnTo>
                  <a:lnTo>
                    <a:pt x="10261" y="8017"/>
                  </a:lnTo>
                  <a:lnTo>
                    <a:pt x="10381" y="7536"/>
                  </a:lnTo>
                  <a:lnTo>
                    <a:pt x="7536" y="7055"/>
                  </a:lnTo>
                  <a:lnTo>
                    <a:pt x="7415" y="7576"/>
                  </a:lnTo>
                  <a:lnTo>
                    <a:pt x="7215" y="8017"/>
                  </a:lnTo>
                  <a:lnTo>
                    <a:pt x="7015" y="8378"/>
                  </a:lnTo>
                  <a:lnTo>
                    <a:pt x="6774" y="8658"/>
                  </a:lnTo>
                  <a:lnTo>
                    <a:pt x="6493" y="8899"/>
                  </a:lnTo>
                  <a:lnTo>
                    <a:pt x="6173" y="9019"/>
                  </a:lnTo>
                  <a:lnTo>
                    <a:pt x="5812" y="9099"/>
                  </a:lnTo>
                  <a:lnTo>
                    <a:pt x="5411" y="9139"/>
                  </a:lnTo>
                  <a:lnTo>
                    <a:pt x="5171" y="9139"/>
                  </a:lnTo>
                  <a:lnTo>
                    <a:pt x="4890" y="9099"/>
                  </a:lnTo>
                  <a:lnTo>
                    <a:pt x="4650" y="9019"/>
                  </a:lnTo>
                  <a:lnTo>
                    <a:pt x="4409" y="8939"/>
                  </a:lnTo>
                  <a:lnTo>
                    <a:pt x="4209" y="8819"/>
                  </a:lnTo>
                  <a:lnTo>
                    <a:pt x="4008" y="8698"/>
                  </a:lnTo>
                  <a:lnTo>
                    <a:pt x="3808" y="8538"/>
                  </a:lnTo>
                  <a:lnTo>
                    <a:pt x="3648" y="8338"/>
                  </a:lnTo>
                  <a:lnTo>
                    <a:pt x="3487" y="8097"/>
                  </a:lnTo>
                  <a:lnTo>
                    <a:pt x="3367" y="7857"/>
                  </a:lnTo>
                  <a:lnTo>
                    <a:pt x="3247" y="7576"/>
                  </a:lnTo>
                  <a:lnTo>
                    <a:pt x="3167" y="7255"/>
                  </a:lnTo>
                  <a:lnTo>
                    <a:pt x="3086" y="6855"/>
                  </a:lnTo>
                  <a:lnTo>
                    <a:pt x="3046" y="6454"/>
                  </a:lnTo>
                  <a:lnTo>
                    <a:pt x="3006" y="5572"/>
                  </a:lnTo>
                  <a:lnTo>
                    <a:pt x="3046" y="4730"/>
                  </a:lnTo>
                  <a:lnTo>
                    <a:pt x="3086" y="4369"/>
                  </a:lnTo>
                  <a:lnTo>
                    <a:pt x="3167" y="4049"/>
                  </a:lnTo>
                  <a:lnTo>
                    <a:pt x="3247" y="3768"/>
                  </a:lnTo>
                  <a:lnTo>
                    <a:pt x="3367" y="3488"/>
                  </a:lnTo>
                  <a:lnTo>
                    <a:pt x="3487" y="3247"/>
                  </a:lnTo>
                  <a:lnTo>
                    <a:pt x="3648" y="3047"/>
                  </a:lnTo>
                  <a:lnTo>
                    <a:pt x="3808" y="2886"/>
                  </a:lnTo>
                  <a:lnTo>
                    <a:pt x="4008" y="2726"/>
                  </a:lnTo>
                  <a:lnTo>
                    <a:pt x="4209" y="2606"/>
                  </a:lnTo>
                  <a:lnTo>
                    <a:pt x="4409" y="2486"/>
                  </a:lnTo>
                  <a:lnTo>
                    <a:pt x="4610" y="2405"/>
                  </a:lnTo>
                  <a:lnTo>
                    <a:pt x="4850" y="2325"/>
                  </a:lnTo>
                  <a:lnTo>
                    <a:pt x="5131" y="2325"/>
                  </a:lnTo>
                  <a:lnTo>
                    <a:pt x="5371" y="2285"/>
                  </a:lnTo>
                  <a:lnTo>
                    <a:pt x="5772" y="2325"/>
                  </a:lnTo>
                  <a:lnTo>
                    <a:pt x="6133" y="2405"/>
                  </a:lnTo>
                  <a:lnTo>
                    <a:pt x="6453" y="2526"/>
                  </a:lnTo>
                  <a:lnTo>
                    <a:pt x="6694" y="2726"/>
                  </a:lnTo>
                  <a:lnTo>
                    <a:pt x="6934" y="2967"/>
                  </a:lnTo>
                  <a:lnTo>
                    <a:pt x="7135" y="3287"/>
                  </a:lnTo>
                  <a:lnTo>
                    <a:pt x="7295" y="3608"/>
                  </a:lnTo>
                  <a:lnTo>
                    <a:pt x="7375" y="4009"/>
                  </a:lnTo>
                  <a:lnTo>
                    <a:pt x="10261" y="3528"/>
                  </a:lnTo>
                  <a:lnTo>
                    <a:pt x="10101" y="3087"/>
                  </a:lnTo>
                  <a:lnTo>
                    <a:pt x="9941" y="2686"/>
                  </a:lnTo>
                  <a:lnTo>
                    <a:pt x="9780" y="2285"/>
                  </a:lnTo>
                  <a:lnTo>
                    <a:pt x="9580" y="1965"/>
                  </a:lnTo>
                  <a:lnTo>
                    <a:pt x="9339" y="1644"/>
                  </a:lnTo>
                  <a:lnTo>
                    <a:pt x="9099" y="1363"/>
                  </a:lnTo>
                  <a:lnTo>
                    <a:pt x="8818" y="1083"/>
                  </a:lnTo>
                  <a:lnTo>
                    <a:pt x="8538" y="882"/>
                  </a:lnTo>
                  <a:lnTo>
                    <a:pt x="8217" y="682"/>
                  </a:lnTo>
                  <a:lnTo>
                    <a:pt x="7896" y="481"/>
                  </a:lnTo>
                  <a:lnTo>
                    <a:pt x="7536" y="321"/>
                  </a:lnTo>
                  <a:lnTo>
                    <a:pt x="7135" y="201"/>
                  </a:lnTo>
                  <a:lnTo>
                    <a:pt x="6734" y="121"/>
                  </a:lnTo>
                  <a:lnTo>
                    <a:pt x="6293" y="41"/>
                  </a:lnTo>
                  <a:lnTo>
                    <a:pt x="58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4"/>
            <p:cNvSpPr/>
            <p:nvPr/>
          </p:nvSpPr>
          <p:spPr>
            <a:xfrm>
              <a:off x="2425650" y="2542850"/>
              <a:ext cx="1642400" cy="794650"/>
            </a:xfrm>
            <a:custGeom>
              <a:rect b="b" l="l" r="r" t="t"/>
              <a:pathLst>
                <a:path extrusionOk="0" h="31786" w="65696">
                  <a:moveTo>
                    <a:pt x="2085" y="0"/>
                  </a:moveTo>
                  <a:lnTo>
                    <a:pt x="0" y="5291"/>
                  </a:lnTo>
                  <a:lnTo>
                    <a:pt x="2045" y="6854"/>
                  </a:lnTo>
                  <a:lnTo>
                    <a:pt x="4169" y="8417"/>
                  </a:lnTo>
                  <a:lnTo>
                    <a:pt x="6374" y="10021"/>
                  </a:lnTo>
                  <a:lnTo>
                    <a:pt x="8698" y="11584"/>
                  </a:lnTo>
                  <a:lnTo>
                    <a:pt x="11103" y="13187"/>
                  </a:lnTo>
                  <a:lnTo>
                    <a:pt x="13628" y="14750"/>
                  </a:lnTo>
                  <a:lnTo>
                    <a:pt x="16234" y="16314"/>
                  </a:lnTo>
                  <a:lnTo>
                    <a:pt x="18919" y="17837"/>
                  </a:lnTo>
                  <a:lnTo>
                    <a:pt x="21765" y="19320"/>
                  </a:lnTo>
                  <a:lnTo>
                    <a:pt x="24651" y="20803"/>
                  </a:lnTo>
                  <a:lnTo>
                    <a:pt x="27657" y="22206"/>
                  </a:lnTo>
                  <a:lnTo>
                    <a:pt x="30784" y="23569"/>
                  </a:lnTo>
                  <a:lnTo>
                    <a:pt x="33990" y="24891"/>
                  </a:lnTo>
                  <a:lnTo>
                    <a:pt x="35593" y="25533"/>
                  </a:lnTo>
                  <a:lnTo>
                    <a:pt x="37277" y="26134"/>
                  </a:lnTo>
                  <a:lnTo>
                    <a:pt x="38960" y="26735"/>
                  </a:lnTo>
                  <a:lnTo>
                    <a:pt x="40684" y="27336"/>
                  </a:lnTo>
                  <a:lnTo>
                    <a:pt x="42407" y="27897"/>
                  </a:lnTo>
                  <a:lnTo>
                    <a:pt x="44171" y="28459"/>
                  </a:lnTo>
                  <a:lnTo>
                    <a:pt x="45895" y="28940"/>
                  </a:lnTo>
                  <a:lnTo>
                    <a:pt x="47578" y="29421"/>
                  </a:lnTo>
                  <a:lnTo>
                    <a:pt x="50905" y="30262"/>
                  </a:lnTo>
                  <a:lnTo>
                    <a:pt x="54152" y="31024"/>
                  </a:lnTo>
                  <a:lnTo>
                    <a:pt x="57318" y="31665"/>
                  </a:lnTo>
                  <a:lnTo>
                    <a:pt x="57879" y="31745"/>
                  </a:lnTo>
                  <a:lnTo>
                    <a:pt x="58440" y="31785"/>
                  </a:lnTo>
                  <a:lnTo>
                    <a:pt x="59001" y="31785"/>
                  </a:lnTo>
                  <a:lnTo>
                    <a:pt x="59523" y="31705"/>
                  </a:lnTo>
                  <a:lnTo>
                    <a:pt x="60044" y="31625"/>
                  </a:lnTo>
                  <a:lnTo>
                    <a:pt x="60565" y="31505"/>
                  </a:lnTo>
                  <a:lnTo>
                    <a:pt x="61086" y="31385"/>
                  </a:lnTo>
                  <a:lnTo>
                    <a:pt x="61567" y="31184"/>
                  </a:lnTo>
                  <a:lnTo>
                    <a:pt x="62048" y="30944"/>
                  </a:lnTo>
                  <a:lnTo>
                    <a:pt x="62529" y="30703"/>
                  </a:lnTo>
                  <a:lnTo>
                    <a:pt x="62970" y="30383"/>
                  </a:lnTo>
                  <a:lnTo>
                    <a:pt x="63370" y="30062"/>
                  </a:lnTo>
                  <a:lnTo>
                    <a:pt x="63771" y="29741"/>
                  </a:lnTo>
                  <a:lnTo>
                    <a:pt x="64092" y="29340"/>
                  </a:lnTo>
                  <a:lnTo>
                    <a:pt x="64453" y="28940"/>
                  </a:lnTo>
                  <a:lnTo>
                    <a:pt x="64733" y="28499"/>
                  </a:lnTo>
                  <a:lnTo>
                    <a:pt x="65054" y="27897"/>
                  </a:lnTo>
                  <a:lnTo>
                    <a:pt x="65294" y="27336"/>
                  </a:lnTo>
                  <a:lnTo>
                    <a:pt x="65495" y="26735"/>
                  </a:lnTo>
                  <a:lnTo>
                    <a:pt x="65615" y="26174"/>
                  </a:lnTo>
                  <a:lnTo>
                    <a:pt x="65695" y="25613"/>
                  </a:lnTo>
                  <a:lnTo>
                    <a:pt x="65695" y="25092"/>
                  </a:lnTo>
                  <a:lnTo>
                    <a:pt x="65695" y="24571"/>
                  </a:lnTo>
                  <a:lnTo>
                    <a:pt x="65655" y="24090"/>
                  </a:lnTo>
                  <a:lnTo>
                    <a:pt x="65615" y="23649"/>
                  </a:lnTo>
                  <a:lnTo>
                    <a:pt x="65535" y="23248"/>
                  </a:lnTo>
                  <a:lnTo>
                    <a:pt x="65334" y="22526"/>
                  </a:lnTo>
                  <a:lnTo>
                    <a:pt x="65174" y="22045"/>
                  </a:lnTo>
                  <a:lnTo>
                    <a:pt x="65094" y="21805"/>
                  </a:lnTo>
                  <a:lnTo>
                    <a:pt x="61567" y="17356"/>
                  </a:lnTo>
                  <a:lnTo>
                    <a:pt x="60044" y="16554"/>
                  </a:lnTo>
                  <a:lnTo>
                    <a:pt x="58601" y="15873"/>
                  </a:lnTo>
                  <a:lnTo>
                    <a:pt x="57238" y="15231"/>
                  </a:lnTo>
                  <a:lnTo>
                    <a:pt x="55995" y="14670"/>
                  </a:lnTo>
                  <a:lnTo>
                    <a:pt x="53751" y="13748"/>
                  </a:lnTo>
                  <a:lnTo>
                    <a:pt x="51947" y="13067"/>
                  </a:lnTo>
                  <a:lnTo>
                    <a:pt x="50384" y="12506"/>
                  </a:lnTo>
                  <a:lnTo>
                    <a:pt x="48901" y="11985"/>
                  </a:lnTo>
                  <a:lnTo>
                    <a:pt x="47418" y="11544"/>
                  </a:lnTo>
                  <a:lnTo>
                    <a:pt x="45935" y="11143"/>
                  </a:lnTo>
                  <a:lnTo>
                    <a:pt x="44532" y="10782"/>
                  </a:lnTo>
                  <a:lnTo>
                    <a:pt x="43169" y="10422"/>
                  </a:lnTo>
                  <a:lnTo>
                    <a:pt x="41806" y="10141"/>
                  </a:lnTo>
                  <a:lnTo>
                    <a:pt x="40443" y="9860"/>
                  </a:lnTo>
                  <a:lnTo>
                    <a:pt x="37838" y="9420"/>
                  </a:lnTo>
                  <a:lnTo>
                    <a:pt x="35313" y="9019"/>
                  </a:lnTo>
                  <a:lnTo>
                    <a:pt x="32828" y="8698"/>
                  </a:lnTo>
                  <a:lnTo>
                    <a:pt x="30343" y="8417"/>
                  </a:lnTo>
                  <a:lnTo>
                    <a:pt x="27898" y="8097"/>
                  </a:lnTo>
                  <a:lnTo>
                    <a:pt x="25413" y="7736"/>
                  </a:lnTo>
                  <a:lnTo>
                    <a:pt x="22927" y="7335"/>
                  </a:lnTo>
                  <a:lnTo>
                    <a:pt x="20402" y="6854"/>
                  </a:lnTo>
                  <a:lnTo>
                    <a:pt x="19080" y="6574"/>
                  </a:lnTo>
                  <a:lnTo>
                    <a:pt x="17797" y="6253"/>
                  </a:lnTo>
                  <a:lnTo>
                    <a:pt x="16434" y="5892"/>
                  </a:lnTo>
                  <a:lnTo>
                    <a:pt x="15071" y="5491"/>
                  </a:lnTo>
                  <a:lnTo>
                    <a:pt x="13709" y="5091"/>
                  </a:lnTo>
                  <a:lnTo>
                    <a:pt x="12266" y="4570"/>
                  </a:lnTo>
                  <a:lnTo>
                    <a:pt x="10823" y="4048"/>
                  </a:lnTo>
                  <a:lnTo>
                    <a:pt x="9340" y="3487"/>
                  </a:lnTo>
                  <a:lnTo>
                    <a:pt x="8097" y="2966"/>
                  </a:lnTo>
                  <a:lnTo>
                    <a:pt x="6975" y="2445"/>
                  </a:lnTo>
                  <a:lnTo>
                    <a:pt x="4931" y="1483"/>
                  </a:lnTo>
                  <a:lnTo>
                    <a:pt x="3287" y="641"/>
                  </a:lnTo>
                  <a:lnTo>
                    <a:pt x="2085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4"/>
            <p:cNvSpPr/>
            <p:nvPr/>
          </p:nvSpPr>
          <p:spPr>
            <a:xfrm>
              <a:off x="3800475" y="1317325"/>
              <a:ext cx="1614325" cy="3603425"/>
            </a:xfrm>
            <a:custGeom>
              <a:rect b="b" l="l" r="r" t="t"/>
              <a:pathLst>
                <a:path extrusionOk="0" h="144137" w="64573">
                  <a:moveTo>
                    <a:pt x="9660" y="1"/>
                  </a:moveTo>
                  <a:lnTo>
                    <a:pt x="3808" y="5652"/>
                  </a:lnTo>
                  <a:lnTo>
                    <a:pt x="0" y="9300"/>
                  </a:lnTo>
                  <a:lnTo>
                    <a:pt x="521" y="9700"/>
                  </a:lnTo>
                  <a:lnTo>
                    <a:pt x="1203" y="10262"/>
                  </a:lnTo>
                  <a:lnTo>
                    <a:pt x="2004" y="10983"/>
                  </a:lnTo>
                  <a:lnTo>
                    <a:pt x="2926" y="11905"/>
                  </a:lnTo>
                  <a:lnTo>
                    <a:pt x="3407" y="12466"/>
                  </a:lnTo>
                  <a:lnTo>
                    <a:pt x="3888" y="13027"/>
                  </a:lnTo>
                  <a:lnTo>
                    <a:pt x="4369" y="13629"/>
                  </a:lnTo>
                  <a:lnTo>
                    <a:pt x="4850" y="14310"/>
                  </a:lnTo>
                  <a:lnTo>
                    <a:pt x="5331" y="15031"/>
                  </a:lnTo>
                  <a:lnTo>
                    <a:pt x="5772" y="15793"/>
                  </a:lnTo>
                  <a:lnTo>
                    <a:pt x="6173" y="16595"/>
                  </a:lnTo>
                  <a:lnTo>
                    <a:pt x="6614" y="17476"/>
                  </a:lnTo>
                  <a:lnTo>
                    <a:pt x="7055" y="18679"/>
                  </a:lnTo>
                  <a:lnTo>
                    <a:pt x="7496" y="19962"/>
                  </a:lnTo>
                  <a:lnTo>
                    <a:pt x="7776" y="21204"/>
                  </a:lnTo>
                  <a:lnTo>
                    <a:pt x="8017" y="22366"/>
                  </a:lnTo>
                  <a:lnTo>
                    <a:pt x="8137" y="23529"/>
                  </a:lnTo>
                  <a:lnTo>
                    <a:pt x="8217" y="24611"/>
                  </a:lnTo>
                  <a:lnTo>
                    <a:pt x="8217" y="25693"/>
                  </a:lnTo>
                  <a:lnTo>
                    <a:pt x="8137" y="26695"/>
                  </a:lnTo>
                  <a:lnTo>
                    <a:pt x="8057" y="27657"/>
                  </a:lnTo>
                  <a:lnTo>
                    <a:pt x="7937" y="28579"/>
                  </a:lnTo>
                  <a:lnTo>
                    <a:pt x="7776" y="29421"/>
                  </a:lnTo>
                  <a:lnTo>
                    <a:pt x="7576" y="30183"/>
                  </a:lnTo>
                  <a:lnTo>
                    <a:pt x="7375" y="30904"/>
                  </a:lnTo>
                  <a:lnTo>
                    <a:pt x="7175" y="31545"/>
                  </a:lnTo>
                  <a:lnTo>
                    <a:pt x="6774" y="32587"/>
                  </a:lnTo>
                  <a:lnTo>
                    <a:pt x="6494" y="33309"/>
                  </a:lnTo>
                  <a:lnTo>
                    <a:pt x="1243" y="64573"/>
                  </a:lnTo>
                  <a:lnTo>
                    <a:pt x="4209" y="67860"/>
                  </a:lnTo>
                  <a:lnTo>
                    <a:pt x="6934" y="71026"/>
                  </a:lnTo>
                  <a:lnTo>
                    <a:pt x="9500" y="74073"/>
                  </a:lnTo>
                  <a:lnTo>
                    <a:pt x="11824" y="76999"/>
                  </a:lnTo>
                  <a:lnTo>
                    <a:pt x="13989" y="79844"/>
                  </a:lnTo>
                  <a:lnTo>
                    <a:pt x="15993" y="82530"/>
                  </a:lnTo>
                  <a:lnTo>
                    <a:pt x="17837" y="85135"/>
                  </a:lnTo>
                  <a:lnTo>
                    <a:pt x="19480" y="87580"/>
                  </a:lnTo>
                  <a:lnTo>
                    <a:pt x="21003" y="89985"/>
                  </a:lnTo>
                  <a:lnTo>
                    <a:pt x="22366" y="92230"/>
                  </a:lnTo>
                  <a:lnTo>
                    <a:pt x="23609" y="94394"/>
                  </a:lnTo>
                  <a:lnTo>
                    <a:pt x="24731" y="96438"/>
                  </a:lnTo>
                  <a:lnTo>
                    <a:pt x="25693" y="98403"/>
                  </a:lnTo>
                  <a:lnTo>
                    <a:pt x="26575" y="100246"/>
                  </a:lnTo>
                  <a:lnTo>
                    <a:pt x="27376" y="101970"/>
                  </a:lnTo>
                  <a:lnTo>
                    <a:pt x="28058" y="103613"/>
                  </a:lnTo>
                  <a:lnTo>
                    <a:pt x="29060" y="106098"/>
                  </a:lnTo>
                  <a:lnTo>
                    <a:pt x="30142" y="108543"/>
                  </a:lnTo>
                  <a:lnTo>
                    <a:pt x="31264" y="110948"/>
                  </a:lnTo>
                  <a:lnTo>
                    <a:pt x="32427" y="113393"/>
                  </a:lnTo>
                  <a:lnTo>
                    <a:pt x="34751" y="118203"/>
                  </a:lnTo>
                  <a:lnTo>
                    <a:pt x="35874" y="120608"/>
                  </a:lnTo>
                  <a:lnTo>
                    <a:pt x="37036" y="123013"/>
                  </a:lnTo>
                  <a:lnTo>
                    <a:pt x="37918" y="124977"/>
                  </a:lnTo>
                  <a:lnTo>
                    <a:pt x="38800" y="126821"/>
                  </a:lnTo>
                  <a:lnTo>
                    <a:pt x="39682" y="128584"/>
                  </a:lnTo>
                  <a:lnTo>
                    <a:pt x="40603" y="130348"/>
                  </a:lnTo>
                  <a:lnTo>
                    <a:pt x="41125" y="131190"/>
                  </a:lnTo>
                  <a:lnTo>
                    <a:pt x="41646" y="132032"/>
                  </a:lnTo>
                  <a:lnTo>
                    <a:pt x="42207" y="132873"/>
                  </a:lnTo>
                  <a:lnTo>
                    <a:pt x="42768" y="133715"/>
                  </a:lnTo>
                  <a:lnTo>
                    <a:pt x="43409" y="134557"/>
                  </a:lnTo>
                  <a:lnTo>
                    <a:pt x="44051" y="135358"/>
                  </a:lnTo>
                  <a:lnTo>
                    <a:pt x="44772" y="136200"/>
                  </a:lnTo>
                  <a:lnTo>
                    <a:pt x="45494" y="137042"/>
                  </a:lnTo>
                  <a:lnTo>
                    <a:pt x="46696" y="138284"/>
                  </a:lnTo>
                  <a:lnTo>
                    <a:pt x="47898" y="139407"/>
                  </a:lnTo>
                  <a:lnTo>
                    <a:pt x="49061" y="140449"/>
                  </a:lnTo>
                  <a:lnTo>
                    <a:pt x="50223" y="141371"/>
                  </a:lnTo>
                  <a:lnTo>
                    <a:pt x="51305" y="142212"/>
                  </a:lnTo>
                  <a:lnTo>
                    <a:pt x="52348" y="142934"/>
                  </a:lnTo>
                  <a:lnTo>
                    <a:pt x="53350" y="143575"/>
                  </a:lnTo>
                  <a:lnTo>
                    <a:pt x="54272" y="144136"/>
                  </a:lnTo>
                  <a:lnTo>
                    <a:pt x="64573" y="104295"/>
                  </a:lnTo>
                  <a:lnTo>
                    <a:pt x="59362" y="97320"/>
                  </a:lnTo>
                  <a:lnTo>
                    <a:pt x="58360" y="95036"/>
                  </a:lnTo>
                  <a:lnTo>
                    <a:pt x="57438" y="92831"/>
                  </a:lnTo>
                  <a:lnTo>
                    <a:pt x="56596" y="90667"/>
                  </a:lnTo>
                  <a:lnTo>
                    <a:pt x="55835" y="88582"/>
                  </a:lnTo>
                  <a:lnTo>
                    <a:pt x="55113" y="86498"/>
                  </a:lnTo>
                  <a:lnTo>
                    <a:pt x="54472" y="84494"/>
                  </a:lnTo>
                  <a:lnTo>
                    <a:pt x="53871" y="82570"/>
                  </a:lnTo>
                  <a:lnTo>
                    <a:pt x="53310" y="80686"/>
                  </a:lnTo>
                  <a:lnTo>
                    <a:pt x="52829" y="78842"/>
                  </a:lnTo>
                  <a:lnTo>
                    <a:pt x="52388" y="77079"/>
                  </a:lnTo>
                  <a:lnTo>
                    <a:pt x="51987" y="75395"/>
                  </a:lnTo>
                  <a:lnTo>
                    <a:pt x="51666" y="73752"/>
                  </a:lnTo>
                  <a:lnTo>
                    <a:pt x="51065" y="70706"/>
                  </a:lnTo>
                  <a:lnTo>
                    <a:pt x="50624" y="67940"/>
                  </a:lnTo>
                  <a:lnTo>
                    <a:pt x="50223" y="65174"/>
                  </a:lnTo>
                  <a:lnTo>
                    <a:pt x="49903" y="62569"/>
                  </a:lnTo>
                  <a:lnTo>
                    <a:pt x="49662" y="60084"/>
                  </a:lnTo>
                  <a:lnTo>
                    <a:pt x="49462" y="57719"/>
                  </a:lnTo>
                  <a:lnTo>
                    <a:pt x="49141" y="53350"/>
                  </a:lnTo>
                  <a:lnTo>
                    <a:pt x="48941" y="51266"/>
                  </a:lnTo>
                  <a:lnTo>
                    <a:pt x="48740" y="49262"/>
                  </a:lnTo>
                  <a:lnTo>
                    <a:pt x="48500" y="47298"/>
                  </a:lnTo>
                  <a:lnTo>
                    <a:pt x="48219" y="45374"/>
                  </a:lnTo>
                  <a:lnTo>
                    <a:pt x="47818" y="43450"/>
                  </a:lnTo>
                  <a:lnTo>
                    <a:pt x="47618" y="42528"/>
                  </a:lnTo>
                  <a:lnTo>
                    <a:pt x="47337" y="41566"/>
                  </a:lnTo>
                  <a:lnTo>
                    <a:pt x="47057" y="40604"/>
                  </a:lnTo>
                  <a:lnTo>
                    <a:pt x="46776" y="39642"/>
                  </a:lnTo>
                  <a:lnTo>
                    <a:pt x="46415" y="38680"/>
                  </a:lnTo>
                  <a:lnTo>
                    <a:pt x="46055" y="37678"/>
                  </a:lnTo>
                  <a:lnTo>
                    <a:pt x="45654" y="36716"/>
                  </a:lnTo>
                  <a:lnTo>
                    <a:pt x="45173" y="35714"/>
                  </a:lnTo>
                  <a:lnTo>
                    <a:pt x="44692" y="34672"/>
                  </a:lnTo>
                  <a:lnTo>
                    <a:pt x="44171" y="33630"/>
                  </a:lnTo>
                  <a:lnTo>
                    <a:pt x="43489" y="32467"/>
                  </a:lnTo>
                  <a:lnTo>
                    <a:pt x="42768" y="31305"/>
                  </a:lnTo>
                  <a:lnTo>
                    <a:pt x="42046" y="30223"/>
                  </a:lnTo>
                  <a:lnTo>
                    <a:pt x="41325" y="29180"/>
                  </a:lnTo>
                  <a:lnTo>
                    <a:pt x="40563" y="28178"/>
                  </a:lnTo>
                  <a:lnTo>
                    <a:pt x="39802" y="27216"/>
                  </a:lnTo>
                  <a:lnTo>
                    <a:pt x="39040" y="26335"/>
                  </a:lnTo>
                  <a:lnTo>
                    <a:pt x="38279" y="25453"/>
                  </a:lnTo>
                  <a:lnTo>
                    <a:pt x="37517" y="24651"/>
                  </a:lnTo>
                  <a:lnTo>
                    <a:pt x="36756" y="23930"/>
                  </a:lnTo>
                  <a:lnTo>
                    <a:pt x="35994" y="23208"/>
                  </a:lnTo>
                  <a:lnTo>
                    <a:pt x="35273" y="22527"/>
                  </a:lnTo>
                  <a:lnTo>
                    <a:pt x="33830" y="21324"/>
                  </a:lnTo>
                  <a:lnTo>
                    <a:pt x="32507" y="20282"/>
                  </a:lnTo>
                  <a:lnTo>
                    <a:pt x="9660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4"/>
            <p:cNvSpPr/>
            <p:nvPr/>
          </p:nvSpPr>
          <p:spPr>
            <a:xfrm>
              <a:off x="3809475" y="2741250"/>
              <a:ext cx="611300" cy="611275"/>
            </a:xfrm>
            <a:custGeom>
              <a:rect b="b" l="l" r="r" t="t"/>
              <a:pathLst>
                <a:path extrusionOk="0" h="24451" w="24452">
                  <a:moveTo>
                    <a:pt x="11825" y="0"/>
                  </a:moveTo>
                  <a:lnTo>
                    <a:pt x="11224" y="41"/>
                  </a:lnTo>
                  <a:lnTo>
                    <a:pt x="10623" y="81"/>
                  </a:lnTo>
                  <a:lnTo>
                    <a:pt x="10062" y="161"/>
                  </a:lnTo>
                  <a:lnTo>
                    <a:pt x="9460" y="321"/>
                  </a:lnTo>
                  <a:lnTo>
                    <a:pt x="8859" y="441"/>
                  </a:lnTo>
                  <a:lnTo>
                    <a:pt x="8298" y="642"/>
                  </a:lnTo>
                  <a:lnTo>
                    <a:pt x="7697" y="842"/>
                  </a:lnTo>
                  <a:lnTo>
                    <a:pt x="7136" y="1083"/>
                  </a:lnTo>
                  <a:lnTo>
                    <a:pt x="6574" y="1363"/>
                  </a:lnTo>
                  <a:lnTo>
                    <a:pt x="6013" y="1684"/>
                  </a:lnTo>
                  <a:lnTo>
                    <a:pt x="5492" y="2005"/>
                  </a:lnTo>
                  <a:lnTo>
                    <a:pt x="4971" y="2365"/>
                  </a:lnTo>
                  <a:lnTo>
                    <a:pt x="4490" y="2726"/>
                  </a:lnTo>
                  <a:lnTo>
                    <a:pt x="4049" y="3127"/>
                  </a:lnTo>
                  <a:lnTo>
                    <a:pt x="3608" y="3528"/>
                  </a:lnTo>
                  <a:lnTo>
                    <a:pt x="3167" y="3969"/>
                  </a:lnTo>
                  <a:lnTo>
                    <a:pt x="2807" y="4410"/>
                  </a:lnTo>
                  <a:lnTo>
                    <a:pt x="2446" y="4890"/>
                  </a:lnTo>
                  <a:lnTo>
                    <a:pt x="2085" y="5371"/>
                  </a:lnTo>
                  <a:lnTo>
                    <a:pt x="1765" y="5893"/>
                  </a:lnTo>
                  <a:lnTo>
                    <a:pt x="1484" y="6374"/>
                  </a:lnTo>
                  <a:lnTo>
                    <a:pt x="1203" y="6895"/>
                  </a:lnTo>
                  <a:lnTo>
                    <a:pt x="963" y="7456"/>
                  </a:lnTo>
                  <a:lnTo>
                    <a:pt x="763" y="7977"/>
                  </a:lnTo>
                  <a:lnTo>
                    <a:pt x="562" y="8538"/>
                  </a:lnTo>
                  <a:lnTo>
                    <a:pt x="402" y="9099"/>
                  </a:lnTo>
                  <a:lnTo>
                    <a:pt x="282" y="9700"/>
                  </a:lnTo>
                  <a:lnTo>
                    <a:pt x="161" y="10262"/>
                  </a:lnTo>
                  <a:lnTo>
                    <a:pt x="81" y="10863"/>
                  </a:lnTo>
                  <a:lnTo>
                    <a:pt x="41" y="11424"/>
                  </a:lnTo>
                  <a:lnTo>
                    <a:pt x="1" y="12025"/>
                  </a:lnTo>
                  <a:lnTo>
                    <a:pt x="1" y="12626"/>
                  </a:lnTo>
                  <a:lnTo>
                    <a:pt x="41" y="13188"/>
                  </a:lnTo>
                  <a:lnTo>
                    <a:pt x="121" y="13789"/>
                  </a:lnTo>
                  <a:lnTo>
                    <a:pt x="201" y="14390"/>
                  </a:lnTo>
                  <a:lnTo>
                    <a:pt x="322" y="14991"/>
                  </a:lnTo>
                  <a:lnTo>
                    <a:pt x="482" y="15552"/>
                  </a:lnTo>
                  <a:lnTo>
                    <a:pt x="642" y="16154"/>
                  </a:lnTo>
                  <a:lnTo>
                    <a:pt x="883" y="16715"/>
                  </a:lnTo>
                  <a:lnTo>
                    <a:pt x="1123" y="17316"/>
                  </a:lnTo>
                  <a:lnTo>
                    <a:pt x="1404" y="17877"/>
                  </a:lnTo>
                  <a:lnTo>
                    <a:pt x="1684" y="18438"/>
                  </a:lnTo>
                  <a:lnTo>
                    <a:pt x="2005" y="18959"/>
                  </a:lnTo>
                  <a:lnTo>
                    <a:pt x="2366" y="19440"/>
                  </a:lnTo>
                  <a:lnTo>
                    <a:pt x="2767" y="19921"/>
                  </a:lnTo>
                  <a:lnTo>
                    <a:pt x="3127" y="20402"/>
                  </a:lnTo>
                  <a:lnTo>
                    <a:pt x="3568" y="20843"/>
                  </a:lnTo>
                  <a:lnTo>
                    <a:pt x="4009" y="21244"/>
                  </a:lnTo>
                  <a:lnTo>
                    <a:pt x="4450" y="21645"/>
                  </a:lnTo>
                  <a:lnTo>
                    <a:pt x="4931" y="22006"/>
                  </a:lnTo>
                  <a:lnTo>
                    <a:pt x="5412" y="22366"/>
                  </a:lnTo>
                  <a:lnTo>
                    <a:pt x="5893" y="22687"/>
                  </a:lnTo>
                  <a:lnTo>
                    <a:pt x="6414" y="22968"/>
                  </a:lnTo>
                  <a:lnTo>
                    <a:pt x="6935" y="23208"/>
                  </a:lnTo>
                  <a:lnTo>
                    <a:pt x="7456" y="23489"/>
                  </a:lnTo>
                  <a:lnTo>
                    <a:pt x="8017" y="23689"/>
                  </a:lnTo>
                  <a:lnTo>
                    <a:pt x="8579" y="23889"/>
                  </a:lnTo>
                  <a:lnTo>
                    <a:pt x="9140" y="24050"/>
                  </a:lnTo>
                  <a:lnTo>
                    <a:pt x="9701" y="24170"/>
                  </a:lnTo>
                  <a:lnTo>
                    <a:pt x="10262" y="24290"/>
                  </a:lnTo>
                  <a:lnTo>
                    <a:pt x="10863" y="24370"/>
                  </a:lnTo>
                  <a:lnTo>
                    <a:pt x="11464" y="24411"/>
                  </a:lnTo>
                  <a:lnTo>
                    <a:pt x="12026" y="24451"/>
                  </a:lnTo>
                  <a:lnTo>
                    <a:pt x="12627" y="24451"/>
                  </a:lnTo>
                  <a:lnTo>
                    <a:pt x="13228" y="24411"/>
                  </a:lnTo>
                  <a:lnTo>
                    <a:pt x="13829" y="24330"/>
                  </a:lnTo>
                  <a:lnTo>
                    <a:pt x="14390" y="24250"/>
                  </a:lnTo>
                  <a:lnTo>
                    <a:pt x="14992" y="24130"/>
                  </a:lnTo>
                  <a:lnTo>
                    <a:pt x="15593" y="23970"/>
                  </a:lnTo>
                  <a:lnTo>
                    <a:pt x="16154" y="23769"/>
                  </a:lnTo>
                  <a:lnTo>
                    <a:pt x="16755" y="23569"/>
                  </a:lnTo>
                  <a:lnTo>
                    <a:pt x="17316" y="23328"/>
                  </a:lnTo>
                  <a:lnTo>
                    <a:pt x="17878" y="23048"/>
                  </a:lnTo>
                  <a:lnTo>
                    <a:pt x="18439" y="22727"/>
                  </a:lnTo>
                  <a:lnTo>
                    <a:pt x="18960" y="22406"/>
                  </a:lnTo>
                  <a:lnTo>
                    <a:pt x="19481" y="22046"/>
                  </a:lnTo>
                  <a:lnTo>
                    <a:pt x="19962" y="21685"/>
                  </a:lnTo>
                  <a:lnTo>
                    <a:pt x="20403" y="21284"/>
                  </a:lnTo>
                  <a:lnTo>
                    <a:pt x="20844" y="20883"/>
                  </a:lnTo>
                  <a:lnTo>
                    <a:pt x="21285" y="20442"/>
                  </a:lnTo>
                  <a:lnTo>
                    <a:pt x="21645" y="20002"/>
                  </a:lnTo>
                  <a:lnTo>
                    <a:pt x="22006" y="19521"/>
                  </a:lnTo>
                  <a:lnTo>
                    <a:pt x="22367" y="19040"/>
                  </a:lnTo>
                  <a:lnTo>
                    <a:pt x="22687" y="18559"/>
                  </a:lnTo>
                  <a:lnTo>
                    <a:pt x="22968" y="18037"/>
                  </a:lnTo>
                  <a:lnTo>
                    <a:pt x="23249" y="17516"/>
                  </a:lnTo>
                  <a:lnTo>
                    <a:pt x="23489" y="16955"/>
                  </a:lnTo>
                  <a:lnTo>
                    <a:pt x="23690" y="16434"/>
                  </a:lnTo>
                  <a:lnTo>
                    <a:pt x="23890" y="15873"/>
                  </a:lnTo>
                  <a:lnTo>
                    <a:pt x="24050" y="15312"/>
                  </a:lnTo>
                  <a:lnTo>
                    <a:pt x="24171" y="14751"/>
                  </a:lnTo>
                  <a:lnTo>
                    <a:pt x="24291" y="14149"/>
                  </a:lnTo>
                  <a:lnTo>
                    <a:pt x="24371" y="13588"/>
                  </a:lnTo>
                  <a:lnTo>
                    <a:pt x="24411" y="12987"/>
                  </a:lnTo>
                  <a:lnTo>
                    <a:pt x="24451" y="12386"/>
                  </a:lnTo>
                  <a:lnTo>
                    <a:pt x="24451" y="11825"/>
                  </a:lnTo>
                  <a:lnTo>
                    <a:pt x="24411" y="11223"/>
                  </a:lnTo>
                  <a:lnTo>
                    <a:pt x="24331" y="10622"/>
                  </a:lnTo>
                  <a:lnTo>
                    <a:pt x="24251" y="10021"/>
                  </a:lnTo>
                  <a:lnTo>
                    <a:pt x="24130" y="9420"/>
                  </a:lnTo>
                  <a:lnTo>
                    <a:pt x="23970" y="8859"/>
                  </a:lnTo>
                  <a:lnTo>
                    <a:pt x="23810" y="8257"/>
                  </a:lnTo>
                  <a:lnTo>
                    <a:pt x="23569" y="7696"/>
                  </a:lnTo>
                  <a:lnTo>
                    <a:pt x="23329" y="7135"/>
                  </a:lnTo>
                  <a:lnTo>
                    <a:pt x="23048" y="6534"/>
                  </a:lnTo>
                  <a:lnTo>
                    <a:pt x="22768" y="6013"/>
                  </a:lnTo>
                  <a:lnTo>
                    <a:pt x="22447" y="5492"/>
                  </a:lnTo>
                  <a:lnTo>
                    <a:pt x="22086" y="4971"/>
                  </a:lnTo>
                  <a:lnTo>
                    <a:pt x="21685" y="4490"/>
                  </a:lnTo>
                  <a:lnTo>
                    <a:pt x="21325" y="4009"/>
                  </a:lnTo>
                  <a:lnTo>
                    <a:pt x="20884" y="3568"/>
                  </a:lnTo>
                  <a:lnTo>
                    <a:pt x="20443" y="3167"/>
                  </a:lnTo>
                  <a:lnTo>
                    <a:pt x="20002" y="2766"/>
                  </a:lnTo>
                  <a:lnTo>
                    <a:pt x="19521" y="2405"/>
                  </a:lnTo>
                  <a:lnTo>
                    <a:pt x="19040" y="2085"/>
                  </a:lnTo>
                  <a:lnTo>
                    <a:pt x="18559" y="1764"/>
                  </a:lnTo>
                  <a:lnTo>
                    <a:pt x="18038" y="1443"/>
                  </a:lnTo>
                  <a:lnTo>
                    <a:pt x="17517" y="1203"/>
                  </a:lnTo>
                  <a:lnTo>
                    <a:pt x="16996" y="962"/>
                  </a:lnTo>
                  <a:lnTo>
                    <a:pt x="16435" y="722"/>
                  </a:lnTo>
                  <a:lnTo>
                    <a:pt x="15874" y="562"/>
                  </a:lnTo>
                  <a:lnTo>
                    <a:pt x="15312" y="401"/>
                  </a:lnTo>
                  <a:lnTo>
                    <a:pt x="14751" y="241"/>
                  </a:lnTo>
                  <a:lnTo>
                    <a:pt x="14190" y="161"/>
                  </a:lnTo>
                  <a:lnTo>
                    <a:pt x="13589" y="81"/>
                  </a:lnTo>
                  <a:lnTo>
                    <a:pt x="129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4"/>
            <p:cNvSpPr/>
            <p:nvPr/>
          </p:nvSpPr>
          <p:spPr>
            <a:xfrm>
              <a:off x="4601100" y="3802425"/>
              <a:ext cx="1268625" cy="1426950"/>
            </a:xfrm>
            <a:custGeom>
              <a:rect b="b" l="l" r="r" t="t"/>
              <a:pathLst>
                <a:path extrusionOk="0" h="57078" w="50745">
                  <a:moveTo>
                    <a:pt x="27096" y="1"/>
                  </a:moveTo>
                  <a:lnTo>
                    <a:pt x="25814" y="41"/>
                  </a:lnTo>
                  <a:lnTo>
                    <a:pt x="24491" y="121"/>
                  </a:lnTo>
                  <a:lnTo>
                    <a:pt x="23208" y="241"/>
                  </a:lnTo>
                  <a:lnTo>
                    <a:pt x="21926" y="441"/>
                  </a:lnTo>
                  <a:lnTo>
                    <a:pt x="20603" y="722"/>
                  </a:lnTo>
                  <a:lnTo>
                    <a:pt x="19321" y="1043"/>
                  </a:lnTo>
                  <a:lnTo>
                    <a:pt x="18038" y="1403"/>
                  </a:lnTo>
                  <a:lnTo>
                    <a:pt x="16755" y="1844"/>
                  </a:lnTo>
                  <a:lnTo>
                    <a:pt x="15473" y="2365"/>
                  </a:lnTo>
                  <a:lnTo>
                    <a:pt x="14230" y="2927"/>
                  </a:lnTo>
                  <a:lnTo>
                    <a:pt x="12988" y="3568"/>
                  </a:lnTo>
                  <a:lnTo>
                    <a:pt x="12146" y="4049"/>
                  </a:lnTo>
                  <a:lnTo>
                    <a:pt x="11344" y="4570"/>
                  </a:lnTo>
                  <a:lnTo>
                    <a:pt x="10583" y="5131"/>
                  </a:lnTo>
                  <a:lnTo>
                    <a:pt x="9861" y="5732"/>
                  </a:lnTo>
                  <a:lnTo>
                    <a:pt x="9180" y="6374"/>
                  </a:lnTo>
                  <a:lnTo>
                    <a:pt x="8578" y="7055"/>
                  </a:lnTo>
                  <a:lnTo>
                    <a:pt x="7977" y="7736"/>
                  </a:lnTo>
                  <a:lnTo>
                    <a:pt x="7416" y="8498"/>
                  </a:lnTo>
                  <a:lnTo>
                    <a:pt x="6895" y="9300"/>
                  </a:lnTo>
                  <a:lnTo>
                    <a:pt x="6414" y="10101"/>
                  </a:lnTo>
                  <a:lnTo>
                    <a:pt x="5973" y="10983"/>
                  </a:lnTo>
                  <a:lnTo>
                    <a:pt x="5532" y="11865"/>
                  </a:lnTo>
                  <a:lnTo>
                    <a:pt x="5131" y="12827"/>
                  </a:lnTo>
                  <a:lnTo>
                    <a:pt x="4771" y="13789"/>
                  </a:lnTo>
                  <a:lnTo>
                    <a:pt x="4450" y="14791"/>
                  </a:lnTo>
                  <a:lnTo>
                    <a:pt x="4129" y="15873"/>
                  </a:lnTo>
                  <a:lnTo>
                    <a:pt x="3809" y="16955"/>
                  </a:lnTo>
                  <a:lnTo>
                    <a:pt x="3528" y="18078"/>
                  </a:lnTo>
                  <a:lnTo>
                    <a:pt x="3288" y="19240"/>
                  </a:lnTo>
                  <a:lnTo>
                    <a:pt x="3007" y="20483"/>
                  </a:lnTo>
                  <a:lnTo>
                    <a:pt x="2566" y="23008"/>
                  </a:lnTo>
                  <a:lnTo>
                    <a:pt x="2165" y="25733"/>
                  </a:lnTo>
                  <a:lnTo>
                    <a:pt x="1765" y="28579"/>
                  </a:lnTo>
                  <a:lnTo>
                    <a:pt x="1404" y="31585"/>
                  </a:lnTo>
                  <a:lnTo>
                    <a:pt x="682" y="38159"/>
                  </a:lnTo>
                  <a:lnTo>
                    <a:pt x="362" y="41165"/>
                  </a:lnTo>
                  <a:lnTo>
                    <a:pt x="121" y="43810"/>
                  </a:lnTo>
                  <a:lnTo>
                    <a:pt x="41" y="45013"/>
                  </a:lnTo>
                  <a:lnTo>
                    <a:pt x="1" y="46135"/>
                  </a:lnTo>
                  <a:lnTo>
                    <a:pt x="1" y="47177"/>
                  </a:lnTo>
                  <a:lnTo>
                    <a:pt x="1" y="48179"/>
                  </a:lnTo>
                  <a:lnTo>
                    <a:pt x="81" y="49101"/>
                  </a:lnTo>
                  <a:lnTo>
                    <a:pt x="201" y="49943"/>
                  </a:lnTo>
                  <a:lnTo>
                    <a:pt x="362" y="50745"/>
                  </a:lnTo>
                  <a:lnTo>
                    <a:pt x="602" y="51466"/>
                  </a:lnTo>
                  <a:lnTo>
                    <a:pt x="883" y="52188"/>
                  </a:lnTo>
                  <a:lnTo>
                    <a:pt x="1243" y="52829"/>
                  </a:lnTo>
                  <a:lnTo>
                    <a:pt x="1644" y="53430"/>
                  </a:lnTo>
                  <a:lnTo>
                    <a:pt x="2125" y="53991"/>
                  </a:lnTo>
                  <a:lnTo>
                    <a:pt x="2767" y="54593"/>
                  </a:lnTo>
                  <a:lnTo>
                    <a:pt x="3448" y="55114"/>
                  </a:lnTo>
                  <a:lnTo>
                    <a:pt x="4169" y="55555"/>
                  </a:lnTo>
                  <a:lnTo>
                    <a:pt x="4971" y="55955"/>
                  </a:lnTo>
                  <a:lnTo>
                    <a:pt x="5813" y="56276"/>
                  </a:lnTo>
                  <a:lnTo>
                    <a:pt x="6695" y="56557"/>
                  </a:lnTo>
                  <a:lnTo>
                    <a:pt x="7617" y="56797"/>
                  </a:lnTo>
                  <a:lnTo>
                    <a:pt x="8619" y="56957"/>
                  </a:lnTo>
                  <a:lnTo>
                    <a:pt x="9621" y="57038"/>
                  </a:lnTo>
                  <a:lnTo>
                    <a:pt x="10703" y="57078"/>
                  </a:lnTo>
                  <a:lnTo>
                    <a:pt x="11785" y="57078"/>
                  </a:lnTo>
                  <a:lnTo>
                    <a:pt x="12907" y="57038"/>
                  </a:lnTo>
                  <a:lnTo>
                    <a:pt x="14030" y="56917"/>
                  </a:lnTo>
                  <a:lnTo>
                    <a:pt x="15192" y="56797"/>
                  </a:lnTo>
                  <a:lnTo>
                    <a:pt x="16395" y="56597"/>
                  </a:lnTo>
                  <a:lnTo>
                    <a:pt x="17597" y="56316"/>
                  </a:lnTo>
                  <a:lnTo>
                    <a:pt x="18799" y="56036"/>
                  </a:lnTo>
                  <a:lnTo>
                    <a:pt x="20042" y="55715"/>
                  </a:lnTo>
                  <a:lnTo>
                    <a:pt x="21285" y="55314"/>
                  </a:lnTo>
                  <a:lnTo>
                    <a:pt x="22487" y="54873"/>
                  </a:lnTo>
                  <a:lnTo>
                    <a:pt x="23730" y="54432"/>
                  </a:lnTo>
                  <a:lnTo>
                    <a:pt x="24972" y="53911"/>
                  </a:lnTo>
                  <a:lnTo>
                    <a:pt x="26175" y="53390"/>
                  </a:lnTo>
                  <a:lnTo>
                    <a:pt x="27417" y="52789"/>
                  </a:lnTo>
                  <a:lnTo>
                    <a:pt x="28580" y="52188"/>
                  </a:lnTo>
                  <a:lnTo>
                    <a:pt x="29782" y="51506"/>
                  </a:lnTo>
                  <a:lnTo>
                    <a:pt x="30944" y="50825"/>
                  </a:lnTo>
                  <a:lnTo>
                    <a:pt x="32067" y="50103"/>
                  </a:lnTo>
                  <a:lnTo>
                    <a:pt x="33189" y="49342"/>
                  </a:lnTo>
                  <a:lnTo>
                    <a:pt x="34271" y="48580"/>
                  </a:lnTo>
                  <a:lnTo>
                    <a:pt x="35313" y="47779"/>
                  </a:lnTo>
                  <a:lnTo>
                    <a:pt x="36315" y="46937"/>
                  </a:lnTo>
                  <a:lnTo>
                    <a:pt x="37678" y="45694"/>
                  </a:lnTo>
                  <a:lnTo>
                    <a:pt x="39081" y="44291"/>
                  </a:lnTo>
                  <a:lnTo>
                    <a:pt x="40604" y="42688"/>
                  </a:lnTo>
                  <a:lnTo>
                    <a:pt x="41366" y="41806"/>
                  </a:lnTo>
                  <a:lnTo>
                    <a:pt x="42127" y="40925"/>
                  </a:lnTo>
                  <a:lnTo>
                    <a:pt x="42889" y="39963"/>
                  </a:lnTo>
                  <a:lnTo>
                    <a:pt x="43650" y="39001"/>
                  </a:lnTo>
                  <a:lnTo>
                    <a:pt x="44372" y="37958"/>
                  </a:lnTo>
                  <a:lnTo>
                    <a:pt x="45093" y="36916"/>
                  </a:lnTo>
                  <a:lnTo>
                    <a:pt x="45815" y="35834"/>
                  </a:lnTo>
                  <a:lnTo>
                    <a:pt x="46456" y="34752"/>
                  </a:lnTo>
                  <a:lnTo>
                    <a:pt x="47097" y="33589"/>
                  </a:lnTo>
                  <a:lnTo>
                    <a:pt x="47739" y="32427"/>
                  </a:lnTo>
                  <a:lnTo>
                    <a:pt x="48300" y="31265"/>
                  </a:lnTo>
                  <a:lnTo>
                    <a:pt x="48781" y="30062"/>
                  </a:lnTo>
                  <a:lnTo>
                    <a:pt x="49262" y="28860"/>
                  </a:lnTo>
                  <a:lnTo>
                    <a:pt x="49663" y="27617"/>
                  </a:lnTo>
                  <a:lnTo>
                    <a:pt x="50023" y="26375"/>
                  </a:lnTo>
                  <a:lnTo>
                    <a:pt x="50304" y="25092"/>
                  </a:lnTo>
                  <a:lnTo>
                    <a:pt x="50545" y="23850"/>
                  </a:lnTo>
                  <a:lnTo>
                    <a:pt x="50665" y="22567"/>
                  </a:lnTo>
                  <a:lnTo>
                    <a:pt x="50745" y="21284"/>
                  </a:lnTo>
                  <a:lnTo>
                    <a:pt x="50745" y="20002"/>
                  </a:lnTo>
                  <a:lnTo>
                    <a:pt x="50625" y="18719"/>
                  </a:lnTo>
                  <a:lnTo>
                    <a:pt x="50424" y="17436"/>
                  </a:lnTo>
                  <a:lnTo>
                    <a:pt x="50304" y="16795"/>
                  </a:lnTo>
                  <a:lnTo>
                    <a:pt x="50144" y="16154"/>
                  </a:lnTo>
                  <a:lnTo>
                    <a:pt x="49943" y="15512"/>
                  </a:lnTo>
                  <a:lnTo>
                    <a:pt x="49743" y="14871"/>
                  </a:lnTo>
                  <a:lnTo>
                    <a:pt x="49502" y="14230"/>
                  </a:lnTo>
                  <a:lnTo>
                    <a:pt x="49222" y="13588"/>
                  </a:lnTo>
                  <a:lnTo>
                    <a:pt x="48941" y="12987"/>
                  </a:lnTo>
                  <a:lnTo>
                    <a:pt x="48581" y="12346"/>
                  </a:lnTo>
                  <a:lnTo>
                    <a:pt x="47979" y="11264"/>
                  </a:lnTo>
                  <a:lnTo>
                    <a:pt x="47298" y="10181"/>
                  </a:lnTo>
                  <a:lnTo>
                    <a:pt x="46536" y="9179"/>
                  </a:lnTo>
                  <a:lnTo>
                    <a:pt x="45775" y="8217"/>
                  </a:lnTo>
                  <a:lnTo>
                    <a:pt x="44933" y="7336"/>
                  </a:lnTo>
                  <a:lnTo>
                    <a:pt x="44051" y="6494"/>
                  </a:lnTo>
                  <a:lnTo>
                    <a:pt x="43129" y="5692"/>
                  </a:lnTo>
                  <a:lnTo>
                    <a:pt x="42167" y="4931"/>
                  </a:lnTo>
                  <a:lnTo>
                    <a:pt x="41165" y="4209"/>
                  </a:lnTo>
                  <a:lnTo>
                    <a:pt x="40163" y="3568"/>
                  </a:lnTo>
                  <a:lnTo>
                    <a:pt x="39081" y="2967"/>
                  </a:lnTo>
                  <a:lnTo>
                    <a:pt x="37999" y="2446"/>
                  </a:lnTo>
                  <a:lnTo>
                    <a:pt x="36836" y="1925"/>
                  </a:lnTo>
                  <a:lnTo>
                    <a:pt x="35714" y="1484"/>
                  </a:lnTo>
                  <a:lnTo>
                    <a:pt x="34512" y="1123"/>
                  </a:lnTo>
                  <a:lnTo>
                    <a:pt x="33349" y="802"/>
                  </a:lnTo>
                  <a:lnTo>
                    <a:pt x="32107" y="522"/>
                  </a:lnTo>
                  <a:lnTo>
                    <a:pt x="30864" y="321"/>
                  </a:lnTo>
                  <a:lnTo>
                    <a:pt x="29622" y="161"/>
                  </a:lnTo>
                  <a:lnTo>
                    <a:pt x="28379" y="41"/>
                  </a:lnTo>
                  <a:lnTo>
                    <a:pt x="270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4"/>
            <p:cNvSpPr/>
            <p:nvPr/>
          </p:nvSpPr>
          <p:spPr>
            <a:xfrm>
              <a:off x="3247325" y="3953725"/>
              <a:ext cx="2214575" cy="1395900"/>
            </a:xfrm>
            <a:custGeom>
              <a:rect b="b" l="l" r="r" t="t"/>
              <a:pathLst>
                <a:path extrusionOk="0" h="55836" w="88583">
                  <a:moveTo>
                    <a:pt x="88583" y="1"/>
                  </a:moveTo>
                  <a:lnTo>
                    <a:pt x="85697" y="201"/>
                  </a:lnTo>
                  <a:lnTo>
                    <a:pt x="82650" y="442"/>
                  </a:lnTo>
                  <a:lnTo>
                    <a:pt x="79444" y="763"/>
                  </a:lnTo>
                  <a:lnTo>
                    <a:pt x="76157" y="1163"/>
                  </a:lnTo>
                  <a:lnTo>
                    <a:pt x="72710" y="1644"/>
                  </a:lnTo>
                  <a:lnTo>
                    <a:pt x="69183" y="2246"/>
                  </a:lnTo>
                  <a:lnTo>
                    <a:pt x="65535" y="2887"/>
                  </a:lnTo>
                  <a:lnTo>
                    <a:pt x="61808" y="3648"/>
                  </a:lnTo>
                  <a:lnTo>
                    <a:pt x="57960" y="4530"/>
                  </a:lnTo>
                  <a:lnTo>
                    <a:pt x="54032" y="5532"/>
                  </a:lnTo>
                  <a:lnTo>
                    <a:pt x="52028" y="6053"/>
                  </a:lnTo>
                  <a:lnTo>
                    <a:pt x="50023" y="6615"/>
                  </a:lnTo>
                  <a:lnTo>
                    <a:pt x="48019" y="7256"/>
                  </a:lnTo>
                  <a:lnTo>
                    <a:pt x="45935" y="7857"/>
                  </a:lnTo>
                  <a:lnTo>
                    <a:pt x="43891" y="8539"/>
                  </a:lnTo>
                  <a:lnTo>
                    <a:pt x="41807" y="9260"/>
                  </a:lnTo>
                  <a:lnTo>
                    <a:pt x="39682" y="9981"/>
                  </a:lnTo>
                  <a:lnTo>
                    <a:pt x="37598" y="10743"/>
                  </a:lnTo>
                  <a:lnTo>
                    <a:pt x="35434" y="11585"/>
                  </a:lnTo>
                  <a:lnTo>
                    <a:pt x="33309" y="12426"/>
                  </a:lnTo>
                  <a:lnTo>
                    <a:pt x="31145" y="13308"/>
                  </a:lnTo>
                  <a:lnTo>
                    <a:pt x="28980" y="14230"/>
                  </a:lnTo>
                  <a:lnTo>
                    <a:pt x="26856" y="15192"/>
                  </a:lnTo>
                  <a:lnTo>
                    <a:pt x="24772" y="16154"/>
                  </a:lnTo>
                  <a:lnTo>
                    <a:pt x="22727" y="17116"/>
                  </a:lnTo>
                  <a:lnTo>
                    <a:pt x="20723" y="18118"/>
                  </a:lnTo>
                  <a:lnTo>
                    <a:pt x="18759" y="19120"/>
                  </a:lnTo>
                  <a:lnTo>
                    <a:pt x="16835" y="20122"/>
                  </a:lnTo>
                  <a:lnTo>
                    <a:pt x="14992" y="21124"/>
                  </a:lnTo>
                  <a:lnTo>
                    <a:pt x="13148" y="22126"/>
                  </a:lnTo>
                  <a:lnTo>
                    <a:pt x="11344" y="23169"/>
                  </a:lnTo>
                  <a:lnTo>
                    <a:pt x="9621" y="24211"/>
                  </a:lnTo>
                  <a:lnTo>
                    <a:pt x="6254" y="26255"/>
                  </a:lnTo>
                  <a:lnTo>
                    <a:pt x="3047" y="28299"/>
                  </a:lnTo>
                  <a:lnTo>
                    <a:pt x="1" y="30343"/>
                  </a:lnTo>
                  <a:lnTo>
                    <a:pt x="4009" y="53431"/>
                  </a:lnTo>
                  <a:lnTo>
                    <a:pt x="14751" y="54152"/>
                  </a:lnTo>
                  <a:lnTo>
                    <a:pt x="24130" y="54793"/>
                  </a:lnTo>
                  <a:lnTo>
                    <a:pt x="31626" y="55274"/>
                  </a:lnTo>
                  <a:lnTo>
                    <a:pt x="37478" y="55595"/>
                  </a:lnTo>
                  <a:lnTo>
                    <a:pt x="42047" y="55795"/>
                  </a:lnTo>
                  <a:lnTo>
                    <a:pt x="45574" y="55836"/>
                  </a:lnTo>
                  <a:lnTo>
                    <a:pt x="48340" y="55836"/>
                  </a:lnTo>
                  <a:lnTo>
                    <a:pt x="49542" y="55755"/>
                  </a:lnTo>
                  <a:lnTo>
                    <a:pt x="50665" y="55675"/>
                  </a:lnTo>
                  <a:lnTo>
                    <a:pt x="52789" y="55475"/>
                  </a:lnTo>
                  <a:lnTo>
                    <a:pt x="54793" y="55234"/>
                  </a:lnTo>
                  <a:lnTo>
                    <a:pt x="56998" y="54874"/>
                  </a:lnTo>
                  <a:lnTo>
                    <a:pt x="59363" y="54433"/>
                  </a:lnTo>
                  <a:lnTo>
                    <a:pt x="61968" y="53831"/>
                  </a:lnTo>
                  <a:lnTo>
                    <a:pt x="63331" y="53511"/>
                  </a:lnTo>
                  <a:lnTo>
                    <a:pt x="64694" y="53150"/>
                  </a:lnTo>
                  <a:lnTo>
                    <a:pt x="66136" y="52749"/>
                  </a:lnTo>
                  <a:lnTo>
                    <a:pt x="67620" y="52268"/>
                  </a:lnTo>
                  <a:lnTo>
                    <a:pt x="69143" y="51787"/>
                  </a:lnTo>
                  <a:lnTo>
                    <a:pt x="70666" y="51266"/>
                  </a:lnTo>
                  <a:lnTo>
                    <a:pt x="72269" y="50665"/>
                  </a:lnTo>
                  <a:lnTo>
                    <a:pt x="73872" y="50064"/>
                  </a:lnTo>
                  <a:lnTo>
                    <a:pt x="885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4"/>
            <p:cNvSpPr/>
            <p:nvPr/>
          </p:nvSpPr>
          <p:spPr>
            <a:xfrm>
              <a:off x="3114050" y="4578025"/>
              <a:ext cx="2865900" cy="767600"/>
            </a:xfrm>
            <a:custGeom>
              <a:rect b="b" l="l" r="r" t="t"/>
              <a:pathLst>
                <a:path extrusionOk="0" h="30704" w="114636">
                  <a:moveTo>
                    <a:pt x="48420" y="0"/>
                  </a:moveTo>
                  <a:lnTo>
                    <a:pt x="46496" y="40"/>
                  </a:lnTo>
                  <a:lnTo>
                    <a:pt x="44532" y="120"/>
                  </a:lnTo>
                  <a:lnTo>
                    <a:pt x="42448" y="241"/>
                  </a:lnTo>
                  <a:lnTo>
                    <a:pt x="40243" y="401"/>
                  </a:lnTo>
                  <a:lnTo>
                    <a:pt x="37999" y="601"/>
                  </a:lnTo>
                  <a:lnTo>
                    <a:pt x="35714" y="882"/>
                  </a:lnTo>
                  <a:lnTo>
                    <a:pt x="33029" y="1243"/>
                  </a:lnTo>
                  <a:lnTo>
                    <a:pt x="30463" y="1644"/>
                  </a:lnTo>
                  <a:lnTo>
                    <a:pt x="28018" y="2044"/>
                  </a:lnTo>
                  <a:lnTo>
                    <a:pt x="25694" y="2525"/>
                  </a:lnTo>
                  <a:lnTo>
                    <a:pt x="23489" y="3006"/>
                  </a:lnTo>
                  <a:lnTo>
                    <a:pt x="21365" y="3527"/>
                  </a:lnTo>
                  <a:lnTo>
                    <a:pt x="19401" y="4049"/>
                  </a:lnTo>
                  <a:lnTo>
                    <a:pt x="17557" y="4570"/>
                  </a:lnTo>
                  <a:lnTo>
                    <a:pt x="16395" y="4169"/>
                  </a:lnTo>
                  <a:lnTo>
                    <a:pt x="15232" y="3888"/>
                  </a:lnTo>
                  <a:lnTo>
                    <a:pt x="14110" y="3648"/>
                  </a:lnTo>
                  <a:lnTo>
                    <a:pt x="12947" y="3487"/>
                  </a:lnTo>
                  <a:lnTo>
                    <a:pt x="11825" y="3407"/>
                  </a:lnTo>
                  <a:lnTo>
                    <a:pt x="10743" y="3367"/>
                  </a:lnTo>
                  <a:lnTo>
                    <a:pt x="9661" y="3447"/>
                  </a:lnTo>
                  <a:lnTo>
                    <a:pt x="8619" y="3568"/>
                  </a:lnTo>
                  <a:lnTo>
                    <a:pt x="7617" y="3728"/>
                  </a:lnTo>
                  <a:lnTo>
                    <a:pt x="6655" y="3968"/>
                  </a:lnTo>
                  <a:lnTo>
                    <a:pt x="5733" y="4289"/>
                  </a:lnTo>
                  <a:lnTo>
                    <a:pt x="4851" y="4690"/>
                  </a:lnTo>
                  <a:lnTo>
                    <a:pt x="4049" y="5131"/>
                  </a:lnTo>
                  <a:lnTo>
                    <a:pt x="3328" y="5652"/>
                  </a:lnTo>
                  <a:lnTo>
                    <a:pt x="2686" y="6213"/>
                  </a:lnTo>
                  <a:lnTo>
                    <a:pt x="2366" y="6534"/>
                  </a:lnTo>
                  <a:lnTo>
                    <a:pt x="2085" y="6854"/>
                  </a:lnTo>
                  <a:lnTo>
                    <a:pt x="1724" y="7335"/>
                  </a:lnTo>
                  <a:lnTo>
                    <a:pt x="1404" y="7856"/>
                  </a:lnTo>
                  <a:lnTo>
                    <a:pt x="1083" y="8377"/>
                  </a:lnTo>
                  <a:lnTo>
                    <a:pt x="843" y="8939"/>
                  </a:lnTo>
                  <a:lnTo>
                    <a:pt x="602" y="9540"/>
                  </a:lnTo>
                  <a:lnTo>
                    <a:pt x="402" y="10181"/>
                  </a:lnTo>
                  <a:lnTo>
                    <a:pt x="281" y="10822"/>
                  </a:lnTo>
                  <a:lnTo>
                    <a:pt x="161" y="11464"/>
                  </a:lnTo>
                  <a:lnTo>
                    <a:pt x="81" y="12145"/>
                  </a:lnTo>
                  <a:lnTo>
                    <a:pt x="1" y="12867"/>
                  </a:lnTo>
                  <a:lnTo>
                    <a:pt x="1" y="13588"/>
                  </a:lnTo>
                  <a:lnTo>
                    <a:pt x="41" y="14310"/>
                  </a:lnTo>
                  <a:lnTo>
                    <a:pt x="121" y="15031"/>
                  </a:lnTo>
                  <a:lnTo>
                    <a:pt x="241" y="15793"/>
                  </a:lnTo>
                  <a:lnTo>
                    <a:pt x="362" y="16554"/>
                  </a:lnTo>
                  <a:lnTo>
                    <a:pt x="562" y="17316"/>
                  </a:lnTo>
                  <a:lnTo>
                    <a:pt x="803" y="18077"/>
                  </a:lnTo>
                  <a:lnTo>
                    <a:pt x="1083" y="18839"/>
                  </a:lnTo>
                  <a:lnTo>
                    <a:pt x="1364" y="19600"/>
                  </a:lnTo>
                  <a:lnTo>
                    <a:pt x="1724" y="20362"/>
                  </a:lnTo>
                  <a:lnTo>
                    <a:pt x="2125" y="21124"/>
                  </a:lnTo>
                  <a:lnTo>
                    <a:pt x="2566" y="21845"/>
                  </a:lnTo>
                  <a:lnTo>
                    <a:pt x="3047" y="22607"/>
                  </a:lnTo>
                  <a:lnTo>
                    <a:pt x="3568" y="23328"/>
                  </a:lnTo>
                  <a:lnTo>
                    <a:pt x="4129" y="24009"/>
                  </a:lnTo>
                  <a:lnTo>
                    <a:pt x="4731" y="24731"/>
                  </a:lnTo>
                  <a:lnTo>
                    <a:pt x="5372" y="25412"/>
                  </a:lnTo>
                  <a:lnTo>
                    <a:pt x="6093" y="26054"/>
                  </a:lnTo>
                  <a:lnTo>
                    <a:pt x="6815" y="26695"/>
                  </a:lnTo>
                  <a:lnTo>
                    <a:pt x="7617" y="27296"/>
                  </a:lnTo>
                  <a:lnTo>
                    <a:pt x="8458" y="27897"/>
                  </a:lnTo>
                  <a:lnTo>
                    <a:pt x="9340" y="28459"/>
                  </a:lnTo>
                  <a:lnTo>
                    <a:pt x="16395" y="28980"/>
                  </a:lnTo>
                  <a:lnTo>
                    <a:pt x="20643" y="29260"/>
                  </a:lnTo>
                  <a:lnTo>
                    <a:pt x="25333" y="29541"/>
                  </a:lnTo>
                  <a:lnTo>
                    <a:pt x="30022" y="29821"/>
                  </a:lnTo>
                  <a:lnTo>
                    <a:pt x="37999" y="30182"/>
                  </a:lnTo>
                  <a:lnTo>
                    <a:pt x="42809" y="30383"/>
                  </a:lnTo>
                  <a:lnTo>
                    <a:pt x="47899" y="30543"/>
                  </a:lnTo>
                  <a:lnTo>
                    <a:pt x="53190" y="30663"/>
                  </a:lnTo>
                  <a:lnTo>
                    <a:pt x="58521" y="30703"/>
                  </a:lnTo>
                  <a:lnTo>
                    <a:pt x="63170" y="30703"/>
                  </a:lnTo>
                  <a:lnTo>
                    <a:pt x="68461" y="30663"/>
                  </a:lnTo>
                  <a:lnTo>
                    <a:pt x="74393" y="30503"/>
                  </a:lnTo>
                  <a:lnTo>
                    <a:pt x="77600" y="30383"/>
                  </a:lnTo>
                  <a:lnTo>
                    <a:pt x="80967" y="30262"/>
                  </a:lnTo>
                  <a:lnTo>
                    <a:pt x="84454" y="30062"/>
                  </a:lnTo>
                  <a:lnTo>
                    <a:pt x="88142" y="29862"/>
                  </a:lnTo>
                  <a:lnTo>
                    <a:pt x="91949" y="29621"/>
                  </a:lnTo>
                  <a:lnTo>
                    <a:pt x="95878" y="29300"/>
                  </a:lnTo>
                  <a:lnTo>
                    <a:pt x="100006" y="28980"/>
                  </a:lnTo>
                  <a:lnTo>
                    <a:pt x="104255" y="28619"/>
                  </a:lnTo>
                  <a:lnTo>
                    <a:pt x="108624" y="28178"/>
                  </a:lnTo>
                  <a:lnTo>
                    <a:pt x="113153" y="27697"/>
                  </a:lnTo>
                  <a:lnTo>
                    <a:pt x="114636" y="17717"/>
                  </a:lnTo>
                  <a:lnTo>
                    <a:pt x="111630" y="16434"/>
                  </a:lnTo>
                  <a:lnTo>
                    <a:pt x="107501" y="14791"/>
                  </a:lnTo>
                  <a:lnTo>
                    <a:pt x="100166" y="11865"/>
                  </a:lnTo>
                  <a:lnTo>
                    <a:pt x="93553" y="9299"/>
                  </a:lnTo>
                  <a:lnTo>
                    <a:pt x="90466" y="8137"/>
                  </a:lnTo>
                  <a:lnTo>
                    <a:pt x="87540" y="7055"/>
                  </a:lnTo>
                  <a:lnTo>
                    <a:pt x="84695" y="6093"/>
                  </a:lnTo>
                  <a:lnTo>
                    <a:pt x="81929" y="5171"/>
                  </a:lnTo>
                  <a:lnTo>
                    <a:pt x="79243" y="4329"/>
                  </a:lnTo>
                  <a:lnTo>
                    <a:pt x="76638" y="3568"/>
                  </a:lnTo>
                  <a:lnTo>
                    <a:pt x="74033" y="2886"/>
                  </a:lnTo>
                  <a:lnTo>
                    <a:pt x="71467" y="2285"/>
                  </a:lnTo>
                  <a:lnTo>
                    <a:pt x="68862" y="1724"/>
                  </a:lnTo>
                  <a:lnTo>
                    <a:pt x="66257" y="1283"/>
                  </a:lnTo>
                  <a:lnTo>
                    <a:pt x="63611" y="882"/>
                  </a:lnTo>
                  <a:lnTo>
                    <a:pt x="60886" y="561"/>
                  </a:lnTo>
                  <a:lnTo>
                    <a:pt x="59483" y="401"/>
                  </a:lnTo>
                  <a:lnTo>
                    <a:pt x="57479" y="241"/>
                  </a:lnTo>
                  <a:lnTo>
                    <a:pt x="54954" y="120"/>
                  </a:lnTo>
                  <a:lnTo>
                    <a:pt x="51907" y="40"/>
                  </a:lnTo>
                  <a:lnTo>
                    <a:pt x="50224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4"/>
            <p:cNvSpPr/>
            <p:nvPr/>
          </p:nvSpPr>
          <p:spPr>
            <a:xfrm>
              <a:off x="5748475" y="4603075"/>
              <a:ext cx="1389850" cy="699450"/>
            </a:xfrm>
            <a:custGeom>
              <a:rect b="b" l="l" r="r" t="t"/>
              <a:pathLst>
                <a:path extrusionOk="0" h="27978" w="55594">
                  <a:moveTo>
                    <a:pt x="7255" y="0"/>
                  </a:moveTo>
                  <a:lnTo>
                    <a:pt x="6654" y="40"/>
                  </a:lnTo>
                  <a:lnTo>
                    <a:pt x="6413" y="121"/>
                  </a:lnTo>
                  <a:lnTo>
                    <a:pt x="6133" y="201"/>
                  </a:lnTo>
                  <a:lnTo>
                    <a:pt x="5892" y="281"/>
                  </a:lnTo>
                  <a:lnTo>
                    <a:pt x="5652" y="401"/>
                  </a:lnTo>
                  <a:lnTo>
                    <a:pt x="5451" y="561"/>
                  </a:lnTo>
                  <a:lnTo>
                    <a:pt x="5251" y="722"/>
                  </a:lnTo>
                  <a:lnTo>
                    <a:pt x="5050" y="922"/>
                  </a:lnTo>
                  <a:lnTo>
                    <a:pt x="4890" y="1123"/>
                  </a:lnTo>
                  <a:lnTo>
                    <a:pt x="4609" y="1563"/>
                  </a:lnTo>
                  <a:lnTo>
                    <a:pt x="4369" y="2085"/>
                  </a:lnTo>
                  <a:lnTo>
                    <a:pt x="4169" y="2646"/>
                  </a:lnTo>
                  <a:lnTo>
                    <a:pt x="3968" y="3287"/>
                  </a:lnTo>
                  <a:lnTo>
                    <a:pt x="3688" y="4650"/>
                  </a:lnTo>
                  <a:lnTo>
                    <a:pt x="3567" y="5251"/>
                  </a:lnTo>
                  <a:lnTo>
                    <a:pt x="3487" y="5812"/>
                  </a:lnTo>
                  <a:lnTo>
                    <a:pt x="3367" y="6854"/>
                  </a:lnTo>
                  <a:lnTo>
                    <a:pt x="3367" y="7776"/>
                  </a:lnTo>
                  <a:lnTo>
                    <a:pt x="3367" y="8618"/>
                  </a:lnTo>
                  <a:lnTo>
                    <a:pt x="3327" y="9339"/>
                  </a:lnTo>
                  <a:lnTo>
                    <a:pt x="3287" y="9700"/>
                  </a:lnTo>
                  <a:lnTo>
                    <a:pt x="3247" y="10061"/>
                  </a:lnTo>
                  <a:lnTo>
                    <a:pt x="3126" y="10382"/>
                  </a:lnTo>
                  <a:lnTo>
                    <a:pt x="3006" y="10702"/>
                  </a:lnTo>
                  <a:lnTo>
                    <a:pt x="2846" y="11023"/>
                  </a:lnTo>
                  <a:lnTo>
                    <a:pt x="2645" y="11303"/>
                  </a:lnTo>
                  <a:lnTo>
                    <a:pt x="2365" y="11664"/>
                  </a:lnTo>
                  <a:lnTo>
                    <a:pt x="2044" y="11945"/>
                  </a:lnTo>
                  <a:lnTo>
                    <a:pt x="1683" y="12225"/>
                  </a:lnTo>
                  <a:lnTo>
                    <a:pt x="1363" y="12426"/>
                  </a:lnTo>
                  <a:lnTo>
                    <a:pt x="1002" y="12586"/>
                  </a:lnTo>
                  <a:lnTo>
                    <a:pt x="641" y="12746"/>
                  </a:lnTo>
                  <a:lnTo>
                    <a:pt x="0" y="12947"/>
                  </a:lnTo>
                  <a:lnTo>
                    <a:pt x="2686" y="27216"/>
                  </a:lnTo>
                  <a:lnTo>
                    <a:pt x="8217" y="27016"/>
                  </a:lnTo>
                  <a:lnTo>
                    <a:pt x="18197" y="26615"/>
                  </a:lnTo>
                  <a:lnTo>
                    <a:pt x="21123" y="26535"/>
                  </a:lnTo>
                  <a:lnTo>
                    <a:pt x="22807" y="26495"/>
                  </a:lnTo>
                  <a:lnTo>
                    <a:pt x="24250" y="26535"/>
                  </a:lnTo>
                  <a:lnTo>
                    <a:pt x="25532" y="26575"/>
                  </a:lnTo>
                  <a:lnTo>
                    <a:pt x="26695" y="26655"/>
                  </a:lnTo>
                  <a:lnTo>
                    <a:pt x="27737" y="26735"/>
                  </a:lnTo>
                  <a:lnTo>
                    <a:pt x="29541" y="26936"/>
                  </a:lnTo>
                  <a:lnTo>
                    <a:pt x="31224" y="27176"/>
                  </a:lnTo>
                  <a:lnTo>
                    <a:pt x="32867" y="27417"/>
                  </a:lnTo>
                  <a:lnTo>
                    <a:pt x="34671" y="27657"/>
                  </a:lnTo>
                  <a:lnTo>
                    <a:pt x="35713" y="27737"/>
                  </a:lnTo>
                  <a:lnTo>
                    <a:pt x="36836" y="27817"/>
                  </a:lnTo>
                  <a:lnTo>
                    <a:pt x="38078" y="27898"/>
                  </a:lnTo>
                  <a:lnTo>
                    <a:pt x="39521" y="27938"/>
                  </a:lnTo>
                  <a:lnTo>
                    <a:pt x="41405" y="27978"/>
                  </a:lnTo>
                  <a:lnTo>
                    <a:pt x="43169" y="27938"/>
                  </a:lnTo>
                  <a:lnTo>
                    <a:pt x="44892" y="27898"/>
                  </a:lnTo>
                  <a:lnTo>
                    <a:pt x="46455" y="27817"/>
                  </a:lnTo>
                  <a:lnTo>
                    <a:pt x="47938" y="27737"/>
                  </a:lnTo>
                  <a:lnTo>
                    <a:pt x="49261" y="27617"/>
                  </a:lnTo>
                  <a:lnTo>
                    <a:pt x="51586" y="27336"/>
                  </a:lnTo>
                  <a:lnTo>
                    <a:pt x="52267" y="27336"/>
                  </a:lnTo>
                  <a:lnTo>
                    <a:pt x="52628" y="27256"/>
                  </a:lnTo>
                  <a:lnTo>
                    <a:pt x="52949" y="27176"/>
                  </a:lnTo>
                  <a:lnTo>
                    <a:pt x="53229" y="27096"/>
                  </a:lnTo>
                  <a:lnTo>
                    <a:pt x="53550" y="26976"/>
                  </a:lnTo>
                  <a:lnTo>
                    <a:pt x="53830" y="26815"/>
                  </a:lnTo>
                  <a:lnTo>
                    <a:pt x="54071" y="26655"/>
                  </a:lnTo>
                  <a:lnTo>
                    <a:pt x="54351" y="26455"/>
                  </a:lnTo>
                  <a:lnTo>
                    <a:pt x="54552" y="26254"/>
                  </a:lnTo>
                  <a:lnTo>
                    <a:pt x="54792" y="26014"/>
                  </a:lnTo>
                  <a:lnTo>
                    <a:pt x="54953" y="25813"/>
                  </a:lnTo>
                  <a:lnTo>
                    <a:pt x="55153" y="25533"/>
                  </a:lnTo>
                  <a:lnTo>
                    <a:pt x="55273" y="25292"/>
                  </a:lnTo>
                  <a:lnTo>
                    <a:pt x="55394" y="25012"/>
                  </a:lnTo>
                  <a:lnTo>
                    <a:pt x="55474" y="24731"/>
                  </a:lnTo>
                  <a:lnTo>
                    <a:pt x="55554" y="24410"/>
                  </a:lnTo>
                  <a:lnTo>
                    <a:pt x="55554" y="24130"/>
                  </a:lnTo>
                  <a:lnTo>
                    <a:pt x="55594" y="23849"/>
                  </a:lnTo>
                  <a:lnTo>
                    <a:pt x="55554" y="23569"/>
                  </a:lnTo>
                  <a:lnTo>
                    <a:pt x="55434" y="23048"/>
                  </a:lnTo>
                  <a:lnTo>
                    <a:pt x="55273" y="22607"/>
                  </a:lnTo>
                  <a:lnTo>
                    <a:pt x="55113" y="22206"/>
                  </a:lnTo>
                  <a:lnTo>
                    <a:pt x="54913" y="21925"/>
                  </a:lnTo>
                  <a:lnTo>
                    <a:pt x="54712" y="21605"/>
                  </a:lnTo>
                  <a:lnTo>
                    <a:pt x="53670" y="20803"/>
                  </a:lnTo>
                  <a:lnTo>
                    <a:pt x="52668" y="20041"/>
                  </a:lnTo>
                  <a:lnTo>
                    <a:pt x="51666" y="19360"/>
                  </a:lnTo>
                  <a:lnTo>
                    <a:pt x="50664" y="18719"/>
                  </a:lnTo>
                  <a:lnTo>
                    <a:pt x="49702" y="18158"/>
                  </a:lnTo>
                  <a:lnTo>
                    <a:pt x="48780" y="17596"/>
                  </a:lnTo>
                  <a:lnTo>
                    <a:pt x="47858" y="17115"/>
                  </a:lnTo>
                  <a:lnTo>
                    <a:pt x="46936" y="16634"/>
                  </a:lnTo>
                  <a:lnTo>
                    <a:pt x="46095" y="16234"/>
                  </a:lnTo>
                  <a:lnTo>
                    <a:pt x="45213" y="15833"/>
                  </a:lnTo>
                  <a:lnTo>
                    <a:pt x="43609" y="15191"/>
                  </a:lnTo>
                  <a:lnTo>
                    <a:pt x="42126" y="14670"/>
                  </a:lnTo>
                  <a:lnTo>
                    <a:pt x="40764" y="14270"/>
                  </a:lnTo>
                  <a:lnTo>
                    <a:pt x="39802" y="14029"/>
                  </a:lnTo>
                  <a:lnTo>
                    <a:pt x="38880" y="13789"/>
                  </a:lnTo>
                  <a:lnTo>
                    <a:pt x="36996" y="13428"/>
                  </a:lnTo>
                  <a:lnTo>
                    <a:pt x="35152" y="13107"/>
                  </a:lnTo>
                  <a:lnTo>
                    <a:pt x="33348" y="12867"/>
                  </a:lnTo>
                  <a:lnTo>
                    <a:pt x="31585" y="12666"/>
                  </a:lnTo>
                  <a:lnTo>
                    <a:pt x="29901" y="12506"/>
                  </a:lnTo>
                  <a:lnTo>
                    <a:pt x="28218" y="12346"/>
                  </a:lnTo>
                  <a:lnTo>
                    <a:pt x="26655" y="12145"/>
                  </a:lnTo>
                  <a:lnTo>
                    <a:pt x="25132" y="11945"/>
                  </a:lnTo>
                  <a:lnTo>
                    <a:pt x="23729" y="11664"/>
                  </a:lnTo>
                  <a:lnTo>
                    <a:pt x="23047" y="11504"/>
                  </a:lnTo>
                  <a:lnTo>
                    <a:pt x="22406" y="11344"/>
                  </a:lnTo>
                  <a:lnTo>
                    <a:pt x="21765" y="11103"/>
                  </a:lnTo>
                  <a:lnTo>
                    <a:pt x="21163" y="10903"/>
                  </a:lnTo>
                  <a:lnTo>
                    <a:pt x="20562" y="10622"/>
                  </a:lnTo>
                  <a:lnTo>
                    <a:pt x="20041" y="10342"/>
                  </a:lnTo>
                  <a:lnTo>
                    <a:pt x="19520" y="10021"/>
                  </a:lnTo>
                  <a:lnTo>
                    <a:pt x="18999" y="9700"/>
                  </a:lnTo>
                  <a:lnTo>
                    <a:pt x="18558" y="9299"/>
                  </a:lnTo>
                  <a:lnTo>
                    <a:pt x="18117" y="8858"/>
                  </a:lnTo>
                  <a:lnTo>
                    <a:pt x="17716" y="8418"/>
                  </a:lnTo>
                  <a:lnTo>
                    <a:pt x="17356" y="7896"/>
                  </a:lnTo>
                  <a:lnTo>
                    <a:pt x="16915" y="7175"/>
                  </a:lnTo>
                  <a:lnTo>
                    <a:pt x="16514" y="6413"/>
                  </a:lnTo>
                  <a:lnTo>
                    <a:pt x="16273" y="6053"/>
                  </a:lnTo>
                  <a:lnTo>
                    <a:pt x="15993" y="5612"/>
                  </a:lnTo>
                  <a:lnTo>
                    <a:pt x="15672" y="5171"/>
                  </a:lnTo>
                  <a:lnTo>
                    <a:pt x="15271" y="4650"/>
                  </a:lnTo>
                  <a:lnTo>
                    <a:pt x="14750" y="4089"/>
                  </a:lnTo>
                  <a:lnTo>
                    <a:pt x="14229" y="3568"/>
                  </a:lnTo>
                  <a:lnTo>
                    <a:pt x="13628" y="3006"/>
                  </a:lnTo>
                  <a:lnTo>
                    <a:pt x="13027" y="2525"/>
                  </a:lnTo>
                  <a:lnTo>
                    <a:pt x="12385" y="2044"/>
                  </a:lnTo>
                  <a:lnTo>
                    <a:pt x="11744" y="1604"/>
                  </a:lnTo>
                  <a:lnTo>
                    <a:pt x="11103" y="1203"/>
                  </a:lnTo>
                  <a:lnTo>
                    <a:pt x="10421" y="842"/>
                  </a:lnTo>
                  <a:lnTo>
                    <a:pt x="9740" y="561"/>
                  </a:lnTo>
                  <a:lnTo>
                    <a:pt x="9099" y="321"/>
                  </a:lnTo>
                  <a:lnTo>
                    <a:pt x="8457" y="121"/>
                  </a:lnTo>
                  <a:lnTo>
                    <a:pt x="7816" y="40"/>
                  </a:lnTo>
                  <a:lnTo>
                    <a:pt x="72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3800475" y="1458625"/>
              <a:ext cx="195425" cy="295625"/>
            </a:xfrm>
            <a:custGeom>
              <a:rect b="b" l="l" r="r" t="t"/>
              <a:pathLst>
                <a:path extrusionOk="0" h="11825" w="7817">
                  <a:moveTo>
                    <a:pt x="3808" y="0"/>
                  </a:moveTo>
                  <a:lnTo>
                    <a:pt x="0" y="3648"/>
                  </a:lnTo>
                  <a:lnTo>
                    <a:pt x="521" y="4048"/>
                  </a:lnTo>
                  <a:lnTo>
                    <a:pt x="1203" y="4610"/>
                  </a:lnTo>
                  <a:lnTo>
                    <a:pt x="2004" y="5331"/>
                  </a:lnTo>
                  <a:lnTo>
                    <a:pt x="2926" y="6253"/>
                  </a:lnTo>
                  <a:lnTo>
                    <a:pt x="3407" y="6814"/>
                  </a:lnTo>
                  <a:lnTo>
                    <a:pt x="3888" y="7375"/>
                  </a:lnTo>
                  <a:lnTo>
                    <a:pt x="4369" y="7977"/>
                  </a:lnTo>
                  <a:lnTo>
                    <a:pt x="4850" y="8658"/>
                  </a:lnTo>
                  <a:lnTo>
                    <a:pt x="5331" y="9379"/>
                  </a:lnTo>
                  <a:lnTo>
                    <a:pt x="5772" y="10141"/>
                  </a:lnTo>
                  <a:lnTo>
                    <a:pt x="6173" y="10943"/>
                  </a:lnTo>
                  <a:lnTo>
                    <a:pt x="6614" y="11824"/>
                  </a:lnTo>
                  <a:lnTo>
                    <a:pt x="6814" y="11303"/>
                  </a:lnTo>
                  <a:lnTo>
                    <a:pt x="7055" y="10742"/>
                  </a:lnTo>
                  <a:lnTo>
                    <a:pt x="7215" y="10181"/>
                  </a:lnTo>
                  <a:lnTo>
                    <a:pt x="7415" y="9620"/>
                  </a:lnTo>
                  <a:lnTo>
                    <a:pt x="7576" y="8778"/>
                  </a:lnTo>
                  <a:lnTo>
                    <a:pt x="7736" y="7936"/>
                  </a:lnTo>
                  <a:lnTo>
                    <a:pt x="7816" y="7135"/>
                  </a:lnTo>
                  <a:lnTo>
                    <a:pt x="7816" y="6333"/>
                  </a:lnTo>
                  <a:lnTo>
                    <a:pt x="7776" y="5572"/>
                  </a:lnTo>
                  <a:lnTo>
                    <a:pt x="7696" y="4850"/>
                  </a:lnTo>
                  <a:lnTo>
                    <a:pt x="7536" y="4129"/>
                  </a:lnTo>
                  <a:lnTo>
                    <a:pt x="7375" y="3447"/>
                  </a:lnTo>
                  <a:lnTo>
                    <a:pt x="7135" y="2846"/>
                  </a:lnTo>
                  <a:lnTo>
                    <a:pt x="6814" y="2245"/>
                  </a:lnTo>
                  <a:lnTo>
                    <a:pt x="6494" y="1724"/>
                  </a:lnTo>
                  <a:lnTo>
                    <a:pt x="6133" y="1283"/>
                  </a:lnTo>
                  <a:lnTo>
                    <a:pt x="5692" y="882"/>
                  </a:lnTo>
                  <a:lnTo>
                    <a:pt x="5251" y="521"/>
                  </a:lnTo>
                  <a:lnTo>
                    <a:pt x="4770" y="281"/>
                  </a:lnTo>
                  <a:lnTo>
                    <a:pt x="4209" y="80"/>
                  </a:lnTo>
                  <a:lnTo>
                    <a:pt x="38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3323500" y="406450"/>
              <a:ext cx="1012100" cy="1199500"/>
            </a:xfrm>
            <a:custGeom>
              <a:rect b="b" l="l" r="r" t="t"/>
              <a:pathLst>
                <a:path extrusionOk="0" h="47980" w="40484">
                  <a:moveTo>
                    <a:pt x="21925" y="1"/>
                  </a:moveTo>
                  <a:lnTo>
                    <a:pt x="21043" y="41"/>
                  </a:lnTo>
                  <a:lnTo>
                    <a:pt x="20161" y="81"/>
                  </a:lnTo>
                  <a:lnTo>
                    <a:pt x="19280" y="161"/>
                  </a:lnTo>
                  <a:lnTo>
                    <a:pt x="18438" y="281"/>
                  </a:lnTo>
                  <a:lnTo>
                    <a:pt x="17596" y="442"/>
                  </a:lnTo>
                  <a:lnTo>
                    <a:pt x="16754" y="602"/>
                  </a:lnTo>
                  <a:lnTo>
                    <a:pt x="15953" y="802"/>
                  </a:lnTo>
                  <a:lnTo>
                    <a:pt x="15151" y="1043"/>
                  </a:lnTo>
                  <a:lnTo>
                    <a:pt x="14390" y="1283"/>
                  </a:lnTo>
                  <a:lnTo>
                    <a:pt x="13628" y="1564"/>
                  </a:lnTo>
                  <a:lnTo>
                    <a:pt x="12907" y="1885"/>
                  </a:lnTo>
                  <a:lnTo>
                    <a:pt x="12145" y="2245"/>
                  </a:lnTo>
                  <a:lnTo>
                    <a:pt x="11424" y="2646"/>
                  </a:lnTo>
                  <a:lnTo>
                    <a:pt x="10742" y="3047"/>
                  </a:lnTo>
                  <a:lnTo>
                    <a:pt x="10101" y="3488"/>
                  </a:lnTo>
                  <a:lnTo>
                    <a:pt x="9460" y="3929"/>
                  </a:lnTo>
                  <a:lnTo>
                    <a:pt x="8898" y="4410"/>
                  </a:lnTo>
                  <a:lnTo>
                    <a:pt x="8337" y="4851"/>
                  </a:lnTo>
                  <a:lnTo>
                    <a:pt x="7816" y="5332"/>
                  </a:lnTo>
                  <a:lnTo>
                    <a:pt x="6894" y="6254"/>
                  </a:lnTo>
                  <a:lnTo>
                    <a:pt x="6053" y="7176"/>
                  </a:lnTo>
                  <a:lnTo>
                    <a:pt x="5371" y="8017"/>
                  </a:lnTo>
                  <a:lnTo>
                    <a:pt x="4810" y="8819"/>
                  </a:lnTo>
                  <a:lnTo>
                    <a:pt x="4329" y="9460"/>
                  </a:lnTo>
                  <a:lnTo>
                    <a:pt x="3848" y="10222"/>
                  </a:lnTo>
                  <a:lnTo>
                    <a:pt x="3327" y="11064"/>
                  </a:lnTo>
                  <a:lnTo>
                    <a:pt x="2846" y="11985"/>
                  </a:lnTo>
                  <a:lnTo>
                    <a:pt x="2365" y="13028"/>
                  </a:lnTo>
                  <a:lnTo>
                    <a:pt x="1924" y="14110"/>
                  </a:lnTo>
                  <a:lnTo>
                    <a:pt x="1523" y="15312"/>
                  </a:lnTo>
                  <a:lnTo>
                    <a:pt x="1203" y="16595"/>
                  </a:lnTo>
                  <a:lnTo>
                    <a:pt x="962" y="17797"/>
                  </a:lnTo>
                  <a:lnTo>
                    <a:pt x="842" y="18559"/>
                  </a:lnTo>
                  <a:lnTo>
                    <a:pt x="762" y="19361"/>
                  </a:lnTo>
                  <a:lnTo>
                    <a:pt x="722" y="20242"/>
                  </a:lnTo>
                  <a:lnTo>
                    <a:pt x="722" y="21204"/>
                  </a:lnTo>
                  <a:lnTo>
                    <a:pt x="802" y="22246"/>
                  </a:lnTo>
                  <a:lnTo>
                    <a:pt x="962" y="23329"/>
                  </a:lnTo>
                  <a:lnTo>
                    <a:pt x="1082" y="23930"/>
                  </a:lnTo>
                  <a:lnTo>
                    <a:pt x="1243" y="24491"/>
                  </a:lnTo>
                  <a:lnTo>
                    <a:pt x="1483" y="25253"/>
                  </a:lnTo>
                  <a:lnTo>
                    <a:pt x="1684" y="25894"/>
                  </a:lnTo>
                  <a:lnTo>
                    <a:pt x="1964" y="26575"/>
                  </a:lnTo>
                  <a:lnTo>
                    <a:pt x="2084" y="26936"/>
                  </a:lnTo>
                  <a:lnTo>
                    <a:pt x="2205" y="27337"/>
                  </a:lnTo>
                  <a:lnTo>
                    <a:pt x="2285" y="27778"/>
                  </a:lnTo>
                  <a:lnTo>
                    <a:pt x="2365" y="28259"/>
                  </a:lnTo>
                  <a:lnTo>
                    <a:pt x="2445" y="28820"/>
                  </a:lnTo>
                  <a:lnTo>
                    <a:pt x="2485" y="29381"/>
                  </a:lnTo>
                  <a:lnTo>
                    <a:pt x="2485" y="29982"/>
                  </a:lnTo>
                  <a:lnTo>
                    <a:pt x="2445" y="30624"/>
                  </a:lnTo>
                  <a:lnTo>
                    <a:pt x="2405" y="31305"/>
                  </a:lnTo>
                  <a:lnTo>
                    <a:pt x="2325" y="31986"/>
                  </a:lnTo>
                  <a:lnTo>
                    <a:pt x="2205" y="32708"/>
                  </a:lnTo>
                  <a:lnTo>
                    <a:pt x="2084" y="33429"/>
                  </a:lnTo>
                  <a:lnTo>
                    <a:pt x="1884" y="34151"/>
                  </a:lnTo>
                  <a:lnTo>
                    <a:pt x="1643" y="34872"/>
                  </a:lnTo>
                  <a:lnTo>
                    <a:pt x="1363" y="35594"/>
                  </a:lnTo>
                  <a:lnTo>
                    <a:pt x="1042" y="36355"/>
                  </a:lnTo>
                  <a:lnTo>
                    <a:pt x="601" y="37157"/>
                  </a:lnTo>
                  <a:lnTo>
                    <a:pt x="201" y="37879"/>
                  </a:lnTo>
                  <a:lnTo>
                    <a:pt x="80" y="38119"/>
                  </a:lnTo>
                  <a:lnTo>
                    <a:pt x="0" y="38400"/>
                  </a:lnTo>
                  <a:lnTo>
                    <a:pt x="0" y="38720"/>
                  </a:lnTo>
                  <a:lnTo>
                    <a:pt x="40" y="39041"/>
                  </a:lnTo>
                  <a:lnTo>
                    <a:pt x="241" y="39402"/>
                  </a:lnTo>
                  <a:lnTo>
                    <a:pt x="441" y="39722"/>
                  </a:lnTo>
                  <a:lnTo>
                    <a:pt x="682" y="39963"/>
                  </a:lnTo>
                  <a:lnTo>
                    <a:pt x="962" y="40163"/>
                  </a:lnTo>
                  <a:lnTo>
                    <a:pt x="1203" y="40283"/>
                  </a:lnTo>
                  <a:lnTo>
                    <a:pt x="1443" y="40404"/>
                  </a:lnTo>
                  <a:lnTo>
                    <a:pt x="1724" y="40484"/>
                  </a:lnTo>
                  <a:lnTo>
                    <a:pt x="1563" y="40604"/>
                  </a:lnTo>
                  <a:lnTo>
                    <a:pt x="1403" y="40724"/>
                  </a:lnTo>
                  <a:lnTo>
                    <a:pt x="1243" y="40925"/>
                  </a:lnTo>
                  <a:lnTo>
                    <a:pt x="1122" y="41165"/>
                  </a:lnTo>
                  <a:lnTo>
                    <a:pt x="1082" y="41406"/>
                  </a:lnTo>
                  <a:lnTo>
                    <a:pt x="1122" y="41646"/>
                  </a:lnTo>
                  <a:lnTo>
                    <a:pt x="1162" y="41887"/>
                  </a:lnTo>
                  <a:lnTo>
                    <a:pt x="1283" y="42087"/>
                  </a:lnTo>
                  <a:lnTo>
                    <a:pt x="1403" y="42288"/>
                  </a:lnTo>
                  <a:lnTo>
                    <a:pt x="1563" y="42488"/>
                  </a:lnTo>
                  <a:lnTo>
                    <a:pt x="1724" y="42688"/>
                  </a:lnTo>
                  <a:lnTo>
                    <a:pt x="1924" y="42809"/>
                  </a:lnTo>
                  <a:lnTo>
                    <a:pt x="2124" y="42929"/>
                  </a:lnTo>
                  <a:lnTo>
                    <a:pt x="2325" y="42969"/>
                  </a:lnTo>
                  <a:lnTo>
                    <a:pt x="2525" y="42969"/>
                  </a:lnTo>
                  <a:lnTo>
                    <a:pt x="2726" y="42929"/>
                  </a:lnTo>
                  <a:lnTo>
                    <a:pt x="3086" y="42889"/>
                  </a:lnTo>
                  <a:lnTo>
                    <a:pt x="3287" y="42929"/>
                  </a:lnTo>
                  <a:lnTo>
                    <a:pt x="3447" y="42969"/>
                  </a:lnTo>
                  <a:lnTo>
                    <a:pt x="3567" y="43049"/>
                  </a:lnTo>
                  <a:lnTo>
                    <a:pt x="3648" y="43129"/>
                  </a:lnTo>
                  <a:lnTo>
                    <a:pt x="3768" y="43330"/>
                  </a:lnTo>
                  <a:lnTo>
                    <a:pt x="3888" y="43570"/>
                  </a:lnTo>
                  <a:lnTo>
                    <a:pt x="3808" y="43931"/>
                  </a:lnTo>
                  <a:lnTo>
                    <a:pt x="3768" y="44292"/>
                  </a:lnTo>
                  <a:lnTo>
                    <a:pt x="3808" y="44733"/>
                  </a:lnTo>
                  <a:lnTo>
                    <a:pt x="3848" y="45214"/>
                  </a:lnTo>
                  <a:lnTo>
                    <a:pt x="4008" y="45735"/>
                  </a:lnTo>
                  <a:lnTo>
                    <a:pt x="4129" y="45975"/>
                  </a:lnTo>
                  <a:lnTo>
                    <a:pt x="4249" y="46256"/>
                  </a:lnTo>
                  <a:lnTo>
                    <a:pt x="4449" y="46536"/>
                  </a:lnTo>
                  <a:lnTo>
                    <a:pt x="4650" y="46777"/>
                  </a:lnTo>
                  <a:lnTo>
                    <a:pt x="4970" y="47097"/>
                  </a:lnTo>
                  <a:lnTo>
                    <a:pt x="5331" y="47378"/>
                  </a:lnTo>
                  <a:lnTo>
                    <a:pt x="5732" y="47578"/>
                  </a:lnTo>
                  <a:lnTo>
                    <a:pt x="6133" y="47699"/>
                  </a:lnTo>
                  <a:lnTo>
                    <a:pt x="6574" y="47819"/>
                  </a:lnTo>
                  <a:lnTo>
                    <a:pt x="7014" y="47899"/>
                  </a:lnTo>
                  <a:lnTo>
                    <a:pt x="7896" y="47979"/>
                  </a:lnTo>
                  <a:lnTo>
                    <a:pt x="9500" y="47979"/>
                  </a:lnTo>
                  <a:lnTo>
                    <a:pt x="10301" y="47939"/>
                  </a:lnTo>
                  <a:lnTo>
                    <a:pt x="11063" y="47899"/>
                  </a:lnTo>
                  <a:lnTo>
                    <a:pt x="12466" y="47699"/>
                  </a:lnTo>
                  <a:lnTo>
                    <a:pt x="13748" y="47498"/>
                  </a:lnTo>
                  <a:lnTo>
                    <a:pt x="14831" y="47218"/>
                  </a:lnTo>
                  <a:lnTo>
                    <a:pt x="15712" y="46977"/>
                  </a:lnTo>
                  <a:lnTo>
                    <a:pt x="16795" y="46657"/>
                  </a:lnTo>
                  <a:lnTo>
                    <a:pt x="19039" y="45815"/>
                  </a:lnTo>
                  <a:lnTo>
                    <a:pt x="21524" y="44853"/>
                  </a:lnTo>
                  <a:lnTo>
                    <a:pt x="22887" y="44252"/>
                  </a:lnTo>
                  <a:lnTo>
                    <a:pt x="24290" y="43650"/>
                  </a:lnTo>
                  <a:lnTo>
                    <a:pt x="25733" y="42969"/>
                  </a:lnTo>
                  <a:lnTo>
                    <a:pt x="27216" y="42248"/>
                  </a:lnTo>
                  <a:lnTo>
                    <a:pt x="27577" y="41165"/>
                  </a:lnTo>
                  <a:lnTo>
                    <a:pt x="28098" y="39923"/>
                  </a:lnTo>
                  <a:lnTo>
                    <a:pt x="28418" y="39241"/>
                  </a:lnTo>
                  <a:lnTo>
                    <a:pt x="28779" y="38520"/>
                  </a:lnTo>
                  <a:lnTo>
                    <a:pt x="29180" y="37758"/>
                  </a:lnTo>
                  <a:lnTo>
                    <a:pt x="29661" y="36997"/>
                  </a:lnTo>
                  <a:lnTo>
                    <a:pt x="30422" y="35955"/>
                  </a:lnTo>
                  <a:lnTo>
                    <a:pt x="31144" y="35033"/>
                  </a:lnTo>
                  <a:lnTo>
                    <a:pt x="31865" y="34231"/>
                  </a:lnTo>
                  <a:lnTo>
                    <a:pt x="32547" y="33510"/>
                  </a:lnTo>
                  <a:lnTo>
                    <a:pt x="33148" y="32948"/>
                  </a:lnTo>
                  <a:lnTo>
                    <a:pt x="33709" y="32467"/>
                  </a:lnTo>
                  <a:lnTo>
                    <a:pt x="34471" y="31826"/>
                  </a:lnTo>
                  <a:lnTo>
                    <a:pt x="34872" y="31465"/>
                  </a:lnTo>
                  <a:lnTo>
                    <a:pt x="35313" y="31024"/>
                  </a:lnTo>
                  <a:lnTo>
                    <a:pt x="35713" y="30584"/>
                  </a:lnTo>
                  <a:lnTo>
                    <a:pt x="36114" y="30063"/>
                  </a:lnTo>
                  <a:lnTo>
                    <a:pt x="36515" y="29501"/>
                  </a:lnTo>
                  <a:lnTo>
                    <a:pt x="36916" y="28940"/>
                  </a:lnTo>
                  <a:lnTo>
                    <a:pt x="37277" y="28299"/>
                  </a:lnTo>
                  <a:lnTo>
                    <a:pt x="37677" y="27658"/>
                  </a:lnTo>
                  <a:lnTo>
                    <a:pt x="38038" y="26976"/>
                  </a:lnTo>
                  <a:lnTo>
                    <a:pt x="38359" y="26255"/>
                  </a:lnTo>
                  <a:lnTo>
                    <a:pt x="38679" y="25533"/>
                  </a:lnTo>
                  <a:lnTo>
                    <a:pt x="38960" y="24772"/>
                  </a:lnTo>
                  <a:lnTo>
                    <a:pt x="39241" y="23970"/>
                  </a:lnTo>
                  <a:lnTo>
                    <a:pt x="39521" y="23168"/>
                  </a:lnTo>
                  <a:lnTo>
                    <a:pt x="39762" y="22367"/>
                  </a:lnTo>
                  <a:lnTo>
                    <a:pt x="39962" y="21525"/>
                  </a:lnTo>
                  <a:lnTo>
                    <a:pt x="40122" y="20643"/>
                  </a:lnTo>
                  <a:lnTo>
                    <a:pt x="40283" y="19801"/>
                  </a:lnTo>
                  <a:lnTo>
                    <a:pt x="40363" y="18920"/>
                  </a:lnTo>
                  <a:lnTo>
                    <a:pt x="40443" y="18038"/>
                  </a:lnTo>
                  <a:lnTo>
                    <a:pt x="40483" y="17156"/>
                  </a:lnTo>
                  <a:lnTo>
                    <a:pt x="40483" y="16274"/>
                  </a:lnTo>
                  <a:lnTo>
                    <a:pt x="40483" y="15352"/>
                  </a:lnTo>
                  <a:lnTo>
                    <a:pt x="40403" y="14471"/>
                  </a:lnTo>
                  <a:lnTo>
                    <a:pt x="40283" y="13589"/>
                  </a:lnTo>
                  <a:lnTo>
                    <a:pt x="40122" y="12707"/>
                  </a:lnTo>
                  <a:lnTo>
                    <a:pt x="39882" y="11825"/>
                  </a:lnTo>
                  <a:lnTo>
                    <a:pt x="39641" y="10983"/>
                  </a:lnTo>
                  <a:lnTo>
                    <a:pt x="39321" y="10142"/>
                  </a:lnTo>
                  <a:lnTo>
                    <a:pt x="38960" y="9300"/>
                  </a:lnTo>
                  <a:lnTo>
                    <a:pt x="38559" y="8498"/>
                  </a:lnTo>
                  <a:lnTo>
                    <a:pt x="38078" y="7697"/>
                  </a:lnTo>
                  <a:lnTo>
                    <a:pt x="37557" y="6935"/>
                  </a:lnTo>
                  <a:lnTo>
                    <a:pt x="36996" y="6214"/>
                  </a:lnTo>
                  <a:lnTo>
                    <a:pt x="36395" y="5532"/>
                  </a:lnTo>
                  <a:lnTo>
                    <a:pt x="35794" y="4931"/>
                  </a:lnTo>
                  <a:lnTo>
                    <a:pt x="35112" y="4330"/>
                  </a:lnTo>
                  <a:lnTo>
                    <a:pt x="34431" y="3769"/>
                  </a:lnTo>
                  <a:lnTo>
                    <a:pt x="33709" y="3247"/>
                  </a:lnTo>
                  <a:lnTo>
                    <a:pt x="32988" y="2807"/>
                  </a:lnTo>
                  <a:lnTo>
                    <a:pt x="32226" y="2366"/>
                  </a:lnTo>
                  <a:lnTo>
                    <a:pt x="31425" y="1965"/>
                  </a:lnTo>
                  <a:lnTo>
                    <a:pt x="30623" y="1604"/>
                  </a:lnTo>
                  <a:lnTo>
                    <a:pt x="29781" y="1283"/>
                  </a:lnTo>
                  <a:lnTo>
                    <a:pt x="28939" y="1003"/>
                  </a:lnTo>
                  <a:lnTo>
                    <a:pt x="28098" y="762"/>
                  </a:lnTo>
                  <a:lnTo>
                    <a:pt x="27216" y="562"/>
                  </a:lnTo>
                  <a:lnTo>
                    <a:pt x="26334" y="402"/>
                  </a:lnTo>
                  <a:lnTo>
                    <a:pt x="25452" y="241"/>
                  </a:lnTo>
                  <a:lnTo>
                    <a:pt x="24570" y="121"/>
                  </a:lnTo>
                  <a:lnTo>
                    <a:pt x="23689" y="81"/>
                  </a:lnTo>
                  <a:lnTo>
                    <a:pt x="22807" y="41"/>
                  </a:lnTo>
                  <a:lnTo>
                    <a:pt x="21925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3282400" y="1079850"/>
              <a:ext cx="124275" cy="219475"/>
            </a:xfrm>
            <a:custGeom>
              <a:rect b="b" l="l" r="r" t="t"/>
              <a:pathLst>
                <a:path extrusionOk="0" h="8779" w="4971">
                  <a:moveTo>
                    <a:pt x="4009" y="0"/>
                  </a:moveTo>
                  <a:lnTo>
                    <a:pt x="3608" y="922"/>
                  </a:lnTo>
                  <a:lnTo>
                    <a:pt x="3207" y="1684"/>
                  </a:lnTo>
                  <a:lnTo>
                    <a:pt x="2847" y="2325"/>
                  </a:lnTo>
                  <a:lnTo>
                    <a:pt x="2486" y="2846"/>
                  </a:lnTo>
                  <a:lnTo>
                    <a:pt x="2125" y="3287"/>
                  </a:lnTo>
                  <a:lnTo>
                    <a:pt x="1845" y="3607"/>
                  </a:lnTo>
                  <a:lnTo>
                    <a:pt x="1564" y="3888"/>
                  </a:lnTo>
                  <a:lnTo>
                    <a:pt x="1283" y="4088"/>
                  </a:lnTo>
                  <a:lnTo>
                    <a:pt x="1003" y="4289"/>
                  </a:lnTo>
                  <a:lnTo>
                    <a:pt x="642" y="4610"/>
                  </a:lnTo>
                  <a:lnTo>
                    <a:pt x="442" y="4810"/>
                  </a:lnTo>
                  <a:lnTo>
                    <a:pt x="281" y="5050"/>
                  </a:lnTo>
                  <a:lnTo>
                    <a:pt x="121" y="5291"/>
                  </a:lnTo>
                  <a:lnTo>
                    <a:pt x="41" y="5572"/>
                  </a:lnTo>
                  <a:lnTo>
                    <a:pt x="1" y="5812"/>
                  </a:lnTo>
                  <a:lnTo>
                    <a:pt x="1" y="6053"/>
                  </a:lnTo>
                  <a:lnTo>
                    <a:pt x="81" y="6493"/>
                  </a:lnTo>
                  <a:lnTo>
                    <a:pt x="201" y="6774"/>
                  </a:lnTo>
                  <a:lnTo>
                    <a:pt x="281" y="6934"/>
                  </a:lnTo>
                  <a:lnTo>
                    <a:pt x="522" y="7255"/>
                  </a:lnTo>
                  <a:lnTo>
                    <a:pt x="762" y="7536"/>
                  </a:lnTo>
                  <a:lnTo>
                    <a:pt x="1003" y="7696"/>
                  </a:lnTo>
                  <a:lnTo>
                    <a:pt x="1163" y="7776"/>
                  </a:lnTo>
                  <a:lnTo>
                    <a:pt x="1524" y="7896"/>
                  </a:lnTo>
                  <a:lnTo>
                    <a:pt x="1845" y="7936"/>
                  </a:lnTo>
                  <a:lnTo>
                    <a:pt x="2125" y="7976"/>
                  </a:lnTo>
                  <a:lnTo>
                    <a:pt x="2526" y="8057"/>
                  </a:lnTo>
                  <a:lnTo>
                    <a:pt x="2927" y="8217"/>
                  </a:lnTo>
                  <a:lnTo>
                    <a:pt x="3247" y="8417"/>
                  </a:lnTo>
                  <a:lnTo>
                    <a:pt x="3528" y="8578"/>
                  </a:lnTo>
                  <a:lnTo>
                    <a:pt x="3768" y="8778"/>
                  </a:lnTo>
                  <a:lnTo>
                    <a:pt x="4971" y="4369"/>
                  </a:lnTo>
                  <a:lnTo>
                    <a:pt x="4009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3391625" y="995675"/>
              <a:ext cx="180400" cy="84200"/>
            </a:xfrm>
            <a:custGeom>
              <a:rect b="b" l="l" r="r" t="t"/>
              <a:pathLst>
                <a:path extrusionOk="0" h="3368" w="7216">
                  <a:moveTo>
                    <a:pt x="1764" y="0"/>
                  </a:moveTo>
                  <a:lnTo>
                    <a:pt x="1323" y="40"/>
                  </a:lnTo>
                  <a:lnTo>
                    <a:pt x="883" y="120"/>
                  </a:lnTo>
                  <a:lnTo>
                    <a:pt x="241" y="281"/>
                  </a:lnTo>
                  <a:lnTo>
                    <a:pt x="121" y="361"/>
                  </a:lnTo>
                  <a:lnTo>
                    <a:pt x="41" y="481"/>
                  </a:lnTo>
                  <a:lnTo>
                    <a:pt x="1" y="601"/>
                  </a:lnTo>
                  <a:lnTo>
                    <a:pt x="1" y="762"/>
                  </a:lnTo>
                  <a:lnTo>
                    <a:pt x="81" y="882"/>
                  </a:lnTo>
                  <a:lnTo>
                    <a:pt x="201" y="962"/>
                  </a:lnTo>
                  <a:lnTo>
                    <a:pt x="321" y="1002"/>
                  </a:lnTo>
                  <a:lnTo>
                    <a:pt x="482" y="962"/>
                  </a:lnTo>
                  <a:lnTo>
                    <a:pt x="1043" y="842"/>
                  </a:lnTo>
                  <a:lnTo>
                    <a:pt x="1404" y="762"/>
                  </a:lnTo>
                  <a:lnTo>
                    <a:pt x="1804" y="722"/>
                  </a:lnTo>
                  <a:lnTo>
                    <a:pt x="2245" y="722"/>
                  </a:lnTo>
                  <a:lnTo>
                    <a:pt x="2726" y="762"/>
                  </a:lnTo>
                  <a:lnTo>
                    <a:pt x="3247" y="842"/>
                  </a:lnTo>
                  <a:lnTo>
                    <a:pt x="3768" y="1002"/>
                  </a:lnTo>
                  <a:lnTo>
                    <a:pt x="4330" y="1203"/>
                  </a:lnTo>
                  <a:lnTo>
                    <a:pt x="4811" y="1483"/>
                  </a:lnTo>
                  <a:lnTo>
                    <a:pt x="5251" y="1804"/>
                  </a:lnTo>
                  <a:lnTo>
                    <a:pt x="5652" y="2125"/>
                  </a:lnTo>
                  <a:lnTo>
                    <a:pt x="5933" y="2405"/>
                  </a:lnTo>
                  <a:lnTo>
                    <a:pt x="6213" y="2726"/>
                  </a:lnTo>
                  <a:lnTo>
                    <a:pt x="6534" y="3207"/>
                  </a:lnTo>
                  <a:lnTo>
                    <a:pt x="6614" y="3247"/>
                  </a:lnTo>
                  <a:lnTo>
                    <a:pt x="6654" y="3327"/>
                  </a:lnTo>
                  <a:lnTo>
                    <a:pt x="6855" y="3367"/>
                  </a:lnTo>
                  <a:lnTo>
                    <a:pt x="6935" y="3327"/>
                  </a:lnTo>
                  <a:lnTo>
                    <a:pt x="7015" y="3287"/>
                  </a:lnTo>
                  <a:lnTo>
                    <a:pt x="7135" y="3207"/>
                  </a:lnTo>
                  <a:lnTo>
                    <a:pt x="7175" y="3087"/>
                  </a:lnTo>
                  <a:lnTo>
                    <a:pt x="7215" y="2926"/>
                  </a:lnTo>
                  <a:lnTo>
                    <a:pt x="7135" y="2806"/>
                  </a:lnTo>
                  <a:lnTo>
                    <a:pt x="6975" y="2525"/>
                  </a:lnTo>
                  <a:lnTo>
                    <a:pt x="6735" y="2205"/>
                  </a:lnTo>
                  <a:lnTo>
                    <a:pt x="6414" y="1884"/>
                  </a:lnTo>
                  <a:lnTo>
                    <a:pt x="6053" y="1523"/>
                  </a:lnTo>
                  <a:lnTo>
                    <a:pt x="5652" y="1163"/>
                  </a:lnTo>
                  <a:lnTo>
                    <a:pt x="5171" y="842"/>
                  </a:lnTo>
                  <a:lnTo>
                    <a:pt x="4610" y="561"/>
                  </a:lnTo>
                  <a:lnTo>
                    <a:pt x="3969" y="321"/>
                  </a:lnTo>
                  <a:lnTo>
                    <a:pt x="3368" y="161"/>
                  </a:lnTo>
                  <a:lnTo>
                    <a:pt x="2806" y="40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3408675" y="998675"/>
              <a:ext cx="73175" cy="106250"/>
            </a:xfrm>
            <a:custGeom>
              <a:rect b="b" l="l" r="r" t="t"/>
              <a:pathLst>
                <a:path extrusionOk="0" h="4250" w="2927">
                  <a:moveTo>
                    <a:pt x="1403" y="0"/>
                  </a:moveTo>
                  <a:lnTo>
                    <a:pt x="1122" y="41"/>
                  </a:lnTo>
                  <a:lnTo>
                    <a:pt x="842" y="161"/>
                  </a:lnTo>
                  <a:lnTo>
                    <a:pt x="601" y="361"/>
                  </a:lnTo>
                  <a:lnTo>
                    <a:pt x="401" y="642"/>
                  </a:lnTo>
                  <a:lnTo>
                    <a:pt x="241" y="962"/>
                  </a:lnTo>
                  <a:lnTo>
                    <a:pt x="80" y="1323"/>
                  </a:lnTo>
                  <a:lnTo>
                    <a:pt x="40" y="1724"/>
                  </a:lnTo>
                  <a:lnTo>
                    <a:pt x="0" y="2165"/>
                  </a:lnTo>
                  <a:lnTo>
                    <a:pt x="40" y="2566"/>
                  </a:lnTo>
                  <a:lnTo>
                    <a:pt x="120" y="2967"/>
                  </a:lnTo>
                  <a:lnTo>
                    <a:pt x="281" y="3327"/>
                  </a:lnTo>
                  <a:lnTo>
                    <a:pt x="441" y="3648"/>
                  </a:lnTo>
                  <a:lnTo>
                    <a:pt x="681" y="3928"/>
                  </a:lnTo>
                  <a:lnTo>
                    <a:pt x="922" y="4129"/>
                  </a:lnTo>
                  <a:lnTo>
                    <a:pt x="1203" y="4249"/>
                  </a:lnTo>
                  <a:lnTo>
                    <a:pt x="1483" y="4249"/>
                  </a:lnTo>
                  <a:lnTo>
                    <a:pt x="1804" y="4209"/>
                  </a:lnTo>
                  <a:lnTo>
                    <a:pt x="2044" y="4089"/>
                  </a:lnTo>
                  <a:lnTo>
                    <a:pt x="2285" y="3888"/>
                  </a:lnTo>
                  <a:lnTo>
                    <a:pt x="2525" y="3608"/>
                  </a:lnTo>
                  <a:lnTo>
                    <a:pt x="2686" y="3287"/>
                  </a:lnTo>
                  <a:lnTo>
                    <a:pt x="2806" y="2926"/>
                  </a:lnTo>
                  <a:lnTo>
                    <a:pt x="2886" y="2526"/>
                  </a:lnTo>
                  <a:lnTo>
                    <a:pt x="2926" y="2085"/>
                  </a:lnTo>
                  <a:lnTo>
                    <a:pt x="2886" y="1684"/>
                  </a:lnTo>
                  <a:lnTo>
                    <a:pt x="2766" y="1283"/>
                  </a:lnTo>
                  <a:lnTo>
                    <a:pt x="2646" y="922"/>
                  </a:lnTo>
                  <a:lnTo>
                    <a:pt x="2445" y="602"/>
                  </a:lnTo>
                  <a:lnTo>
                    <a:pt x="2245" y="321"/>
                  </a:lnTo>
                  <a:lnTo>
                    <a:pt x="1964" y="121"/>
                  </a:lnTo>
                  <a:lnTo>
                    <a:pt x="1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3386625" y="1356400"/>
              <a:ext cx="101225" cy="70175"/>
            </a:xfrm>
            <a:custGeom>
              <a:rect b="b" l="l" r="r" t="t"/>
              <a:pathLst>
                <a:path extrusionOk="0" h="2807" w="4049">
                  <a:moveTo>
                    <a:pt x="3648" y="1"/>
                  </a:moveTo>
                  <a:lnTo>
                    <a:pt x="3528" y="41"/>
                  </a:lnTo>
                  <a:lnTo>
                    <a:pt x="3407" y="161"/>
                  </a:lnTo>
                  <a:lnTo>
                    <a:pt x="3367" y="281"/>
                  </a:lnTo>
                  <a:lnTo>
                    <a:pt x="3287" y="482"/>
                  </a:lnTo>
                  <a:lnTo>
                    <a:pt x="3207" y="722"/>
                  </a:lnTo>
                  <a:lnTo>
                    <a:pt x="3047" y="963"/>
                  </a:lnTo>
                  <a:lnTo>
                    <a:pt x="2846" y="1283"/>
                  </a:lnTo>
                  <a:lnTo>
                    <a:pt x="2606" y="1524"/>
                  </a:lnTo>
                  <a:lnTo>
                    <a:pt x="2285" y="1764"/>
                  </a:lnTo>
                  <a:lnTo>
                    <a:pt x="2085" y="1885"/>
                  </a:lnTo>
                  <a:lnTo>
                    <a:pt x="1884" y="1965"/>
                  </a:lnTo>
                  <a:lnTo>
                    <a:pt x="1483" y="2045"/>
                  </a:lnTo>
                  <a:lnTo>
                    <a:pt x="1083" y="2085"/>
                  </a:lnTo>
                  <a:lnTo>
                    <a:pt x="762" y="2005"/>
                  </a:lnTo>
                  <a:lnTo>
                    <a:pt x="441" y="1925"/>
                  </a:lnTo>
                  <a:lnTo>
                    <a:pt x="321" y="1925"/>
                  </a:lnTo>
                  <a:lnTo>
                    <a:pt x="201" y="1965"/>
                  </a:lnTo>
                  <a:lnTo>
                    <a:pt x="80" y="2045"/>
                  </a:lnTo>
                  <a:lnTo>
                    <a:pt x="0" y="2165"/>
                  </a:lnTo>
                  <a:lnTo>
                    <a:pt x="0" y="2326"/>
                  </a:lnTo>
                  <a:lnTo>
                    <a:pt x="0" y="2446"/>
                  </a:lnTo>
                  <a:lnTo>
                    <a:pt x="80" y="2566"/>
                  </a:lnTo>
                  <a:lnTo>
                    <a:pt x="241" y="2606"/>
                  </a:lnTo>
                  <a:lnTo>
                    <a:pt x="682" y="2726"/>
                  </a:lnTo>
                  <a:lnTo>
                    <a:pt x="922" y="2766"/>
                  </a:lnTo>
                  <a:lnTo>
                    <a:pt x="1243" y="2807"/>
                  </a:lnTo>
                  <a:lnTo>
                    <a:pt x="1644" y="2766"/>
                  </a:lnTo>
                  <a:lnTo>
                    <a:pt x="2125" y="2646"/>
                  </a:lnTo>
                  <a:lnTo>
                    <a:pt x="2405" y="2526"/>
                  </a:lnTo>
                  <a:lnTo>
                    <a:pt x="2646" y="2406"/>
                  </a:lnTo>
                  <a:lnTo>
                    <a:pt x="2886" y="2245"/>
                  </a:lnTo>
                  <a:lnTo>
                    <a:pt x="3087" y="2085"/>
                  </a:lnTo>
                  <a:lnTo>
                    <a:pt x="3407" y="1724"/>
                  </a:lnTo>
                  <a:lnTo>
                    <a:pt x="3648" y="1364"/>
                  </a:lnTo>
                  <a:lnTo>
                    <a:pt x="3848" y="1043"/>
                  </a:lnTo>
                  <a:lnTo>
                    <a:pt x="3968" y="762"/>
                  </a:lnTo>
                  <a:lnTo>
                    <a:pt x="4049" y="442"/>
                  </a:lnTo>
                  <a:lnTo>
                    <a:pt x="4049" y="321"/>
                  </a:lnTo>
                  <a:lnTo>
                    <a:pt x="4009" y="161"/>
                  </a:lnTo>
                  <a:lnTo>
                    <a:pt x="3928" y="81"/>
                  </a:lnTo>
                  <a:lnTo>
                    <a:pt x="38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3322500" y="1343375"/>
              <a:ext cx="152325" cy="90225"/>
            </a:xfrm>
            <a:custGeom>
              <a:rect b="b" l="l" r="r" t="t"/>
              <a:pathLst>
                <a:path extrusionOk="0" h="3609" w="6093">
                  <a:moveTo>
                    <a:pt x="561" y="1"/>
                  </a:moveTo>
                  <a:lnTo>
                    <a:pt x="441" y="41"/>
                  </a:lnTo>
                  <a:lnTo>
                    <a:pt x="321" y="121"/>
                  </a:lnTo>
                  <a:lnTo>
                    <a:pt x="200" y="241"/>
                  </a:lnTo>
                  <a:lnTo>
                    <a:pt x="120" y="361"/>
                  </a:lnTo>
                  <a:lnTo>
                    <a:pt x="80" y="562"/>
                  </a:lnTo>
                  <a:lnTo>
                    <a:pt x="0" y="923"/>
                  </a:lnTo>
                  <a:lnTo>
                    <a:pt x="40" y="1243"/>
                  </a:lnTo>
                  <a:lnTo>
                    <a:pt x="80" y="1564"/>
                  </a:lnTo>
                  <a:lnTo>
                    <a:pt x="241" y="1845"/>
                  </a:lnTo>
                  <a:lnTo>
                    <a:pt x="441" y="2085"/>
                  </a:lnTo>
                  <a:lnTo>
                    <a:pt x="641" y="2325"/>
                  </a:lnTo>
                  <a:lnTo>
                    <a:pt x="922" y="2526"/>
                  </a:lnTo>
                  <a:lnTo>
                    <a:pt x="1202" y="2686"/>
                  </a:lnTo>
                  <a:lnTo>
                    <a:pt x="1764" y="3007"/>
                  </a:lnTo>
                  <a:lnTo>
                    <a:pt x="2164" y="3247"/>
                  </a:lnTo>
                  <a:lnTo>
                    <a:pt x="2605" y="3448"/>
                  </a:lnTo>
                  <a:lnTo>
                    <a:pt x="3046" y="3568"/>
                  </a:lnTo>
                  <a:lnTo>
                    <a:pt x="3287" y="3608"/>
                  </a:lnTo>
                  <a:lnTo>
                    <a:pt x="3808" y="3608"/>
                  </a:lnTo>
                  <a:lnTo>
                    <a:pt x="4088" y="3568"/>
                  </a:lnTo>
                  <a:lnTo>
                    <a:pt x="4529" y="3408"/>
                  </a:lnTo>
                  <a:lnTo>
                    <a:pt x="4970" y="3207"/>
                  </a:lnTo>
                  <a:lnTo>
                    <a:pt x="5291" y="2967"/>
                  </a:lnTo>
                  <a:lnTo>
                    <a:pt x="5612" y="2726"/>
                  </a:lnTo>
                  <a:lnTo>
                    <a:pt x="5812" y="2486"/>
                  </a:lnTo>
                  <a:lnTo>
                    <a:pt x="6093" y="2165"/>
                  </a:lnTo>
                  <a:lnTo>
                    <a:pt x="5531" y="2245"/>
                  </a:lnTo>
                  <a:lnTo>
                    <a:pt x="5010" y="2285"/>
                  </a:lnTo>
                  <a:lnTo>
                    <a:pt x="4529" y="2245"/>
                  </a:lnTo>
                  <a:lnTo>
                    <a:pt x="4088" y="2205"/>
                  </a:lnTo>
                  <a:lnTo>
                    <a:pt x="3688" y="2125"/>
                  </a:lnTo>
                  <a:lnTo>
                    <a:pt x="3327" y="2005"/>
                  </a:lnTo>
                  <a:lnTo>
                    <a:pt x="3006" y="1885"/>
                  </a:lnTo>
                  <a:lnTo>
                    <a:pt x="2726" y="1724"/>
                  </a:lnTo>
                  <a:lnTo>
                    <a:pt x="2285" y="1444"/>
                  </a:lnTo>
                  <a:lnTo>
                    <a:pt x="1924" y="1123"/>
                  </a:lnTo>
                  <a:lnTo>
                    <a:pt x="1323" y="562"/>
                  </a:lnTo>
                  <a:lnTo>
                    <a:pt x="1082" y="281"/>
                  </a:lnTo>
                  <a:lnTo>
                    <a:pt x="842" y="121"/>
                  </a:lnTo>
                  <a:lnTo>
                    <a:pt x="641" y="41"/>
                  </a:lnTo>
                  <a:lnTo>
                    <a:pt x="5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3406650" y="832325"/>
              <a:ext cx="45125" cy="51125"/>
            </a:xfrm>
            <a:custGeom>
              <a:rect b="b" l="l" r="r" t="t"/>
              <a:pathLst>
                <a:path extrusionOk="0" h="2045" w="1805">
                  <a:moveTo>
                    <a:pt x="1604" y="1"/>
                  </a:moveTo>
                  <a:lnTo>
                    <a:pt x="1243" y="121"/>
                  </a:lnTo>
                  <a:lnTo>
                    <a:pt x="1003" y="201"/>
                  </a:lnTo>
                  <a:lnTo>
                    <a:pt x="803" y="321"/>
                  </a:lnTo>
                  <a:lnTo>
                    <a:pt x="562" y="482"/>
                  </a:lnTo>
                  <a:lnTo>
                    <a:pt x="362" y="722"/>
                  </a:lnTo>
                  <a:lnTo>
                    <a:pt x="241" y="923"/>
                  </a:lnTo>
                  <a:lnTo>
                    <a:pt x="121" y="1163"/>
                  </a:lnTo>
                  <a:lnTo>
                    <a:pt x="41" y="1364"/>
                  </a:lnTo>
                  <a:lnTo>
                    <a:pt x="1" y="1564"/>
                  </a:lnTo>
                  <a:lnTo>
                    <a:pt x="1" y="1885"/>
                  </a:lnTo>
                  <a:lnTo>
                    <a:pt x="1" y="2045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3419675" y="832325"/>
              <a:ext cx="224500" cy="99225"/>
            </a:xfrm>
            <a:custGeom>
              <a:rect b="b" l="l" r="r" t="t"/>
              <a:pathLst>
                <a:path extrusionOk="0" h="3969" w="8980">
                  <a:moveTo>
                    <a:pt x="1484" y="1"/>
                  </a:moveTo>
                  <a:lnTo>
                    <a:pt x="1163" y="482"/>
                  </a:lnTo>
                  <a:lnTo>
                    <a:pt x="682" y="1043"/>
                  </a:lnTo>
                  <a:lnTo>
                    <a:pt x="121" y="1684"/>
                  </a:lnTo>
                  <a:lnTo>
                    <a:pt x="1" y="1845"/>
                  </a:lnTo>
                  <a:lnTo>
                    <a:pt x="1" y="1925"/>
                  </a:lnTo>
                  <a:lnTo>
                    <a:pt x="41" y="2005"/>
                  </a:lnTo>
                  <a:lnTo>
                    <a:pt x="121" y="2085"/>
                  </a:lnTo>
                  <a:lnTo>
                    <a:pt x="282" y="2125"/>
                  </a:lnTo>
                  <a:lnTo>
                    <a:pt x="442" y="2165"/>
                  </a:lnTo>
                  <a:lnTo>
                    <a:pt x="2326" y="2165"/>
                  </a:lnTo>
                  <a:lnTo>
                    <a:pt x="3167" y="2205"/>
                  </a:lnTo>
                  <a:lnTo>
                    <a:pt x="4049" y="2285"/>
                  </a:lnTo>
                  <a:lnTo>
                    <a:pt x="4971" y="2406"/>
                  </a:lnTo>
                  <a:lnTo>
                    <a:pt x="5613" y="2526"/>
                  </a:lnTo>
                  <a:lnTo>
                    <a:pt x="6214" y="2686"/>
                  </a:lnTo>
                  <a:lnTo>
                    <a:pt x="6775" y="2887"/>
                  </a:lnTo>
                  <a:lnTo>
                    <a:pt x="7296" y="3087"/>
                  </a:lnTo>
                  <a:lnTo>
                    <a:pt x="7777" y="3288"/>
                  </a:lnTo>
                  <a:lnTo>
                    <a:pt x="8218" y="3528"/>
                  </a:lnTo>
                  <a:lnTo>
                    <a:pt x="8979" y="3969"/>
                  </a:lnTo>
                  <a:lnTo>
                    <a:pt x="8819" y="3408"/>
                  </a:lnTo>
                  <a:lnTo>
                    <a:pt x="8579" y="2927"/>
                  </a:lnTo>
                  <a:lnTo>
                    <a:pt x="8218" y="2406"/>
                  </a:lnTo>
                  <a:lnTo>
                    <a:pt x="7817" y="1965"/>
                  </a:lnTo>
                  <a:lnTo>
                    <a:pt x="7336" y="1564"/>
                  </a:lnTo>
                  <a:lnTo>
                    <a:pt x="6855" y="1243"/>
                  </a:lnTo>
                  <a:lnTo>
                    <a:pt x="6294" y="963"/>
                  </a:lnTo>
                  <a:lnTo>
                    <a:pt x="5773" y="722"/>
                  </a:lnTo>
                  <a:lnTo>
                    <a:pt x="5212" y="522"/>
                  </a:lnTo>
                  <a:lnTo>
                    <a:pt x="4651" y="362"/>
                  </a:lnTo>
                  <a:lnTo>
                    <a:pt x="4129" y="241"/>
                  </a:lnTo>
                  <a:lnTo>
                    <a:pt x="3608" y="161"/>
                  </a:lnTo>
                  <a:lnTo>
                    <a:pt x="2646" y="41"/>
                  </a:lnTo>
                  <a:lnTo>
                    <a:pt x="19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3403650" y="1460625"/>
              <a:ext cx="53150" cy="25075"/>
            </a:xfrm>
            <a:custGeom>
              <a:rect b="b" l="l" r="r" t="t"/>
              <a:pathLst>
                <a:path extrusionOk="0" h="1003" w="2126">
                  <a:moveTo>
                    <a:pt x="1684" y="0"/>
                  </a:moveTo>
                  <a:lnTo>
                    <a:pt x="281" y="281"/>
                  </a:lnTo>
                  <a:lnTo>
                    <a:pt x="121" y="361"/>
                  </a:lnTo>
                  <a:lnTo>
                    <a:pt x="41" y="441"/>
                  </a:lnTo>
                  <a:lnTo>
                    <a:pt x="1" y="561"/>
                  </a:lnTo>
                  <a:lnTo>
                    <a:pt x="1" y="722"/>
                  </a:lnTo>
                  <a:lnTo>
                    <a:pt x="41" y="842"/>
                  </a:lnTo>
                  <a:lnTo>
                    <a:pt x="121" y="922"/>
                  </a:lnTo>
                  <a:lnTo>
                    <a:pt x="241" y="1002"/>
                  </a:lnTo>
                  <a:lnTo>
                    <a:pt x="402" y="1002"/>
                  </a:lnTo>
                  <a:lnTo>
                    <a:pt x="1844" y="722"/>
                  </a:lnTo>
                  <a:lnTo>
                    <a:pt x="1965" y="642"/>
                  </a:lnTo>
                  <a:lnTo>
                    <a:pt x="2045" y="561"/>
                  </a:lnTo>
                  <a:lnTo>
                    <a:pt x="2125" y="441"/>
                  </a:lnTo>
                  <a:lnTo>
                    <a:pt x="2125" y="281"/>
                  </a:lnTo>
                  <a:lnTo>
                    <a:pt x="2045" y="161"/>
                  </a:lnTo>
                  <a:lnTo>
                    <a:pt x="1965" y="81"/>
                  </a:lnTo>
                  <a:lnTo>
                    <a:pt x="1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3680225" y="979625"/>
              <a:ext cx="216475" cy="281600"/>
            </a:xfrm>
            <a:custGeom>
              <a:rect b="b" l="l" r="r" t="t"/>
              <a:pathLst>
                <a:path extrusionOk="0" h="11264" w="8659">
                  <a:moveTo>
                    <a:pt x="4850" y="1"/>
                  </a:moveTo>
                  <a:lnTo>
                    <a:pt x="4409" y="41"/>
                  </a:lnTo>
                  <a:lnTo>
                    <a:pt x="4009" y="121"/>
                  </a:lnTo>
                  <a:lnTo>
                    <a:pt x="3568" y="281"/>
                  </a:lnTo>
                  <a:lnTo>
                    <a:pt x="3167" y="442"/>
                  </a:lnTo>
                  <a:lnTo>
                    <a:pt x="2766" y="682"/>
                  </a:lnTo>
                  <a:lnTo>
                    <a:pt x="2405" y="1003"/>
                  </a:lnTo>
                  <a:lnTo>
                    <a:pt x="2045" y="1324"/>
                  </a:lnTo>
                  <a:lnTo>
                    <a:pt x="1684" y="1684"/>
                  </a:lnTo>
                  <a:lnTo>
                    <a:pt x="1403" y="2085"/>
                  </a:lnTo>
                  <a:lnTo>
                    <a:pt x="1083" y="2526"/>
                  </a:lnTo>
                  <a:lnTo>
                    <a:pt x="842" y="3007"/>
                  </a:lnTo>
                  <a:lnTo>
                    <a:pt x="602" y="3528"/>
                  </a:lnTo>
                  <a:lnTo>
                    <a:pt x="401" y="4049"/>
                  </a:lnTo>
                  <a:lnTo>
                    <a:pt x="241" y="4610"/>
                  </a:lnTo>
                  <a:lnTo>
                    <a:pt x="121" y="5171"/>
                  </a:lnTo>
                  <a:lnTo>
                    <a:pt x="40" y="5733"/>
                  </a:lnTo>
                  <a:lnTo>
                    <a:pt x="0" y="6294"/>
                  </a:lnTo>
                  <a:lnTo>
                    <a:pt x="40" y="6855"/>
                  </a:lnTo>
                  <a:lnTo>
                    <a:pt x="81" y="7376"/>
                  </a:lnTo>
                  <a:lnTo>
                    <a:pt x="161" y="7897"/>
                  </a:lnTo>
                  <a:lnTo>
                    <a:pt x="321" y="8378"/>
                  </a:lnTo>
                  <a:lnTo>
                    <a:pt x="481" y="8819"/>
                  </a:lnTo>
                  <a:lnTo>
                    <a:pt x="682" y="9260"/>
                  </a:lnTo>
                  <a:lnTo>
                    <a:pt x="922" y="9661"/>
                  </a:lnTo>
                  <a:lnTo>
                    <a:pt x="1163" y="10021"/>
                  </a:lnTo>
                  <a:lnTo>
                    <a:pt x="1483" y="10342"/>
                  </a:lnTo>
                  <a:lnTo>
                    <a:pt x="1804" y="10623"/>
                  </a:lnTo>
                  <a:lnTo>
                    <a:pt x="2165" y="10863"/>
                  </a:lnTo>
                  <a:lnTo>
                    <a:pt x="2566" y="11023"/>
                  </a:lnTo>
                  <a:lnTo>
                    <a:pt x="2966" y="11144"/>
                  </a:lnTo>
                  <a:lnTo>
                    <a:pt x="3407" y="11224"/>
                  </a:lnTo>
                  <a:lnTo>
                    <a:pt x="3808" y="11264"/>
                  </a:lnTo>
                  <a:lnTo>
                    <a:pt x="4249" y="11224"/>
                  </a:lnTo>
                  <a:lnTo>
                    <a:pt x="4650" y="11104"/>
                  </a:lnTo>
                  <a:lnTo>
                    <a:pt x="5091" y="10983"/>
                  </a:lnTo>
                  <a:lnTo>
                    <a:pt x="5492" y="10783"/>
                  </a:lnTo>
                  <a:lnTo>
                    <a:pt x="5892" y="10542"/>
                  </a:lnTo>
                  <a:lnTo>
                    <a:pt x="6253" y="10262"/>
                  </a:lnTo>
                  <a:lnTo>
                    <a:pt x="6614" y="9941"/>
                  </a:lnTo>
                  <a:lnTo>
                    <a:pt x="6975" y="9540"/>
                  </a:lnTo>
                  <a:lnTo>
                    <a:pt x="7295" y="9140"/>
                  </a:lnTo>
                  <a:lnTo>
                    <a:pt x="7576" y="8699"/>
                  </a:lnTo>
                  <a:lnTo>
                    <a:pt x="7816" y="8218"/>
                  </a:lnTo>
                  <a:lnTo>
                    <a:pt x="8057" y="7737"/>
                  </a:lnTo>
                  <a:lnTo>
                    <a:pt x="8257" y="7176"/>
                  </a:lnTo>
                  <a:lnTo>
                    <a:pt x="8418" y="6614"/>
                  </a:lnTo>
                  <a:lnTo>
                    <a:pt x="8538" y="6053"/>
                  </a:lnTo>
                  <a:lnTo>
                    <a:pt x="8618" y="5492"/>
                  </a:lnTo>
                  <a:lnTo>
                    <a:pt x="8658" y="4931"/>
                  </a:lnTo>
                  <a:lnTo>
                    <a:pt x="8618" y="4370"/>
                  </a:lnTo>
                  <a:lnTo>
                    <a:pt x="8578" y="3849"/>
                  </a:lnTo>
                  <a:lnTo>
                    <a:pt x="8498" y="3368"/>
                  </a:lnTo>
                  <a:lnTo>
                    <a:pt x="8337" y="2887"/>
                  </a:lnTo>
                  <a:lnTo>
                    <a:pt x="8177" y="2406"/>
                  </a:lnTo>
                  <a:lnTo>
                    <a:pt x="7977" y="1965"/>
                  </a:lnTo>
                  <a:lnTo>
                    <a:pt x="7736" y="1564"/>
                  </a:lnTo>
                  <a:lnTo>
                    <a:pt x="7496" y="1203"/>
                  </a:lnTo>
                  <a:lnTo>
                    <a:pt x="7175" y="883"/>
                  </a:lnTo>
                  <a:lnTo>
                    <a:pt x="6854" y="602"/>
                  </a:lnTo>
                  <a:lnTo>
                    <a:pt x="6494" y="402"/>
                  </a:lnTo>
                  <a:lnTo>
                    <a:pt x="6093" y="201"/>
                  </a:lnTo>
                  <a:lnTo>
                    <a:pt x="5692" y="81"/>
                  </a:lnTo>
                  <a:lnTo>
                    <a:pt x="5291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3703275" y="1209100"/>
              <a:ext cx="160350" cy="61150"/>
            </a:xfrm>
            <a:custGeom>
              <a:rect b="b" l="l" r="r" t="t"/>
              <a:pathLst>
                <a:path extrusionOk="0" h="2446" w="6414">
                  <a:moveTo>
                    <a:pt x="6013" y="1"/>
                  </a:moveTo>
                  <a:lnTo>
                    <a:pt x="5892" y="41"/>
                  </a:lnTo>
                  <a:lnTo>
                    <a:pt x="5772" y="161"/>
                  </a:lnTo>
                  <a:lnTo>
                    <a:pt x="5371" y="562"/>
                  </a:lnTo>
                  <a:lnTo>
                    <a:pt x="4930" y="923"/>
                  </a:lnTo>
                  <a:lnTo>
                    <a:pt x="4489" y="1243"/>
                  </a:lnTo>
                  <a:lnTo>
                    <a:pt x="4008" y="1484"/>
                  </a:lnTo>
                  <a:lnTo>
                    <a:pt x="3527" y="1604"/>
                  </a:lnTo>
                  <a:lnTo>
                    <a:pt x="3047" y="1684"/>
                  </a:lnTo>
                  <a:lnTo>
                    <a:pt x="2606" y="1724"/>
                  </a:lnTo>
                  <a:lnTo>
                    <a:pt x="2125" y="1644"/>
                  </a:lnTo>
                  <a:lnTo>
                    <a:pt x="1724" y="1484"/>
                  </a:lnTo>
                  <a:lnTo>
                    <a:pt x="1323" y="1283"/>
                  </a:lnTo>
                  <a:lnTo>
                    <a:pt x="962" y="1043"/>
                  </a:lnTo>
                  <a:lnTo>
                    <a:pt x="642" y="722"/>
                  </a:lnTo>
                  <a:lnTo>
                    <a:pt x="521" y="642"/>
                  </a:lnTo>
                  <a:lnTo>
                    <a:pt x="361" y="602"/>
                  </a:lnTo>
                  <a:lnTo>
                    <a:pt x="241" y="602"/>
                  </a:lnTo>
                  <a:lnTo>
                    <a:pt x="121" y="682"/>
                  </a:lnTo>
                  <a:lnTo>
                    <a:pt x="40" y="802"/>
                  </a:lnTo>
                  <a:lnTo>
                    <a:pt x="0" y="923"/>
                  </a:lnTo>
                  <a:lnTo>
                    <a:pt x="40" y="1083"/>
                  </a:lnTo>
                  <a:lnTo>
                    <a:pt x="80" y="1203"/>
                  </a:lnTo>
                  <a:lnTo>
                    <a:pt x="521" y="1604"/>
                  </a:lnTo>
                  <a:lnTo>
                    <a:pt x="962" y="1925"/>
                  </a:lnTo>
                  <a:lnTo>
                    <a:pt x="1443" y="2165"/>
                  </a:lnTo>
                  <a:lnTo>
                    <a:pt x="1964" y="2325"/>
                  </a:lnTo>
                  <a:lnTo>
                    <a:pt x="2365" y="2406"/>
                  </a:lnTo>
                  <a:lnTo>
                    <a:pt x="2806" y="2446"/>
                  </a:lnTo>
                  <a:lnTo>
                    <a:pt x="3287" y="2406"/>
                  </a:lnTo>
                  <a:lnTo>
                    <a:pt x="3728" y="2325"/>
                  </a:lnTo>
                  <a:lnTo>
                    <a:pt x="4209" y="2165"/>
                  </a:lnTo>
                  <a:lnTo>
                    <a:pt x="4650" y="1965"/>
                  </a:lnTo>
                  <a:lnTo>
                    <a:pt x="5091" y="1724"/>
                  </a:lnTo>
                  <a:lnTo>
                    <a:pt x="5532" y="1404"/>
                  </a:lnTo>
                  <a:lnTo>
                    <a:pt x="5932" y="1043"/>
                  </a:lnTo>
                  <a:lnTo>
                    <a:pt x="6293" y="602"/>
                  </a:lnTo>
                  <a:lnTo>
                    <a:pt x="6373" y="482"/>
                  </a:lnTo>
                  <a:lnTo>
                    <a:pt x="6413" y="361"/>
                  </a:lnTo>
                  <a:lnTo>
                    <a:pt x="6373" y="201"/>
                  </a:lnTo>
                  <a:lnTo>
                    <a:pt x="6253" y="121"/>
                  </a:lnTo>
                  <a:lnTo>
                    <a:pt x="6133" y="41"/>
                  </a:lnTo>
                  <a:lnTo>
                    <a:pt x="60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3856575" y="1146975"/>
              <a:ext cx="40125" cy="65150"/>
            </a:xfrm>
            <a:custGeom>
              <a:rect b="b" l="l" r="r" t="t"/>
              <a:pathLst>
                <a:path extrusionOk="0" h="2606" w="1605">
                  <a:moveTo>
                    <a:pt x="1203" y="1"/>
                  </a:moveTo>
                  <a:lnTo>
                    <a:pt x="1083" y="41"/>
                  </a:lnTo>
                  <a:lnTo>
                    <a:pt x="963" y="161"/>
                  </a:lnTo>
                  <a:lnTo>
                    <a:pt x="883" y="281"/>
                  </a:lnTo>
                  <a:lnTo>
                    <a:pt x="722" y="722"/>
                  </a:lnTo>
                  <a:lnTo>
                    <a:pt x="562" y="1203"/>
                  </a:lnTo>
                  <a:lnTo>
                    <a:pt x="321" y="1644"/>
                  </a:lnTo>
                  <a:lnTo>
                    <a:pt x="81" y="2045"/>
                  </a:lnTo>
                  <a:lnTo>
                    <a:pt x="1" y="2165"/>
                  </a:lnTo>
                  <a:lnTo>
                    <a:pt x="1" y="2325"/>
                  </a:lnTo>
                  <a:lnTo>
                    <a:pt x="81" y="2446"/>
                  </a:lnTo>
                  <a:lnTo>
                    <a:pt x="161" y="2526"/>
                  </a:lnTo>
                  <a:lnTo>
                    <a:pt x="281" y="2566"/>
                  </a:lnTo>
                  <a:lnTo>
                    <a:pt x="362" y="2606"/>
                  </a:lnTo>
                  <a:lnTo>
                    <a:pt x="522" y="2566"/>
                  </a:lnTo>
                  <a:lnTo>
                    <a:pt x="682" y="2446"/>
                  </a:lnTo>
                  <a:lnTo>
                    <a:pt x="963" y="1965"/>
                  </a:lnTo>
                  <a:lnTo>
                    <a:pt x="1203" y="1484"/>
                  </a:lnTo>
                  <a:lnTo>
                    <a:pt x="1404" y="1003"/>
                  </a:lnTo>
                  <a:lnTo>
                    <a:pt x="1604" y="482"/>
                  </a:lnTo>
                  <a:lnTo>
                    <a:pt x="1604" y="321"/>
                  </a:lnTo>
                  <a:lnTo>
                    <a:pt x="1564" y="201"/>
                  </a:lnTo>
                  <a:lnTo>
                    <a:pt x="1484" y="81"/>
                  </a:lnTo>
                  <a:lnTo>
                    <a:pt x="1364" y="41"/>
                  </a:lnTo>
                  <a:lnTo>
                    <a:pt x="1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4"/>
            <p:cNvSpPr/>
            <p:nvPr/>
          </p:nvSpPr>
          <p:spPr>
            <a:xfrm>
              <a:off x="3777425" y="970625"/>
              <a:ext cx="128275" cy="168350"/>
            </a:xfrm>
            <a:custGeom>
              <a:rect b="b" l="l" r="r" t="t"/>
              <a:pathLst>
                <a:path extrusionOk="0" h="6734" w="5131">
                  <a:moveTo>
                    <a:pt x="682" y="0"/>
                  </a:moveTo>
                  <a:lnTo>
                    <a:pt x="281" y="80"/>
                  </a:lnTo>
                  <a:lnTo>
                    <a:pt x="161" y="120"/>
                  </a:lnTo>
                  <a:lnTo>
                    <a:pt x="40" y="201"/>
                  </a:lnTo>
                  <a:lnTo>
                    <a:pt x="0" y="361"/>
                  </a:lnTo>
                  <a:lnTo>
                    <a:pt x="0" y="481"/>
                  </a:lnTo>
                  <a:lnTo>
                    <a:pt x="40" y="601"/>
                  </a:lnTo>
                  <a:lnTo>
                    <a:pt x="161" y="722"/>
                  </a:lnTo>
                  <a:lnTo>
                    <a:pt x="281" y="762"/>
                  </a:lnTo>
                  <a:lnTo>
                    <a:pt x="441" y="762"/>
                  </a:lnTo>
                  <a:lnTo>
                    <a:pt x="762" y="722"/>
                  </a:lnTo>
                  <a:lnTo>
                    <a:pt x="1083" y="682"/>
                  </a:lnTo>
                  <a:lnTo>
                    <a:pt x="1403" y="722"/>
                  </a:lnTo>
                  <a:lnTo>
                    <a:pt x="1724" y="802"/>
                  </a:lnTo>
                  <a:lnTo>
                    <a:pt x="2085" y="882"/>
                  </a:lnTo>
                  <a:lnTo>
                    <a:pt x="2405" y="1042"/>
                  </a:lnTo>
                  <a:lnTo>
                    <a:pt x="2726" y="1243"/>
                  </a:lnTo>
                  <a:lnTo>
                    <a:pt x="3007" y="1483"/>
                  </a:lnTo>
                  <a:lnTo>
                    <a:pt x="3247" y="1724"/>
                  </a:lnTo>
                  <a:lnTo>
                    <a:pt x="3487" y="2044"/>
                  </a:lnTo>
                  <a:lnTo>
                    <a:pt x="3688" y="2365"/>
                  </a:lnTo>
                  <a:lnTo>
                    <a:pt x="3888" y="2726"/>
                  </a:lnTo>
                  <a:lnTo>
                    <a:pt x="4049" y="3086"/>
                  </a:lnTo>
                  <a:lnTo>
                    <a:pt x="4169" y="3527"/>
                  </a:lnTo>
                  <a:lnTo>
                    <a:pt x="4289" y="3928"/>
                  </a:lnTo>
                  <a:lnTo>
                    <a:pt x="4369" y="4409"/>
                  </a:lnTo>
                  <a:lnTo>
                    <a:pt x="4409" y="4850"/>
                  </a:lnTo>
                  <a:lnTo>
                    <a:pt x="4409" y="5331"/>
                  </a:lnTo>
                  <a:lnTo>
                    <a:pt x="4369" y="5812"/>
                  </a:lnTo>
                  <a:lnTo>
                    <a:pt x="4289" y="6333"/>
                  </a:lnTo>
                  <a:lnTo>
                    <a:pt x="4289" y="6453"/>
                  </a:lnTo>
                  <a:lnTo>
                    <a:pt x="4369" y="6574"/>
                  </a:lnTo>
                  <a:lnTo>
                    <a:pt x="4490" y="6694"/>
                  </a:lnTo>
                  <a:lnTo>
                    <a:pt x="4650" y="6734"/>
                  </a:lnTo>
                  <a:lnTo>
                    <a:pt x="4770" y="6734"/>
                  </a:lnTo>
                  <a:lnTo>
                    <a:pt x="4890" y="6654"/>
                  </a:lnTo>
                  <a:lnTo>
                    <a:pt x="4971" y="6574"/>
                  </a:lnTo>
                  <a:lnTo>
                    <a:pt x="5011" y="6453"/>
                  </a:lnTo>
                  <a:lnTo>
                    <a:pt x="5091" y="5852"/>
                  </a:lnTo>
                  <a:lnTo>
                    <a:pt x="5131" y="5291"/>
                  </a:lnTo>
                  <a:lnTo>
                    <a:pt x="5091" y="4770"/>
                  </a:lnTo>
                  <a:lnTo>
                    <a:pt x="5051" y="4249"/>
                  </a:lnTo>
                  <a:lnTo>
                    <a:pt x="4971" y="3728"/>
                  </a:lnTo>
                  <a:lnTo>
                    <a:pt x="4850" y="3247"/>
                  </a:lnTo>
                  <a:lnTo>
                    <a:pt x="4690" y="2766"/>
                  </a:lnTo>
                  <a:lnTo>
                    <a:pt x="4490" y="2325"/>
                  </a:lnTo>
                  <a:lnTo>
                    <a:pt x="4289" y="1924"/>
                  </a:lnTo>
                  <a:lnTo>
                    <a:pt x="4009" y="1523"/>
                  </a:lnTo>
                  <a:lnTo>
                    <a:pt x="3728" y="1203"/>
                  </a:lnTo>
                  <a:lnTo>
                    <a:pt x="3407" y="882"/>
                  </a:lnTo>
                  <a:lnTo>
                    <a:pt x="3087" y="601"/>
                  </a:lnTo>
                  <a:lnTo>
                    <a:pt x="2686" y="401"/>
                  </a:lnTo>
                  <a:lnTo>
                    <a:pt x="2325" y="201"/>
                  </a:lnTo>
                  <a:lnTo>
                    <a:pt x="1884" y="80"/>
                  </a:lnTo>
                  <a:lnTo>
                    <a:pt x="14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3742350" y="1057800"/>
              <a:ext cx="100225" cy="132300"/>
            </a:xfrm>
            <a:custGeom>
              <a:rect b="b" l="l" r="r" t="t"/>
              <a:pathLst>
                <a:path extrusionOk="0" h="5292" w="4009">
                  <a:moveTo>
                    <a:pt x="3568" y="0"/>
                  </a:moveTo>
                  <a:lnTo>
                    <a:pt x="3448" y="40"/>
                  </a:lnTo>
                  <a:lnTo>
                    <a:pt x="3367" y="161"/>
                  </a:lnTo>
                  <a:lnTo>
                    <a:pt x="41" y="4730"/>
                  </a:lnTo>
                  <a:lnTo>
                    <a:pt x="0" y="4850"/>
                  </a:lnTo>
                  <a:lnTo>
                    <a:pt x="0" y="5011"/>
                  </a:lnTo>
                  <a:lnTo>
                    <a:pt x="41" y="5131"/>
                  </a:lnTo>
                  <a:lnTo>
                    <a:pt x="121" y="5211"/>
                  </a:lnTo>
                  <a:lnTo>
                    <a:pt x="241" y="5291"/>
                  </a:lnTo>
                  <a:lnTo>
                    <a:pt x="361" y="5291"/>
                  </a:lnTo>
                  <a:lnTo>
                    <a:pt x="522" y="5251"/>
                  </a:lnTo>
                  <a:lnTo>
                    <a:pt x="642" y="5131"/>
                  </a:lnTo>
                  <a:lnTo>
                    <a:pt x="3929" y="561"/>
                  </a:lnTo>
                  <a:lnTo>
                    <a:pt x="4009" y="441"/>
                  </a:lnTo>
                  <a:lnTo>
                    <a:pt x="4009" y="321"/>
                  </a:lnTo>
                  <a:lnTo>
                    <a:pt x="3929" y="161"/>
                  </a:lnTo>
                  <a:lnTo>
                    <a:pt x="3848" y="80"/>
                  </a:lnTo>
                  <a:lnTo>
                    <a:pt x="37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3771400" y="1057800"/>
              <a:ext cx="32100" cy="64150"/>
            </a:xfrm>
            <a:custGeom>
              <a:rect b="b" l="l" r="r" t="t"/>
              <a:pathLst>
                <a:path extrusionOk="0" h="2566" w="1284">
                  <a:moveTo>
                    <a:pt x="241" y="0"/>
                  </a:moveTo>
                  <a:lnTo>
                    <a:pt x="121" y="80"/>
                  </a:lnTo>
                  <a:lnTo>
                    <a:pt x="41" y="201"/>
                  </a:lnTo>
                  <a:lnTo>
                    <a:pt x="1" y="321"/>
                  </a:lnTo>
                  <a:lnTo>
                    <a:pt x="1" y="481"/>
                  </a:lnTo>
                  <a:lnTo>
                    <a:pt x="602" y="2325"/>
                  </a:lnTo>
                  <a:lnTo>
                    <a:pt x="642" y="2405"/>
                  </a:lnTo>
                  <a:lnTo>
                    <a:pt x="722" y="2485"/>
                  </a:lnTo>
                  <a:lnTo>
                    <a:pt x="843" y="2566"/>
                  </a:lnTo>
                  <a:lnTo>
                    <a:pt x="1043" y="2566"/>
                  </a:lnTo>
                  <a:lnTo>
                    <a:pt x="1163" y="2485"/>
                  </a:lnTo>
                  <a:lnTo>
                    <a:pt x="1243" y="2365"/>
                  </a:lnTo>
                  <a:lnTo>
                    <a:pt x="1283" y="2245"/>
                  </a:lnTo>
                  <a:lnTo>
                    <a:pt x="1283" y="2085"/>
                  </a:lnTo>
                  <a:lnTo>
                    <a:pt x="682" y="241"/>
                  </a:lnTo>
                  <a:lnTo>
                    <a:pt x="642" y="121"/>
                  </a:lnTo>
                  <a:lnTo>
                    <a:pt x="522" y="40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4"/>
            <p:cNvSpPr/>
            <p:nvPr/>
          </p:nvSpPr>
          <p:spPr>
            <a:xfrm>
              <a:off x="3099025" y="4421700"/>
              <a:ext cx="2708575" cy="1005075"/>
            </a:xfrm>
            <a:custGeom>
              <a:rect b="b" l="l" r="r" t="t"/>
              <a:pathLst>
                <a:path extrusionOk="0" h="40203" w="108343">
                  <a:moveTo>
                    <a:pt x="26295" y="0"/>
                  </a:moveTo>
                  <a:lnTo>
                    <a:pt x="24892" y="40"/>
                  </a:lnTo>
                  <a:lnTo>
                    <a:pt x="23529" y="161"/>
                  </a:lnTo>
                  <a:lnTo>
                    <a:pt x="22166" y="321"/>
                  </a:lnTo>
                  <a:lnTo>
                    <a:pt x="20843" y="481"/>
                  </a:lnTo>
                  <a:lnTo>
                    <a:pt x="19561" y="722"/>
                  </a:lnTo>
                  <a:lnTo>
                    <a:pt x="18278" y="1002"/>
                  </a:lnTo>
                  <a:lnTo>
                    <a:pt x="17036" y="1283"/>
                  </a:lnTo>
                  <a:lnTo>
                    <a:pt x="15833" y="1644"/>
                  </a:lnTo>
                  <a:lnTo>
                    <a:pt x="14671" y="2005"/>
                  </a:lnTo>
                  <a:lnTo>
                    <a:pt x="13548" y="2445"/>
                  </a:lnTo>
                  <a:lnTo>
                    <a:pt x="12466" y="2886"/>
                  </a:lnTo>
                  <a:lnTo>
                    <a:pt x="11384" y="3367"/>
                  </a:lnTo>
                  <a:lnTo>
                    <a:pt x="10382" y="3888"/>
                  </a:lnTo>
                  <a:lnTo>
                    <a:pt x="9420" y="4409"/>
                  </a:lnTo>
                  <a:lnTo>
                    <a:pt x="8458" y="5011"/>
                  </a:lnTo>
                  <a:lnTo>
                    <a:pt x="7576" y="5612"/>
                  </a:lnTo>
                  <a:lnTo>
                    <a:pt x="6734" y="6213"/>
                  </a:lnTo>
                  <a:lnTo>
                    <a:pt x="5933" y="6895"/>
                  </a:lnTo>
                  <a:lnTo>
                    <a:pt x="5171" y="7576"/>
                  </a:lnTo>
                  <a:lnTo>
                    <a:pt x="4450" y="8297"/>
                  </a:lnTo>
                  <a:lnTo>
                    <a:pt x="3768" y="9019"/>
                  </a:lnTo>
                  <a:lnTo>
                    <a:pt x="3167" y="9780"/>
                  </a:lnTo>
                  <a:lnTo>
                    <a:pt x="2606" y="10542"/>
                  </a:lnTo>
                  <a:lnTo>
                    <a:pt x="2085" y="11344"/>
                  </a:lnTo>
                  <a:lnTo>
                    <a:pt x="1644" y="12145"/>
                  </a:lnTo>
                  <a:lnTo>
                    <a:pt x="1243" y="12987"/>
                  </a:lnTo>
                  <a:lnTo>
                    <a:pt x="882" y="13829"/>
                  </a:lnTo>
                  <a:lnTo>
                    <a:pt x="602" y="14711"/>
                  </a:lnTo>
                  <a:lnTo>
                    <a:pt x="442" y="15312"/>
                  </a:lnTo>
                  <a:lnTo>
                    <a:pt x="321" y="15913"/>
                  </a:lnTo>
                  <a:lnTo>
                    <a:pt x="201" y="16514"/>
                  </a:lnTo>
                  <a:lnTo>
                    <a:pt x="121" y="17116"/>
                  </a:lnTo>
                  <a:lnTo>
                    <a:pt x="41" y="17757"/>
                  </a:lnTo>
                  <a:lnTo>
                    <a:pt x="1" y="18358"/>
                  </a:lnTo>
                  <a:lnTo>
                    <a:pt x="1" y="19601"/>
                  </a:lnTo>
                  <a:lnTo>
                    <a:pt x="121" y="20803"/>
                  </a:lnTo>
                  <a:lnTo>
                    <a:pt x="281" y="22046"/>
                  </a:lnTo>
                  <a:lnTo>
                    <a:pt x="522" y="23248"/>
                  </a:lnTo>
                  <a:lnTo>
                    <a:pt x="882" y="24451"/>
                  </a:lnTo>
                  <a:lnTo>
                    <a:pt x="1283" y="25653"/>
                  </a:lnTo>
                  <a:lnTo>
                    <a:pt x="1724" y="26775"/>
                  </a:lnTo>
                  <a:lnTo>
                    <a:pt x="2285" y="27938"/>
                  </a:lnTo>
                  <a:lnTo>
                    <a:pt x="2847" y="29020"/>
                  </a:lnTo>
                  <a:lnTo>
                    <a:pt x="3488" y="30062"/>
                  </a:lnTo>
                  <a:lnTo>
                    <a:pt x="4209" y="31064"/>
                  </a:lnTo>
                  <a:lnTo>
                    <a:pt x="4931" y="31986"/>
                  </a:lnTo>
                  <a:lnTo>
                    <a:pt x="5692" y="32868"/>
                  </a:lnTo>
                  <a:lnTo>
                    <a:pt x="6454" y="33669"/>
                  </a:lnTo>
                  <a:lnTo>
                    <a:pt x="7215" y="34391"/>
                  </a:lnTo>
                  <a:lnTo>
                    <a:pt x="8057" y="35072"/>
                  </a:lnTo>
                  <a:lnTo>
                    <a:pt x="8899" y="35714"/>
                  </a:lnTo>
                  <a:lnTo>
                    <a:pt x="9781" y="36275"/>
                  </a:lnTo>
                  <a:lnTo>
                    <a:pt x="10703" y="36836"/>
                  </a:lnTo>
                  <a:lnTo>
                    <a:pt x="11705" y="37317"/>
                  </a:lnTo>
                  <a:lnTo>
                    <a:pt x="12707" y="37758"/>
                  </a:lnTo>
                  <a:lnTo>
                    <a:pt x="13749" y="38159"/>
                  </a:lnTo>
                  <a:lnTo>
                    <a:pt x="14871" y="38519"/>
                  </a:lnTo>
                  <a:lnTo>
                    <a:pt x="16034" y="38840"/>
                  </a:lnTo>
                  <a:lnTo>
                    <a:pt x="17276" y="39121"/>
                  </a:lnTo>
                  <a:lnTo>
                    <a:pt x="18559" y="39361"/>
                  </a:lnTo>
                  <a:lnTo>
                    <a:pt x="19881" y="39562"/>
                  </a:lnTo>
                  <a:lnTo>
                    <a:pt x="21284" y="39762"/>
                  </a:lnTo>
                  <a:lnTo>
                    <a:pt x="22767" y="39882"/>
                  </a:lnTo>
                  <a:lnTo>
                    <a:pt x="24291" y="40002"/>
                  </a:lnTo>
                  <a:lnTo>
                    <a:pt x="25894" y="40083"/>
                  </a:lnTo>
                  <a:lnTo>
                    <a:pt x="27577" y="40163"/>
                  </a:lnTo>
                  <a:lnTo>
                    <a:pt x="29341" y="40203"/>
                  </a:lnTo>
                  <a:lnTo>
                    <a:pt x="33109" y="40163"/>
                  </a:lnTo>
                  <a:lnTo>
                    <a:pt x="37197" y="40083"/>
                  </a:lnTo>
                  <a:lnTo>
                    <a:pt x="41646" y="39882"/>
                  </a:lnTo>
                  <a:lnTo>
                    <a:pt x="46456" y="39642"/>
                  </a:lnTo>
                  <a:lnTo>
                    <a:pt x="57318" y="39000"/>
                  </a:lnTo>
                  <a:lnTo>
                    <a:pt x="73271" y="37998"/>
                  </a:lnTo>
                  <a:lnTo>
                    <a:pt x="87260" y="37076"/>
                  </a:lnTo>
                  <a:lnTo>
                    <a:pt x="108343" y="35634"/>
                  </a:lnTo>
                  <a:lnTo>
                    <a:pt x="97441" y="10622"/>
                  </a:lnTo>
                  <a:lnTo>
                    <a:pt x="79203" y="7776"/>
                  </a:lnTo>
                  <a:lnTo>
                    <a:pt x="60886" y="4850"/>
                  </a:lnTo>
                  <a:lnTo>
                    <a:pt x="32147" y="201"/>
                  </a:lnTo>
                  <a:lnTo>
                    <a:pt x="30664" y="81"/>
                  </a:lnTo>
                  <a:lnTo>
                    <a:pt x="291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4517950" y="3652125"/>
              <a:ext cx="1093250" cy="593225"/>
            </a:xfrm>
            <a:custGeom>
              <a:rect b="b" l="l" r="r" t="t"/>
              <a:pathLst>
                <a:path extrusionOk="0" h="23729" w="43730">
                  <a:moveTo>
                    <a:pt x="32988" y="0"/>
                  </a:moveTo>
                  <a:lnTo>
                    <a:pt x="120" y="15512"/>
                  </a:lnTo>
                  <a:lnTo>
                    <a:pt x="0" y="23729"/>
                  </a:lnTo>
                  <a:lnTo>
                    <a:pt x="43730" y="12506"/>
                  </a:lnTo>
                  <a:lnTo>
                    <a:pt x="329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3807475" y="1560825"/>
              <a:ext cx="1707525" cy="2674525"/>
            </a:xfrm>
            <a:custGeom>
              <a:rect b="b" l="l" r="r" t="t"/>
              <a:pathLst>
                <a:path extrusionOk="0" h="106981" w="68301">
                  <a:moveTo>
                    <a:pt x="20363" y="1"/>
                  </a:moveTo>
                  <a:lnTo>
                    <a:pt x="7857" y="11985"/>
                  </a:lnTo>
                  <a:lnTo>
                    <a:pt x="6695" y="17677"/>
                  </a:lnTo>
                  <a:lnTo>
                    <a:pt x="5612" y="23128"/>
                  </a:lnTo>
                  <a:lnTo>
                    <a:pt x="4610" y="28379"/>
                  </a:lnTo>
                  <a:lnTo>
                    <a:pt x="3688" y="33389"/>
                  </a:lnTo>
                  <a:lnTo>
                    <a:pt x="2887" y="38199"/>
                  </a:lnTo>
                  <a:lnTo>
                    <a:pt x="2165" y="42768"/>
                  </a:lnTo>
                  <a:lnTo>
                    <a:pt x="1484" y="47057"/>
                  </a:lnTo>
                  <a:lnTo>
                    <a:pt x="883" y="51146"/>
                  </a:lnTo>
                  <a:lnTo>
                    <a:pt x="522" y="53831"/>
                  </a:lnTo>
                  <a:lnTo>
                    <a:pt x="362" y="55154"/>
                  </a:lnTo>
                  <a:lnTo>
                    <a:pt x="201" y="56517"/>
                  </a:lnTo>
                  <a:lnTo>
                    <a:pt x="81" y="57839"/>
                  </a:lnTo>
                  <a:lnTo>
                    <a:pt x="1" y="59202"/>
                  </a:lnTo>
                  <a:lnTo>
                    <a:pt x="1" y="60485"/>
                  </a:lnTo>
                  <a:lnTo>
                    <a:pt x="1" y="61767"/>
                  </a:lnTo>
                  <a:lnTo>
                    <a:pt x="121" y="63010"/>
                  </a:lnTo>
                  <a:lnTo>
                    <a:pt x="281" y="64212"/>
                  </a:lnTo>
                  <a:lnTo>
                    <a:pt x="402" y="64814"/>
                  </a:lnTo>
                  <a:lnTo>
                    <a:pt x="522" y="65375"/>
                  </a:lnTo>
                  <a:lnTo>
                    <a:pt x="682" y="65936"/>
                  </a:lnTo>
                  <a:lnTo>
                    <a:pt x="883" y="66497"/>
                  </a:lnTo>
                  <a:lnTo>
                    <a:pt x="1083" y="67018"/>
                  </a:lnTo>
                  <a:lnTo>
                    <a:pt x="1324" y="67539"/>
                  </a:lnTo>
                  <a:lnTo>
                    <a:pt x="1564" y="68060"/>
                  </a:lnTo>
                  <a:lnTo>
                    <a:pt x="1885" y="68541"/>
                  </a:lnTo>
                  <a:lnTo>
                    <a:pt x="2205" y="68982"/>
                  </a:lnTo>
                  <a:lnTo>
                    <a:pt x="2526" y="69463"/>
                  </a:lnTo>
                  <a:lnTo>
                    <a:pt x="2927" y="69904"/>
                  </a:lnTo>
                  <a:lnTo>
                    <a:pt x="3328" y="70305"/>
                  </a:lnTo>
                  <a:lnTo>
                    <a:pt x="3849" y="70746"/>
                  </a:lnTo>
                  <a:lnTo>
                    <a:pt x="4410" y="71147"/>
                  </a:lnTo>
                  <a:lnTo>
                    <a:pt x="4971" y="71507"/>
                  </a:lnTo>
                  <a:lnTo>
                    <a:pt x="5532" y="71828"/>
                  </a:lnTo>
                  <a:lnTo>
                    <a:pt x="6093" y="72109"/>
                  </a:lnTo>
                  <a:lnTo>
                    <a:pt x="6695" y="72349"/>
                  </a:lnTo>
                  <a:lnTo>
                    <a:pt x="7296" y="72549"/>
                  </a:lnTo>
                  <a:lnTo>
                    <a:pt x="7897" y="72750"/>
                  </a:lnTo>
                  <a:lnTo>
                    <a:pt x="8498" y="72870"/>
                  </a:lnTo>
                  <a:lnTo>
                    <a:pt x="9099" y="72990"/>
                  </a:lnTo>
                  <a:lnTo>
                    <a:pt x="10262" y="73151"/>
                  </a:lnTo>
                  <a:lnTo>
                    <a:pt x="11384" y="73231"/>
                  </a:lnTo>
                  <a:lnTo>
                    <a:pt x="12426" y="73271"/>
                  </a:lnTo>
                  <a:lnTo>
                    <a:pt x="16915" y="105858"/>
                  </a:lnTo>
                  <a:lnTo>
                    <a:pt x="17557" y="106098"/>
                  </a:lnTo>
                  <a:lnTo>
                    <a:pt x="18358" y="106339"/>
                  </a:lnTo>
                  <a:lnTo>
                    <a:pt x="19240" y="106579"/>
                  </a:lnTo>
                  <a:lnTo>
                    <a:pt x="20282" y="106820"/>
                  </a:lnTo>
                  <a:lnTo>
                    <a:pt x="20924" y="106900"/>
                  </a:lnTo>
                  <a:lnTo>
                    <a:pt x="21565" y="106940"/>
                  </a:lnTo>
                  <a:lnTo>
                    <a:pt x="22166" y="106980"/>
                  </a:lnTo>
                  <a:lnTo>
                    <a:pt x="23369" y="106980"/>
                  </a:lnTo>
                  <a:lnTo>
                    <a:pt x="23930" y="106940"/>
                  </a:lnTo>
                  <a:lnTo>
                    <a:pt x="25092" y="106780"/>
                  </a:lnTo>
                  <a:lnTo>
                    <a:pt x="26174" y="106579"/>
                  </a:lnTo>
                  <a:lnTo>
                    <a:pt x="27257" y="106259"/>
                  </a:lnTo>
                  <a:lnTo>
                    <a:pt x="28299" y="105898"/>
                  </a:lnTo>
                  <a:lnTo>
                    <a:pt x="29301" y="105497"/>
                  </a:lnTo>
                  <a:lnTo>
                    <a:pt x="30303" y="105056"/>
                  </a:lnTo>
                  <a:lnTo>
                    <a:pt x="31305" y="104575"/>
                  </a:lnTo>
                  <a:lnTo>
                    <a:pt x="33229" y="103533"/>
                  </a:lnTo>
                  <a:lnTo>
                    <a:pt x="35153" y="102491"/>
                  </a:lnTo>
                  <a:lnTo>
                    <a:pt x="36075" y="102010"/>
                  </a:lnTo>
                  <a:lnTo>
                    <a:pt x="37037" y="101529"/>
                  </a:lnTo>
                  <a:lnTo>
                    <a:pt x="38359" y="100928"/>
                  </a:lnTo>
                  <a:lnTo>
                    <a:pt x="39682" y="100407"/>
                  </a:lnTo>
                  <a:lnTo>
                    <a:pt x="41005" y="99926"/>
                  </a:lnTo>
                  <a:lnTo>
                    <a:pt x="42288" y="99525"/>
                  </a:lnTo>
                  <a:lnTo>
                    <a:pt x="43570" y="99204"/>
                  </a:lnTo>
                  <a:lnTo>
                    <a:pt x="44813" y="98924"/>
                  </a:lnTo>
                  <a:lnTo>
                    <a:pt x="46055" y="98723"/>
                  </a:lnTo>
                  <a:lnTo>
                    <a:pt x="47298" y="98523"/>
                  </a:lnTo>
                  <a:lnTo>
                    <a:pt x="48500" y="98402"/>
                  </a:lnTo>
                  <a:lnTo>
                    <a:pt x="49663" y="98282"/>
                  </a:lnTo>
                  <a:lnTo>
                    <a:pt x="50825" y="98202"/>
                  </a:lnTo>
                  <a:lnTo>
                    <a:pt x="51947" y="98162"/>
                  </a:lnTo>
                  <a:lnTo>
                    <a:pt x="54112" y="98122"/>
                  </a:lnTo>
                  <a:lnTo>
                    <a:pt x="58120" y="98122"/>
                  </a:lnTo>
                  <a:lnTo>
                    <a:pt x="59924" y="98082"/>
                  </a:lnTo>
                  <a:lnTo>
                    <a:pt x="60765" y="98042"/>
                  </a:lnTo>
                  <a:lnTo>
                    <a:pt x="61567" y="97962"/>
                  </a:lnTo>
                  <a:lnTo>
                    <a:pt x="62369" y="97841"/>
                  </a:lnTo>
                  <a:lnTo>
                    <a:pt x="63090" y="97721"/>
                  </a:lnTo>
                  <a:lnTo>
                    <a:pt x="63772" y="97521"/>
                  </a:lnTo>
                  <a:lnTo>
                    <a:pt x="64453" y="97320"/>
                  </a:lnTo>
                  <a:lnTo>
                    <a:pt x="65054" y="97040"/>
                  </a:lnTo>
                  <a:lnTo>
                    <a:pt x="65615" y="96679"/>
                  </a:lnTo>
                  <a:lnTo>
                    <a:pt x="66136" y="96278"/>
                  </a:lnTo>
                  <a:lnTo>
                    <a:pt x="66617" y="95837"/>
                  </a:lnTo>
                  <a:lnTo>
                    <a:pt x="67058" y="95316"/>
                  </a:lnTo>
                  <a:lnTo>
                    <a:pt x="67419" y="94675"/>
                  </a:lnTo>
                  <a:lnTo>
                    <a:pt x="67660" y="94194"/>
                  </a:lnTo>
                  <a:lnTo>
                    <a:pt x="67860" y="93673"/>
                  </a:lnTo>
                  <a:lnTo>
                    <a:pt x="68020" y="93192"/>
                  </a:lnTo>
                  <a:lnTo>
                    <a:pt x="68141" y="92711"/>
                  </a:lnTo>
                  <a:lnTo>
                    <a:pt x="68221" y="92270"/>
                  </a:lnTo>
                  <a:lnTo>
                    <a:pt x="68261" y="91869"/>
                  </a:lnTo>
                  <a:lnTo>
                    <a:pt x="68301" y="91108"/>
                  </a:lnTo>
                  <a:lnTo>
                    <a:pt x="66978" y="87941"/>
                  </a:lnTo>
                  <a:lnTo>
                    <a:pt x="65736" y="84815"/>
                  </a:lnTo>
                  <a:lnTo>
                    <a:pt x="64533" y="81808"/>
                  </a:lnTo>
                  <a:lnTo>
                    <a:pt x="63411" y="78842"/>
                  </a:lnTo>
                  <a:lnTo>
                    <a:pt x="61286" y="73111"/>
                  </a:lnTo>
                  <a:lnTo>
                    <a:pt x="59363" y="67740"/>
                  </a:lnTo>
                  <a:lnTo>
                    <a:pt x="57599" y="62689"/>
                  </a:lnTo>
                  <a:lnTo>
                    <a:pt x="56076" y="58000"/>
                  </a:lnTo>
                  <a:lnTo>
                    <a:pt x="54713" y="53631"/>
                  </a:lnTo>
                  <a:lnTo>
                    <a:pt x="53511" y="49703"/>
                  </a:lnTo>
                  <a:lnTo>
                    <a:pt x="51667" y="43410"/>
                  </a:lnTo>
                  <a:lnTo>
                    <a:pt x="49983" y="37638"/>
                  </a:lnTo>
                  <a:lnTo>
                    <a:pt x="49182" y="34952"/>
                  </a:lnTo>
                  <a:lnTo>
                    <a:pt x="48340" y="32347"/>
                  </a:lnTo>
                  <a:lnTo>
                    <a:pt x="47498" y="29862"/>
                  </a:lnTo>
                  <a:lnTo>
                    <a:pt x="46576" y="27457"/>
                  </a:lnTo>
                  <a:lnTo>
                    <a:pt x="45614" y="25132"/>
                  </a:lnTo>
                  <a:lnTo>
                    <a:pt x="45133" y="24010"/>
                  </a:lnTo>
                  <a:lnTo>
                    <a:pt x="44612" y="22888"/>
                  </a:lnTo>
                  <a:lnTo>
                    <a:pt x="44051" y="21805"/>
                  </a:lnTo>
                  <a:lnTo>
                    <a:pt x="43490" y="20723"/>
                  </a:lnTo>
                  <a:lnTo>
                    <a:pt x="42889" y="19681"/>
                  </a:lnTo>
                  <a:lnTo>
                    <a:pt x="42247" y="18599"/>
                  </a:lnTo>
                  <a:lnTo>
                    <a:pt x="41606" y="17597"/>
                  </a:lnTo>
                  <a:lnTo>
                    <a:pt x="40925" y="16555"/>
                  </a:lnTo>
                  <a:lnTo>
                    <a:pt x="40203" y="15552"/>
                  </a:lnTo>
                  <a:lnTo>
                    <a:pt x="39442" y="14550"/>
                  </a:lnTo>
                  <a:lnTo>
                    <a:pt x="38640" y="13548"/>
                  </a:lnTo>
                  <a:lnTo>
                    <a:pt x="37798" y="12546"/>
                  </a:lnTo>
                  <a:lnTo>
                    <a:pt x="36917" y="11584"/>
                  </a:lnTo>
                  <a:lnTo>
                    <a:pt x="35995" y="10582"/>
                  </a:lnTo>
                  <a:lnTo>
                    <a:pt x="34952" y="9540"/>
                  </a:lnTo>
                  <a:lnTo>
                    <a:pt x="33870" y="8538"/>
                  </a:lnTo>
                  <a:lnTo>
                    <a:pt x="32788" y="7616"/>
                  </a:lnTo>
                  <a:lnTo>
                    <a:pt x="31746" y="6734"/>
                  </a:lnTo>
                  <a:lnTo>
                    <a:pt x="30664" y="5933"/>
                  </a:lnTo>
                  <a:lnTo>
                    <a:pt x="29622" y="5171"/>
                  </a:lnTo>
                  <a:lnTo>
                    <a:pt x="28579" y="4450"/>
                  </a:lnTo>
                  <a:lnTo>
                    <a:pt x="27537" y="3768"/>
                  </a:lnTo>
                  <a:lnTo>
                    <a:pt x="26535" y="3127"/>
                  </a:lnTo>
                  <a:lnTo>
                    <a:pt x="25573" y="2566"/>
                  </a:lnTo>
                  <a:lnTo>
                    <a:pt x="23689" y="1564"/>
                  </a:lnTo>
                  <a:lnTo>
                    <a:pt x="21926" y="682"/>
                  </a:lnTo>
                  <a:lnTo>
                    <a:pt x="203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3923725" y="1942600"/>
              <a:ext cx="592225" cy="1448000"/>
            </a:xfrm>
            <a:custGeom>
              <a:rect b="b" l="l" r="r" t="t"/>
              <a:pathLst>
                <a:path extrusionOk="0" h="57920" w="23689">
                  <a:moveTo>
                    <a:pt x="14149" y="1"/>
                  </a:moveTo>
                  <a:lnTo>
                    <a:pt x="13428" y="81"/>
                  </a:lnTo>
                  <a:lnTo>
                    <a:pt x="12746" y="161"/>
                  </a:lnTo>
                  <a:lnTo>
                    <a:pt x="12065" y="322"/>
                  </a:lnTo>
                  <a:lnTo>
                    <a:pt x="11464" y="522"/>
                  </a:lnTo>
                  <a:lnTo>
                    <a:pt x="10863" y="722"/>
                  </a:lnTo>
                  <a:lnTo>
                    <a:pt x="10301" y="963"/>
                  </a:lnTo>
                  <a:lnTo>
                    <a:pt x="9780" y="1243"/>
                  </a:lnTo>
                  <a:lnTo>
                    <a:pt x="9299" y="1524"/>
                  </a:lnTo>
                  <a:lnTo>
                    <a:pt x="8859" y="1805"/>
                  </a:lnTo>
                  <a:lnTo>
                    <a:pt x="8097" y="2366"/>
                  </a:lnTo>
                  <a:lnTo>
                    <a:pt x="7456" y="2927"/>
                  </a:lnTo>
                  <a:lnTo>
                    <a:pt x="6975" y="3408"/>
                  </a:lnTo>
                  <a:lnTo>
                    <a:pt x="6654" y="3729"/>
                  </a:lnTo>
                  <a:lnTo>
                    <a:pt x="1964" y="41807"/>
                  </a:lnTo>
                  <a:lnTo>
                    <a:pt x="0" y="57920"/>
                  </a:lnTo>
                  <a:lnTo>
                    <a:pt x="7416" y="57038"/>
                  </a:lnTo>
                  <a:lnTo>
                    <a:pt x="14791" y="56116"/>
                  </a:lnTo>
                  <a:lnTo>
                    <a:pt x="15432" y="54192"/>
                  </a:lnTo>
                  <a:lnTo>
                    <a:pt x="16073" y="52188"/>
                  </a:lnTo>
                  <a:lnTo>
                    <a:pt x="16675" y="50184"/>
                  </a:lnTo>
                  <a:lnTo>
                    <a:pt x="17276" y="48100"/>
                  </a:lnTo>
                  <a:lnTo>
                    <a:pt x="17797" y="46336"/>
                  </a:lnTo>
                  <a:lnTo>
                    <a:pt x="18278" y="44532"/>
                  </a:lnTo>
                  <a:lnTo>
                    <a:pt x="18719" y="42689"/>
                  </a:lnTo>
                  <a:lnTo>
                    <a:pt x="19160" y="40845"/>
                  </a:lnTo>
                  <a:lnTo>
                    <a:pt x="19681" y="38480"/>
                  </a:lnTo>
                  <a:lnTo>
                    <a:pt x="20202" y="36075"/>
                  </a:lnTo>
                  <a:lnTo>
                    <a:pt x="20683" y="33630"/>
                  </a:lnTo>
                  <a:lnTo>
                    <a:pt x="21164" y="31145"/>
                  </a:lnTo>
                  <a:lnTo>
                    <a:pt x="21565" y="28580"/>
                  </a:lnTo>
                  <a:lnTo>
                    <a:pt x="21965" y="25974"/>
                  </a:lnTo>
                  <a:lnTo>
                    <a:pt x="22326" y="23369"/>
                  </a:lnTo>
                  <a:lnTo>
                    <a:pt x="22647" y="20683"/>
                  </a:lnTo>
                  <a:lnTo>
                    <a:pt x="22887" y="18599"/>
                  </a:lnTo>
                  <a:lnTo>
                    <a:pt x="23048" y="16555"/>
                  </a:lnTo>
                  <a:lnTo>
                    <a:pt x="23368" y="12547"/>
                  </a:lnTo>
                  <a:lnTo>
                    <a:pt x="23569" y="8659"/>
                  </a:lnTo>
                  <a:lnTo>
                    <a:pt x="23689" y="4851"/>
                  </a:lnTo>
                  <a:lnTo>
                    <a:pt x="23248" y="4250"/>
                  </a:lnTo>
                  <a:lnTo>
                    <a:pt x="22727" y="3648"/>
                  </a:lnTo>
                  <a:lnTo>
                    <a:pt x="22166" y="3087"/>
                  </a:lnTo>
                  <a:lnTo>
                    <a:pt x="21605" y="2606"/>
                  </a:lnTo>
                  <a:lnTo>
                    <a:pt x="21003" y="2125"/>
                  </a:lnTo>
                  <a:lnTo>
                    <a:pt x="20402" y="1724"/>
                  </a:lnTo>
                  <a:lnTo>
                    <a:pt x="19761" y="1324"/>
                  </a:lnTo>
                  <a:lnTo>
                    <a:pt x="19120" y="1003"/>
                  </a:lnTo>
                  <a:lnTo>
                    <a:pt x="18438" y="722"/>
                  </a:lnTo>
                  <a:lnTo>
                    <a:pt x="17757" y="482"/>
                  </a:lnTo>
                  <a:lnTo>
                    <a:pt x="17035" y="281"/>
                  </a:lnTo>
                  <a:lnTo>
                    <a:pt x="16354" y="121"/>
                  </a:lnTo>
                  <a:lnTo>
                    <a:pt x="15632" y="41"/>
                  </a:lnTo>
                  <a:lnTo>
                    <a:pt x="14871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3972825" y="2885550"/>
              <a:ext cx="429900" cy="259550"/>
            </a:xfrm>
            <a:custGeom>
              <a:rect b="b" l="l" r="r" t="t"/>
              <a:pathLst>
                <a:path extrusionOk="0" h="10382" w="17196">
                  <a:moveTo>
                    <a:pt x="16675" y="0"/>
                  </a:moveTo>
                  <a:lnTo>
                    <a:pt x="8337" y="2045"/>
                  </a:lnTo>
                  <a:lnTo>
                    <a:pt x="0" y="4089"/>
                  </a:lnTo>
                  <a:lnTo>
                    <a:pt x="3848" y="5652"/>
                  </a:lnTo>
                  <a:lnTo>
                    <a:pt x="7696" y="7215"/>
                  </a:lnTo>
                  <a:lnTo>
                    <a:pt x="15312" y="10382"/>
                  </a:lnTo>
                  <a:lnTo>
                    <a:pt x="15833" y="8618"/>
                  </a:lnTo>
                  <a:lnTo>
                    <a:pt x="16314" y="6814"/>
                  </a:lnTo>
                  <a:lnTo>
                    <a:pt x="16755" y="4971"/>
                  </a:lnTo>
                  <a:lnTo>
                    <a:pt x="17196" y="3127"/>
                  </a:lnTo>
                  <a:lnTo>
                    <a:pt x="16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3897675" y="1900525"/>
              <a:ext cx="682425" cy="1153400"/>
            </a:xfrm>
            <a:custGeom>
              <a:rect b="b" l="l" r="r" t="t"/>
              <a:pathLst>
                <a:path extrusionOk="0" h="46136" w="27297">
                  <a:moveTo>
                    <a:pt x="17155" y="0"/>
                  </a:moveTo>
                  <a:lnTo>
                    <a:pt x="16594" y="41"/>
                  </a:lnTo>
                  <a:lnTo>
                    <a:pt x="15993" y="81"/>
                  </a:lnTo>
                  <a:lnTo>
                    <a:pt x="15432" y="161"/>
                  </a:lnTo>
                  <a:lnTo>
                    <a:pt x="14831" y="281"/>
                  </a:lnTo>
                  <a:lnTo>
                    <a:pt x="14229" y="441"/>
                  </a:lnTo>
                  <a:lnTo>
                    <a:pt x="13628" y="602"/>
                  </a:lnTo>
                  <a:lnTo>
                    <a:pt x="13027" y="802"/>
                  </a:lnTo>
                  <a:lnTo>
                    <a:pt x="12426" y="1083"/>
                  </a:lnTo>
                  <a:lnTo>
                    <a:pt x="11824" y="1323"/>
                  </a:lnTo>
                  <a:lnTo>
                    <a:pt x="11223" y="1644"/>
                  </a:lnTo>
                  <a:lnTo>
                    <a:pt x="10622" y="1964"/>
                  </a:lnTo>
                  <a:lnTo>
                    <a:pt x="10021" y="2325"/>
                  </a:lnTo>
                  <a:lnTo>
                    <a:pt x="9460" y="2726"/>
                  </a:lnTo>
                  <a:lnTo>
                    <a:pt x="8898" y="3167"/>
                  </a:lnTo>
                  <a:lnTo>
                    <a:pt x="8297" y="3648"/>
                  </a:lnTo>
                  <a:lnTo>
                    <a:pt x="7776" y="4129"/>
                  </a:lnTo>
                  <a:lnTo>
                    <a:pt x="7215" y="4650"/>
                  </a:lnTo>
                  <a:lnTo>
                    <a:pt x="6694" y="5171"/>
                  </a:lnTo>
                  <a:lnTo>
                    <a:pt x="6173" y="5772"/>
                  </a:lnTo>
                  <a:lnTo>
                    <a:pt x="5652" y="6374"/>
                  </a:lnTo>
                  <a:lnTo>
                    <a:pt x="5171" y="7015"/>
                  </a:lnTo>
                  <a:lnTo>
                    <a:pt x="4690" y="7696"/>
                  </a:lnTo>
                  <a:lnTo>
                    <a:pt x="4249" y="8378"/>
                  </a:lnTo>
                  <a:lnTo>
                    <a:pt x="3808" y="9099"/>
                  </a:lnTo>
                  <a:lnTo>
                    <a:pt x="3367" y="9861"/>
                  </a:lnTo>
                  <a:lnTo>
                    <a:pt x="3006" y="10622"/>
                  </a:lnTo>
                  <a:lnTo>
                    <a:pt x="0" y="43129"/>
                  </a:lnTo>
                  <a:lnTo>
                    <a:pt x="27296" y="46135"/>
                  </a:lnTo>
                  <a:lnTo>
                    <a:pt x="27296" y="46135"/>
                  </a:lnTo>
                  <a:lnTo>
                    <a:pt x="26414" y="7656"/>
                  </a:lnTo>
                  <a:lnTo>
                    <a:pt x="26134" y="7015"/>
                  </a:lnTo>
                  <a:lnTo>
                    <a:pt x="25773" y="6133"/>
                  </a:lnTo>
                  <a:lnTo>
                    <a:pt x="25252" y="5171"/>
                  </a:lnTo>
                  <a:lnTo>
                    <a:pt x="24971" y="4650"/>
                  </a:lnTo>
                  <a:lnTo>
                    <a:pt x="24611" y="4129"/>
                  </a:lnTo>
                  <a:lnTo>
                    <a:pt x="24250" y="3608"/>
                  </a:lnTo>
                  <a:lnTo>
                    <a:pt x="23849" y="3087"/>
                  </a:lnTo>
                  <a:lnTo>
                    <a:pt x="23368" y="2606"/>
                  </a:lnTo>
                  <a:lnTo>
                    <a:pt x="22887" y="2125"/>
                  </a:lnTo>
                  <a:lnTo>
                    <a:pt x="22326" y="1684"/>
                  </a:lnTo>
                  <a:lnTo>
                    <a:pt x="21725" y="1283"/>
                  </a:lnTo>
                  <a:lnTo>
                    <a:pt x="21083" y="922"/>
                  </a:lnTo>
                  <a:lnTo>
                    <a:pt x="20402" y="602"/>
                  </a:lnTo>
                  <a:lnTo>
                    <a:pt x="19921" y="441"/>
                  </a:lnTo>
                  <a:lnTo>
                    <a:pt x="19400" y="281"/>
                  </a:lnTo>
                  <a:lnTo>
                    <a:pt x="18839" y="161"/>
                  </a:lnTo>
                  <a:lnTo>
                    <a:pt x="18278" y="81"/>
                  </a:lnTo>
                  <a:lnTo>
                    <a:pt x="17757" y="41"/>
                  </a:lnTo>
                  <a:lnTo>
                    <a:pt x="171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3511875" y="369375"/>
              <a:ext cx="1134350" cy="1199500"/>
            </a:xfrm>
            <a:custGeom>
              <a:rect b="b" l="l" r="r" t="t"/>
              <a:pathLst>
                <a:path extrusionOk="0" h="47980" w="45374">
                  <a:moveTo>
                    <a:pt x="14029" y="1"/>
                  </a:moveTo>
                  <a:lnTo>
                    <a:pt x="12546" y="81"/>
                  </a:lnTo>
                  <a:lnTo>
                    <a:pt x="11063" y="281"/>
                  </a:lnTo>
                  <a:lnTo>
                    <a:pt x="9660" y="522"/>
                  </a:lnTo>
                  <a:lnTo>
                    <a:pt x="8257" y="883"/>
                  </a:lnTo>
                  <a:lnTo>
                    <a:pt x="6895" y="1283"/>
                  </a:lnTo>
                  <a:lnTo>
                    <a:pt x="5652" y="1764"/>
                  </a:lnTo>
                  <a:lnTo>
                    <a:pt x="5051" y="2045"/>
                  </a:lnTo>
                  <a:lnTo>
                    <a:pt x="4450" y="2326"/>
                  </a:lnTo>
                  <a:lnTo>
                    <a:pt x="3889" y="2646"/>
                  </a:lnTo>
                  <a:lnTo>
                    <a:pt x="3367" y="2967"/>
                  </a:lnTo>
                  <a:lnTo>
                    <a:pt x="2886" y="3288"/>
                  </a:lnTo>
                  <a:lnTo>
                    <a:pt x="2405" y="3648"/>
                  </a:lnTo>
                  <a:lnTo>
                    <a:pt x="2005" y="4009"/>
                  </a:lnTo>
                  <a:lnTo>
                    <a:pt x="1604" y="4410"/>
                  </a:lnTo>
                  <a:lnTo>
                    <a:pt x="1243" y="4771"/>
                  </a:lnTo>
                  <a:lnTo>
                    <a:pt x="922" y="5211"/>
                  </a:lnTo>
                  <a:lnTo>
                    <a:pt x="642" y="5612"/>
                  </a:lnTo>
                  <a:lnTo>
                    <a:pt x="401" y="6053"/>
                  </a:lnTo>
                  <a:lnTo>
                    <a:pt x="241" y="6534"/>
                  </a:lnTo>
                  <a:lnTo>
                    <a:pt x="81" y="6975"/>
                  </a:lnTo>
                  <a:lnTo>
                    <a:pt x="1" y="7496"/>
                  </a:lnTo>
                  <a:lnTo>
                    <a:pt x="1" y="8017"/>
                  </a:lnTo>
                  <a:lnTo>
                    <a:pt x="41" y="8538"/>
                  </a:lnTo>
                  <a:lnTo>
                    <a:pt x="121" y="9019"/>
                  </a:lnTo>
                  <a:lnTo>
                    <a:pt x="281" y="9500"/>
                  </a:lnTo>
                  <a:lnTo>
                    <a:pt x="482" y="10021"/>
                  </a:lnTo>
                  <a:lnTo>
                    <a:pt x="722" y="10502"/>
                  </a:lnTo>
                  <a:lnTo>
                    <a:pt x="1043" y="10983"/>
                  </a:lnTo>
                  <a:lnTo>
                    <a:pt x="1363" y="11464"/>
                  </a:lnTo>
                  <a:lnTo>
                    <a:pt x="1764" y="11985"/>
                  </a:lnTo>
                  <a:lnTo>
                    <a:pt x="2646" y="13028"/>
                  </a:lnTo>
                  <a:lnTo>
                    <a:pt x="3608" y="14110"/>
                  </a:lnTo>
                  <a:lnTo>
                    <a:pt x="4690" y="15272"/>
                  </a:lnTo>
                  <a:lnTo>
                    <a:pt x="5812" y="16475"/>
                  </a:lnTo>
                  <a:lnTo>
                    <a:pt x="6975" y="17837"/>
                  </a:lnTo>
                  <a:lnTo>
                    <a:pt x="8137" y="19280"/>
                  </a:lnTo>
                  <a:lnTo>
                    <a:pt x="8698" y="20042"/>
                  </a:lnTo>
                  <a:lnTo>
                    <a:pt x="9260" y="20884"/>
                  </a:lnTo>
                  <a:lnTo>
                    <a:pt x="9821" y="21725"/>
                  </a:lnTo>
                  <a:lnTo>
                    <a:pt x="10342" y="22607"/>
                  </a:lnTo>
                  <a:lnTo>
                    <a:pt x="10863" y="23529"/>
                  </a:lnTo>
                  <a:lnTo>
                    <a:pt x="11344" y="24531"/>
                  </a:lnTo>
                  <a:lnTo>
                    <a:pt x="11785" y="25533"/>
                  </a:lnTo>
                  <a:lnTo>
                    <a:pt x="12226" y="26615"/>
                  </a:lnTo>
                  <a:lnTo>
                    <a:pt x="12626" y="27738"/>
                  </a:lnTo>
                  <a:lnTo>
                    <a:pt x="12987" y="28900"/>
                  </a:lnTo>
                  <a:lnTo>
                    <a:pt x="13228" y="29782"/>
                  </a:lnTo>
                  <a:lnTo>
                    <a:pt x="13428" y="30624"/>
                  </a:lnTo>
                  <a:lnTo>
                    <a:pt x="13588" y="31425"/>
                  </a:lnTo>
                  <a:lnTo>
                    <a:pt x="13709" y="32227"/>
                  </a:lnTo>
                  <a:lnTo>
                    <a:pt x="13949" y="33790"/>
                  </a:lnTo>
                  <a:lnTo>
                    <a:pt x="14069" y="35273"/>
                  </a:lnTo>
                  <a:lnTo>
                    <a:pt x="14109" y="36636"/>
                  </a:lnTo>
                  <a:lnTo>
                    <a:pt x="14109" y="37879"/>
                  </a:lnTo>
                  <a:lnTo>
                    <a:pt x="14029" y="39041"/>
                  </a:lnTo>
                  <a:lnTo>
                    <a:pt x="13949" y="40043"/>
                  </a:lnTo>
                  <a:lnTo>
                    <a:pt x="14390" y="40764"/>
                  </a:lnTo>
                  <a:lnTo>
                    <a:pt x="15031" y="41847"/>
                  </a:lnTo>
                  <a:lnTo>
                    <a:pt x="15472" y="42448"/>
                  </a:lnTo>
                  <a:lnTo>
                    <a:pt x="15953" y="43129"/>
                  </a:lnTo>
                  <a:lnTo>
                    <a:pt x="16474" y="43811"/>
                  </a:lnTo>
                  <a:lnTo>
                    <a:pt x="17076" y="44492"/>
                  </a:lnTo>
                  <a:lnTo>
                    <a:pt x="17757" y="45133"/>
                  </a:lnTo>
                  <a:lnTo>
                    <a:pt x="18438" y="45775"/>
                  </a:lnTo>
                  <a:lnTo>
                    <a:pt x="19200" y="46376"/>
                  </a:lnTo>
                  <a:lnTo>
                    <a:pt x="20002" y="46897"/>
                  </a:lnTo>
                  <a:lnTo>
                    <a:pt x="20402" y="47138"/>
                  </a:lnTo>
                  <a:lnTo>
                    <a:pt x="20843" y="47338"/>
                  </a:lnTo>
                  <a:lnTo>
                    <a:pt x="21284" y="47498"/>
                  </a:lnTo>
                  <a:lnTo>
                    <a:pt x="21765" y="47659"/>
                  </a:lnTo>
                  <a:lnTo>
                    <a:pt x="22206" y="47779"/>
                  </a:lnTo>
                  <a:lnTo>
                    <a:pt x="22687" y="47899"/>
                  </a:lnTo>
                  <a:lnTo>
                    <a:pt x="23168" y="47939"/>
                  </a:lnTo>
                  <a:lnTo>
                    <a:pt x="23689" y="47979"/>
                  </a:lnTo>
                  <a:lnTo>
                    <a:pt x="24290" y="47979"/>
                  </a:lnTo>
                  <a:lnTo>
                    <a:pt x="24611" y="47939"/>
                  </a:lnTo>
                  <a:lnTo>
                    <a:pt x="24932" y="47859"/>
                  </a:lnTo>
                  <a:lnTo>
                    <a:pt x="25292" y="47739"/>
                  </a:lnTo>
                  <a:lnTo>
                    <a:pt x="25653" y="47618"/>
                  </a:lnTo>
                  <a:lnTo>
                    <a:pt x="26455" y="47218"/>
                  </a:lnTo>
                  <a:lnTo>
                    <a:pt x="27417" y="46657"/>
                  </a:lnTo>
                  <a:lnTo>
                    <a:pt x="28619" y="45895"/>
                  </a:lnTo>
                  <a:lnTo>
                    <a:pt x="30102" y="44853"/>
                  </a:lnTo>
                  <a:lnTo>
                    <a:pt x="31866" y="43570"/>
                  </a:lnTo>
                  <a:lnTo>
                    <a:pt x="35193" y="41125"/>
                  </a:lnTo>
                  <a:lnTo>
                    <a:pt x="37838" y="39121"/>
                  </a:lnTo>
                  <a:lnTo>
                    <a:pt x="39882" y="37438"/>
                  </a:lnTo>
                  <a:lnTo>
                    <a:pt x="40724" y="36716"/>
                  </a:lnTo>
                  <a:lnTo>
                    <a:pt x="41446" y="36075"/>
                  </a:lnTo>
                  <a:lnTo>
                    <a:pt x="42087" y="35474"/>
                  </a:lnTo>
                  <a:lnTo>
                    <a:pt x="42608" y="34912"/>
                  </a:lnTo>
                  <a:lnTo>
                    <a:pt x="43049" y="34391"/>
                  </a:lnTo>
                  <a:lnTo>
                    <a:pt x="43410" y="33910"/>
                  </a:lnTo>
                  <a:lnTo>
                    <a:pt x="43730" y="33429"/>
                  </a:lnTo>
                  <a:lnTo>
                    <a:pt x="43971" y="32988"/>
                  </a:lnTo>
                  <a:lnTo>
                    <a:pt x="44211" y="32507"/>
                  </a:lnTo>
                  <a:lnTo>
                    <a:pt x="44412" y="32026"/>
                  </a:lnTo>
                  <a:lnTo>
                    <a:pt x="44612" y="31425"/>
                  </a:lnTo>
                  <a:lnTo>
                    <a:pt x="44893" y="30664"/>
                  </a:lnTo>
                  <a:lnTo>
                    <a:pt x="45133" y="29862"/>
                  </a:lnTo>
                  <a:lnTo>
                    <a:pt x="45293" y="28940"/>
                  </a:lnTo>
                  <a:lnTo>
                    <a:pt x="45374" y="28499"/>
                  </a:lnTo>
                  <a:lnTo>
                    <a:pt x="45374" y="28058"/>
                  </a:lnTo>
                  <a:lnTo>
                    <a:pt x="45374" y="27577"/>
                  </a:lnTo>
                  <a:lnTo>
                    <a:pt x="45334" y="27136"/>
                  </a:lnTo>
                  <a:lnTo>
                    <a:pt x="45253" y="26696"/>
                  </a:lnTo>
                  <a:lnTo>
                    <a:pt x="45133" y="26295"/>
                  </a:lnTo>
                  <a:lnTo>
                    <a:pt x="44973" y="25894"/>
                  </a:lnTo>
                  <a:lnTo>
                    <a:pt x="44732" y="25533"/>
                  </a:lnTo>
                  <a:lnTo>
                    <a:pt x="44452" y="25213"/>
                  </a:lnTo>
                  <a:lnTo>
                    <a:pt x="44171" y="24932"/>
                  </a:lnTo>
                  <a:lnTo>
                    <a:pt x="43810" y="24732"/>
                  </a:lnTo>
                  <a:lnTo>
                    <a:pt x="43490" y="24491"/>
                  </a:lnTo>
                  <a:lnTo>
                    <a:pt x="42768" y="24170"/>
                  </a:lnTo>
                  <a:lnTo>
                    <a:pt x="41967" y="23850"/>
                  </a:lnTo>
                  <a:lnTo>
                    <a:pt x="41205" y="23489"/>
                  </a:lnTo>
                  <a:lnTo>
                    <a:pt x="40844" y="23289"/>
                  </a:lnTo>
                  <a:lnTo>
                    <a:pt x="40484" y="23048"/>
                  </a:lnTo>
                  <a:lnTo>
                    <a:pt x="40123" y="22808"/>
                  </a:lnTo>
                  <a:lnTo>
                    <a:pt x="39802" y="22487"/>
                  </a:lnTo>
                  <a:lnTo>
                    <a:pt x="39522" y="22126"/>
                  </a:lnTo>
                  <a:lnTo>
                    <a:pt x="39281" y="21725"/>
                  </a:lnTo>
                  <a:lnTo>
                    <a:pt x="39121" y="21365"/>
                  </a:lnTo>
                  <a:lnTo>
                    <a:pt x="38960" y="21044"/>
                  </a:lnTo>
                  <a:lnTo>
                    <a:pt x="38880" y="20723"/>
                  </a:lnTo>
                  <a:lnTo>
                    <a:pt x="38840" y="20443"/>
                  </a:lnTo>
                  <a:lnTo>
                    <a:pt x="38760" y="19882"/>
                  </a:lnTo>
                  <a:lnTo>
                    <a:pt x="38720" y="19401"/>
                  </a:lnTo>
                  <a:lnTo>
                    <a:pt x="38600" y="18599"/>
                  </a:lnTo>
                  <a:lnTo>
                    <a:pt x="38399" y="17757"/>
                  </a:lnTo>
                  <a:lnTo>
                    <a:pt x="38119" y="16956"/>
                  </a:lnTo>
                  <a:lnTo>
                    <a:pt x="37798" y="16154"/>
                  </a:lnTo>
                  <a:lnTo>
                    <a:pt x="37397" y="15352"/>
                  </a:lnTo>
                  <a:lnTo>
                    <a:pt x="36916" y="14591"/>
                  </a:lnTo>
                  <a:lnTo>
                    <a:pt x="36435" y="13829"/>
                  </a:lnTo>
                  <a:lnTo>
                    <a:pt x="35914" y="13068"/>
                  </a:lnTo>
                  <a:lnTo>
                    <a:pt x="35353" y="12386"/>
                  </a:lnTo>
                  <a:lnTo>
                    <a:pt x="34792" y="11705"/>
                  </a:lnTo>
                  <a:lnTo>
                    <a:pt x="33630" y="10422"/>
                  </a:lnTo>
                  <a:lnTo>
                    <a:pt x="32587" y="9340"/>
                  </a:lnTo>
                  <a:lnTo>
                    <a:pt x="31625" y="8418"/>
                  </a:lnTo>
                  <a:lnTo>
                    <a:pt x="30343" y="7135"/>
                  </a:lnTo>
                  <a:lnTo>
                    <a:pt x="28940" y="5853"/>
                  </a:lnTo>
                  <a:lnTo>
                    <a:pt x="28259" y="5211"/>
                  </a:lnTo>
                  <a:lnTo>
                    <a:pt x="27497" y="4610"/>
                  </a:lnTo>
                  <a:lnTo>
                    <a:pt x="26735" y="4009"/>
                  </a:lnTo>
                  <a:lnTo>
                    <a:pt x="25934" y="3448"/>
                  </a:lnTo>
                  <a:lnTo>
                    <a:pt x="25132" y="2887"/>
                  </a:lnTo>
                  <a:lnTo>
                    <a:pt x="24290" y="2406"/>
                  </a:lnTo>
                  <a:lnTo>
                    <a:pt x="23368" y="1925"/>
                  </a:lnTo>
                  <a:lnTo>
                    <a:pt x="22447" y="1484"/>
                  </a:lnTo>
                  <a:lnTo>
                    <a:pt x="21485" y="1083"/>
                  </a:lnTo>
                  <a:lnTo>
                    <a:pt x="20483" y="762"/>
                  </a:lnTo>
                  <a:lnTo>
                    <a:pt x="19440" y="482"/>
                  </a:lnTo>
                  <a:lnTo>
                    <a:pt x="18318" y="241"/>
                  </a:lnTo>
                  <a:lnTo>
                    <a:pt x="17637" y="161"/>
                  </a:lnTo>
                  <a:lnTo>
                    <a:pt x="16915" y="81"/>
                  </a:lnTo>
                  <a:lnTo>
                    <a:pt x="154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3543950" y="360375"/>
              <a:ext cx="1153375" cy="1217500"/>
            </a:xfrm>
            <a:custGeom>
              <a:rect b="b" l="l" r="r" t="t"/>
              <a:pathLst>
                <a:path extrusionOk="0" h="48700" w="46135">
                  <a:moveTo>
                    <a:pt x="15913" y="722"/>
                  </a:moveTo>
                  <a:lnTo>
                    <a:pt x="17276" y="802"/>
                  </a:lnTo>
                  <a:lnTo>
                    <a:pt x="17957" y="882"/>
                  </a:lnTo>
                  <a:lnTo>
                    <a:pt x="18638" y="962"/>
                  </a:lnTo>
                  <a:lnTo>
                    <a:pt x="19721" y="1203"/>
                  </a:lnTo>
                  <a:lnTo>
                    <a:pt x="20763" y="1443"/>
                  </a:lnTo>
                  <a:lnTo>
                    <a:pt x="21765" y="1804"/>
                  </a:lnTo>
                  <a:lnTo>
                    <a:pt x="22687" y="2164"/>
                  </a:lnTo>
                  <a:lnTo>
                    <a:pt x="23609" y="2605"/>
                  </a:lnTo>
                  <a:lnTo>
                    <a:pt x="24490" y="3086"/>
                  </a:lnTo>
                  <a:lnTo>
                    <a:pt x="25332" y="3567"/>
                  </a:lnTo>
                  <a:lnTo>
                    <a:pt x="26134" y="4129"/>
                  </a:lnTo>
                  <a:lnTo>
                    <a:pt x="26895" y="4690"/>
                  </a:lnTo>
                  <a:lnTo>
                    <a:pt x="27657" y="5251"/>
                  </a:lnTo>
                  <a:lnTo>
                    <a:pt x="28378" y="5892"/>
                  </a:lnTo>
                  <a:lnTo>
                    <a:pt x="29100" y="6493"/>
                  </a:lnTo>
                  <a:lnTo>
                    <a:pt x="30463" y="7776"/>
                  </a:lnTo>
                  <a:lnTo>
                    <a:pt x="31785" y="9019"/>
                  </a:lnTo>
                  <a:lnTo>
                    <a:pt x="32667" y="9900"/>
                  </a:lnTo>
                  <a:lnTo>
                    <a:pt x="33709" y="10983"/>
                  </a:lnTo>
                  <a:lnTo>
                    <a:pt x="34832" y="12225"/>
                  </a:lnTo>
                  <a:lnTo>
                    <a:pt x="35393" y="12907"/>
                  </a:lnTo>
                  <a:lnTo>
                    <a:pt x="35954" y="13588"/>
                  </a:lnTo>
                  <a:lnTo>
                    <a:pt x="36475" y="14309"/>
                  </a:lnTo>
                  <a:lnTo>
                    <a:pt x="36956" y="15071"/>
                  </a:lnTo>
                  <a:lnTo>
                    <a:pt x="37397" y="15833"/>
                  </a:lnTo>
                  <a:lnTo>
                    <a:pt x="37798" y="16594"/>
                  </a:lnTo>
                  <a:lnTo>
                    <a:pt x="38158" y="17396"/>
                  </a:lnTo>
                  <a:lnTo>
                    <a:pt x="38439" y="18197"/>
                  </a:lnTo>
                  <a:lnTo>
                    <a:pt x="38639" y="18999"/>
                  </a:lnTo>
                  <a:lnTo>
                    <a:pt x="38760" y="19801"/>
                  </a:lnTo>
                  <a:lnTo>
                    <a:pt x="38760" y="20001"/>
                  </a:lnTo>
                  <a:lnTo>
                    <a:pt x="38800" y="20442"/>
                  </a:lnTo>
                  <a:lnTo>
                    <a:pt x="38880" y="21003"/>
                  </a:lnTo>
                  <a:lnTo>
                    <a:pt x="39040" y="21604"/>
                  </a:lnTo>
                  <a:lnTo>
                    <a:pt x="39160" y="21925"/>
                  </a:lnTo>
                  <a:lnTo>
                    <a:pt x="39321" y="22246"/>
                  </a:lnTo>
                  <a:lnTo>
                    <a:pt x="39641" y="22727"/>
                  </a:lnTo>
                  <a:lnTo>
                    <a:pt x="40002" y="23168"/>
                  </a:lnTo>
                  <a:lnTo>
                    <a:pt x="40403" y="23528"/>
                  </a:lnTo>
                  <a:lnTo>
                    <a:pt x="40804" y="23809"/>
                  </a:lnTo>
                  <a:lnTo>
                    <a:pt x="41245" y="24089"/>
                  </a:lnTo>
                  <a:lnTo>
                    <a:pt x="41686" y="24290"/>
                  </a:lnTo>
                  <a:lnTo>
                    <a:pt x="42527" y="24651"/>
                  </a:lnTo>
                  <a:lnTo>
                    <a:pt x="43209" y="24931"/>
                  </a:lnTo>
                  <a:lnTo>
                    <a:pt x="43810" y="25252"/>
                  </a:lnTo>
                  <a:lnTo>
                    <a:pt x="44091" y="25412"/>
                  </a:lnTo>
                  <a:lnTo>
                    <a:pt x="44371" y="25613"/>
                  </a:lnTo>
                  <a:lnTo>
                    <a:pt x="44612" y="25853"/>
                  </a:lnTo>
                  <a:lnTo>
                    <a:pt x="44812" y="26094"/>
                  </a:lnTo>
                  <a:lnTo>
                    <a:pt x="45012" y="26454"/>
                  </a:lnTo>
                  <a:lnTo>
                    <a:pt x="45213" y="26815"/>
                  </a:lnTo>
                  <a:lnTo>
                    <a:pt x="45333" y="27216"/>
                  </a:lnTo>
                  <a:lnTo>
                    <a:pt x="45373" y="27617"/>
                  </a:lnTo>
                  <a:lnTo>
                    <a:pt x="45413" y="28018"/>
                  </a:lnTo>
                  <a:lnTo>
                    <a:pt x="45413" y="28458"/>
                  </a:lnTo>
                  <a:lnTo>
                    <a:pt x="45373" y="28859"/>
                  </a:lnTo>
                  <a:lnTo>
                    <a:pt x="45333" y="29300"/>
                  </a:lnTo>
                  <a:lnTo>
                    <a:pt x="45133" y="30142"/>
                  </a:lnTo>
                  <a:lnTo>
                    <a:pt x="44932" y="30944"/>
                  </a:lnTo>
                  <a:lnTo>
                    <a:pt x="44692" y="31665"/>
                  </a:lnTo>
                  <a:lnTo>
                    <a:pt x="44451" y="32266"/>
                  </a:lnTo>
                  <a:lnTo>
                    <a:pt x="44251" y="32707"/>
                  </a:lnTo>
                  <a:lnTo>
                    <a:pt x="44051" y="33188"/>
                  </a:lnTo>
                  <a:lnTo>
                    <a:pt x="43770" y="33629"/>
                  </a:lnTo>
                  <a:lnTo>
                    <a:pt x="43489" y="34110"/>
                  </a:lnTo>
                  <a:lnTo>
                    <a:pt x="43129" y="34591"/>
                  </a:lnTo>
                  <a:lnTo>
                    <a:pt x="42688" y="35072"/>
                  </a:lnTo>
                  <a:lnTo>
                    <a:pt x="42167" y="35633"/>
                  </a:lnTo>
                  <a:lnTo>
                    <a:pt x="41525" y="36234"/>
                  </a:lnTo>
                  <a:lnTo>
                    <a:pt x="40804" y="36876"/>
                  </a:lnTo>
                  <a:lnTo>
                    <a:pt x="40002" y="37597"/>
                  </a:lnTo>
                  <a:lnTo>
                    <a:pt x="37958" y="39200"/>
                  </a:lnTo>
                  <a:lnTo>
                    <a:pt x="35353" y="41205"/>
                  </a:lnTo>
                  <a:lnTo>
                    <a:pt x="32066" y="43650"/>
                  </a:lnTo>
                  <a:lnTo>
                    <a:pt x="30262" y="44932"/>
                  </a:lnTo>
                  <a:lnTo>
                    <a:pt x="28819" y="45934"/>
                  </a:lnTo>
                  <a:lnTo>
                    <a:pt x="27617" y="46696"/>
                  </a:lnTo>
                  <a:lnTo>
                    <a:pt x="26655" y="47257"/>
                  </a:lnTo>
                  <a:lnTo>
                    <a:pt x="25893" y="47658"/>
                  </a:lnTo>
                  <a:lnTo>
                    <a:pt x="25533" y="47778"/>
                  </a:lnTo>
                  <a:lnTo>
                    <a:pt x="25212" y="47858"/>
                  </a:lnTo>
                  <a:lnTo>
                    <a:pt x="24931" y="47938"/>
                  </a:lnTo>
                  <a:lnTo>
                    <a:pt x="24651" y="47978"/>
                  </a:lnTo>
                  <a:lnTo>
                    <a:pt x="23609" y="47978"/>
                  </a:lnTo>
                  <a:lnTo>
                    <a:pt x="23168" y="47898"/>
                  </a:lnTo>
                  <a:lnTo>
                    <a:pt x="22727" y="47818"/>
                  </a:lnTo>
                  <a:lnTo>
                    <a:pt x="22326" y="47698"/>
                  </a:lnTo>
                  <a:lnTo>
                    <a:pt x="21885" y="47578"/>
                  </a:lnTo>
                  <a:lnTo>
                    <a:pt x="21484" y="47417"/>
                  </a:lnTo>
                  <a:lnTo>
                    <a:pt x="20723" y="47017"/>
                  </a:lnTo>
                  <a:lnTo>
                    <a:pt x="19961" y="46536"/>
                  </a:lnTo>
                  <a:lnTo>
                    <a:pt x="19240" y="46014"/>
                  </a:lnTo>
                  <a:lnTo>
                    <a:pt x="18598" y="45453"/>
                  </a:lnTo>
                  <a:lnTo>
                    <a:pt x="17957" y="44812"/>
                  </a:lnTo>
                  <a:lnTo>
                    <a:pt x="17396" y="44171"/>
                  </a:lnTo>
                  <a:lnTo>
                    <a:pt x="16835" y="43529"/>
                  </a:lnTo>
                  <a:lnTo>
                    <a:pt x="16354" y="42928"/>
                  </a:lnTo>
                  <a:lnTo>
                    <a:pt x="15953" y="42287"/>
                  </a:lnTo>
                  <a:lnTo>
                    <a:pt x="15231" y="41165"/>
                  </a:lnTo>
                  <a:lnTo>
                    <a:pt x="14710" y="40323"/>
                  </a:lnTo>
                  <a:lnTo>
                    <a:pt x="14831" y="38880"/>
                  </a:lnTo>
                  <a:lnTo>
                    <a:pt x="14831" y="37437"/>
                  </a:lnTo>
                  <a:lnTo>
                    <a:pt x="14831" y="36034"/>
                  </a:lnTo>
                  <a:lnTo>
                    <a:pt x="14710" y="34631"/>
                  </a:lnTo>
                  <a:lnTo>
                    <a:pt x="14550" y="33228"/>
                  </a:lnTo>
                  <a:lnTo>
                    <a:pt x="14350" y="31865"/>
                  </a:lnTo>
                  <a:lnTo>
                    <a:pt x="14069" y="30503"/>
                  </a:lnTo>
                  <a:lnTo>
                    <a:pt x="13708" y="29180"/>
                  </a:lnTo>
                  <a:lnTo>
                    <a:pt x="13348" y="27897"/>
                  </a:lnTo>
                  <a:lnTo>
                    <a:pt x="12907" y="26735"/>
                  </a:lnTo>
                  <a:lnTo>
                    <a:pt x="12426" y="25573"/>
                  </a:lnTo>
                  <a:lnTo>
                    <a:pt x="11945" y="24490"/>
                  </a:lnTo>
                  <a:lnTo>
                    <a:pt x="11424" y="23488"/>
                  </a:lnTo>
                  <a:lnTo>
                    <a:pt x="10862" y="22486"/>
                  </a:lnTo>
                  <a:lnTo>
                    <a:pt x="10301" y="21564"/>
                  </a:lnTo>
                  <a:lnTo>
                    <a:pt x="9700" y="20682"/>
                  </a:lnTo>
                  <a:lnTo>
                    <a:pt x="9099" y="19841"/>
                  </a:lnTo>
                  <a:lnTo>
                    <a:pt x="8498" y="19039"/>
                  </a:lnTo>
                  <a:lnTo>
                    <a:pt x="7255" y="17516"/>
                  </a:lnTo>
                  <a:lnTo>
                    <a:pt x="6013" y="16153"/>
                  </a:lnTo>
                  <a:lnTo>
                    <a:pt x="4850" y="14830"/>
                  </a:lnTo>
                  <a:lnTo>
                    <a:pt x="3888" y="13788"/>
                  </a:lnTo>
                  <a:lnTo>
                    <a:pt x="3006" y="12826"/>
                  </a:lnTo>
                  <a:lnTo>
                    <a:pt x="2245" y="11904"/>
                  </a:lnTo>
                  <a:lnTo>
                    <a:pt x="1924" y="11423"/>
                  </a:lnTo>
                  <a:lnTo>
                    <a:pt x="1603" y="10983"/>
                  </a:lnTo>
                  <a:lnTo>
                    <a:pt x="1363" y="10542"/>
                  </a:lnTo>
                  <a:lnTo>
                    <a:pt x="1122" y="10101"/>
                  </a:lnTo>
                  <a:lnTo>
                    <a:pt x="962" y="9660"/>
                  </a:lnTo>
                  <a:lnTo>
                    <a:pt x="842" y="9219"/>
                  </a:lnTo>
                  <a:lnTo>
                    <a:pt x="762" y="8778"/>
                  </a:lnTo>
                  <a:lnTo>
                    <a:pt x="722" y="8337"/>
                  </a:lnTo>
                  <a:lnTo>
                    <a:pt x="762" y="7896"/>
                  </a:lnTo>
                  <a:lnTo>
                    <a:pt x="842" y="7415"/>
                  </a:lnTo>
                  <a:lnTo>
                    <a:pt x="962" y="6974"/>
                  </a:lnTo>
                  <a:lnTo>
                    <a:pt x="1163" y="6533"/>
                  </a:lnTo>
                  <a:lnTo>
                    <a:pt x="1363" y="6093"/>
                  </a:lnTo>
                  <a:lnTo>
                    <a:pt x="1644" y="5692"/>
                  </a:lnTo>
                  <a:lnTo>
                    <a:pt x="1964" y="5291"/>
                  </a:lnTo>
                  <a:lnTo>
                    <a:pt x="2325" y="4930"/>
                  </a:lnTo>
                  <a:lnTo>
                    <a:pt x="2686" y="4529"/>
                  </a:lnTo>
                  <a:lnTo>
                    <a:pt x="3127" y="4209"/>
                  </a:lnTo>
                  <a:lnTo>
                    <a:pt x="3568" y="3848"/>
                  </a:lnTo>
                  <a:lnTo>
                    <a:pt x="4048" y="3527"/>
                  </a:lnTo>
                  <a:lnTo>
                    <a:pt x="4570" y="3207"/>
                  </a:lnTo>
                  <a:lnTo>
                    <a:pt x="5131" y="2926"/>
                  </a:lnTo>
                  <a:lnTo>
                    <a:pt x="5692" y="2645"/>
                  </a:lnTo>
                  <a:lnTo>
                    <a:pt x="6293" y="2405"/>
                  </a:lnTo>
                  <a:lnTo>
                    <a:pt x="7536" y="1924"/>
                  </a:lnTo>
                  <a:lnTo>
                    <a:pt x="8858" y="1523"/>
                  </a:lnTo>
                  <a:lnTo>
                    <a:pt x="10221" y="1203"/>
                  </a:lnTo>
                  <a:lnTo>
                    <a:pt x="11624" y="962"/>
                  </a:lnTo>
                  <a:lnTo>
                    <a:pt x="13067" y="802"/>
                  </a:lnTo>
                  <a:lnTo>
                    <a:pt x="14470" y="722"/>
                  </a:lnTo>
                  <a:close/>
                  <a:moveTo>
                    <a:pt x="14390" y="0"/>
                  </a:moveTo>
                  <a:lnTo>
                    <a:pt x="12907" y="80"/>
                  </a:lnTo>
                  <a:lnTo>
                    <a:pt x="11424" y="241"/>
                  </a:lnTo>
                  <a:lnTo>
                    <a:pt x="9941" y="521"/>
                  </a:lnTo>
                  <a:lnTo>
                    <a:pt x="8538" y="842"/>
                  </a:lnTo>
                  <a:lnTo>
                    <a:pt x="7175" y="1283"/>
                  </a:lnTo>
                  <a:lnTo>
                    <a:pt x="6494" y="1523"/>
                  </a:lnTo>
                  <a:lnTo>
                    <a:pt x="5852" y="1764"/>
                  </a:lnTo>
                  <a:lnTo>
                    <a:pt x="5251" y="2044"/>
                  </a:lnTo>
                  <a:lnTo>
                    <a:pt x="4650" y="2365"/>
                  </a:lnTo>
                  <a:lnTo>
                    <a:pt x="4089" y="2686"/>
                  </a:lnTo>
                  <a:lnTo>
                    <a:pt x="3527" y="3006"/>
                  </a:lnTo>
                  <a:lnTo>
                    <a:pt x="3006" y="3367"/>
                  </a:lnTo>
                  <a:lnTo>
                    <a:pt x="2565" y="3728"/>
                  </a:lnTo>
                  <a:lnTo>
                    <a:pt x="2084" y="4088"/>
                  </a:lnTo>
                  <a:lnTo>
                    <a:pt x="1684" y="4489"/>
                  </a:lnTo>
                  <a:lnTo>
                    <a:pt x="1323" y="4930"/>
                  </a:lnTo>
                  <a:lnTo>
                    <a:pt x="1002" y="5371"/>
                  </a:lnTo>
                  <a:lnTo>
                    <a:pt x="722" y="5812"/>
                  </a:lnTo>
                  <a:lnTo>
                    <a:pt x="481" y="6293"/>
                  </a:lnTo>
                  <a:lnTo>
                    <a:pt x="281" y="6774"/>
                  </a:lnTo>
                  <a:lnTo>
                    <a:pt x="120" y="7255"/>
                  </a:lnTo>
                  <a:lnTo>
                    <a:pt x="40" y="7776"/>
                  </a:lnTo>
                  <a:lnTo>
                    <a:pt x="0" y="8297"/>
                  </a:lnTo>
                  <a:lnTo>
                    <a:pt x="40" y="8818"/>
                  </a:lnTo>
                  <a:lnTo>
                    <a:pt x="120" y="9299"/>
                  </a:lnTo>
                  <a:lnTo>
                    <a:pt x="241" y="9820"/>
                  </a:lnTo>
                  <a:lnTo>
                    <a:pt x="441" y="10301"/>
                  </a:lnTo>
                  <a:lnTo>
                    <a:pt x="682" y="10782"/>
                  </a:lnTo>
                  <a:lnTo>
                    <a:pt x="962" y="11263"/>
                  </a:lnTo>
                  <a:lnTo>
                    <a:pt x="1283" y="11744"/>
                  </a:lnTo>
                  <a:lnTo>
                    <a:pt x="1603" y="12265"/>
                  </a:lnTo>
                  <a:lnTo>
                    <a:pt x="2405" y="13227"/>
                  </a:lnTo>
                  <a:lnTo>
                    <a:pt x="3327" y="14269"/>
                  </a:lnTo>
                  <a:lnTo>
                    <a:pt x="4289" y="15352"/>
                  </a:lnTo>
                  <a:lnTo>
                    <a:pt x="5491" y="16594"/>
                  </a:lnTo>
                  <a:lnTo>
                    <a:pt x="6694" y="17957"/>
                  </a:lnTo>
                  <a:lnTo>
                    <a:pt x="7896" y="19440"/>
                  </a:lnTo>
                  <a:lnTo>
                    <a:pt x="8498" y="20242"/>
                  </a:lnTo>
                  <a:lnTo>
                    <a:pt x="9099" y="21083"/>
                  </a:lnTo>
                  <a:lnTo>
                    <a:pt x="9660" y="21925"/>
                  </a:lnTo>
                  <a:lnTo>
                    <a:pt x="10221" y="22847"/>
                  </a:lnTo>
                  <a:lnTo>
                    <a:pt x="10782" y="23809"/>
                  </a:lnTo>
                  <a:lnTo>
                    <a:pt x="11303" y="24811"/>
                  </a:lnTo>
                  <a:lnTo>
                    <a:pt x="11784" y="25853"/>
                  </a:lnTo>
                  <a:lnTo>
                    <a:pt x="12225" y="26975"/>
                  </a:lnTo>
                  <a:lnTo>
                    <a:pt x="12666" y="28138"/>
                  </a:lnTo>
                  <a:lnTo>
                    <a:pt x="13027" y="29380"/>
                  </a:lnTo>
                  <a:lnTo>
                    <a:pt x="13348" y="30663"/>
                  </a:lnTo>
                  <a:lnTo>
                    <a:pt x="13628" y="32026"/>
                  </a:lnTo>
                  <a:lnTo>
                    <a:pt x="13869" y="33348"/>
                  </a:lnTo>
                  <a:lnTo>
                    <a:pt x="13989" y="34751"/>
                  </a:lnTo>
                  <a:lnTo>
                    <a:pt x="14109" y="36114"/>
                  </a:lnTo>
                  <a:lnTo>
                    <a:pt x="14109" y="37517"/>
                  </a:lnTo>
                  <a:lnTo>
                    <a:pt x="14109" y="38920"/>
                  </a:lnTo>
                  <a:lnTo>
                    <a:pt x="13989" y="40363"/>
                  </a:lnTo>
                  <a:lnTo>
                    <a:pt x="13989" y="40443"/>
                  </a:lnTo>
                  <a:lnTo>
                    <a:pt x="14029" y="40563"/>
                  </a:lnTo>
                  <a:lnTo>
                    <a:pt x="14630" y="41605"/>
                  </a:lnTo>
                  <a:lnTo>
                    <a:pt x="14991" y="42207"/>
                  </a:lnTo>
                  <a:lnTo>
                    <a:pt x="15432" y="42848"/>
                  </a:lnTo>
                  <a:lnTo>
                    <a:pt x="15873" y="43489"/>
                  </a:lnTo>
                  <a:lnTo>
                    <a:pt x="16394" y="44171"/>
                  </a:lnTo>
                  <a:lnTo>
                    <a:pt x="16995" y="44852"/>
                  </a:lnTo>
                  <a:lnTo>
                    <a:pt x="17596" y="45493"/>
                  </a:lnTo>
                  <a:lnTo>
                    <a:pt x="18278" y="46135"/>
                  </a:lnTo>
                  <a:lnTo>
                    <a:pt x="18999" y="46736"/>
                  </a:lnTo>
                  <a:lnTo>
                    <a:pt x="19721" y="47257"/>
                  </a:lnTo>
                  <a:lnTo>
                    <a:pt x="20562" y="47738"/>
                  </a:lnTo>
                  <a:lnTo>
                    <a:pt x="20963" y="47938"/>
                  </a:lnTo>
                  <a:lnTo>
                    <a:pt x="21404" y="48139"/>
                  </a:lnTo>
                  <a:lnTo>
                    <a:pt x="21845" y="48299"/>
                  </a:lnTo>
                  <a:lnTo>
                    <a:pt x="22286" y="48419"/>
                  </a:lnTo>
                  <a:lnTo>
                    <a:pt x="22727" y="48540"/>
                  </a:lnTo>
                  <a:lnTo>
                    <a:pt x="23208" y="48620"/>
                  </a:lnTo>
                  <a:lnTo>
                    <a:pt x="23689" y="48700"/>
                  </a:lnTo>
                  <a:lnTo>
                    <a:pt x="24170" y="48700"/>
                  </a:lnTo>
                  <a:lnTo>
                    <a:pt x="24851" y="48660"/>
                  </a:lnTo>
                  <a:lnTo>
                    <a:pt x="25172" y="48620"/>
                  </a:lnTo>
                  <a:lnTo>
                    <a:pt x="25533" y="48540"/>
                  </a:lnTo>
                  <a:lnTo>
                    <a:pt x="25893" y="48419"/>
                  </a:lnTo>
                  <a:lnTo>
                    <a:pt x="26254" y="48259"/>
                  </a:lnTo>
                  <a:lnTo>
                    <a:pt x="27096" y="47858"/>
                  </a:lnTo>
                  <a:lnTo>
                    <a:pt x="28098" y="47257"/>
                  </a:lnTo>
                  <a:lnTo>
                    <a:pt x="29300" y="46495"/>
                  </a:lnTo>
                  <a:lnTo>
                    <a:pt x="30743" y="45493"/>
                  </a:lnTo>
                  <a:lnTo>
                    <a:pt x="32467" y="44211"/>
                  </a:lnTo>
                  <a:lnTo>
                    <a:pt x="35794" y="41766"/>
                  </a:lnTo>
                  <a:lnTo>
                    <a:pt x="38479" y="39722"/>
                  </a:lnTo>
                  <a:lnTo>
                    <a:pt x="40563" y="38038"/>
                  </a:lnTo>
                  <a:lnTo>
                    <a:pt x="41405" y="37317"/>
                  </a:lnTo>
                  <a:lnTo>
                    <a:pt x="42127" y="36675"/>
                  </a:lnTo>
                  <a:lnTo>
                    <a:pt x="42728" y="36034"/>
                  </a:lnTo>
                  <a:lnTo>
                    <a:pt x="43289" y="35473"/>
                  </a:lnTo>
                  <a:lnTo>
                    <a:pt x="43730" y="34952"/>
                  </a:lnTo>
                  <a:lnTo>
                    <a:pt x="44131" y="34431"/>
                  </a:lnTo>
                  <a:lnTo>
                    <a:pt x="44411" y="33950"/>
                  </a:lnTo>
                  <a:lnTo>
                    <a:pt x="44692" y="33469"/>
                  </a:lnTo>
                  <a:lnTo>
                    <a:pt x="44932" y="32988"/>
                  </a:lnTo>
                  <a:lnTo>
                    <a:pt x="45133" y="32507"/>
                  </a:lnTo>
                  <a:lnTo>
                    <a:pt x="45373" y="31865"/>
                  </a:lnTo>
                  <a:lnTo>
                    <a:pt x="45614" y="31104"/>
                  </a:lnTo>
                  <a:lnTo>
                    <a:pt x="45894" y="30222"/>
                  </a:lnTo>
                  <a:lnTo>
                    <a:pt x="46055" y="29300"/>
                  </a:lnTo>
                  <a:lnTo>
                    <a:pt x="46135" y="28819"/>
                  </a:lnTo>
                  <a:lnTo>
                    <a:pt x="46135" y="28338"/>
                  </a:lnTo>
                  <a:lnTo>
                    <a:pt x="46135" y="27857"/>
                  </a:lnTo>
                  <a:lnTo>
                    <a:pt x="46095" y="27376"/>
                  </a:lnTo>
                  <a:lnTo>
                    <a:pt x="45974" y="26935"/>
                  </a:lnTo>
                  <a:lnTo>
                    <a:pt x="45854" y="26494"/>
                  </a:lnTo>
                  <a:lnTo>
                    <a:pt x="45654" y="26053"/>
                  </a:lnTo>
                  <a:lnTo>
                    <a:pt x="45413" y="25653"/>
                  </a:lnTo>
                  <a:lnTo>
                    <a:pt x="45133" y="25372"/>
                  </a:lnTo>
                  <a:lnTo>
                    <a:pt x="44852" y="25092"/>
                  </a:lnTo>
                  <a:lnTo>
                    <a:pt x="44532" y="24851"/>
                  </a:lnTo>
                  <a:lnTo>
                    <a:pt x="44211" y="24651"/>
                  </a:lnTo>
                  <a:lnTo>
                    <a:pt x="43529" y="24290"/>
                  </a:lnTo>
                  <a:lnTo>
                    <a:pt x="42808" y="24009"/>
                  </a:lnTo>
                  <a:lnTo>
                    <a:pt x="42006" y="23649"/>
                  </a:lnTo>
                  <a:lnTo>
                    <a:pt x="41606" y="23448"/>
                  </a:lnTo>
                  <a:lnTo>
                    <a:pt x="41205" y="23248"/>
                  </a:lnTo>
                  <a:lnTo>
                    <a:pt x="40844" y="22967"/>
                  </a:lnTo>
                  <a:lnTo>
                    <a:pt x="40523" y="22687"/>
                  </a:lnTo>
                  <a:lnTo>
                    <a:pt x="40243" y="22326"/>
                  </a:lnTo>
                  <a:lnTo>
                    <a:pt x="39962" y="21885"/>
                  </a:lnTo>
                  <a:lnTo>
                    <a:pt x="39842" y="21604"/>
                  </a:lnTo>
                  <a:lnTo>
                    <a:pt x="39722" y="21364"/>
                  </a:lnTo>
                  <a:lnTo>
                    <a:pt x="39601" y="20843"/>
                  </a:lnTo>
                  <a:lnTo>
                    <a:pt x="39521" y="20362"/>
                  </a:lnTo>
                  <a:lnTo>
                    <a:pt x="39481" y="19921"/>
                  </a:lnTo>
                  <a:lnTo>
                    <a:pt x="39481" y="19761"/>
                  </a:lnTo>
                  <a:lnTo>
                    <a:pt x="39361" y="18879"/>
                  </a:lnTo>
                  <a:lnTo>
                    <a:pt x="39160" y="18037"/>
                  </a:lnTo>
                  <a:lnTo>
                    <a:pt x="38840" y="17195"/>
                  </a:lnTo>
                  <a:lnTo>
                    <a:pt x="38519" y="16354"/>
                  </a:lnTo>
                  <a:lnTo>
                    <a:pt x="38078" y="15552"/>
                  </a:lnTo>
                  <a:lnTo>
                    <a:pt x="37597" y="14750"/>
                  </a:lnTo>
                  <a:lnTo>
                    <a:pt x="37116" y="13989"/>
                  </a:lnTo>
                  <a:lnTo>
                    <a:pt x="36555" y="13227"/>
                  </a:lnTo>
                  <a:lnTo>
                    <a:pt x="35994" y="12506"/>
                  </a:lnTo>
                  <a:lnTo>
                    <a:pt x="35433" y="11784"/>
                  </a:lnTo>
                  <a:lnTo>
                    <a:pt x="34270" y="10502"/>
                  </a:lnTo>
                  <a:lnTo>
                    <a:pt x="33188" y="9379"/>
                  </a:lnTo>
                  <a:lnTo>
                    <a:pt x="32226" y="8457"/>
                  </a:lnTo>
                  <a:lnTo>
                    <a:pt x="30904" y="7175"/>
                  </a:lnTo>
                  <a:lnTo>
                    <a:pt x="29541" y="5892"/>
                  </a:lnTo>
                  <a:lnTo>
                    <a:pt x="28819" y="5291"/>
                  </a:lnTo>
                  <a:lnTo>
                    <a:pt x="28058" y="4650"/>
                  </a:lnTo>
                  <a:lnTo>
                    <a:pt x="27296" y="4048"/>
                  </a:lnTo>
                  <a:lnTo>
                    <a:pt x="26495" y="3487"/>
                  </a:lnTo>
                  <a:lnTo>
                    <a:pt x="25653" y="2926"/>
                  </a:lnTo>
                  <a:lnTo>
                    <a:pt x="24811" y="2405"/>
                  </a:lnTo>
                  <a:lnTo>
                    <a:pt x="23889" y="1924"/>
                  </a:lnTo>
                  <a:lnTo>
                    <a:pt x="22967" y="1483"/>
                  </a:lnTo>
                  <a:lnTo>
                    <a:pt x="21965" y="1122"/>
                  </a:lnTo>
                  <a:lnTo>
                    <a:pt x="20963" y="762"/>
                  </a:lnTo>
                  <a:lnTo>
                    <a:pt x="19881" y="481"/>
                  </a:lnTo>
                  <a:lnTo>
                    <a:pt x="18759" y="241"/>
                  </a:lnTo>
                  <a:lnTo>
                    <a:pt x="18077" y="160"/>
                  </a:lnTo>
                  <a:lnTo>
                    <a:pt x="17356" y="80"/>
                  </a:lnTo>
                  <a:lnTo>
                    <a:pt x="158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3359575" y="478600"/>
              <a:ext cx="387800" cy="326700"/>
            </a:xfrm>
            <a:custGeom>
              <a:rect b="b" l="l" r="r" t="t"/>
              <a:pathLst>
                <a:path extrusionOk="0" h="13068" w="15512">
                  <a:moveTo>
                    <a:pt x="7736" y="1"/>
                  </a:moveTo>
                  <a:lnTo>
                    <a:pt x="6934" y="41"/>
                  </a:lnTo>
                  <a:lnTo>
                    <a:pt x="6173" y="121"/>
                  </a:lnTo>
                  <a:lnTo>
                    <a:pt x="5451" y="281"/>
                  </a:lnTo>
                  <a:lnTo>
                    <a:pt x="4730" y="522"/>
                  </a:lnTo>
                  <a:lnTo>
                    <a:pt x="4048" y="802"/>
                  </a:lnTo>
                  <a:lnTo>
                    <a:pt x="3407" y="1123"/>
                  </a:lnTo>
                  <a:lnTo>
                    <a:pt x="2806" y="1484"/>
                  </a:lnTo>
                  <a:lnTo>
                    <a:pt x="2245" y="1925"/>
                  </a:lnTo>
                  <a:lnTo>
                    <a:pt x="1764" y="2366"/>
                  </a:lnTo>
                  <a:lnTo>
                    <a:pt x="1323" y="2887"/>
                  </a:lnTo>
                  <a:lnTo>
                    <a:pt x="922" y="3408"/>
                  </a:lnTo>
                  <a:lnTo>
                    <a:pt x="601" y="4009"/>
                  </a:lnTo>
                  <a:lnTo>
                    <a:pt x="321" y="4610"/>
                  </a:lnTo>
                  <a:lnTo>
                    <a:pt x="160" y="5211"/>
                  </a:lnTo>
                  <a:lnTo>
                    <a:pt x="40" y="5893"/>
                  </a:lnTo>
                  <a:lnTo>
                    <a:pt x="0" y="6534"/>
                  </a:lnTo>
                  <a:lnTo>
                    <a:pt x="40" y="7216"/>
                  </a:lnTo>
                  <a:lnTo>
                    <a:pt x="160" y="7857"/>
                  </a:lnTo>
                  <a:lnTo>
                    <a:pt x="321" y="8498"/>
                  </a:lnTo>
                  <a:lnTo>
                    <a:pt x="601" y="9099"/>
                  </a:lnTo>
                  <a:lnTo>
                    <a:pt x="922" y="9661"/>
                  </a:lnTo>
                  <a:lnTo>
                    <a:pt x="1323" y="10182"/>
                  </a:lnTo>
                  <a:lnTo>
                    <a:pt x="1764" y="10703"/>
                  </a:lnTo>
                  <a:lnTo>
                    <a:pt x="2245" y="11184"/>
                  </a:lnTo>
                  <a:lnTo>
                    <a:pt x="2806" y="11585"/>
                  </a:lnTo>
                  <a:lnTo>
                    <a:pt x="3407" y="11985"/>
                  </a:lnTo>
                  <a:lnTo>
                    <a:pt x="4048" y="12306"/>
                  </a:lnTo>
                  <a:lnTo>
                    <a:pt x="4730" y="12587"/>
                  </a:lnTo>
                  <a:lnTo>
                    <a:pt x="5451" y="12787"/>
                  </a:lnTo>
                  <a:lnTo>
                    <a:pt x="6173" y="12947"/>
                  </a:lnTo>
                  <a:lnTo>
                    <a:pt x="6934" y="13068"/>
                  </a:lnTo>
                  <a:lnTo>
                    <a:pt x="8538" y="13068"/>
                  </a:lnTo>
                  <a:lnTo>
                    <a:pt x="9299" y="12947"/>
                  </a:lnTo>
                  <a:lnTo>
                    <a:pt x="10061" y="12787"/>
                  </a:lnTo>
                  <a:lnTo>
                    <a:pt x="10782" y="12587"/>
                  </a:lnTo>
                  <a:lnTo>
                    <a:pt x="11423" y="12306"/>
                  </a:lnTo>
                  <a:lnTo>
                    <a:pt x="12065" y="11985"/>
                  </a:lnTo>
                  <a:lnTo>
                    <a:pt x="12666" y="11585"/>
                  </a:lnTo>
                  <a:lnTo>
                    <a:pt x="13227" y="11184"/>
                  </a:lnTo>
                  <a:lnTo>
                    <a:pt x="13748" y="10703"/>
                  </a:lnTo>
                  <a:lnTo>
                    <a:pt x="14189" y="10182"/>
                  </a:lnTo>
                  <a:lnTo>
                    <a:pt x="14550" y="9661"/>
                  </a:lnTo>
                  <a:lnTo>
                    <a:pt x="14911" y="9099"/>
                  </a:lnTo>
                  <a:lnTo>
                    <a:pt x="15151" y="8498"/>
                  </a:lnTo>
                  <a:lnTo>
                    <a:pt x="15352" y="7857"/>
                  </a:lnTo>
                  <a:lnTo>
                    <a:pt x="15472" y="7216"/>
                  </a:lnTo>
                  <a:lnTo>
                    <a:pt x="15512" y="6534"/>
                  </a:lnTo>
                  <a:lnTo>
                    <a:pt x="15472" y="5893"/>
                  </a:lnTo>
                  <a:lnTo>
                    <a:pt x="15352" y="5211"/>
                  </a:lnTo>
                  <a:lnTo>
                    <a:pt x="15151" y="4610"/>
                  </a:lnTo>
                  <a:lnTo>
                    <a:pt x="14911" y="4009"/>
                  </a:lnTo>
                  <a:lnTo>
                    <a:pt x="14550" y="3408"/>
                  </a:lnTo>
                  <a:lnTo>
                    <a:pt x="14189" y="2887"/>
                  </a:lnTo>
                  <a:lnTo>
                    <a:pt x="13748" y="2366"/>
                  </a:lnTo>
                  <a:lnTo>
                    <a:pt x="13227" y="1925"/>
                  </a:lnTo>
                  <a:lnTo>
                    <a:pt x="12666" y="1484"/>
                  </a:lnTo>
                  <a:lnTo>
                    <a:pt x="12065" y="1123"/>
                  </a:lnTo>
                  <a:lnTo>
                    <a:pt x="11423" y="802"/>
                  </a:lnTo>
                  <a:lnTo>
                    <a:pt x="10782" y="522"/>
                  </a:lnTo>
                  <a:lnTo>
                    <a:pt x="10061" y="281"/>
                  </a:lnTo>
                  <a:lnTo>
                    <a:pt x="9299" y="121"/>
                  </a:lnTo>
                  <a:lnTo>
                    <a:pt x="8538" y="41"/>
                  </a:lnTo>
                  <a:lnTo>
                    <a:pt x="7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3716300" y="4842550"/>
              <a:ext cx="1876875" cy="165375"/>
            </a:xfrm>
            <a:custGeom>
              <a:rect b="b" l="l" r="r" t="t"/>
              <a:pathLst>
                <a:path extrusionOk="0" h="6615" w="75075">
                  <a:moveTo>
                    <a:pt x="74633" y="1"/>
                  </a:moveTo>
                  <a:lnTo>
                    <a:pt x="70826" y="843"/>
                  </a:lnTo>
                  <a:lnTo>
                    <a:pt x="66978" y="1644"/>
                  </a:lnTo>
                  <a:lnTo>
                    <a:pt x="63170" y="2366"/>
                  </a:lnTo>
                  <a:lnTo>
                    <a:pt x="59282" y="3007"/>
                  </a:lnTo>
                  <a:lnTo>
                    <a:pt x="55434" y="3608"/>
                  </a:lnTo>
                  <a:lnTo>
                    <a:pt x="51586" y="4129"/>
                  </a:lnTo>
                  <a:lnTo>
                    <a:pt x="47698" y="4570"/>
                  </a:lnTo>
                  <a:lnTo>
                    <a:pt x="43810" y="4971"/>
                  </a:lnTo>
                  <a:lnTo>
                    <a:pt x="41125" y="5172"/>
                  </a:lnTo>
                  <a:lnTo>
                    <a:pt x="38439" y="5372"/>
                  </a:lnTo>
                  <a:lnTo>
                    <a:pt x="35714" y="5532"/>
                  </a:lnTo>
                  <a:lnTo>
                    <a:pt x="32988" y="5693"/>
                  </a:lnTo>
                  <a:lnTo>
                    <a:pt x="30302" y="5773"/>
                  </a:lnTo>
                  <a:lnTo>
                    <a:pt x="27577" y="5853"/>
                  </a:lnTo>
                  <a:lnTo>
                    <a:pt x="24851" y="5893"/>
                  </a:lnTo>
                  <a:lnTo>
                    <a:pt x="19400" y="5893"/>
                  </a:lnTo>
                  <a:lnTo>
                    <a:pt x="16675" y="5813"/>
                  </a:lnTo>
                  <a:lnTo>
                    <a:pt x="13949" y="5733"/>
                  </a:lnTo>
                  <a:lnTo>
                    <a:pt x="11223" y="5612"/>
                  </a:lnTo>
                  <a:lnTo>
                    <a:pt x="8498" y="5452"/>
                  </a:lnTo>
                  <a:lnTo>
                    <a:pt x="5772" y="5252"/>
                  </a:lnTo>
                  <a:lnTo>
                    <a:pt x="3047" y="5051"/>
                  </a:lnTo>
                  <a:lnTo>
                    <a:pt x="321" y="4771"/>
                  </a:lnTo>
                  <a:lnTo>
                    <a:pt x="201" y="4811"/>
                  </a:lnTo>
                  <a:lnTo>
                    <a:pt x="80" y="4891"/>
                  </a:lnTo>
                  <a:lnTo>
                    <a:pt x="0" y="4971"/>
                  </a:lnTo>
                  <a:lnTo>
                    <a:pt x="0" y="5091"/>
                  </a:lnTo>
                  <a:lnTo>
                    <a:pt x="0" y="5252"/>
                  </a:lnTo>
                  <a:lnTo>
                    <a:pt x="40" y="5372"/>
                  </a:lnTo>
                  <a:lnTo>
                    <a:pt x="161" y="5452"/>
                  </a:lnTo>
                  <a:lnTo>
                    <a:pt x="321" y="5492"/>
                  </a:lnTo>
                  <a:lnTo>
                    <a:pt x="3127" y="5773"/>
                  </a:lnTo>
                  <a:lnTo>
                    <a:pt x="5973" y="6013"/>
                  </a:lnTo>
                  <a:lnTo>
                    <a:pt x="8818" y="6174"/>
                  </a:lnTo>
                  <a:lnTo>
                    <a:pt x="11624" y="6334"/>
                  </a:lnTo>
                  <a:lnTo>
                    <a:pt x="14470" y="6454"/>
                  </a:lnTo>
                  <a:lnTo>
                    <a:pt x="17316" y="6534"/>
                  </a:lnTo>
                  <a:lnTo>
                    <a:pt x="20162" y="6615"/>
                  </a:lnTo>
                  <a:lnTo>
                    <a:pt x="25613" y="6615"/>
                  </a:lnTo>
                  <a:lnTo>
                    <a:pt x="28258" y="6574"/>
                  </a:lnTo>
                  <a:lnTo>
                    <a:pt x="30864" y="6494"/>
                  </a:lnTo>
                  <a:lnTo>
                    <a:pt x="33469" y="6374"/>
                  </a:lnTo>
                  <a:lnTo>
                    <a:pt x="36074" y="6254"/>
                  </a:lnTo>
                  <a:lnTo>
                    <a:pt x="38680" y="6093"/>
                  </a:lnTo>
                  <a:lnTo>
                    <a:pt x="41285" y="5893"/>
                  </a:lnTo>
                  <a:lnTo>
                    <a:pt x="43890" y="5653"/>
                  </a:lnTo>
                  <a:lnTo>
                    <a:pt x="47778" y="5292"/>
                  </a:lnTo>
                  <a:lnTo>
                    <a:pt x="51666" y="4811"/>
                  </a:lnTo>
                  <a:lnTo>
                    <a:pt x="55554" y="4290"/>
                  </a:lnTo>
                  <a:lnTo>
                    <a:pt x="59402" y="3729"/>
                  </a:lnTo>
                  <a:lnTo>
                    <a:pt x="63290" y="3047"/>
                  </a:lnTo>
                  <a:lnTo>
                    <a:pt x="67138" y="2326"/>
                  </a:lnTo>
                  <a:lnTo>
                    <a:pt x="70986" y="1564"/>
                  </a:lnTo>
                  <a:lnTo>
                    <a:pt x="74794" y="682"/>
                  </a:lnTo>
                  <a:lnTo>
                    <a:pt x="74914" y="642"/>
                  </a:lnTo>
                  <a:lnTo>
                    <a:pt x="74994" y="522"/>
                  </a:lnTo>
                  <a:lnTo>
                    <a:pt x="75074" y="402"/>
                  </a:lnTo>
                  <a:lnTo>
                    <a:pt x="75074" y="282"/>
                  </a:lnTo>
                  <a:lnTo>
                    <a:pt x="74994" y="121"/>
                  </a:lnTo>
                  <a:lnTo>
                    <a:pt x="74914" y="41"/>
                  </a:lnTo>
                  <a:lnTo>
                    <a:pt x="747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2131050" y="3586975"/>
              <a:ext cx="928925" cy="927950"/>
            </a:xfrm>
            <a:custGeom>
              <a:rect b="b" l="l" r="r" t="t"/>
              <a:pathLst>
                <a:path extrusionOk="0" h="37118" w="37157">
                  <a:moveTo>
                    <a:pt x="0" y="1"/>
                  </a:moveTo>
                  <a:lnTo>
                    <a:pt x="0" y="37117"/>
                  </a:lnTo>
                  <a:lnTo>
                    <a:pt x="37156" y="37117"/>
                  </a:lnTo>
                  <a:lnTo>
                    <a:pt x="371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2893600" y="3218225"/>
              <a:ext cx="1412925" cy="1211525"/>
            </a:xfrm>
            <a:custGeom>
              <a:rect b="b" l="l" r="r" t="t"/>
              <a:pathLst>
                <a:path extrusionOk="0" h="48461" w="56517">
                  <a:moveTo>
                    <a:pt x="50064" y="1"/>
                  </a:moveTo>
                  <a:lnTo>
                    <a:pt x="44452" y="842"/>
                  </a:lnTo>
                  <a:lnTo>
                    <a:pt x="43049" y="1804"/>
                  </a:lnTo>
                  <a:lnTo>
                    <a:pt x="41726" y="2686"/>
                  </a:lnTo>
                  <a:lnTo>
                    <a:pt x="40484" y="3568"/>
                  </a:lnTo>
                  <a:lnTo>
                    <a:pt x="39362" y="4410"/>
                  </a:lnTo>
                  <a:lnTo>
                    <a:pt x="37438" y="5893"/>
                  </a:lnTo>
                  <a:lnTo>
                    <a:pt x="35995" y="7095"/>
                  </a:lnTo>
                  <a:lnTo>
                    <a:pt x="34752" y="8177"/>
                  </a:lnTo>
                  <a:lnTo>
                    <a:pt x="33550" y="9260"/>
                  </a:lnTo>
                  <a:lnTo>
                    <a:pt x="32427" y="10302"/>
                  </a:lnTo>
                  <a:lnTo>
                    <a:pt x="31345" y="11384"/>
                  </a:lnTo>
                  <a:lnTo>
                    <a:pt x="30343" y="12426"/>
                  </a:lnTo>
                  <a:lnTo>
                    <a:pt x="29381" y="13468"/>
                  </a:lnTo>
                  <a:lnTo>
                    <a:pt x="28419" y="14510"/>
                  </a:lnTo>
                  <a:lnTo>
                    <a:pt x="27537" y="15553"/>
                  </a:lnTo>
                  <a:lnTo>
                    <a:pt x="25854" y="17597"/>
                  </a:lnTo>
                  <a:lnTo>
                    <a:pt x="24251" y="19601"/>
                  </a:lnTo>
                  <a:lnTo>
                    <a:pt x="22768" y="21605"/>
                  </a:lnTo>
                  <a:lnTo>
                    <a:pt x="21284" y="23609"/>
                  </a:lnTo>
                  <a:lnTo>
                    <a:pt x="19801" y="25573"/>
                  </a:lnTo>
                  <a:lnTo>
                    <a:pt x="18278" y="27537"/>
                  </a:lnTo>
                  <a:lnTo>
                    <a:pt x="16715" y="29541"/>
                  </a:lnTo>
                  <a:lnTo>
                    <a:pt x="15032" y="31505"/>
                  </a:lnTo>
                  <a:lnTo>
                    <a:pt x="14110" y="32467"/>
                  </a:lnTo>
                  <a:lnTo>
                    <a:pt x="13188" y="33469"/>
                  </a:lnTo>
                  <a:lnTo>
                    <a:pt x="12226" y="34471"/>
                  </a:lnTo>
                  <a:lnTo>
                    <a:pt x="11224" y="35433"/>
                  </a:lnTo>
                  <a:lnTo>
                    <a:pt x="10142" y="36435"/>
                  </a:lnTo>
                  <a:lnTo>
                    <a:pt x="9019" y="37437"/>
                  </a:lnTo>
                  <a:lnTo>
                    <a:pt x="7857" y="38439"/>
                  </a:lnTo>
                  <a:lnTo>
                    <a:pt x="6614" y="39442"/>
                  </a:lnTo>
                  <a:lnTo>
                    <a:pt x="5572" y="40243"/>
                  </a:lnTo>
                  <a:lnTo>
                    <a:pt x="4570" y="41005"/>
                  </a:lnTo>
                  <a:lnTo>
                    <a:pt x="2726" y="42287"/>
                  </a:lnTo>
                  <a:lnTo>
                    <a:pt x="1203" y="43289"/>
                  </a:lnTo>
                  <a:lnTo>
                    <a:pt x="1" y="44051"/>
                  </a:lnTo>
                  <a:lnTo>
                    <a:pt x="3608" y="48460"/>
                  </a:lnTo>
                  <a:lnTo>
                    <a:pt x="5933" y="47458"/>
                  </a:lnTo>
                  <a:lnTo>
                    <a:pt x="8378" y="46376"/>
                  </a:lnTo>
                  <a:lnTo>
                    <a:pt x="10823" y="45253"/>
                  </a:lnTo>
                  <a:lnTo>
                    <a:pt x="13348" y="44011"/>
                  </a:lnTo>
                  <a:lnTo>
                    <a:pt x="15913" y="42688"/>
                  </a:lnTo>
                  <a:lnTo>
                    <a:pt x="18519" y="41285"/>
                  </a:lnTo>
                  <a:lnTo>
                    <a:pt x="21164" y="39762"/>
                  </a:lnTo>
                  <a:lnTo>
                    <a:pt x="23850" y="38159"/>
                  </a:lnTo>
                  <a:lnTo>
                    <a:pt x="26535" y="36475"/>
                  </a:lnTo>
                  <a:lnTo>
                    <a:pt x="29221" y="34672"/>
                  </a:lnTo>
                  <a:lnTo>
                    <a:pt x="31946" y="32748"/>
                  </a:lnTo>
                  <a:lnTo>
                    <a:pt x="34672" y="30744"/>
                  </a:lnTo>
                  <a:lnTo>
                    <a:pt x="37398" y="28579"/>
                  </a:lnTo>
                  <a:lnTo>
                    <a:pt x="38760" y="27457"/>
                  </a:lnTo>
                  <a:lnTo>
                    <a:pt x="40123" y="26335"/>
                  </a:lnTo>
                  <a:lnTo>
                    <a:pt x="41486" y="25172"/>
                  </a:lnTo>
                  <a:lnTo>
                    <a:pt x="42849" y="23970"/>
                  </a:lnTo>
                  <a:lnTo>
                    <a:pt x="44171" y="22727"/>
                  </a:lnTo>
                  <a:lnTo>
                    <a:pt x="45534" y="21445"/>
                  </a:lnTo>
                  <a:lnTo>
                    <a:pt x="46817" y="20242"/>
                  </a:lnTo>
                  <a:lnTo>
                    <a:pt x="48059" y="19000"/>
                  </a:lnTo>
                  <a:lnTo>
                    <a:pt x="50424" y="16515"/>
                  </a:lnTo>
                  <a:lnTo>
                    <a:pt x="52669" y="14069"/>
                  </a:lnTo>
                  <a:lnTo>
                    <a:pt x="54793" y="11624"/>
                  </a:lnTo>
                  <a:lnTo>
                    <a:pt x="55154" y="11184"/>
                  </a:lnTo>
                  <a:lnTo>
                    <a:pt x="55475" y="10703"/>
                  </a:lnTo>
                  <a:lnTo>
                    <a:pt x="55715" y="10222"/>
                  </a:lnTo>
                  <a:lnTo>
                    <a:pt x="55956" y="9741"/>
                  </a:lnTo>
                  <a:lnTo>
                    <a:pt x="56156" y="9220"/>
                  </a:lnTo>
                  <a:lnTo>
                    <a:pt x="56316" y="8739"/>
                  </a:lnTo>
                  <a:lnTo>
                    <a:pt x="56396" y="8217"/>
                  </a:lnTo>
                  <a:lnTo>
                    <a:pt x="56477" y="7696"/>
                  </a:lnTo>
                  <a:lnTo>
                    <a:pt x="56517" y="7135"/>
                  </a:lnTo>
                  <a:lnTo>
                    <a:pt x="56517" y="6614"/>
                  </a:lnTo>
                  <a:lnTo>
                    <a:pt x="56477" y="6093"/>
                  </a:lnTo>
                  <a:lnTo>
                    <a:pt x="56437" y="5572"/>
                  </a:lnTo>
                  <a:lnTo>
                    <a:pt x="56316" y="5091"/>
                  </a:lnTo>
                  <a:lnTo>
                    <a:pt x="56156" y="4570"/>
                  </a:lnTo>
                  <a:lnTo>
                    <a:pt x="55956" y="4089"/>
                  </a:lnTo>
                  <a:lnTo>
                    <a:pt x="55715" y="3608"/>
                  </a:lnTo>
                  <a:lnTo>
                    <a:pt x="55354" y="3047"/>
                  </a:lnTo>
                  <a:lnTo>
                    <a:pt x="54994" y="2526"/>
                  </a:lnTo>
                  <a:lnTo>
                    <a:pt x="54553" y="2085"/>
                  </a:lnTo>
                  <a:lnTo>
                    <a:pt x="54152" y="1724"/>
                  </a:lnTo>
                  <a:lnTo>
                    <a:pt x="53711" y="1363"/>
                  </a:lnTo>
                  <a:lnTo>
                    <a:pt x="53230" y="1083"/>
                  </a:lnTo>
                  <a:lnTo>
                    <a:pt x="52789" y="842"/>
                  </a:lnTo>
                  <a:lnTo>
                    <a:pt x="52348" y="642"/>
                  </a:lnTo>
                  <a:lnTo>
                    <a:pt x="51947" y="482"/>
                  </a:lnTo>
                  <a:lnTo>
                    <a:pt x="51547" y="321"/>
                  </a:lnTo>
                  <a:lnTo>
                    <a:pt x="50825" y="161"/>
                  </a:lnTo>
                  <a:lnTo>
                    <a:pt x="50344" y="41"/>
                  </a:lnTo>
                  <a:lnTo>
                    <a:pt x="50064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2596000" y="3957750"/>
              <a:ext cx="667400" cy="622300"/>
            </a:xfrm>
            <a:custGeom>
              <a:rect b="b" l="l" r="r" t="t"/>
              <a:pathLst>
                <a:path extrusionOk="0" h="24892" w="26696">
                  <a:moveTo>
                    <a:pt x="18318" y="0"/>
                  </a:moveTo>
                  <a:lnTo>
                    <a:pt x="18158" y="1123"/>
                  </a:lnTo>
                  <a:lnTo>
                    <a:pt x="18037" y="2125"/>
                  </a:lnTo>
                  <a:lnTo>
                    <a:pt x="17957" y="3047"/>
                  </a:lnTo>
                  <a:lnTo>
                    <a:pt x="17957" y="3768"/>
                  </a:lnTo>
                  <a:lnTo>
                    <a:pt x="17917" y="4570"/>
                  </a:lnTo>
                  <a:lnTo>
                    <a:pt x="17877" y="5251"/>
                  </a:lnTo>
                  <a:lnTo>
                    <a:pt x="17717" y="6413"/>
                  </a:lnTo>
                  <a:lnTo>
                    <a:pt x="17356" y="8458"/>
                  </a:lnTo>
                  <a:lnTo>
                    <a:pt x="17276" y="8618"/>
                  </a:lnTo>
                  <a:lnTo>
                    <a:pt x="17236" y="8698"/>
                  </a:lnTo>
                  <a:lnTo>
                    <a:pt x="17116" y="8818"/>
                  </a:lnTo>
                  <a:lnTo>
                    <a:pt x="16955" y="8979"/>
                  </a:lnTo>
                  <a:lnTo>
                    <a:pt x="16715" y="9139"/>
                  </a:lnTo>
                  <a:lnTo>
                    <a:pt x="16434" y="9299"/>
                  </a:lnTo>
                  <a:lnTo>
                    <a:pt x="16073" y="9500"/>
                  </a:lnTo>
                  <a:lnTo>
                    <a:pt x="15632" y="9700"/>
                  </a:lnTo>
                  <a:lnTo>
                    <a:pt x="15071" y="9901"/>
                  </a:lnTo>
                  <a:lnTo>
                    <a:pt x="13588" y="10382"/>
                  </a:lnTo>
                  <a:lnTo>
                    <a:pt x="11624" y="10943"/>
                  </a:lnTo>
                  <a:lnTo>
                    <a:pt x="9059" y="11584"/>
                  </a:lnTo>
                  <a:lnTo>
                    <a:pt x="7576" y="11905"/>
                  </a:lnTo>
                  <a:lnTo>
                    <a:pt x="4289" y="12746"/>
                  </a:lnTo>
                  <a:lnTo>
                    <a:pt x="3528" y="12827"/>
                  </a:lnTo>
                  <a:lnTo>
                    <a:pt x="2846" y="12907"/>
                  </a:lnTo>
                  <a:lnTo>
                    <a:pt x="2085" y="13027"/>
                  </a:lnTo>
                  <a:lnTo>
                    <a:pt x="1363" y="13227"/>
                  </a:lnTo>
                  <a:lnTo>
                    <a:pt x="1002" y="13348"/>
                  </a:lnTo>
                  <a:lnTo>
                    <a:pt x="682" y="13468"/>
                  </a:lnTo>
                  <a:lnTo>
                    <a:pt x="441" y="13628"/>
                  </a:lnTo>
                  <a:lnTo>
                    <a:pt x="201" y="13789"/>
                  </a:lnTo>
                  <a:lnTo>
                    <a:pt x="81" y="13989"/>
                  </a:lnTo>
                  <a:lnTo>
                    <a:pt x="0" y="14189"/>
                  </a:lnTo>
                  <a:lnTo>
                    <a:pt x="0" y="14430"/>
                  </a:lnTo>
                  <a:lnTo>
                    <a:pt x="41" y="14550"/>
                  </a:lnTo>
                  <a:lnTo>
                    <a:pt x="121" y="14711"/>
                  </a:lnTo>
                  <a:lnTo>
                    <a:pt x="481" y="14831"/>
                  </a:lnTo>
                  <a:lnTo>
                    <a:pt x="842" y="14911"/>
                  </a:lnTo>
                  <a:lnTo>
                    <a:pt x="1243" y="14951"/>
                  </a:lnTo>
                  <a:lnTo>
                    <a:pt x="2005" y="14951"/>
                  </a:lnTo>
                  <a:lnTo>
                    <a:pt x="2445" y="14911"/>
                  </a:lnTo>
                  <a:lnTo>
                    <a:pt x="3287" y="14791"/>
                  </a:lnTo>
                  <a:lnTo>
                    <a:pt x="5251" y="14390"/>
                  </a:lnTo>
                  <a:lnTo>
                    <a:pt x="6414" y="14189"/>
                  </a:lnTo>
                  <a:lnTo>
                    <a:pt x="7696" y="13989"/>
                  </a:lnTo>
                  <a:lnTo>
                    <a:pt x="8378" y="13949"/>
                  </a:lnTo>
                  <a:lnTo>
                    <a:pt x="9259" y="13909"/>
                  </a:lnTo>
                  <a:lnTo>
                    <a:pt x="10221" y="13869"/>
                  </a:lnTo>
                  <a:lnTo>
                    <a:pt x="11344" y="13869"/>
                  </a:lnTo>
                  <a:lnTo>
                    <a:pt x="11384" y="13989"/>
                  </a:lnTo>
                  <a:lnTo>
                    <a:pt x="11424" y="14149"/>
                  </a:lnTo>
                  <a:lnTo>
                    <a:pt x="11424" y="14310"/>
                  </a:lnTo>
                  <a:lnTo>
                    <a:pt x="11384" y="14510"/>
                  </a:lnTo>
                  <a:lnTo>
                    <a:pt x="11304" y="14711"/>
                  </a:lnTo>
                  <a:lnTo>
                    <a:pt x="11143" y="14871"/>
                  </a:lnTo>
                  <a:lnTo>
                    <a:pt x="10983" y="15031"/>
                  </a:lnTo>
                  <a:lnTo>
                    <a:pt x="10742" y="15151"/>
                  </a:lnTo>
                  <a:lnTo>
                    <a:pt x="10141" y="15432"/>
                  </a:lnTo>
                  <a:lnTo>
                    <a:pt x="9380" y="15713"/>
                  </a:lnTo>
                  <a:lnTo>
                    <a:pt x="7456" y="16274"/>
                  </a:lnTo>
                  <a:lnTo>
                    <a:pt x="6253" y="16634"/>
                  </a:lnTo>
                  <a:lnTo>
                    <a:pt x="4931" y="17075"/>
                  </a:lnTo>
                  <a:lnTo>
                    <a:pt x="3488" y="17556"/>
                  </a:lnTo>
                  <a:lnTo>
                    <a:pt x="2646" y="17877"/>
                  </a:lnTo>
                  <a:lnTo>
                    <a:pt x="1844" y="18238"/>
                  </a:lnTo>
                  <a:lnTo>
                    <a:pt x="1123" y="18598"/>
                  </a:lnTo>
                  <a:lnTo>
                    <a:pt x="521" y="18959"/>
                  </a:lnTo>
                  <a:lnTo>
                    <a:pt x="321" y="19160"/>
                  </a:lnTo>
                  <a:lnTo>
                    <a:pt x="161" y="19320"/>
                  </a:lnTo>
                  <a:lnTo>
                    <a:pt x="41" y="19520"/>
                  </a:lnTo>
                  <a:lnTo>
                    <a:pt x="41" y="19681"/>
                  </a:lnTo>
                  <a:lnTo>
                    <a:pt x="81" y="19761"/>
                  </a:lnTo>
                  <a:lnTo>
                    <a:pt x="121" y="19881"/>
                  </a:lnTo>
                  <a:lnTo>
                    <a:pt x="281" y="20041"/>
                  </a:lnTo>
                  <a:lnTo>
                    <a:pt x="521" y="20162"/>
                  </a:lnTo>
                  <a:lnTo>
                    <a:pt x="682" y="20242"/>
                  </a:lnTo>
                  <a:lnTo>
                    <a:pt x="1002" y="20362"/>
                  </a:lnTo>
                  <a:lnTo>
                    <a:pt x="1323" y="20442"/>
                  </a:lnTo>
                  <a:lnTo>
                    <a:pt x="1644" y="20482"/>
                  </a:lnTo>
                  <a:lnTo>
                    <a:pt x="2005" y="20522"/>
                  </a:lnTo>
                  <a:lnTo>
                    <a:pt x="2325" y="20482"/>
                  </a:lnTo>
                  <a:lnTo>
                    <a:pt x="2686" y="20442"/>
                  </a:lnTo>
                  <a:lnTo>
                    <a:pt x="3407" y="20242"/>
                  </a:lnTo>
                  <a:lnTo>
                    <a:pt x="4129" y="19961"/>
                  </a:lnTo>
                  <a:lnTo>
                    <a:pt x="4890" y="19641"/>
                  </a:lnTo>
                  <a:lnTo>
                    <a:pt x="6414" y="18919"/>
                  </a:lnTo>
                  <a:lnTo>
                    <a:pt x="7656" y="18398"/>
                  </a:lnTo>
                  <a:lnTo>
                    <a:pt x="9139" y="17877"/>
                  </a:lnTo>
                  <a:lnTo>
                    <a:pt x="9981" y="17596"/>
                  </a:lnTo>
                  <a:lnTo>
                    <a:pt x="10863" y="17316"/>
                  </a:lnTo>
                  <a:lnTo>
                    <a:pt x="11865" y="17035"/>
                  </a:lnTo>
                  <a:lnTo>
                    <a:pt x="12867" y="16795"/>
                  </a:lnTo>
                  <a:lnTo>
                    <a:pt x="10302" y="18278"/>
                  </a:lnTo>
                  <a:lnTo>
                    <a:pt x="7656" y="19761"/>
                  </a:lnTo>
                  <a:lnTo>
                    <a:pt x="5452" y="20923"/>
                  </a:lnTo>
                  <a:lnTo>
                    <a:pt x="3247" y="22086"/>
                  </a:lnTo>
                  <a:lnTo>
                    <a:pt x="3327" y="22406"/>
                  </a:lnTo>
                  <a:lnTo>
                    <a:pt x="3407" y="22607"/>
                  </a:lnTo>
                  <a:lnTo>
                    <a:pt x="3528" y="22767"/>
                  </a:lnTo>
                  <a:lnTo>
                    <a:pt x="3608" y="22887"/>
                  </a:lnTo>
                  <a:lnTo>
                    <a:pt x="3848" y="23048"/>
                  </a:lnTo>
                  <a:lnTo>
                    <a:pt x="4129" y="23168"/>
                  </a:lnTo>
                  <a:lnTo>
                    <a:pt x="4490" y="23208"/>
                  </a:lnTo>
                  <a:lnTo>
                    <a:pt x="4890" y="23168"/>
                  </a:lnTo>
                  <a:lnTo>
                    <a:pt x="5291" y="23048"/>
                  </a:lnTo>
                  <a:lnTo>
                    <a:pt x="5732" y="22887"/>
                  </a:lnTo>
                  <a:lnTo>
                    <a:pt x="6173" y="22647"/>
                  </a:lnTo>
                  <a:lnTo>
                    <a:pt x="6614" y="22326"/>
                  </a:lnTo>
                  <a:lnTo>
                    <a:pt x="14671" y="18478"/>
                  </a:lnTo>
                  <a:lnTo>
                    <a:pt x="15632" y="19440"/>
                  </a:lnTo>
                  <a:lnTo>
                    <a:pt x="14390" y="20442"/>
                  </a:lnTo>
                  <a:lnTo>
                    <a:pt x="13187" y="21284"/>
                  </a:lnTo>
                  <a:lnTo>
                    <a:pt x="12145" y="22005"/>
                  </a:lnTo>
                  <a:lnTo>
                    <a:pt x="11183" y="22567"/>
                  </a:lnTo>
                  <a:lnTo>
                    <a:pt x="10342" y="23088"/>
                  </a:lnTo>
                  <a:lnTo>
                    <a:pt x="9620" y="23609"/>
                  </a:lnTo>
                  <a:lnTo>
                    <a:pt x="9299" y="23809"/>
                  </a:lnTo>
                  <a:lnTo>
                    <a:pt x="9099" y="24050"/>
                  </a:lnTo>
                  <a:lnTo>
                    <a:pt x="8979" y="24250"/>
                  </a:lnTo>
                  <a:lnTo>
                    <a:pt x="8939" y="24370"/>
                  </a:lnTo>
                  <a:lnTo>
                    <a:pt x="8979" y="24450"/>
                  </a:lnTo>
                  <a:lnTo>
                    <a:pt x="9019" y="24571"/>
                  </a:lnTo>
                  <a:lnTo>
                    <a:pt x="9139" y="24691"/>
                  </a:lnTo>
                  <a:lnTo>
                    <a:pt x="9299" y="24731"/>
                  </a:lnTo>
                  <a:lnTo>
                    <a:pt x="9460" y="24811"/>
                  </a:lnTo>
                  <a:lnTo>
                    <a:pt x="9740" y="24851"/>
                  </a:lnTo>
                  <a:lnTo>
                    <a:pt x="9901" y="24891"/>
                  </a:lnTo>
                  <a:lnTo>
                    <a:pt x="10582" y="24891"/>
                  </a:lnTo>
                  <a:lnTo>
                    <a:pt x="10943" y="24811"/>
                  </a:lnTo>
                  <a:lnTo>
                    <a:pt x="11304" y="24691"/>
                  </a:lnTo>
                  <a:lnTo>
                    <a:pt x="11664" y="24531"/>
                  </a:lnTo>
                  <a:lnTo>
                    <a:pt x="12065" y="24330"/>
                  </a:lnTo>
                  <a:lnTo>
                    <a:pt x="12947" y="23809"/>
                  </a:lnTo>
                  <a:lnTo>
                    <a:pt x="16113" y="21404"/>
                  </a:lnTo>
                  <a:lnTo>
                    <a:pt x="17677" y="20282"/>
                  </a:lnTo>
                  <a:lnTo>
                    <a:pt x="18478" y="19801"/>
                  </a:lnTo>
                  <a:lnTo>
                    <a:pt x="18839" y="19601"/>
                  </a:lnTo>
                  <a:lnTo>
                    <a:pt x="19120" y="19480"/>
                  </a:lnTo>
                  <a:lnTo>
                    <a:pt x="19641" y="19240"/>
                  </a:lnTo>
                  <a:lnTo>
                    <a:pt x="20162" y="19039"/>
                  </a:lnTo>
                  <a:lnTo>
                    <a:pt x="20723" y="18879"/>
                  </a:lnTo>
                  <a:lnTo>
                    <a:pt x="21003" y="18759"/>
                  </a:lnTo>
                  <a:lnTo>
                    <a:pt x="21845" y="18398"/>
                  </a:lnTo>
                  <a:lnTo>
                    <a:pt x="22326" y="18158"/>
                  </a:lnTo>
                  <a:lnTo>
                    <a:pt x="22767" y="17877"/>
                  </a:lnTo>
                  <a:lnTo>
                    <a:pt x="23208" y="17596"/>
                  </a:lnTo>
                  <a:lnTo>
                    <a:pt x="23609" y="17236"/>
                  </a:lnTo>
                  <a:lnTo>
                    <a:pt x="23970" y="16915"/>
                  </a:lnTo>
                  <a:lnTo>
                    <a:pt x="24330" y="16554"/>
                  </a:lnTo>
                  <a:lnTo>
                    <a:pt x="24611" y="16194"/>
                  </a:lnTo>
                  <a:lnTo>
                    <a:pt x="24932" y="15793"/>
                  </a:lnTo>
                  <a:lnTo>
                    <a:pt x="25172" y="15392"/>
                  </a:lnTo>
                  <a:lnTo>
                    <a:pt x="25413" y="15031"/>
                  </a:lnTo>
                  <a:lnTo>
                    <a:pt x="25853" y="14189"/>
                  </a:lnTo>
                  <a:lnTo>
                    <a:pt x="26174" y="13388"/>
                  </a:lnTo>
                  <a:lnTo>
                    <a:pt x="26415" y="12586"/>
                  </a:lnTo>
                  <a:lnTo>
                    <a:pt x="26575" y="11825"/>
                  </a:lnTo>
                  <a:lnTo>
                    <a:pt x="26655" y="11143"/>
                  </a:lnTo>
                  <a:lnTo>
                    <a:pt x="26695" y="10502"/>
                  </a:lnTo>
                  <a:lnTo>
                    <a:pt x="26695" y="9941"/>
                  </a:lnTo>
                  <a:lnTo>
                    <a:pt x="26615" y="9540"/>
                  </a:lnTo>
                  <a:lnTo>
                    <a:pt x="26495" y="9219"/>
                  </a:lnTo>
                  <a:lnTo>
                    <a:pt x="26415" y="9099"/>
                  </a:lnTo>
                  <a:lnTo>
                    <a:pt x="26334" y="9059"/>
                  </a:lnTo>
                  <a:lnTo>
                    <a:pt x="26254" y="9019"/>
                  </a:lnTo>
                  <a:lnTo>
                    <a:pt x="26174" y="9059"/>
                  </a:lnTo>
                  <a:lnTo>
                    <a:pt x="25052" y="8858"/>
                  </a:lnTo>
                  <a:lnTo>
                    <a:pt x="24130" y="8618"/>
                  </a:lnTo>
                  <a:lnTo>
                    <a:pt x="23368" y="8337"/>
                  </a:lnTo>
                  <a:lnTo>
                    <a:pt x="22767" y="8057"/>
                  </a:lnTo>
                  <a:lnTo>
                    <a:pt x="22326" y="7736"/>
                  </a:lnTo>
                  <a:lnTo>
                    <a:pt x="21965" y="7416"/>
                  </a:lnTo>
                  <a:lnTo>
                    <a:pt x="21725" y="7095"/>
                  </a:lnTo>
                  <a:lnTo>
                    <a:pt x="21565" y="6774"/>
                  </a:lnTo>
                  <a:lnTo>
                    <a:pt x="21484" y="6494"/>
                  </a:lnTo>
                  <a:lnTo>
                    <a:pt x="21444" y="6253"/>
                  </a:lnTo>
                  <a:lnTo>
                    <a:pt x="21364" y="5772"/>
                  </a:lnTo>
                  <a:lnTo>
                    <a:pt x="21404" y="5291"/>
                  </a:lnTo>
                  <a:lnTo>
                    <a:pt x="21444" y="4810"/>
                  </a:lnTo>
                  <a:lnTo>
                    <a:pt x="21484" y="4289"/>
                  </a:lnTo>
                  <a:lnTo>
                    <a:pt x="21484" y="3768"/>
                  </a:lnTo>
                  <a:lnTo>
                    <a:pt x="21404" y="3247"/>
                  </a:lnTo>
                  <a:lnTo>
                    <a:pt x="21324" y="2926"/>
                  </a:lnTo>
                  <a:lnTo>
                    <a:pt x="21204" y="2646"/>
                  </a:lnTo>
                  <a:lnTo>
                    <a:pt x="20963" y="2165"/>
                  </a:lnTo>
                  <a:lnTo>
                    <a:pt x="20683" y="1724"/>
                  </a:lnTo>
                  <a:lnTo>
                    <a:pt x="20322" y="1323"/>
                  </a:lnTo>
                  <a:lnTo>
                    <a:pt x="19961" y="1002"/>
                  </a:lnTo>
                  <a:lnTo>
                    <a:pt x="19561" y="682"/>
                  </a:lnTo>
                  <a:lnTo>
                    <a:pt x="19120" y="441"/>
                  </a:lnTo>
                  <a:lnTo>
                    <a:pt x="18719" y="201"/>
                  </a:lnTo>
                  <a:lnTo>
                    <a:pt x="18318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1873525" y="2477700"/>
              <a:ext cx="752550" cy="241525"/>
            </a:xfrm>
            <a:custGeom>
              <a:rect b="b" l="l" r="r" t="t"/>
              <a:pathLst>
                <a:path extrusionOk="0" h="9661" w="30102">
                  <a:moveTo>
                    <a:pt x="11664" y="1"/>
                  </a:moveTo>
                  <a:lnTo>
                    <a:pt x="10582" y="41"/>
                  </a:lnTo>
                  <a:lnTo>
                    <a:pt x="9460" y="161"/>
                  </a:lnTo>
                  <a:lnTo>
                    <a:pt x="8377" y="281"/>
                  </a:lnTo>
                  <a:lnTo>
                    <a:pt x="7335" y="482"/>
                  </a:lnTo>
                  <a:lnTo>
                    <a:pt x="6293" y="682"/>
                  </a:lnTo>
                  <a:lnTo>
                    <a:pt x="5331" y="923"/>
                  </a:lnTo>
                  <a:lnTo>
                    <a:pt x="4409" y="1163"/>
                  </a:lnTo>
                  <a:lnTo>
                    <a:pt x="3567" y="1444"/>
                  </a:lnTo>
                  <a:lnTo>
                    <a:pt x="2766" y="1724"/>
                  </a:lnTo>
                  <a:lnTo>
                    <a:pt x="2084" y="2045"/>
                  </a:lnTo>
                  <a:lnTo>
                    <a:pt x="1443" y="2326"/>
                  </a:lnTo>
                  <a:lnTo>
                    <a:pt x="922" y="2646"/>
                  </a:lnTo>
                  <a:lnTo>
                    <a:pt x="521" y="2967"/>
                  </a:lnTo>
                  <a:lnTo>
                    <a:pt x="241" y="3247"/>
                  </a:lnTo>
                  <a:lnTo>
                    <a:pt x="120" y="3368"/>
                  </a:lnTo>
                  <a:lnTo>
                    <a:pt x="40" y="3528"/>
                  </a:lnTo>
                  <a:lnTo>
                    <a:pt x="0" y="3648"/>
                  </a:lnTo>
                  <a:lnTo>
                    <a:pt x="0" y="3769"/>
                  </a:lnTo>
                  <a:lnTo>
                    <a:pt x="40" y="3889"/>
                  </a:lnTo>
                  <a:lnTo>
                    <a:pt x="80" y="3969"/>
                  </a:lnTo>
                  <a:lnTo>
                    <a:pt x="241" y="4089"/>
                  </a:lnTo>
                  <a:lnTo>
                    <a:pt x="481" y="4209"/>
                  </a:lnTo>
                  <a:lnTo>
                    <a:pt x="802" y="4330"/>
                  </a:lnTo>
                  <a:lnTo>
                    <a:pt x="1243" y="4410"/>
                  </a:lnTo>
                  <a:lnTo>
                    <a:pt x="1724" y="4490"/>
                  </a:lnTo>
                  <a:lnTo>
                    <a:pt x="3006" y="4610"/>
                  </a:lnTo>
                  <a:lnTo>
                    <a:pt x="4610" y="4811"/>
                  </a:lnTo>
                  <a:lnTo>
                    <a:pt x="6574" y="5091"/>
                  </a:lnTo>
                  <a:lnTo>
                    <a:pt x="7656" y="5292"/>
                  </a:lnTo>
                  <a:lnTo>
                    <a:pt x="8858" y="5532"/>
                  </a:lnTo>
                  <a:lnTo>
                    <a:pt x="10101" y="5813"/>
                  </a:lnTo>
                  <a:lnTo>
                    <a:pt x="11464" y="6173"/>
                  </a:lnTo>
                  <a:lnTo>
                    <a:pt x="12706" y="6534"/>
                  </a:lnTo>
                  <a:lnTo>
                    <a:pt x="13909" y="6935"/>
                  </a:lnTo>
                  <a:lnTo>
                    <a:pt x="16073" y="7657"/>
                  </a:lnTo>
                  <a:lnTo>
                    <a:pt x="17997" y="8338"/>
                  </a:lnTo>
                  <a:lnTo>
                    <a:pt x="19801" y="8939"/>
                  </a:lnTo>
                  <a:lnTo>
                    <a:pt x="20683" y="9180"/>
                  </a:lnTo>
                  <a:lnTo>
                    <a:pt x="21524" y="9380"/>
                  </a:lnTo>
                  <a:lnTo>
                    <a:pt x="22366" y="9540"/>
                  </a:lnTo>
                  <a:lnTo>
                    <a:pt x="23248" y="9661"/>
                  </a:lnTo>
                  <a:lnTo>
                    <a:pt x="24971" y="9661"/>
                  </a:lnTo>
                  <a:lnTo>
                    <a:pt x="25893" y="9540"/>
                  </a:lnTo>
                  <a:lnTo>
                    <a:pt x="26815" y="9340"/>
                  </a:lnTo>
                  <a:lnTo>
                    <a:pt x="27857" y="9059"/>
                  </a:lnTo>
                  <a:lnTo>
                    <a:pt x="28378" y="8899"/>
                  </a:lnTo>
                  <a:lnTo>
                    <a:pt x="28899" y="8739"/>
                  </a:lnTo>
                  <a:lnTo>
                    <a:pt x="29340" y="8498"/>
                  </a:lnTo>
                  <a:lnTo>
                    <a:pt x="29701" y="8258"/>
                  </a:lnTo>
                  <a:lnTo>
                    <a:pt x="29861" y="8097"/>
                  </a:lnTo>
                  <a:lnTo>
                    <a:pt x="29982" y="7937"/>
                  </a:lnTo>
                  <a:lnTo>
                    <a:pt x="30062" y="7777"/>
                  </a:lnTo>
                  <a:lnTo>
                    <a:pt x="30102" y="7616"/>
                  </a:lnTo>
                  <a:lnTo>
                    <a:pt x="30102" y="7376"/>
                  </a:lnTo>
                  <a:lnTo>
                    <a:pt x="30062" y="7095"/>
                  </a:lnTo>
                  <a:lnTo>
                    <a:pt x="29982" y="6815"/>
                  </a:lnTo>
                  <a:lnTo>
                    <a:pt x="29821" y="6534"/>
                  </a:lnTo>
                  <a:lnTo>
                    <a:pt x="29661" y="6254"/>
                  </a:lnTo>
                  <a:lnTo>
                    <a:pt x="29380" y="5973"/>
                  </a:lnTo>
                  <a:lnTo>
                    <a:pt x="29100" y="5652"/>
                  </a:lnTo>
                  <a:lnTo>
                    <a:pt x="28779" y="5332"/>
                  </a:lnTo>
                  <a:lnTo>
                    <a:pt x="27978" y="4690"/>
                  </a:lnTo>
                  <a:lnTo>
                    <a:pt x="27016" y="4049"/>
                  </a:lnTo>
                  <a:lnTo>
                    <a:pt x="25893" y="3408"/>
                  </a:lnTo>
                  <a:lnTo>
                    <a:pt x="24651" y="2767"/>
                  </a:lnTo>
                  <a:lnTo>
                    <a:pt x="23288" y="2205"/>
                  </a:lnTo>
                  <a:lnTo>
                    <a:pt x="21845" y="1644"/>
                  </a:lnTo>
                  <a:lnTo>
                    <a:pt x="20282" y="1163"/>
                  </a:lnTo>
                  <a:lnTo>
                    <a:pt x="18638" y="722"/>
                  </a:lnTo>
                  <a:lnTo>
                    <a:pt x="17797" y="562"/>
                  </a:lnTo>
                  <a:lnTo>
                    <a:pt x="16955" y="402"/>
                  </a:lnTo>
                  <a:lnTo>
                    <a:pt x="16113" y="281"/>
                  </a:lnTo>
                  <a:lnTo>
                    <a:pt x="15231" y="161"/>
                  </a:lnTo>
                  <a:lnTo>
                    <a:pt x="14350" y="81"/>
                  </a:lnTo>
                  <a:lnTo>
                    <a:pt x="13468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4"/>
            <p:cNvSpPr/>
            <p:nvPr/>
          </p:nvSpPr>
          <p:spPr>
            <a:xfrm>
              <a:off x="1842450" y="1618950"/>
              <a:ext cx="892850" cy="913900"/>
            </a:xfrm>
            <a:custGeom>
              <a:rect b="b" l="l" r="r" t="t"/>
              <a:pathLst>
                <a:path extrusionOk="0" h="36556" w="35714">
                  <a:moveTo>
                    <a:pt x="16514" y="0"/>
                  </a:moveTo>
                  <a:lnTo>
                    <a:pt x="16354" y="40"/>
                  </a:lnTo>
                  <a:lnTo>
                    <a:pt x="16234" y="81"/>
                  </a:lnTo>
                  <a:lnTo>
                    <a:pt x="16114" y="201"/>
                  </a:lnTo>
                  <a:lnTo>
                    <a:pt x="15993" y="281"/>
                  </a:lnTo>
                  <a:lnTo>
                    <a:pt x="15913" y="401"/>
                  </a:lnTo>
                  <a:lnTo>
                    <a:pt x="15873" y="561"/>
                  </a:lnTo>
                  <a:lnTo>
                    <a:pt x="15833" y="722"/>
                  </a:lnTo>
                  <a:lnTo>
                    <a:pt x="15793" y="882"/>
                  </a:lnTo>
                  <a:lnTo>
                    <a:pt x="1" y="36555"/>
                  </a:lnTo>
                  <a:lnTo>
                    <a:pt x="35714" y="36555"/>
                  </a:lnTo>
                  <a:lnTo>
                    <a:pt x="17436" y="882"/>
                  </a:lnTo>
                  <a:lnTo>
                    <a:pt x="17396" y="682"/>
                  </a:lnTo>
                  <a:lnTo>
                    <a:pt x="17356" y="521"/>
                  </a:lnTo>
                  <a:lnTo>
                    <a:pt x="17276" y="361"/>
                  </a:lnTo>
                  <a:lnTo>
                    <a:pt x="17156" y="201"/>
                  </a:lnTo>
                  <a:lnTo>
                    <a:pt x="16995" y="121"/>
                  </a:lnTo>
                  <a:lnTo>
                    <a:pt x="16835" y="40"/>
                  </a:lnTo>
                  <a:lnTo>
                    <a:pt x="166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4"/>
            <p:cNvSpPr/>
            <p:nvPr/>
          </p:nvSpPr>
          <p:spPr>
            <a:xfrm>
              <a:off x="3955775" y="2176100"/>
              <a:ext cx="72175" cy="809675"/>
            </a:xfrm>
            <a:custGeom>
              <a:rect b="b" l="l" r="r" t="t"/>
              <a:pathLst>
                <a:path extrusionOk="0" h="32387" w="2887">
                  <a:moveTo>
                    <a:pt x="2446" y="0"/>
                  </a:moveTo>
                  <a:lnTo>
                    <a:pt x="2326" y="80"/>
                  </a:lnTo>
                  <a:lnTo>
                    <a:pt x="2205" y="200"/>
                  </a:lnTo>
                  <a:lnTo>
                    <a:pt x="2165" y="321"/>
                  </a:lnTo>
                  <a:lnTo>
                    <a:pt x="1" y="31986"/>
                  </a:lnTo>
                  <a:lnTo>
                    <a:pt x="41" y="32146"/>
                  </a:lnTo>
                  <a:lnTo>
                    <a:pt x="81" y="32266"/>
                  </a:lnTo>
                  <a:lnTo>
                    <a:pt x="201" y="32346"/>
                  </a:lnTo>
                  <a:lnTo>
                    <a:pt x="362" y="32387"/>
                  </a:lnTo>
                  <a:lnTo>
                    <a:pt x="522" y="32346"/>
                  </a:lnTo>
                  <a:lnTo>
                    <a:pt x="602" y="32266"/>
                  </a:lnTo>
                  <a:lnTo>
                    <a:pt x="682" y="32186"/>
                  </a:lnTo>
                  <a:lnTo>
                    <a:pt x="722" y="32066"/>
                  </a:lnTo>
                  <a:lnTo>
                    <a:pt x="2887" y="401"/>
                  </a:lnTo>
                  <a:lnTo>
                    <a:pt x="2887" y="241"/>
                  </a:lnTo>
                  <a:lnTo>
                    <a:pt x="2807" y="120"/>
                  </a:lnTo>
                  <a:lnTo>
                    <a:pt x="2686" y="40"/>
                  </a:lnTo>
                  <a:lnTo>
                    <a:pt x="25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4583075" y="2093925"/>
              <a:ext cx="33100" cy="950975"/>
            </a:xfrm>
            <a:custGeom>
              <a:rect b="b" l="l" r="r" t="t"/>
              <a:pathLst>
                <a:path extrusionOk="0" h="38039" w="1324">
                  <a:moveTo>
                    <a:pt x="321" y="0"/>
                  </a:moveTo>
                  <a:lnTo>
                    <a:pt x="201" y="40"/>
                  </a:lnTo>
                  <a:lnTo>
                    <a:pt x="81" y="121"/>
                  </a:lnTo>
                  <a:lnTo>
                    <a:pt x="0" y="241"/>
                  </a:lnTo>
                  <a:lnTo>
                    <a:pt x="0" y="401"/>
                  </a:lnTo>
                  <a:lnTo>
                    <a:pt x="602" y="37678"/>
                  </a:lnTo>
                  <a:lnTo>
                    <a:pt x="642" y="37798"/>
                  </a:lnTo>
                  <a:lnTo>
                    <a:pt x="722" y="37918"/>
                  </a:lnTo>
                  <a:lnTo>
                    <a:pt x="842" y="37998"/>
                  </a:lnTo>
                  <a:lnTo>
                    <a:pt x="962" y="38038"/>
                  </a:lnTo>
                  <a:lnTo>
                    <a:pt x="1123" y="37998"/>
                  </a:lnTo>
                  <a:lnTo>
                    <a:pt x="1243" y="37918"/>
                  </a:lnTo>
                  <a:lnTo>
                    <a:pt x="1323" y="37798"/>
                  </a:lnTo>
                  <a:lnTo>
                    <a:pt x="1323" y="37678"/>
                  </a:lnTo>
                  <a:lnTo>
                    <a:pt x="722" y="361"/>
                  </a:lnTo>
                  <a:lnTo>
                    <a:pt x="682" y="241"/>
                  </a:lnTo>
                  <a:lnTo>
                    <a:pt x="602" y="121"/>
                  </a:lnTo>
                  <a:lnTo>
                    <a:pt x="481" y="40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840400" y="1615950"/>
              <a:ext cx="916900" cy="617275"/>
            </a:xfrm>
            <a:custGeom>
              <a:rect b="b" l="l" r="r" t="t"/>
              <a:pathLst>
                <a:path extrusionOk="0" h="24691" w="36676">
                  <a:moveTo>
                    <a:pt x="6414" y="0"/>
                  </a:moveTo>
                  <a:lnTo>
                    <a:pt x="6133" y="80"/>
                  </a:lnTo>
                  <a:lnTo>
                    <a:pt x="5692" y="241"/>
                  </a:lnTo>
                  <a:lnTo>
                    <a:pt x="5171" y="481"/>
                  </a:lnTo>
                  <a:lnTo>
                    <a:pt x="4570" y="762"/>
                  </a:lnTo>
                  <a:lnTo>
                    <a:pt x="3928" y="1203"/>
                  </a:lnTo>
                  <a:lnTo>
                    <a:pt x="3247" y="1764"/>
                  </a:lnTo>
                  <a:lnTo>
                    <a:pt x="2926" y="2084"/>
                  </a:lnTo>
                  <a:lnTo>
                    <a:pt x="2566" y="2445"/>
                  </a:lnTo>
                  <a:lnTo>
                    <a:pt x="2245" y="2806"/>
                  </a:lnTo>
                  <a:lnTo>
                    <a:pt x="1924" y="3247"/>
                  </a:lnTo>
                  <a:lnTo>
                    <a:pt x="1604" y="3728"/>
                  </a:lnTo>
                  <a:lnTo>
                    <a:pt x="1283" y="4249"/>
                  </a:lnTo>
                  <a:lnTo>
                    <a:pt x="1043" y="4730"/>
                  </a:lnTo>
                  <a:lnTo>
                    <a:pt x="802" y="5291"/>
                  </a:lnTo>
                  <a:lnTo>
                    <a:pt x="602" y="5812"/>
                  </a:lnTo>
                  <a:lnTo>
                    <a:pt x="441" y="6373"/>
                  </a:lnTo>
                  <a:lnTo>
                    <a:pt x="281" y="6934"/>
                  </a:lnTo>
                  <a:lnTo>
                    <a:pt x="161" y="7495"/>
                  </a:lnTo>
                  <a:lnTo>
                    <a:pt x="81" y="8057"/>
                  </a:lnTo>
                  <a:lnTo>
                    <a:pt x="41" y="8618"/>
                  </a:lnTo>
                  <a:lnTo>
                    <a:pt x="0" y="9219"/>
                  </a:lnTo>
                  <a:lnTo>
                    <a:pt x="0" y="9780"/>
                  </a:lnTo>
                  <a:lnTo>
                    <a:pt x="41" y="10341"/>
                  </a:lnTo>
                  <a:lnTo>
                    <a:pt x="121" y="10902"/>
                  </a:lnTo>
                  <a:lnTo>
                    <a:pt x="201" y="11464"/>
                  </a:lnTo>
                  <a:lnTo>
                    <a:pt x="361" y="12025"/>
                  </a:lnTo>
                  <a:lnTo>
                    <a:pt x="2085" y="13187"/>
                  </a:lnTo>
                  <a:lnTo>
                    <a:pt x="3888" y="14309"/>
                  </a:lnTo>
                  <a:lnTo>
                    <a:pt x="5732" y="15392"/>
                  </a:lnTo>
                  <a:lnTo>
                    <a:pt x="7696" y="16474"/>
                  </a:lnTo>
                  <a:lnTo>
                    <a:pt x="8257" y="16795"/>
                  </a:lnTo>
                  <a:lnTo>
                    <a:pt x="8819" y="17115"/>
                  </a:lnTo>
                  <a:lnTo>
                    <a:pt x="11223" y="18318"/>
                  </a:lnTo>
                  <a:lnTo>
                    <a:pt x="13548" y="19400"/>
                  </a:lnTo>
                  <a:lnTo>
                    <a:pt x="15713" y="20322"/>
                  </a:lnTo>
                  <a:lnTo>
                    <a:pt x="17877" y="21123"/>
                  </a:lnTo>
                  <a:lnTo>
                    <a:pt x="19961" y="21885"/>
                  </a:lnTo>
                  <a:lnTo>
                    <a:pt x="22046" y="22566"/>
                  </a:lnTo>
                  <a:lnTo>
                    <a:pt x="24090" y="23208"/>
                  </a:lnTo>
                  <a:lnTo>
                    <a:pt x="26094" y="23769"/>
                  </a:lnTo>
                  <a:lnTo>
                    <a:pt x="28058" y="24250"/>
                  </a:lnTo>
                  <a:lnTo>
                    <a:pt x="29942" y="24691"/>
                  </a:lnTo>
                  <a:lnTo>
                    <a:pt x="36676" y="15271"/>
                  </a:lnTo>
                  <a:lnTo>
                    <a:pt x="28739" y="11223"/>
                  </a:lnTo>
                  <a:lnTo>
                    <a:pt x="20803" y="7255"/>
                  </a:lnTo>
                  <a:lnTo>
                    <a:pt x="6414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1032800" y="1797300"/>
              <a:ext cx="327700" cy="303650"/>
            </a:xfrm>
            <a:custGeom>
              <a:rect b="b" l="l" r="r" t="t"/>
              <a:pathLst>
                <a:path extrusionOk="0" h="12146" w="13108">
                  <a:moveTo>
                    <a:pt x="13107" y="1"/>
                  </a:moveTo>
                  <a:lnTo>
                    <a:pt x="10061" y="322"/>
                  </a:lnTo>
                  <a:lnTo>
                    <a:pt x="6975" y="642"/>
                  </a:lnTo>
                  <a:lnTo>
                    <a:pt x="0" y="9220"/>
                  </a:lnTo>
                  <a:lnTo>
                    <a:pt x="561" y="9541"/>
                  </a:lnTo>
                  <a:lnTo>
                    <a:pt x="1123" y="9861"/>
                  </a:lnTo>
                  <a:lnTo>
                    <a:pt x="3527" y="11064"/>
                  </a:lnTo>
                  <a:lnTo>
                    <a:pt x="5852" y="12146"/>
                  </a:lnTo>
                  <a:lnTo>
                    <a:pt x="13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714150" y="1604925"/>
              <a:ext cx="653350" cy="524100"/>
            </a:xfrm>
            <a:custGeom>
              <a:rect b="b" l="l" r="r" t="t"/>
              <a:pathLst>
                <a:path extrusionOk="0" h="20964" w="26134">
                  <a:moveTo>
                    <a:pt x="11624" y="0"/>
                  </a:moveTo>
                  <a:lnTo>
                    <a:pt x="11103" y="40"/>
                  </a:lnTo>
                  <a:lnTo>
                    <a:pt x="10502" y="161"/>
                  </a:lnTo>
                  <a:lnTo>
                    <a:pt x="9860" y="281"/>
                  </a:lnTo>
                  <a:lnTo>
                    <a:pt x="9179" y="481"/>
                  </a:lnTo>
                  <a:lnTo>
                    <a:pt x="8457" y="722"/>
                  </a:lnTo>
                  <a:lnTo>
                    <a:pt x="7696" y="1002"/>
                  </a:lnTo>
                  <a:lnTo>
                    <a:pt x="6934" y="1363"/>
                  </a:lnTo>
                  <a:lnTo>
                    <a:pt x="6173" y="1804"/>
                  </a:lnTo>
                  <a:lnTo>
                    <a:pt x="5331" y="2365"/>
                  </a:lnTo>
                  <a:lnTo>
                    <a:pt x="4569" y="2966"/>
                  </a:lnTo>
                  <a:lnTo>
                    <a:pt x="3928" y="3568"/>
                  </a:lnTo>
                  <a:lnTo>
                    <a:pt x="3287" y="4209"/>
                  </a:lnTo>
                  <a:lnTo>
                    <a:pt x="2766" y="4890"/>
                  </a:lnTo>
                  <a:lnTo>
                    <a:pt x="2245" y="5532"/>
                  </a:lnTo>
                  <a:lnTo>
                    <a:pt x="1844" y="6213"/>
                  </a:lnTo>
                  <a:lnTo>
                    <a:pt x="1443" y="6854"/>
                  </a:lnTo>
                  <a:lnTo>
                    <a:pt x="1122" y="7496"/>
                  </a:lnTo>
                  <a:lnTo>
                    <a:pt x="842" y="8097"/>
                  </a:lnTo>
                  <a:lnTo>
                    <a:pt x="441" y="9179"/>
                  </a:lnTo>
                  <a:lnTo>
                    <a:pt x="160" y="10061"/>
                  </a:lnTo>
                  <a:lnTo>
                    <a:pt x="0" y="10662"/>
                  </a:lnTo>
                  <a:lnTo>
                    <a:pt x="13428" y="20963"/>
                  </a:lnTo>
                  <a:lnTo>
                    <a:pt x="26134" y="7375"/>
                  </a:lnTo>
                  <a:lnTo>
                    <a:pt x="116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775275" y="2922625"/>
              <a:ext cx="529100" cy="1429950"/>
            </a:xfrm>
            <a:custGeom>
              <a:rect b="b" l="l" r="r" t="t"/>
              <a:pathLst>
                <a:path extrusionOk="0" h="57198" w="21164">
                  <a:moveTo>
                    <a:pt x="19560" y="0"/>
                  </a:moveTo>
                  <a:lnTo>
                    <a:pt x="8978" y="2646"/>
                  </a:lnTo>
                  <a:lnTo>
                    <a:pt x="0" y="4890"/>
                  </a:lnTo>
                  <a:lnTo>
                    <a:pt x="281" y="10342"/>
                  </a:lnTo>
                  <a:lnTo>
                    <a:pt x="561" y="15031"/>
                  </a:lnTo>
                  <a:lnTo>
                    <a:pt x="802" y="19039"/>
                  </a:lnTo>
                  <a:lnTo>
                    <a:pt x="1042" y="22366"/>
                  </a:lnTo>
                  <a:lnTo>
                    <a:pt x="1243" y="25132"/>
                  </a:lnTo>
                  <a:lnTo>
                    <a:pt x="1443" y="27336"/>
                  </a:lnTo>
                  <a:lnTo>
                    <a:pt x="1643" y="29100"/>
                  </a:lnTo>
                  <a:lnTo>
                    <a:pt x="1804" y="30463"/>
                  </a:lnTo>
                  <a:lnTo>
                    <a:pt x="2044" y="32106"/>
                  </a:lnTo>
                  <a:lnTo>
                    <a:pt x="2525" y="35794"/>
                  </a:lnTo>
                  <a:lnTo>
                    <a:pt x="2966" y="39081"/>
                  </a:lnTo>
                  <a:lnTo>
                    <a:pt x="3407" y="42407"/>
                  </a:lnTo>
                  <a:lnTo>
                    <a:pt x="3407" y="43570"/>
                  </a:lnTo>
                  <a:lnTo>
                    <a:pt x="3367" y="44251"/>
                  </a:lnTo>
                  <a:lnTo>
                    <a:pt x="3327" y="45013"/>
                  </a:lnTo>
                  <a:lnTo>
                    <a:pt x="3247" y="45774"/>
                  </a:lnTo>
                  <a:lnTo>
                    <a:pt x="3126" y="46616"/>
                  </a:lnTo>
                  <a:lnTo>
                    <a:pt x="2966" y="47498"/>
                  </a:lnTo>
                  <a:lnTo>
                    <a:pt x="2766" y="48420"/>
                  </a:lnTo>
                  <a:lnTo>
                    <a:pt x="2485" y="49582"/>
                  </a:lnTo>
                  <a:lnTo>
                    <a:pt x="2205" y="50504"/>
                  </a:lnTo>
                  <a:lnTo>
                    <a:pt x="1724" y="51907"/>
                  </a:lnTo>
                  <a:lnTo>
                    <a:pt x="1563" y="52468"/>
                  </a:lnTo>
                  <a:lnTo>
                    <a:pt x="1443" y="52949"/>
                  </a:lnTo>
                  <a:lnTo>
                    <a:pt x="1443" y="53189"/>
                  </a:lnTo>
                  <a:lnTo>
                    <a:pt x="1443" y="53430"/>
                  </a:lnTo>
                  <a:lnTo>
                    <a:pt x="1483" y="53630"/>
                  </a:lnTo>
                  <a:lnTo>
                    <a:pt x="1523" y="53871"/>
                  </a:lnTo>
                  <a:lnTo>
                    <a:pt x="1643" y="54151"/>
                  </a:lnTo>
                  <a:lnTo>
                    <a:pt x="1764" y="54392"/>
                  </a:lnTo>
                  <a:lnTo>
                    <a:pt x="1924" y="54632"/>
                  </a:lnTo>
                  <a:lnTo>
                    <a:pt x="2084" y="54833"/>
                  </a:lnTo>
                  <a:lnTo>
                    <a:pt x="2525" y="55274"/>
                  </a:lnTo>
                  <a:lnTo>
                    <a:pt x="3046" y="55675"/>
                  </a:lnTo>
                  <a:lnTo>
                    <a:pt x="3648" y="56075"/>
                  </a:lnTo>
                  <a:lnTo>
                    <a:pt x="4329" y="56396"/>
                  </a:lnTo>
                  <a:lnTo>
                    <a:pt x="5050" y="56677"/>
                  </a:lnTo>
                  <a:lnTo>
                    <a:pt x="5852" y="56877"/>
                  </a:lnTo>
                  <a:lnTo>
                    <a:pt x="6654" y="57077"/>
                  </a:lnTo>
                  <a:lnTo>
                    <a:pt x="7495" y="57158"/>
                  </a:lnTo>
                  <a:lnTo>
                    <a:pt x="8377" y="57198"/>
                  </a:lnTo>
                  <a:lnTo>
                    <a:pt x="9219" y="57198"/>
                  </a:lnTo>
                  <a:lnTo>
                    <a:pt x="10101" y="57077"/>
                  </a:lnTo>
                  <a:lnTo>
                    <a:pt x="10943" y="56877"/>
                  </a:lnTo>
                  <a:lnTo>
                    <a:pt x="11744" y="56637"/>
                  </a:lnTo>
                  <a:lnTo>
                    <a:pt x="12145" y="56436"/>
                  </a:lnTo>
                  <a:lnTo>
                    <a:pt x="12546" y="56276"/>
                  </a:lnTo>
                  <a:lnTo>
                    <a:pt x="13227" y="55835"/>
                  </a:lnTo>
                  <a:lnTo>
                    <a:pt x="13909" y="55314"/>
                  </a:lnTo>
                  <a:lnTo>
                    <a:pt x="14510" y="54753"/>
                  </a:lnTo>
                  <a:lnTo>
                    <a:pt x="15031" y="54111"/>
                  </a:lnTo>
                  <a:lnTo>
                    <a:pt x="15552" y="53390"/>
                  </a:lnTo>
                  <a:lnTo>
                    <a:pt x="15953" y="52628"/>
                  </a:lnTo>
                  <a:lnTo>
                    <a:pt x="16314" y="51787"/>
                  </a:lnTo>
                  <a:lnTo>
                    <a:pt x="16634" y="50905"/>
                  </a:lnTo>
                  <a:lnTo>
                    <a:pt x="16875" y="50023"/>
                  </a:lnTo>
                  <a:lnTo>
                    <a:pt x="17035" y="49061"/>
                  </a:lnTo>
                  <a:lnTo>
                    <a:pt x="17115" y="48059"/>
                  </a:lnTo>
                  <a:lnTo>
                    <a:pt x="17155" y="47057"/>
                  </a:lnTo>
                  <a:lnTo>
                    <a:pt x="17075" y="46015"/>
                  </a:lnTo>
                  <a:lnTo>
                    <a:pt x="16915" y="44973"/>
                  </a:lnTo>
                  <a:lnTo>
                    <a:pt x="16674" y="43930"/>
                  </a:lnTo>
                  <a:lnTo>
                    <a:pt x="16354" y="42848"/>
                  </a:lnTo>
                  <a:lnTo>
                    <a:pt x="17115" y="40724"/>
                  </a:lnTo>
                  <a:lnTo>
                    <a:pt x="17877" y="38319"/>
                  </a:lnTo>
                  <a:lnTo>
                    <a:pt x="18278" y="37076"/>
                  </a:lnTo>
                  <a:lnTo>
                    <a:pt x="18638" y="35714"/>
                  </a:lnTo>
                  <a:lnTo>
                    <a:pt x="18959" y="34351"/>
                  </a:lnTo>
                  <a:lnTo>
                    <a:pt x="19320" y="32908"/>
                  </a:lnTo>
                  <a:lnTo>
                    <a:pt x="19761" y="30864"/>
                  </a:lnTo>
                  <a:lnTo>
                    <a:pt x="20121" y="28739"/>
                  </a:lnTo>
                  <a:lnTo>
                    <a:pt x="20482" y="26495"/>
                  </a:lnTo>
                  <a:lnTo>
                    <a:pt x="20723" y="24210"/>
                  </a:lnTo>
                  <a:lnTo>
                    <a:pt x="20963" y="21805"/>
                  </a:lnTo>
                  <a:lnTo>
                    <a:pt x="21123" y="19320"/>
                  </a:lnTo>
                  <a:lnTo>
                    <a:pt x="21163" y="16795"/>
                  </a:lnTo>
                  <a:lnTo>
                    <a:pt x="21163" y="14189"/>
                  </a:lnTo>
                  <a:lnTo>
                    <a:pt x="21123" y="12185"/>
                  </a:lnTo>
                  <a:lnTo>
                    <a:pt x="21003" y="10261"/>
                  </a:lnTo>
                  <a:lnTo>
                    <a:pt x="20843" y="8418"/>
                  </a:lnTo>
                  <a:lnTo>
                    <a:pt x="20642" y="6614"/>
                  </a:lnTo>
                  <a:lnTo>
                    <a:pt x="20402" y="4890"/>
                  </a:lnTo>
                  <a:lnTo>
                    <a:pt x="20161" y="3167"/>
                  </a:lnTo>
                  <a:lnTo>
                    <a:pt x="19841" y="1564"/>
                  </a:lnTo>
                  <a:lnTo>
                    <a:pt x="19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721150" y="4098025"/>
              <a:ext cx="369775" cy="1153400"/>
            </a:xfrm>
            <a:custGeom>
              <a:rect b="b" l="l" r="r" t="t"/>
              <a:pathLst>
                <a:path extrusionOk="0" h="46136" w="14791">
                  <a:moveTo>
                    <a:pt x="5131" y="1"/>
                  </a:moveTo>
                  <a:lnTo>
                    <a:pt x="4931" y="1644"/>
                  </a:lnTo>
                  <a:lnTo>
                    <a:pt x="4811" y="2646"/>
                  </a:lnTo>
                  <a:lnTo>
                    <a:pt x="4610" y="3648"/>
                  </a:lnTo>
                  <a:lnTo>
                    <a:pt x="4370" y="4771"/>
                  </a:lnTo>
                  <a:lnTo>
                    <a:pt x="4089" y="5933"/>
                  </a:lnTo>
                  <a:lnTo>
                    <a:pt x="3728" y="7176"/>
                  </a:lnTo>
                  <a:lnTo>
                    <a:pt x="3287" y="8458"/>
                  </a:lnTo>
                  <a:lnTo>
                    <a:pt x="2927" y="9380"/>
                  </a:lnTo>
                  <a:lnTo>
                    <a:pt x="2566" y="10182"/>
                  </a:lnTo>
                  <a:lnTo>
                    <a:pt x="1925" y="11545"/>
                  </a:lnTo>
                  <a:lnTo>
                    <a:pt x="1363" y="12627"/>
                  </a:lnTo>
                  <a:lnTo>
                    <a:pt x="882" y="13629"/>
                  </a:lnTo>
                  <a:lnTo>
                    <a:pt x="642" y="14190"/>
                  </a:lnTo>
                  <a:lnTo>
                    <a:pt x="401" y="14871"/>
                  </a:lnTo>
                  <a:lnTo>
                    <a:pt x="281" y="15312"/>
                  </a:lnTo>
                  <a:lnTo>
                    <a:pt x="201" y="15793"/>
                  </a:lnTo>
                  <a:lnTo>
                    <a:pt x="121" y="16314"/>
                  </a:lnTo>
                  <a:lnTo>
                    <a:pt x="41" y="16916"/>
                  </a:lnTo>
                  <a:lnTo>
                    <a:pt x="1" y="17597"/>
                  </a:lnTo>
                  <a:lnTo>
                    <a:pt x="1" y="18359"/>
                  </a:lnTo>
                  <a:lnTo>
                    <a:pt x="1" y="19200"/>
                  </a:lnTo>
                  <a:lnTo>
                    <a:pt x="41" y="20122"/>
                  </a:lnTo>
                  <a:lnTo>
                    <a:pt x="161" y="21164"/>
                  </a:lnTo>
                  <a:lnTo>
                    <a:pt x="281" y="22287"/>
                  </a:lnTo>
                  <a:lnTo>
                    <a:pt x="442" y="23489"/>
                  </a:lnTo>
                  <a:lnTo>
                    <a:pt x="682" y="24852"/>
                  </a:lnTo>
                  <a:lnTo>
                    <a:pt x="882" y="25974"/>
                  </a:lnTo>
                  <a:lnTo>
                    <a:pt x="1123" y="27177"/>
                  </a:lnTo>
                  <a:lnTo>
                    <a:pt x="1404" y="28499"/>
                  </a:lnTo>
                  <a:lnTo>
                    <a:pt x="1764" y="29862"/>
                  </a:lnTo>
                  <a:lnTo>
                    <a:pt x="1925" y="30624"/>
                  </a:lnTo>
                  <a:lnTo>
                    <a:pt x="2125" y="31385"/>
                  </a:lnTo>
                  <a:lnTo>
                    <a:pt x="3007" y="34512"/>
                  </a:lnTo>
                  <a:lnTo>
                    <a:pt x="3528" y="36195"/>
                  </a:lnTo>
                  <a:lnTo>
                    <a:pt x="4089" y="37999"/>
                  </a:lnTo>
                  <a:lnTo>
                    <a:pt x="4730" y="39923"/>
                  </a:lnTo>
                  <a:lnTo>
                    <a:pt x="5452" y="41927"/>
                  </a:lnTo>
                  <a:lnTo>
                    <a:pt x="6213" y="44011"/>
                  </a:lnTo>
                  <a:lnTo>
                    <a:pt x="7095" y="46136"/>
                  </a:lnTo>
                  <a:lnTo>
                    <a:pt x="13188" y="46055"/>
                  </a:lnTo>
                  <a:lnTo>
                    <a:pt x="12907" y="43771"/>
                  </a:lnTo>
                  <a:lnTo>
                    <a:pt x="12667" y="41406"/>
                  </a:lnTo>
                  <a:lnTo>
                    <a:pt x="12506" y="39001"/>
                  </a:lnTo>
                  <a:lnTo>
                    <a:pt x="12346" y="36516"/>
                  </a:lnTo>
                  <a:lnTo>
                    <a:pt x="12306" y="33991"/>
                  </a:lnTo>
                  <a:lnTo>
                    <a:pt x="12266" y="31425"/>
                  </a:lnTo>
                  <a:lnTo>
                    <a:pt x="12346" y="28780"/>
                  </a:lnTo>
                  <a:lnTo>
                    <a:pt x="12506" y="26134"/>
                  </a:lnTo>
                  <a:lnTo>
                    <a:pt x="12667" y="23890"/>
                  </a:lnTo>
                  <a:lnTo>
                    <a:pt x="12867" y="21645"/>
                  </a:lnTo>
                  <a:lnTo>
                    <a:pt x="13188" y="19361"/>
                  </a:lnTo>
                  <a:lnTo>
                    <a:pt x="13508" y="17036"/>
                  </a:lnTo>
                  <a:lnTo>
                    <a:pt x="14110" y="13789"/>
                  </a:lnTo>
                  <a:lnTo>
                    <a:pt x="14430" y="12186"/>
                  </a:lnTo>
                  <a:lnTo>
                    <a:pt x="14791" y="10583"/>
                  </a:lnTo>
                  <a:lnTo>
                    <a:pt x="5131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793300" y="5046975"/>
              <a:ext cx="677425" cy="429900"/>
            </a:xfrm>
            <a:custGeom>
              <a:rect b="b" l="l" r="r" t="t"/>
              <a:pathLst>
                <a:path extrusionOk="0" h="17196" w="27097">
                  <a:moveTo>
                    <a:pt x="9540" y="1"/>
                  </a:moveTo>
                  <a:lnTo>
                    <a:pt x="963" y="1003"/>
                  </a:lnTo>
                  <a:lnTo>
                    <a:pt x="1163" y="1764"/>
                  </a:lnTo>
                  <a:lnTo>
                    <a:pt x="1323" y="2486"/>
                  </a:lnTo>
                  <a:lnTo>
                    <a:pt x="1484" y="3167"/>
                  </a:lnTo>
                  <a:lnTo>
                    <a:pt x="1564" y="3809"/>
                  </a:lnTo>
                  <a:lnTo>
                    <a:pt x="1644" y="4450"/>
                  </a:lnTo>
                  <a:lnTo>
                    <a:pt x="1684" y="5011"/>
                  </a:lnTo>
                  <a:lnTo>
                    <a:pt x="1724" y="5572"/>
                  </a:lnTo>
                  <a:lnTo>
                    <a:pt x="1724" y="6133"/>
                  </a:lnTo>
                  <a:lnTo>
                    <a:pt x="1644" y="7135"/>
                  </a:lnTo>
                  <a:lnTo>
                    <a:pt x="1484" y="8017"/>
                  </a:lnTo>
                  <a:lnTo>
                    <a:pt x="1283" y="8819"/>
                  </a:lnTo>
                  <a:lnTo>
                    <a:pt x="1003" y="9500"/>
                  </a:lnTo>
                  <a:lnTo>
                    <a:pt x="682" y="10342"/>
                  </a:lnTo>
                  <a:lnTo>
                    <a:pt x="482" y="10783"/>
                  </a:lnTo>
                  <a:lnTo>
                    <a:pt x="281" y="11264"/>
                  </a:lnTo>
                  <a:lnTo>
                    <a:pt x="161" y="11785"/>
                  </a:lnTo>
                  <a:lnTo>
                    <a:pt x="41" y="12306"/>
                  </a:lnTo>
                  <a:lnTo>
                    <a:pt x="1" y="12907"/>
                  </a:lnTo>
                  <a:lnTo>
                    <a:pt x="1" y="13549"/>
                  </a:lnTo>
                  <a:lnTo>
                    <a:pt x="81" y="14110"/>
                  </a:lnTo>
                  <a:lnTo>
                    <a:pt x="201" y="14671"/>
                  </a:lnTo>
                  <a:lnTo>
                    <a:pt x="361" y="15192"/>
                  </a:lnTo>
                  <a:lnTo>
                    <a:pt x="562" y="15673"/>
                  </a:lnTo>
                  <a:lnTo>
                    <a:pt x="762" y="16114"/>
                  </a:lnTo>
                  <a:lnTo>
                    <a:pt x="1003" y="16515"/>
                  </a:lnTo>
                  <a:lnTo>
                    <a:pt x="1484" y="17196"/>
                  </a:lnTo>
                  <a:lnTo>
                    <a:pt x="26134" y="17196"/>
                  </a:lnTo>
                  <a:lnTo>
                    <a:pt x="26335" y="16875"/>
                  </a:lnTo>
                  <a:lnTo>
                    <a:pt x="26535" y="16515"/>
                  </a:lnTo>
                  <a:lnTo>
                    <a:pt x="26735" y="16154"/>
                  </a:lnTo>
                  <a:lnTo>
                    <a:pt x="26896" y="15753"/>
                  </a:lnTo>
                  <a:lnTo>
                    <a:pt x="27016" y="15312"/>
                  </a:lnTo>
                  <a:lnTo>
                    <a:pt x="27096" y="14871"/>
                  </a:lnTo>
                  <a:lnTo>
                    <a:pt x="27096" y="14430"/>
                  </a:lnTo>
                  <a:lnTo>
                    <a:pt x="27056" y="13949"/>
                  </a:lnTo>
                  <a:lnTo>
                    <a:pt x="26976" y="13669"/>
                  </a:lnTo>
                  <a:lnTo>
                    <a:pt x="26896" y="13388"/>
                  </a:lnTo>
                  <a:lnTo>
                    <a:pt x="26775" y="13108"/>
                  </a:lnTo>
                  <a:lnTo>
                    <a:pt x="26615" y="12827"/>
                  </a:lnTo>
                  <a:lnTo>
                    <a:pt x="26294" y="12306"/>
                  </a:lnTo>
                  <a:lnTo>
                    <a:pt x="25894" y="11825"/>
                  </a:lnTo>
                  <a:lnTo>
                    <a:pt x="25413" y="11384"/>
                  </a:lnTo>
                  <a:lnTo>
                    <a:pt x="24892" y="10943"/>
                  </a:lnTo>
                  <a:lnTo>
                    <a:pt x="24330" y="10582"/>
                  </a:lnTo>
                  <a:lnTo>
                    <a:pt x="23769" y="10222"/>
                  </a:lnTo>
                  <a:lnTo>
                    <a:pt x="23168" y="9941"/>
                  </a:lnTo>
                  <a:lnTo>
                    <a:pt x="22567" y="9661"/>
                  </a:lnTo>
                  <a:lnTo>
                    <a:pt x="21445" y="9180"/>
                  </a:lnTo>
                  <a:lnTo>
                    <a:pt x="20442" y="8819"/>
                  </a:lnTo>
                  <a:lnTo>
                    <a:pt x="19681" y="8578"/>
                  </a:lnTo>
                  <a:lnTo>
                    <a:pt x="19040" y="8378"/>
                  </a:lnTo>
                  <a:lnTo>
                    <a:pt x="18519" y="8298"/>
                  </a:lnTo>
                  <a:lnTo>
                    <a:pt x="17757" y="8137"/>
                  </a:lnTo>
                  <a:lnTo>
                    <a:pt x="17156" y="8057"/>
                  </a:lnTo>
                  <a:lnTo>
                    <a:pt x="16795" y="7977"/>
                  </a:lnTo>
                  <a:lnTo>
                    <a:pt x="16394" y="7857"/>
                  </a:lnTo>
                  <a:lnTo>
                    <a:pt x="15993" y="7697"/>
                  </a:lnTo>
                  <a:lnTo>
                    <a:pt x="15593" y="7536"/>
                  </a:lnTo>
                  <a:lnTo>
                    <a:pt x="15192" y="7296"/>
                  </a:lnTo>
                  <a:lnTo>
                    <a:pt x="14751" y="7055"/>
                  </a:lnTo>
                  <a:lnTo>
                    <a:pt x="14310" y="6775"/>
                  </a:lnTo>
                  <a:lnTo>
                    <a:pt x="13909" y="6454"/>
                  </a:lnTo>
                  <a:lnTo>
                    <a:pt x="13468" y="6053"/>
                  </a:lnTo>
                  <a:lnTo>
                    <a:pt x="13027" y="5652"/>
                  </a:lnTo>
                  <a:lnTo>
                    <a:pt x="12586" y="5171"/>
                  </a:lnTo>
                  <a:lnTo>
                    <a:pt x="12145" y="4610"/>
                  </a:lnTo>
                  <a:lnTo>
                    <a:pt x="11664" y="4009"/>
                  </a:lnTo>
                  <a:lnTo>
                    <a:pt x="11264" y="3368"/>
                  </a:lnTo>
                  <a:lnTo>
                    <a:pt x="10823" y="2646"/>
                  </a:lnTo>
                  <a:lnTo>
                    <a:pt x="10382" y="1845"/>
                  </a:lnTo>
                  <a:lnTo>
                    <a:pt x="9941" y="963"/>
                  </a:lnTo>
                  <a:lnTo>
                    <a:pt x="95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738200" y="4701275"/>
              <a:ext cx="295625" cy="143325"/>
            </a:xfrm>
            <a:custGeom>
              <a:rect b="b" l="l" r="r" t="t"/>
              <a:pathLst>
                <a:path extrusionOk="0" h="5733" w="11825">
                  <a:moveTo>
                    <a:pt x="762" y="0"/>
                  </a:moveTo>
                  <a:lnTo>
                    <a:pt x="361" y="361"/>
                  </a:lnTo>
                  <a:lnTo>
                    <a:pt x="0" y="722"/>
                  </a:lnTo>
                  <a:lnTo>
                    <a:pt x="200" y="1844"/>
                  </a:lnTo>
                  <a:lnTo>
                    <a:pt x="441" y="3047"/>
                  </a:lnTo>
                  <a:lnTo>
                    <a:pt x="722" y="4369"/>
                  </a:lnTo>
                  <a:lnTo>
                    <a:pt x="1082" y="5732"/>
                  </a:lnTo>
                  <a:lnTo>
                    <a:pt x="6453" y="3888"/>
                  </a:lnTo>
                  <a:lnTo>
                    <a:pt x="11824" y="2004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676050" y="2752275"/>
              <a:ext cx="673425" cy="2054225"/>
            </a:xfrm>
            <a:custGeom>
              <a:rect b="b" l="l" r="r" t="t"/>
              <a:pathLst>
                <a:path extrusionOk="0" h="82169" w="26937">
                  <a:moveTo>
                    <a:pt x="4049" y="0"/>
                  </a:moveTo>
                  <a:lnTo>
                    <a:pt x="3608" y="1764"/>
                  </a:lnTo>
                  <a:lnTo>
                    <a:pt x="3167" y="3568"/>
                  </a:lnTo>
                  <a:lnTo>
                    <a:pt x="2727" y="5411"/>
                  </a:lnTo>
                  <a:lnTo>
                    <a:pt x="2326" y="7295"/>
                  </a:lnTo>
                  <a:lnTo>
                    <a:pt x="2005" y="8979"/>
                  </a:lnTo>
                  <a:lnTo>
                    <a:pt x="1724" y="10702"/>
                  </a:lnTo>
                  <a:lnTo>
                    <a:pt x="1444" y="12386"/>
                  </a:lnTo>
                  <a:lnTo>
                    <a:pt x="1243" y="14069"/>
                  </a:lnTo>
                  <a:lnTo>
                    <a:pt x="1003" y="15713"/>
                  </a:lnTo>
                  <a:lnTo>
                    <a:pt x="843" y="17356"/>
                  </a:lnTo>
                  <a:lnTo>
                    <a:pt x="682" y="18999"/>
                  </a:lnTo>
                  <a:lnTo>
                    <a:pt x="562" y="20643"/>
                  </a:lnTo>
                  <a:lnTo>
                    <a:pt x="482" y="22246"/>
                  </a:lnTo>
                  <a:lnTo>
                    <a:pt x="402" y="23849"/>
                  </a:lnTo>
                  <a:lnTo>
                    <a:pt x="322" y="27016"/>
                  </a:lnTo>
                  <a:lnTo>
                    <a:pt x="322" y="30142"/>
                  </a:lnTo>
                  <a:lnTo>
                    <a:pt x="402" y="33188"/>
                  </a:lnTo>
                  <a:lnTo>
                    <a:pt x="602" y="36195"/>
                  </a:lnTo>
                  <a:lnTo>
                    <a:pt x="843" y="39121"/>
                  </a:lnTo>
                  <a:lnTo>
                    <a:pt x="1163" y="42007"/>
                  </a:lnTo>
                  <a:lnTo>
                    <a:pt x="1524" y="44812"/>
                  </a:lnTo>
                  <a:lnTo>
                    <a:pt x="1965" y="47538"/>
                  </a:lnTo>
                  <a:lnTo>
                    <a:pt x="2446" y="50223"/>
                  </a:lnTo>
                  <a:lnTo>
                    <a:pt x="2967" y="52789"/>
                  </a:lnTo>
                  <a:lnTo>
                    <a:pt x="3528" y="55314"/>
                  </a:lnTo>
                  <a:lnTo>
                    <a:pt x="3047" y="56556"/>
                  </a:lnTo>
                  <a:lnTo>
                    <a:pt x="2566" y="57919"/>
                  </a:lnTo>
                  <a:lnTo>
                    <a:pt x="2085" y="59402"/>
                  </a:lnTo>
                  <a:lnTo>
                    <a:pt x="1604" y="61046"/>
                  </a:lnTo>
                  <a:lnTo>
                    <a:pt x="1163" y="62769"/>
                  </a:lnTo>
                  <a:lnTo>
                    <a:pt x="803" y="64613"/>
                  </a:lnTo>
                  <a:lnTo>
                    <a:pt x="442" y="66577"/>
                  </a:lnTo>
                  <a:lnTo>
                    <a:pt x="201" y="68661"/>
                  </a:lnTo>
                  <a:lnTo>
                    <a:pt x="41" y="70705"/>
                  </a:lnTo>
                  <a:lnTo>
                    <a:pt x="1" y="72629"/>
                  </a:lnTo>
                  <a:lnTo>
                    <a:pt x="1" y="74513"/>
                  </a:lnTo>
                  <a:lnTo>
                    <a:pt x="81" y="76277"/>
                  </a:lnTo>
                  <a:lnTo>
                    <a:pt x="201" y="77920"/>
                  </a:lnTo>
                  <a:lnTo>
                    <a:pt x="362" y="79443"/>
                  </a:lnTo>
                  <a:lnTo>
                    <a:pt x="602" y="80886"/>
                  </a:lnTo>
                  <a:lnTo>
                    <a:pt x="803" y="82169"/>
                  </a:lnTo>
                  <a:lnTo>
                    <a:pt x="17838" y="79363"/>
                  </a:lnTo>
                  <a:lnTo>
                    <a:pt x="26936" y="17516"/>
                  </a:lnTo>
                  <a:lnTo>
                    <a:pt x="40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490675" y="1047775"/>
              <a:ext cx="987050" cy="2246625"/>
            </a:xfrm>
            <a:custGeom>
              <a:rect b="b" l="l" r="r" t="t"/>
              <a:pathLst>
                <a:path extrusionOk="0" h="89865" w="39482">
                  <a:moveTo>
                    <a:pt x="11745" y="0"/>
                  </a:moveTo>
                  <a:lnTo>
                    <a:pt x="10422" y="17276"/>
                  </a:lnTo>
                  <a:lnTo>
                    <a:pt x="8378" y="27577"/>
                  </a:lnTo>
                  <a:lnTo>
                    <a:pt x="6815" y="35553"/>
                  </a:lnTo>
                  <a:lnTo>
                    <a:pt x="5813" y="40764"/>
                  </a:lnTo>
                  <a:lnTo>
                    <a:pt x="5572" y="42207"/>
                  </a:lnTo>
                  <a:lnTo>
                    <a:pt x="5492" y="42808"/>
                  </a:lnTo>
                  <a:lnTo>
                    <a:pt x="4450" y="47618"/>
                  </a:lnTo>
                  <a:lnTo>
                    <a:pt x="3488" y="52027"/>
                  </a:lnTo>
                  <a:lnTo>
                    <a:pt x="2686" y="55995"/>
                  </a:lnTo>
                  <a:lnTo>
                    <a:pt x="1965" y="59603"/>
                  </a:lnTo>
                  <a:lnTo>
                    <a:pt x="1404" y="62849"/>
                  </a:lnTo>
                  <a:lnTo>
                    <a:pt x="923" y="65816"/>
                  </a:lnTo>
                  <a:lnTo>
                    <a:pt x="522" y="68461"/>
                  </a:lnTo>
                  <a:lnTo>
                    <a:pt x="281" y="70906"/>
                  </a:lnTo>
                  <a:lnTo>
                    <a:pt x="81" y="73070"/>
                  </a:lnTo>
                  <a:lnTo>
                    <a:pt x="1" y="75075"/>
                  </a:lnTo>
                  <a:lnTo>
                    <a:pt x="1" y="76918"/>
                  </a:lnTo>
                  <a:lnTo>
                    <a:pt x="81" y="78642"/>
                  </a:lnTo>
                  <a:lnTo>
                    <a:pt x="241" y="80285"/>
                  </a:lnTo>
                  <a:lnTo>
                    <a:pt x="482" y="81808"/>
                  </a:lnTo>
                  <a:lnTo>
                    <a:pt x="802" y="83331"/>
                  </a:lnTo>
                  <a:lnTo>
                    <a:pt x="1203" y="84855"/>
                  </a:lnTo>
                  <a:lnTo>
                    <a:pt x="1644" y="86378"/>
                  </a:lnTo>
                  <a:lnTo>
                    <a:pt x="2085" y="87741"/>
                  </a:lnTo>
                  <a:lnTo>
                    <a:pt x="2486" y="88903"/>
                  </a:lnTo>
                  <a:lnTo>
                    <a:pt x="2887" y="89865"/>
                  </a:lnTo>
                  <a:lnTo>
                    <a:pt x="21164" y="85576"/>
                  </a:lnTo>
                  <a:lnTo>
                    <a:pt x="39482" y="81247"/>
                  </a:lnTo>
                  <a:lnTo>
                    <a:pt x="22126" y="19040"/>
                  </a:lnTo>
                  <a:lnTo>
                    <a:pt x="21926" y="17396"/>
                  </a:lnTo>
                  <a:lnTo>
                    <a:pt x="21846" y="16514"/>
                  </a:lnTo>
                  <a:lnTo>
                    <a:pt x="21725" y="15633"/>
                  </a:lnTo>
                  <a:lnTo>
                    <a:pt x="21445" y="13548"/>
                  </a:lnTo>
                  <a:lnTo>
                    <a:pt x="21244" y="11464"/>
                  </a:lnTo>
                  <a:lnTo>
                    <a:pt x="21084" y="10101"/>
                  </a:lnTo>
                  <a:lnTo>
                    <a:pt x="20964" y="9259"/>
                  </a:lnTo>
                  <a:lnTo>
                    <a:pt x="20884" y="8458"/>
                  </a:lnTo>
                  <a:lnTo>
                    <a:pt x="20483" y="8338"/>
                  </a:lnTo>
                  <a:lnTo>
                    <a:pt x="20122" y="8177"/>
                  </a:lnTo>
                  <a:lnTo>
                    <a:pt x="19761" y="8017"/>
                  </a:lnTo>
                  <a:lnTo>
                    <a:pt x="19441" y="7816"/>
                  </a:lnTo>
                  <a:lnTo>
                    <a:pt x="19120" y="7616"/>
                  </a:lnTo>
                  <a:lnTo>
                    <a:pt x="18799" y="7416"/>
                  </a:lnTo>
                  <a:lnTo>
                    <a:pt x="18519" y="7175"/>
                  </a:lnTo>
                  <a:lnTo>
                    <a:pt x="18238" y="6895"/>
                  </a:lnTo>
                  <a:lnTo>
                    <a:pt x="17998" y="6654"/>
                  </a:lnTo>
                  <a:lnTo>
                    <a:pt x="17757" y="6333"/>
                  </a:lnTo>
                  <a:lnTo>
                    <a:pt x="17557" y="6053"/>
                  </a:lnTo>
                  <a:lnTo>
                    <a:pt x="17396" y="5732"/>
                  </a:lnTo>
                  <a:lnTo>
                    <a:pt x="17236" y="5412"/>
                  </a:lnTo>
                  <a:lnTo>
                    <a:pt x="17076" y="5051"/>
                  </a:lnTo>
                  <a:lnTo>
                    <a:pt x="16956" y="4730"/>
                  </a:lnTo>
                  <a:lnTo>
                    <a:pt x="16875" y="4369"/>
                  </a:lnTo>
                  <a:lnTo>
                    <a:pt x="16795" y="3728"/>
                  </a:lnTo>
                  <a:lnTo>
                    <a:pt x="16795" y="3127"/>
                  </a:lnTo>
                  <a:lnTo>
                    <a:pt x="16875" y="2606"/>
                  </a:lnTo>
                  <a:lnTo>
                    <a:pt x="16996" y="2085"/>
                  </a:lnTo>
                  <a:lnTo>
                    <a:pt x="17156" y="1644"/>
                  </a:lnTo>
                  <a:lnTo>
                    <a:pt x="17276" y="1283"/>
                  </a:lnTo>
                  <a:lnTo>
                    <a:pt x="17557" y="802"/>
                  </a:lnTo>
                  <a:lnTo>
                    <a:pt x="11745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481675" y="1550800"/>
              <a:ext cx="1089250" cy="1973075"/>
            </a:xfrm>
            <a:custGeom>
              <a:rect b="b" l="l" r="r" t="t"/>
              <a:pathLst>
                <a:path extrusionOk="0" h="78923" w="43570">
                  <a:moveTo>
                    <a:pt x="9379" y="1"/>
                  </a:moveTo>
                  <a:lnTo>
                    <a:pt x="8217" y="2807"/>
                  </a:lnTo>
                  <a:lnTo>
                    <a:pt x="7135" y="5692"/>
                  </a:lnTo>
                  <a:lnTo>
                    <a:pt x="6333" y="7977"/>
                  </a:lnTo>
                  <a:lnTo>
                    <a:pt x="5571" y="10222"/>
                  </a:lnTo>
                  <a:lnTo>
                    <a:pt x="4890" y="12506"/>
                  </a:lnTo>
                  <a:lnTo>
                    <a:pt x="4249" y="14751"/>
                  </a:lnTo>
                  <a:lnTo>
                    <a:pt x="3688" y="16996"/>
                  </a:lnTo>
                  <a:lnTo>
                    <a:pt x="3126" y="19240"/>
                  </a:lnTo>
                  <a:lnTo>
                    <a:pt x="2645" y="21485"/>
                  </a:lnTo>
                  <a:lnTo>
                    <a:pt x="2205" y="23689"/>
                  </a:lnTo>
                  <a:lnTo>
                    <a:pt x="1804" y="25934"/>
                  </a:lnTo>
                  <a:lnTo>
                    <a:pt x="1443" y="28138"/>
                  </a:lnTo>
                  <a:lnTo>
                    <a:pt x="1122" y="30343"/>
                  </a:lnTo>
                  <a:lnTo>
                    <a:pt x="842" y="32548"/>
                  </a:lnTo>
                  <a:lnTo>
                    <a:pt x="601" y="34752"/>
                  </a:lnTo>
                  <a:lnTo>
                    <a:pt x="401" y="36917"/>
                  </a:lnTo>
                  <a:lnTo>
                    <a:pt x="240" y="39081"/>
                  </a:lnTo>
                  <a:lnTo>
                    <a:pt x="120" y="41245"/>
                  </a:lnTo>
                  <a:lnTo>
                    <a:pt x="40" y="43410"/>
                  </a:lnTo>
                  <a:lnTo>
                    <a:pt x="0" y="45534"/>
                  </a:lnTo>
                  <a:lnTo>
                    <a:pt x="0" y="47659"/>
                  </a:lnTo>
                  <a:lnTo>
                    <a:pt x="0" y="49783"/>
                  </a:lnTo>
                  <a:lnTo>
                    <a:pt x="80" y="51867"/>
                  </a:lnTo>
                  <a:lnTo>
                    <a:pt x="160" y="53951"/>
                  </a:lnTo>
                  <a:lnTo>
                    <a:pt x="240" y="55996"/>
                  </a:lnTo>
                  <a:lnTo>
                    <a:pt x="401" y="58040"/>
                  </a:lnTo>
                  <a:lnTo>
                    <a:pt x="561" y="60084"/>
                  </a:lnTo>
                  <a:lnTo>
                    <a:pt x="762" y="62088"/>
                  </a:lnTo>
                  <a:lnTo>
                    <a:pt x="962" y="64052"/>
                  </a:lnTo>
                  <a:lnTo>
                    <a:pt x="1243" y="66056"/>
                  </a:lnTo>
                  <a:lnTo>
                    <a:pt x="1483" y="67980"/>
                  </a:lnTo>
                  <a:lnTo>
                    <a:pt x="1764" y="69944"/>
                  </a:lnTo>
                  <a:lnTo>
                    <a:pt x="2405" y="73712"/>
                  </a:lnTo>
                  <a:lnTo>
                    <a:pt x="3447" y="74433"/>
                  </a:lnTo>
                  <a:lnTo>
                    <a:pt x="4529" y="75075"/>
                  </a:lnTo>
                  <a:lnTo>
                    <a:pt x="5692" y="75756"/>
                  </a:lnTo>
                  <a:lnTo>
                    <a:pt x="6934" y="76357"/>
                  </a:lnTo>
                  <a:lnTo>
                    <a:pt x="8257" y="76959"/>
                  </a:lnTo>
                  <a:lnTo>
                    <a:pt x="9660" y="77480"/>
                  </a:lnTo>
                  <a:lnTo>
                    <a:pt x="11143" y="77921"/>
                  </a:lnTo>
                  <a:lnTo>
                    <a:pt x="11904" y="78121"/>
                  </a:lnTo>
                  <a:lnTo>
                    <a:pt x="12666" y="78321"/>
                  </a:lnTo>
                  <a:lnTo>
                    <a:pt x="14149" y="78602"/>
                  </a:lnTo>
                  <a:lnTo>
                    <a:pt x="15632" y="78762"/>
                  </a:lnTo>
                  <a:lnTo>
                    <a:pt x="17075" y="78883"/>
                  </a:lnTo>
                  <a:lnTo>
                    <a:pt x="18518" y="78923"/>
                  </a:lnTo>
                  <a:lnTo>
                    <a:pt x="19921" y="78883"/>
                  </a:lnTo>
                  <a:lnTo>
                    <a:pt x="21324" y="78762"/>
                  </a:lnTo>
                  <a:lnTo>
                    <a:pt x="22687" y="78562"/>
                  </a:lnTo>
                  <a:lnTo>
                    <a:pt x="24009" y="78321"/>
                  </a:lnTo>
                  <a:lnTo>
                    <a:pt x="25332" y="78041"/>
                  </a:lnTo>
                  <a:lnTo>
                    <a:pt x="26574" y="77680"/>
                  </a:lnTo>
                  <a:lnTo>
                    <a:pt x="27817" y="77319"/>
                  </a:lnTo>
                  <a:lnTo>
                    <a:pt x="29060" y="76879"/>
                  </a:lnTo>
                  <a:lnTo>
                    <a:pt x="30222" y="76398"/>
                  </a:lnTo>
                  <a:lnTo>
                    <a:pt x="31344" y="75917"/>
                  </a:lnTo>
                  <a:lnTo>
                    <a:pt x="32467" y="75395"/>
                  </a:lnTo>
                  <a:lnTo>
                    <a:pt x="33509" y="74874"/>
                  </a:lnTo>
                  <a:lnTo>
                    <a:pt x="34511" y="74313"/>
                  </a:lnTo>
                  <a:lnTo>
                    <a:pt x="35473" y="73752"/>
                  </a:lnTo>
                  <a:lnTo>
                    <a:pt x="36395" y="73191"/>
                  </a:lnTo>
                  <a:lnTo>
                    <a:pt x="37276" y="72630"/>
                  </a:lnTo>
                  <a:lnTo>
                    <a:pt x="38880" y="71507"/>
                  </a:lnTo>
                  <a:lnTo>
                    <a:pt x="40283" y="70465"/>
                  </a:lnTo>
                  <a:lnTo>
                    <a:pt x="41485" y="69503"/>
                  </a:lnTo>
                  <a:lnTo>
                    <a:pt x="42407" y="68702"/>
                  </a:lnTo>
                  <a:lnTo>
                    <a:pt x="43569" y="67620"/>
                  </a:lnTo>
                  <a:lnTo>
                    <a:pt x="24170" y="642"/>
                  </a:lnTo>
                  <a:lnTo>
                    <a:pt x="93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957650" y="1300300"/>
              <a:ext cx="76175" cy="139300"/>
            </a:xfrm>
            <a:custGeom>
              <a:rect b="b" l="l" r="r" t="t"/>
              <a:pathLst>
                <a:path extrusionOk="0" h="5572" w="3047">
                  <a:moveTo>
                    <a:pt x="2044" y="0"/>
                  </a:moveTo>
                  <a:lnTo>
                    <a:pt x="1683" y="40"/>
                  </a:lnTo>
                  <a:lnTo>
                    <a:pt x="1323" y="80"/>
                  </a:lnTo>
                  <a:lnTo>
                    <a:pt x="1042" y="201"/>
                  </a:lnTo>
                  <a:lnTo>
                    <a:pt x="762" y="321"/>
                  </a:lnTo>
                  <a:lnTo>
                    <a:pt x="521" y="481"/>
                  </a:lnTo>
                  <a:lnTo>
                    <a:pt x="361" y="682"/>
                  </a:lnTo>
                  <a:lnTo>
                    <a:pt x="200" y="922"/>
                  </a:lnTo>
                  <a:lnTo>
                    <a:pt x="80" y="1163"/>
                  </a:lnTo>
                  <a:lnTo>
                    <a:pt x="40" y="1403"/>
                  </a:lnTo>
                  <a:lnTo>
                    <a:pt x="0" y="1684"/>
                  </a:lnTo>
                  <a:lnTo>
                    <a:pt x="40" y="1964"/>
                  </a:lnTo>
                  <a:lnTo>
                    <a:pt x="120" y="2245"/>
                  </a:lnTo>
                  <a:lnTo>
                    <a:pt x="200" y="2565"/>
                  </a:lnTo>
                  <a:lnTo>
                    <a:pt x="361" y="2846"/>
                  </a:lnTo>
                  <a:lnTo>
                    <a:pt x="521" y="3167"/>
                  </a:lnTo>
                  <a:lnTo>
                    <a:pt x="722" y="3487"/>
                  </a:lnTo>
                  <a:lnTo>
                    <a:pt x="962" y="3808"/>
                  </a:lnTo>
                  <a:lnTo>
                    <a:pt x="1243" y="4129"/>
                  </a:lnTo>
                  <a:lnTo>
                    <a:pt x="1563" y="4409"/>
                  </a:lnTo>
                  <a:lnTo>
                    <a:pt x="1884" y="4730"/>
                  </a:lnTo>
                  <a:lnTo>
                    <a:pt x="2245" y="5010"/>
                  </a:lnTo>
                  <a:lnTo>
                    <a:pt x="2645" y="5291"/>
                  </a:lnTo>
                  <a:lnTo>
                    <a:pt x="3046" y="5572"/>
                  </a:lnTo>
                  <a:lnTo>
                    <a:pt x="2766" y="3447"/>
                  </a:lnTo>
                  <a:lnTo>
                    <a:pt x="2565" y="1363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586875" y="318275"/>
              <a:ext cx="904875" cy="1094275"/>
            </a:xfrm>
            <a:custGeom>
              <a:rect b="b" l="l" r="r" t="t"/>
              <a:pathLst>
                <a:path extrusionOk="0" h="43771" w="36195">
                  <a:moveTo>
                    <a:pt x="15953" y="1"/>
                  </a:moveTo>
                  <a:lnTo>
                    <a:pt x="15152" y="41"/>
                  </a:lnTo>
                  <a:lnTo>
                    <a:pt x="14350" y="81"/>
                  </a:lnTo>
                  <a:lnTo>
                    <a:pt x="13508" y="201"/>
                  </a:lnTo>
                  <a:lnTo>
                    <a:pt x="12707" y="321"/>
                  </a:lnTo>
                  <a:lnTo>
                    <a:pt x="11905" y="482"/>
                  </a:lnTo>
                  <a:lnTo>
                    <a:pt x="11143" y="682"/>
                  </a:lnTo>
                  <a:lnTo>
                    <a:pt x="10342" y="882"/>
                  </a:lnTo>
                  <a:lnTo>
                    <a:pt x="9580" y="1163"/>
                  </a:lnTo>
                  <a:lnTo>
                    <a:pt x="8819" y="1444"/>
                  </a:lnTo>
                  <a:lnTo>
                    <a:pt x="8097" y="1764"/>
                  </a:lnTo>
                  <a:lnTo>
                    <a:pt x="7376" y="2125"/>
                  </a:lnTo>
                  <a:lnTo>
                    <a:pt x="6694" y="2526"/>
                  </a:lnTo>
                  <a:lnTo>
                    <a:pt x="6013" y="2967"/>
                  </a:lnTo>
                  <a:lnTo>
                    <a:pt x="5372" y="3448"/>
                  </a:lnTo>
                  <a:lnTo>
                    <a:pt x="4730" y="3969"/>
                  </a:lnTo>
                  <a:lnTo>
                    <a:pt x="4169" y="4530"/>
                  </a:lnTo>
                  <a:lnTo>
                    <a:pt x="3608" y="5131"/>
                  </a:lnTo>
                  <a:lnTo>
                    <a:pt x="3047" y="5732"/>
                  </a:lnTo>
                  <a:lnTo>
                    <a:pt x="2566" y="6414"/>
                  </a:lnTo>
                  <a:lnTo>
                    <a:pt x="2125" y="7135"/>
                  </a:lnTo>
                  <a:lnTo>
                    <a:pt x="1684" y="7857"/>
                  </a:lnTo>
                  <a:lnTo>
                    <a:pt x="1323" y="8618"/>
                  </a:lnTo>
                  <a:lnTo>
                    <a:pt x="1003" y="9380"/>
                  </a:lnTo>
                  <a:lnTo>
                    <a:pt x="762" y="10141"/>
                  </a:lnTo>
                  <a:lnTo>
                    <a:pt x="522" y="10943"/>
                  </a:lnTo>
                  <a:lnTo>
                    <a:pt x="361" y="11745"/>
                  </a:lnTo>
                  <a:lnTo>
                    <a:pt x="201" y="12546"/>
                  </a:lnTo>
                  <a:lnTo>
                    <a:pt x="121" y="13348"/>
                  </a:lnTo>
                  <a:lnTo>
                    <a:pt x="41" y="14150"/>
                  </a:lnTo>
                  <a:lnTo>
                    <a:pt x="1" y="14951"/>
                  </a:lnTo>
                  <a:lnTo>
                    <a:pt x="1" y="15753"/>
                  </a:lnTo>
                  <a:lnTo>
                    <a:pt x="41" y="16595"/>
                  </a:lnTo>
                  <a:lnTo>
                    <a:pt x="121" y="17396"/>
                  </a:lnTo>
                  <a:lnTo>
                    <a:pt x="241" y="18158"/>
                  </a:lnTo>
                  <a:lnTo>
                    <a:pt x="361" y="18959"/>
                  </a:lnTo>
                  <a:lnTo>
                    <a:pt x="522" y="19721"/>
                  </a:lnTo>
                  <a:lnTo>
                    <a:pt x="682" y="20483"/>
                  </a:lnTo>
                  <a:lnTo>
                    <a:pt x="882" y="21244"/>
                  </a:lnTo>
                  <a:lnTo>
                    <a:pt x="1123" y="21966"/>
                  </a:lnTo>
                  <a:lnTo>
                    <a:pt x="1363" y="22687"/>
                  </a:lnTo>
                  <a:lnTo>
                    <a:pt x="1644" y="23369"/>
                  </a:lnTo>
                  <a:lnTo>
                    <a:pt x="1925" y="24010"/>
                  </a:lnTo>
                  <a:lnTo>
                    <a:pt x="2205" y="24651"/>
                  </a:lnTo>
                  <a:lnTo>
                    <a:pt x="2526" y="25252"/>
                  </a:lnTo>
                  <a:lnTo>
                    <a:pt x="2846" y="25854"/>
                  </a:lnTo>
                  <a:lnTo>
                    <a:pt x="3207" y="26375"/>
                  </a:lnTo>
                  <a:lnTo>
                    <a:pt x="3528" y="26896"/>
                  </a:lnTo>
                  <a:lnTo>
                    <a:pt x="3889" y="27377"/>
                  </a:lnTo>
                  <a:lnTo>
                    <a:pt x="4249" y="27818"/>
                  </a:lnTo>
                  <a:lnTo>
                    <a:pt x="4610" y="28218"/>
                  </a:lnTo>
                  <a:lnTo>
                    <a:pt x="4971" y="28579"/>
                  </a:lnTo>
                  <a:lnTo>
                    <a:pt x="5652" y="29180"/>
                  </a:lnTo>
                  <a:lnTo>
                    <a:pt x="6133" y="29621"/>
                  </a:lnTo>
                  <a:lnTo>
                    <a:pt x="6694" y="30183"/>
                  </a:lnTo>
                  <a:lnTo>
                    <a:pt x="7256" y="30824"/>
                  </a:lnTo>
                  <a:lnTo>
                    <a:pt x="7897" y="31585"/>
                  </a:lnTo>
                  <a:lnTo>
                    <a:pt x="8538" y="32467"/>
                  </a:lnTo>
                  <a:lnTo>
                    <a:pt x="9179" y="33469"/>
                  </a:lnTo>
                  <a:lnTo>
                    <a:pt x="9580" y="34151"/>
                  </a:lnTo>
                  <a:lnTo>
                    <a:pt x="9941" y="34872"/>
                  </a:lnTo>
                  <a:lnTo>
                    <a:pt x="10222" y="35513"/>
                  </a:lnTo>
                  <a:lnTo>
                    <a:pt x="10502" y="36155"/>
                  </a:lnTo>
                  <a:lnTo>
                    <a:pt x="10903" y="37317"/>
                  </a:lnTo>
                  <a:lnTo>
                    <a:pt x="11224" y="38319"/>
                  </a:lnTo>
                  <a:lnTo>
                    <a:pt x="12586" y="39161"/>
                  </a:lnTo>
                  <a:lnTo>
                    <a:pt x="13909" y="39882"/>
                  </a:lnTo>
                  <a:lnTo>
                    <a:pt x="15152" y="40524"/>
                  </a:lnTo>
                  <a:lnTo>
                    <a:pt x="16394" y="41125"/>
                  </a:lnTo>
                  <a:lnTo>
                    <a:pt x="17517" y="41606"/>
                  </a:lnTo>
                  <a:lnTo>
                    <a:pt x="18639" y="42047"/>
                  </a:lnTo>
                  <a:lnTo>
                    <a:pt x="19641" y="42408"/>
                  </a:lnTo>
                  <a:lnTo>
                    <a:pt x="20563" y="42728"/>
                  </a:lnTo>
                  <a:lnTo>
                    <a:pt x="21284" y="42929"/>
                  </a:lnTo>
                  <a:lnTo>
                    <a:pt x="22086" y="43169"/>
                  </a:lnTo>
                  <a:lnTo>
                    <a:pt x="22928" y="43370"/>
                  </a:lnTo>
                  <a:lnTo>
                    <a:pt x="23890" y="43570"/>
                  </a:lnTo>
                  <a:lnTo>
                    <a:pt x="24892" y="43690"/>
                  </a:lnTo>
                  <a:lnTo>
                    <a:pt x="25974" y="43770"/>
                  </a:lnTo>
                  <a:lnTo>
                    <a:pt x="27096" y="43770"/>
                  </a:lnTo>
                  <a:lnTo>
                    <a:pt x="28259" y="43650"/>
                  </a:lnTo>
                  <a:lnTo>
                    <a:pt x="28860" y="43570"/>
                  </a:lnTo>
                  <a:lnTo>
                    <a:pt x="29381" y="43490"/>
                  </a:lnTo>
                  <a:lnTo>
                    <a:pt x="29822" y="43370"/>
                  </a:lnTo>
                  <a:lnTo>
                    <a:pt x="30223" y="43289"/>
                  </a:lnTo>
                  <a:lnTo>
                    <a:pt x="30904" y="43009"/>
                  </a:lnTo>
                  <a:lnTo>
                    <a:pt x="31425" y="42728"/>
                  </a:lnTo>
                  <a:lnTo>
                    <a:pt x="31786" y="42448"/>
                  </a:lnTo>
                  <a:lnTo>
                    <a:pt x="32026" y="42207"/>
                  </a:lnTo>
                  <a:lnTo>
                    <a:pt x="32187" y="42007"/>
                  </a:lnTo>
                  <a:lnTo>
                    <a:pt x="32267" y="41806"/>
                  </a:lnTo>
                  <a:lnTo>
                    <a:pt x="32427" y="41446"/>
                  </a:lnTo>
                  <a:lnTo>
                    <a:pt x="32467" y="41045"/>
                  </a:lnTo>
                  <a:lnTo>
                    <a:pt x="32467" y="40684"/>
                  </a:lnTo>
                  <a:lnTo>
                    <a:pt x="32467" y="40363"/>
                  </a:lnTo>
                  <a:lnTo>
                    <a:pt x="32507" y="40003"/>
                  </a:lnTo>
                  <a:lnTo>
                    <a:pt x="32628" y="39602"/>
                  </a:lnTo>
                  <a:lnTo>
                    <a:pt x="32708" y="39442"/>
                  </a:lnTo>
                  <a:lnTo>
                    <a:pt x="32828" y="39281"/>
                  </a:lnTo>
                  <a:lnTo>
                    <a:pt x="32988" y="39121"/>
                  </a:lnTo>
                  <a:lnTo>
                    <a:pt x="33149" y="39041"/>
                  </a:lnTo>
                  <a:lnTo>
                    <a:pt x="33269" y="38961"/>
                  </a:lnTo>
                  <a:lnTo>
                    <a:pt x="33710" y="38961"/>
                  </a:lnTo>
                  <a:lnTo>
                    <a:pt x="33950" y="38920"/>
                  </a:lnTo>
                  <a:lnTo>
                    <a:pt x="34111" y="38920"/>
                  </a:lnTo>
                  <a:lnTo>
                    <a:pt x="34231" y="38840"/>
                  </a:lnTo>
                  <a:lnTo>
                    <a:pt x="34391" y="38680"/>
                  </a:lnTo>
                  <a:lnTo>
                    <a:pt x="34511" y="38480"/>
                  </a:lnTo>
                  <a:lnTo>
                    <a:pt x="34592" y="38279"/>
                  </a:lnTo>
                  <a:lnTo>
                    <a:pt x="34672" y="38039"/>
                  </a:lnTo>
                  <a:lnTo>
                    <a:pt x="34672" y="37798"/>
                  </a:lnTo>
                  <a:lnTo>
                    <a:pt x="34632" y="37558"/>
                  </a:lnTo>
                  <a:lnTo>
                    <a:pt x="34551" y="37357"/>
                  </a:lnTo>
                  <a:lnTo>
                    <a:pt x="34471" y="37237"/>
                  </a:lnTo>
                  <a:lnTo>
                    <a:pt x="34351" y="37157"/>
                  </a:lnTo>
                  <a:lnTo>
                    <a:pt x="34271" y="37117"/>
                  </a:lnTo>
                  <a:lnTo>
                    <a:pt x="33750" y="37117"/>
                  </a:lnTo>
                  <a:lnTo>
                    <a:pt x="33590" y="37077"/>
                  </a:lnTo>
                  <a:lnTo>
                    <a:pt x="33389" y="36996"/>
                  </a:lnTo>
                  <a:lnTo>
                    <a:pt x="33068" y="36836"/>
                  </a:lnTo>
                  <a:lnTo>
                    <a:pt x="32828" y="36636"/>
                  </a:lnTo>
                  <a:lnTo>
                    <a:pt x="32708" y="36435"/>
                  </a:lnTo>
                  <a:lnTo>
                    <a:pt x="32668" y="36355"/>
                  </a:lnTo>
                  <a:lnTo>
                    <a:pt x="32668" y="36315"/>
                  </a:lnTo>
                  <a:lnTo>
                    <a:pt x="32708" y="36275"/>
                  </a:lnTo>
                  <a:lnTo>
                    <a:pt x="32748" y="36275"/>
                  </a:lnTo>
                  <a:lnTo>
                    <a:pt x="32948" y="36355"/>
                  </a:lnTo>
                  <a:lnTo>
                    <a:pt x="33269" y="36435"/>
                  </a:lnTo>
                  <a:lnTo>
                    <a:pt x="33670" y="36475"/>
                  </a:lnTo>
                  <a:lnTo>
                    <a:pt x="33910" y="36475"/>
                  </a:lnTo>
                  <a:lnTo>
                    <a:pt x="34151" y="36435"/>
                  </a:lnTo>
                  <a:lnTo>
                    <a:pt x="34551" y="36355"/>
                  </a:lnTo>
                  <a:lnTo>
                    <a:pt x="34872" y="36195"/>
                  </a:lnTo>
                  <a:lnTo>
                    <a:pt x="35073" y="36075"/>
                  </a:lnTo>
                  <a:lnTo>
                    <a:pt x="35513" y="35794"/>
                  </a:lnTo>
                  <a:lnTo>
                    <a:pt x="35674" y="35634"/>
                  </a:lnTo>
                  <a:lnTo>
                    <a:pt x="35754" y="35473"/>
                  </a:lnTo>
                  <a:lnTo>
                    <a:pt x="35834" y="35233"/>
                  </a:lnTo>
                  <a:lnTo>
                    <a:pt x="35834" y="34992"/>
                  </a:lnTo>
                  <a:lnTo>
                    <a:pt x="35754" y="34752"/>
                  </a:lnTo>
                  <a:lnTo>
                    <a:pt x="35674" y="34551"/>
                  </a:lnTo>
                  <a:lnTo>
                    <a:pt x="35473" y="34151"/>
                  </a:lnTo>
                  <a:lnTo>
                    <a:pt x="35273" y="33870"/>
                  </a:lnTo>
                  <a:lnTo>
                    <a:pt x="34952" y="33309"/>
                  </a:lnTo>
                  <a:lnTo>
                    <a:pt x="34672" y="32708"/>
                  </a:lnTo>
                  <a:lnTo>
                    <a:pt x="34471" y="32066"/>
                  </a:lnTo>
                  <a:lnTo>
                    <a:pt x="34311" y="31385"/>
                  </a:lnTo>
                  <a:lnTo>
                    <a:pt x="34191" y="30704"/>
                  </a:lnTo>
                  <a:lnTo>
                    <a:pt x="34151" y="30022"/>
                  </a:lnTo>
                  <a:lnTo>
                    <a:pt x="34111" y="29341"/>
                  </a:lnTo>
                  <a:lnTo>
                    <a:pt x="34151" y="28699"/>
                  </a:lnTo>
                  <a:lnTo>
                    <a:pt x="34191" y="28058"/>
                  </a:lnTo>
                  <a:lnTo>
                    <a:pt x="34231" y="27417"/>
                  </a:lnTo>
                  <a:lnTo>
                    <a:pt x="34431" y="26335"/>
                  </a:lnTo>
                  <a:lnTo>
                    <a:pt x="34632" y="25493"/>
                  </a:lnTo>
                  <a:lnTo>
                    <a:pt x="34792" y="24972"/>
                  </a:lnTo>
                  <a:lnTo>
                    <a:pt x="35073" y="24331"/>
                  </a:lnTo>
                  <a:lnTo>
                    <a:pt x="35313" y="23769"/>
                  </a:lnTo>
                  <a:lnTo>
                    <a:pt x="35554" y="23088"/>
                  </a:lnTo>
                  <a:lnTo>
                    <a:pt x="35714" y="22567"/>
                  </a:lnTo>
                  <a:lnTo>
                    <a:pt x="35834" y="22006"/>
                  </a:lnTo>
                  <a:lnTo>
                    <a:pt x="36035" y="21044"/>
                  </a:lnTo>
                  <a:lnTo>
                    <a:pt x="36155" y="20122"/>
                  </a:lnTo>
                  <a:lnTo>
                    <a:pt x="36195" y="19240"/>
                  </a:lnTo>
                  <a:lnTo>
                    <a:pt x="36155" y="18398"/>
                  </a:lnTo>
                  <a:lnTo>
                    <a:pt x="36115" y="17677"/>
                  </a:lnTo>
                  <a:lnTo>
                    <a:pt x="36035" y="16995"/>
                  </a:lnTo>
                  <a:lnTo>
                    <a:pt x="35874" y="15873"/>
                  </a:lnTo>
                  <a:lnTo>
                    <a:pt x="35594" y="14671"/>
                  </a:lnTo>
                  <a:lnTo>
                    <a:pt x="35273" y="13588"/>
                  </a:lnTo>
                  <a:lnTo>
                    <a:pt x="34912" y="12586"/>
                  </a:lnTo>
                  <a:lnTo>
                    <a:pt x="34551" y="11624"/>
                  </a:lnTo>
                  <a:lnTo>
                    <a:pt x="34111" y="10743"/>
                  </a:lnTo>
                  <a:lnTo>
                    <a:pt x="33710" y="9981"/>
                  </a:lnTo>
                  <a:lnTo>
                    <a:pt x="33269" y="9260"/>
                  </a:lnTo>
                  <a:lnTo>
                    <a:pt x="32868" y="8658"/>
                  </a:lnTo>
                  <a:lnTo>
                    <a:pt x="32387" y="7897"/>
                  </a:lnTo>
                  <a:lnTo>
                    <a:pt x="31786" y="7095"/>
                  </a:lnTo>
                  <a:lnTo>
                    <a:pt x="31064" y="6253"/>
                  </a:lnTo>
                  <a:lnTo>
                    <a:pt x="30223" y="5372"/>
                  </a:lnTo>
                  <a:lnTo>
                    <a:pt x="29301" y="4450"/>
                  </a:lnTo>
                  <a:lnTo>
                    <a:pt x="28780" y="4049"/>
                  </a:lnTo>
                  <a:lnTo>
                    <a:pt x="28218" y="3608"/>
                  </a:lnTo>
                  <a:lnTo>
                    <a:pt x="27657" y="3207"/>
                  </a:lnTo>
                  <a:lnTo>
                    <a:pt x="27056" y="2806"/>
                  </a:lnTo>
                  <a:lnTo>
                    <a:pt x="26375" y="2406"/>
                  </a:lnTo>
                  <a:lnTo>
                    <a:pt x="25693" y="2045"/>
                  </a:lnTo>
                  <a:lnTo>
                    <a:pt x="25052" y="1724"/>
                  </a:lnTo>
                  <a:lnTo>
                    <a:pt x="24411" y="1444"/>
                  </a:lnTo>
                  <a:lnTo>
                    <a:pt x="23689" y="1203"/>
                  </a:lnTo>
                  <a:lnTo>
                    <a:pt x="23008" y="963"/>
                  </a:lnTo>
                  <a:lnTo>
                    <a:pt x="22246" y="722"/>
                  </a:lnTo>
                  <a:lnTo>
                    <a:pt x="21525" y="562"/>
                  </a:lnTo>
                  <a:lnTo>
                    <a:pt x="20763" y="401"/>
                  </a:lnTo>
                  <a:lnTo>
                    <a:pt x="19962" y="241"/>
                  </a:lnTo>
                  <a:lnTo>
                    <a:pt x="19200" y="121"/>
                  </a:lnTo>
                  <a:lnTo>
                    <a:pt x="18398" y="41"/>
                  </a:lnTo>
                  <a:lnTo>
                    <a:pt x="17597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1419575" y="973625"/>
              <a:ext cx="98225" cy="177375"/>
            </a:xfrm>
            <a:custGeom>
              <a:rect b="b" l="l" r="r" t="t"/>
              <a:pathLst>
                <a:path extrusionOk="0" h="7095" w="3929">
                  <a:moveTo>
                    <a:pt x="883" y="0"/>
                  </a:moveTo>
                  <a:lnTo>
                    <a:pt x="1" y="3528"/>
                  </a:lnTo>
                  <a:lnTo>
                    <a:pt x="803" y="7095"/>
                  </a:lnTo>
                  <a:lnTo>
                    <a:pt x="1003" y="6975"/>
                  </a:lnTo>
                  <a:lnTo>
                    <a:pt x="1243" y="6814"/>
                  </a:lnTo>
                  <a:lnTo>
                    <a:pt x="1524" y="6694"/>
                  </a:lnTo>
                  <a:lnTo>
                    <a:pt x="1845" y="6574"/>
                  </a:lnTo>
                  <a:lnTo>
                    <a:pt x="2165" y="6494"/>
                  </a:lnTo>
                  <a:lnTo>
                    <a:pt x="2406" y="6494"/>
                  </a:lnTo>
                  <a:lnTo>
                    <a:pt x="2646" y="6454"/>
                  </a:lnTo>
                  <a:lnTo>
                    <a:pt x="2927" y="6373"/>
                  </a:lnTo>
                  <a:lnTo>
                    <a:pt x="3087" y="6293"/>
                  </a:lnTo>
                  <a:lnTo>
                    <a:pt x="3288" y="6173"/>
                  </a:lnTo>
                  <a:lnTo>
                    <a:pt x="3488" y="5973"/>
                  </a:lnTo>
                  <a:lnTo>
                    <a:pt x="3688" y="5732"/>
                  </a:lnTo>
                  <a:lnTo>
                    <a:pt x="3769" y="5612"/>
                  </a:lnTo>
                  <a:lnTo>
                    <a:pt x="3849" y="5371"/>
                  </a:lnTo>
                  <a:lnTo>
                    <a:pt x="3929" y="5011"/>
                  </a:lnTo>
                  <a:lnTo>
                    <a:pt x="3929" y="4850"/>
                  </a:lnTo>
                  <a:lnTo>
                    <a:pt x="3929" y="4650"/>
                  </a:lnTo>
                  <a:lnTo>
                    <a:pt x="3849" y="4409"/>
                  </a:lnTo>
                  <a:lnTo>
                    <a:pt x="3769" y="4169"/>
                  </a:lnTo>
                  <a:lnTo>
                    <a:pt x="3648" y="4009"/>
                  </a:lnTo>
                  <a:lnTo>
                    <a:pt x="3488" y="3848"/>
                  </a:lnTo>
                  <a:lnTo>
                    <a:pt x="3208" y="3568"/>
                  </a:lnTo>
                  <a:lnTo>
                    <a:pt x="2967" y="3407"/>
                  </a:lnTo>
                  <a:lnTo>
                    <a:pt x="2767" y="3207"/>
                  </a:lnTo>
                  <a:lnTo>
                    <a:pt x="2526" y="3007"/>
                  </a:lnTo>
                  <a:lnTo>
                    <a:pt x="2286" y="2726"/>
                  </a:lnTo>
                  <a:lnTo>
                    <a:pt x="2045" y="2365"/>
                  </a:lnTo>
                  <a:lnTo>
                    <a:pt x="1765" y="1924"/>
                  </a:lnTo>
                  <a:lnTo>
                    <a:pt x="1484" y="1363"/>
                  </a:lnTo>
                  <a:lnTo>
                    <a:pt x="1203" y="762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1351450" y="940550"/>
              <a:ext cx="139300" cy="46125"/>
            </a:xfrm>
            <a:custGeom>
              <a:rect b="b" l="l" r="r" t="t"/>
              <a:pathLst>
                <a:path extrusionOk="0" h="1845" w="5572">
                  <a:moveTo>
                    <a:pt x="2806" y="1"/>
                  </a:moveTo>
                  <a:lnTo>
                    <a:pt x="2325" y="81"/>
                  </a:lnTo>
                  <a:lnTo>
                    <a:pt x="1884" y="201"/>
                  </a:lnTo>
                  <a:lnTo>
                    <a:pt x="1483" y="321"/>
                  </a:lnTo>
                  <a:lnTo>
                    <a:pt x="1123" y="482"/>
                  </a:lnTo>
                  <a:lnTo>
                    <a:pt x="802" y="682"/>
                  </a:lnTo>
                  <a:lnTo>
                    <a:pt x="521" y="882"/>
                  </a:lnTo>
                  <a:lnTo>
                    <a:pt x="121" y="1203"/>
                  </a:lnTo>
                  <a:lnTo>
                    <a:pt x="0" y="1323"/>
                  </a:lnTo>
                  <a:lnTo>
                    <a:pt x="0" y="1444"/>
                  </a:lnTo>
                  <a:lnTo>
                    <a:pt x="0" y="1604"/>
                  </a:lnTo>
                  <a:lnTo>
                    <a:pt x="81" y="1724"/>
                  </a:lnTo>
                  <a:lnTo>
                    <a:pt x="201" y="1804"/>
                  </a:lnTo>
                  <a:lnTo>
                    <a:pt x="361" y="1844"/>
                  </a:lnTo>
                  <a:lnTo>
                    <a:pt x="481" y="1804"/>
                  </a:lnTo>
                  <a:lnTo>
                    <a:pt x="602" y="1724"/>
                  </a:lnTo>
                  <a:lnTo>
                    <a:pt x="962" y="1444"/>
                  </a:lnTo>
                  <a:lnTo>
                    <a:pt x="1443" y="1123"/>
                  </a:lnTo>
                  <a:lnTo>
                    <a:pt x="1764" y="1003"/>
                  </a:lnTo>
                  <a:lnTo>
                    <a:pt x="2085" y="882"/>
                  </a:lnTo>
                  <a:lnTo>
                    <a:pt x="2485" y="762"/>
                  </a:lnTo>
                  <a:lnTo>
                    <a:pt x="2886" y="722"/>
                  </a:lnTo>
                  <a:lnTo>
                    <a:pt x="3247" y="682"/>
                  </a:lnTo>
                  <a:lnTo>
                    <a:pt x="3608" y="722"/>
                  </a:lnTo>
                  <a:lnTo>
                    <a:pt x="3888" y="762"/>
                  </a:lnTo>
                  <a:lnTo>
                    <a:pt x="4209" y="842"/>
                  </a:lnTo>
                  <a:lnTo>
                    <a:pt x="4690" y="1003"/>
                  </a:lnTo>
                  <a:lnTo>
                    <a:pt x="5051" y="1163"/>
                  </a:lnTo>
                  <a:lnTo>
                    <a:pt x="5171" y="1203"/>
                  </a:lnTo>
                  <a:lnTo>
                    <a:pt x="5331" y="1203"/>
                  </a:lnTo>
                  <a:lnTo>
                    <a:pt x="5452" y="1123"/>
                  </a:lnTo>
                  <a:lnTo>
                    <a:pt x="5532" y="1003"/>
                  </a:lnTo>
                  <a:lnTo>
                    <a:pt x="5572" y="882"/>
                  </a:lnTo>
                  <a:lnTo>
                    <a:pt x="5572" y="722"/>
                  </a:lnTo>
                  <a:lnTo>
                    <a:pt x="5492" y="602"/>
                  </a:lnTo>
                  <a:lnTo>
                    <a:pt x="5371" y="522"/>
                  </a:lnTo>
                  <a:lnTo>
                    <a:pt x="4971" y="321"/>
                  </a:lnTo>
                  <a:lnTo>
                    <a:pt x="4369" y="121"/>
                  </a:lnTo>
                  <a:lnTo>
                    <a:pt x="4049" y="41"/>
                  </a:lnTo>
                  <a:lnTo>
                    <a:pt x="36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1395525" y="957600"/>
              <a:ext cx="51150" cy="75175"/>
            </a:xfrm>
            <a:custGeom>
              <a:rect b="b" l="l" r="r" t="t"/>
              <a:pathLst>
                <a:path extrusionOk="0" h="3007" w="2046">
                  <a:moveTo>
                    <a:pt x="923" y="0"/>
                  </a:moveTo>
                  <a:lnTo>
                    <a:pt x="722" y="80"/>
                  </a:lnTo>
                  <a:lnTo>
                    <a:pt x="522" y="200"/>
                  </a:lnTo>
                  <a:lnTo>
                    <a:pt x="362" y="401"/>
                  </a:lnTo>
                  <a:lnTo>
                    <a:pt x="241" y="601"/>
                  </a:lnTo>
                  <a:lnTo>
                    <a:pt x="121" y="842"/>
                  </a:lnTo>
                  <a:lnTo>
                    <a:pt x="41" y="1122"/>
                  </a:lnTo>
                  <a:lnTo>
                    <a:pt x="1" y="1443"/>
                  </a:lnTo>
                  <a:lnTo>
                    <a:pt x="1" y="1724"/>
                  </a:lnTo>
                  <a:lnTo>
                    <a:pt x="41" y="2044"/>
                  </a:lnTo>
                  <a:lnTo>
                    <a:pt x="121" y="2285"/>
                  </a:lnTo>
                  <a:lnTo>
                    <a:pt x="241" y="2525"/>
                  </a:lnTo>
                  <a:lnTo>
                    <a:pt x="362" y="2726"/>
                  </a:lnTo>
                  <a:lnTo>
                    <a:pt x="522" y="2846"/>
                  </a:lnTo>
                  <a:lnTo>
                    <a:pt x="722" y="2966"/>
                  </a:lnTo>
                  <a:lnTo>
                    <a:pt x="923" y="3006"/>
                  </a:lnTo>
                  <a:lnTo>
                    <a:pt x="1123" y="2966"/>
                  </a:lnTo>
                  <a:lnTo>
                    <a:pt x="1324" y="2926"/>
                  </a:lnTo>
                  <a:lnTo>
                    <a:pt x="1524" y="2766"/>
                  </a:lnTo>
                  <a:lnTo>
                    <a:pt x="1684" y="2605"/>
                  </a:lnTo>
                  <a:lnTo>
                    <a:pt x="1805" y="2405"/>
                  </a:lnTo>
                  <a:lnTo>
                    <a:pt x="1925" y="2124"/>
                  </a:lnTo>
                  <a:lnTo>
                    <a:pt x="2005" y="1844"/>
                  </a:lnTo>
                  <a:lnTo>
                    <a:pt x="2045" y="1563"/>
                  </a:lnTo>
                  <a:lnTo>
                    <a:pt x="2045" y="1243"/>
                  </a:lnTo>
                  <a:lnTo>
                    <a:pt x="2005" y="962"/>
                  </a:lnTo>
                  <a:lnTo>
                    <a:pt x="1925" y="722"/>
                  </a:lnTo>
                  <a:lnTo>
                    <a:pt x="1805" y="481"/>
                  </a:lnTo>
                  <a:lnTo>
                    <a:pt x="1684" y="281"/>
                  </a:lnTo>
                  <a:lnTo>
                    <a:pt x="1484" y="120"/>
                  </a:lnTo>
                  <a:lnTo>
                    <a:pt x="1324" y="40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1012750" y="906475"/>
              <a:ext cx="146325" cy="198450"/>
            </a:xfrm>
            <a:custGeom>
              <a:rect b="b" l="l" r="r" t="t"/>
              <a:pathLst>
                <a:path extrusionOk="0" h="7938" w="5853">
                  <a:moveTo>
                    <a:pt x="2886" y="1"/>
                  </a:moveTo>
                  <a:lnTo>
                    <a:pt x="2566" y="41"/>
                  </a:lnTo>
                  <a:lnTo>
                    <a:pt x="2285" y="121"/>
                  </a:lnTo>
                  <a:lnTo>
                    <a:pt x="2005" y="241"/>
                  </a:lnTo>
                  <a:lnTo>
                    <a:pt x="1724" y="402"/>
                  </a:lnTo>
                  <a:lnTo>
                    <a:pt x="1484" y="562"/>
                  </a:lnTo>
                  <a:lnTo>
                    <a:pt x="1243" y="803"/>
                  </a:lnTo>
                  <a:lnTo>
                    <a:pt x="1043" y="1043"/>
                  </a:lnTo>
                  <a:lnTo>
                    <a:pt x="802" y="1283"/>
                  </a:lnTo>
                  <a:lnTo>
                    <a:pt x="642" y="1604"/>
                  </a:lnTo>
                  <a:lnTo>
                    <a:pt x="482" y="1925"/>
                  </a:lnTo>
                  <a:lnTo>
                    <a:pt x="321" y="2245"/>
                  </a:lnTo>
                  <a:lnTo>
                    <a:pt x="201" y="2606"/>
                  </a:lnTo>
                  <a:lnTo>
                    <a:pt x="121" y="2967"/>
                  </a:lnTo>
                  <a:lnTo>
                    <a:pt x="41" y="3368"/>
                  </a:lnTo>
                  <a:lnTo>
                    <a:pt x="1" y="3769"/>
                  </a:lnTo>
                  <a:lnTo>
                    <a:pt x="1" y="4169"/>
                  </a:lnTo>
                  <a:lnTo>
                    <a:pt x="1" y="4570"/>
                  </a:lnTo>
                  <a:lnTo>
                    <a:pt x="81" y="4971"/>
                  </a:lnTo>
                  <a:lnTo>
                    <a:pt x="121" y="5332"/>
                  </a:lnTo>
                  <a:lnTo>
                    <a:pt x="241" y="5693"/>
                  </a:lnTo>
                  <a:lnTo>
                    <a:pt x="361" y="6013"/>
                  </a:lnTo>
                  <a:lnTo>
                    <a:pt x="522" y="6334"/>
                  </a:lnTo>
                  <a:lnTo>
                    <a:pt x="682" y="6655"/>
                  </a:lnTo>
                  <a:lnTo>
                    <a:pt x="882" y="6895"/>
                  </a:lnTo>
                  <a:lnTo>
                    <a:pt x="1083" y="7136"/>
                  </a:lnTo>
                  <a:lnTo>
                    <a:pt x="1323" y="7376"/>
                  </a:lnTo>
                  <a:lnTo>
                    <a:pt x="1564" y="7536"/>
                  </a:lnTo>
                  <a:lnTo>
                    <a:pt x="1844" y="7697"/>
                  </a:lnTo>
                  <a:lnTo>
                    <a:pt x="2125" y="7817"/>
                  </a:lnTo>
                  <a:lnTo>
                    <a:pt x="2405" y="7897"/>
                  </a:lnTo>
                  <a:lnTo>
                    <a:pt x="2686" y="7937"/>
                  </a:lnTo>
                  <a:lnTo>
                    <a:pt x="3007" y="7937"/>
                  </a:lnTo>
                  <a:lnTo>
                    <a:pt x="3287" y="7857"/>
                  </a:lnTo>
                  <a:lnTo>
                    <a:pt x="3568" y="7777"/>
                  </a:lnTo>
                  <a:lnTo>
                    <a:pt x="3848" y="7697"/>
                  </a:lnTo>
                  <a:lnTo>
                    <a:pt x="4129" y="7536"/>
                  </a:lnTo>
                  <a:lnTo>
                    <a:pt x="4370" y="7336"/>
                  </a:lnTo>
                  <a:lnTo>
                    <a:pt x="4610" y="7136"/>
                  </a:lnTo>
                  <a:lnTo>
                    <a:pt x="4810" y="6895"/>
                  </a:lnTo>
                  <a:lnTo>
                    <a:pt x="5051" y="6614"/>
                  </a:lnTo>
                  <a:lnTo>
                    <a:pt x="5211" y="6334"/>
                  </a:lnTo>
                  <a:lnTo>
                    <a:pt x="5372" y="6013"/>
                  </a:lnTo>
                  <a:lnTo>
                    <a:pt x="5532" y="5652"/>
                  </a:lnTo>
                  <a:lnTo>
                    <a:pt x="5652" y="5292"/>
                  </a:lnTo>
                  <a:lnTo>
                    <a:pt x="5732" y="4931"/>
                  </a:lnTo>
                  <a:lnTo>
                    <a:pt x="5812" y="4530"/>
                  </a:lnTo>
                  <a:lnTo>
                    <a:pt x="5853" y="4129"/>
                  </a:lnTo>
                  <a:lnTo>
                    <a:pt x="5853" y="3729"/>
                  </a:lnTo>
                  <a:lnTo>
                    <a:pt x="5853" y="3328"/>
                  </a:lnTo>
                  <a:lnTo>
                    <a:pt x="5812" y="2927"/>
                  </a:lnTo>
                  <a:lnTo>
                    <a:pt x="5732" y="2566"/>
                  </a:lnTo>
                  <a:lnTo>
                    <a:pt x="5612" y="2205"/>
                  </a:lnTo>
                  <a:lnTo>
                    <a:pt x="5492" y="1885"/>
                  </a:lnTo>
                  <a:lnTo>
                    <a:pt x="5331" y="1564"/>
                  </a:lnTo>
                  <a:lnTo>
                    <a:pt x="5171" y="1283"/>
                  </a:lnTo>
                  <a:lnTo>
                    <a:pt x="4971" y="1003"/>
                  </a:lnTo>
                  <a:lnTo>
                    <a:pt x="4770" y="762"/>
                  </a:lnTo>
                  <a:lnTo>
                    <a:pt x="4530" y="562"/>
                  </a:lnTo>
                  <a:lnTo>
                    <a:pt x="4289" y="362"/>
                  </a:lnTo>
                  <a:lnTo>
                    <a:pt x="4009" y="201"/>
                  </a:lnTo>
                  <a:lnTo>
                    <a:pt x="3768" y="121"/>
                  </a:lnTo>
                  <a:lnTo>
                    <a:pt x="3448" y="41"/>
                  </a:lnTo>
                  <a:lnTo>
                    <a:pt x="3167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1012750" y="1047775"/>
              <a:ext cx="109250" cy="66150"/>
            </a:xfrm>
            <a:custGeom>
              <a:rect b="b" l="l" r="r" t="t"/>
              <a:pathLst>
                <a:path extrusionOk="0" h="2646" w="4370">
                  <a:moveTo>
                    <a:pt x="361" y="0"/>
                  </a:moveTo>
                  <a:lnTo>
                    <a:pt x="241" y="41"/>
                  </a:lnTo>
                  <a:lnTo>
                    <a:pt x="121" y="121"/>
                  </a:lnTo>
                  <a:lnTo>
                    <a:pt x="41" y="241"/>
                  </a:lnTo>
                  <a:lnTo>
                    <a:pt x="1" y="361"/>
                  </a:lnTo>
                  <a:lnTo>
                    <a:pt x="41" y="522"/>
                  </a:lnTo>
                  <a:lnTo>
                    <a:pt x="241" y="962"/>
                  </a:lnTo>
                  <a:lnTo>
                    <a:pt x="522" y="1363"/>
                  </a:lnTo>
                  <a:lnTo>
                    <a:pt x="802" y="1724"/>
                  </a:lnTo>
                  <a:lnTo>
                    <a:pt x="1123" y="2005"/>
                  </a:lnTo>
                  <a:lnTo>
                    <a:pt x="1484" y="2245"/>
                  </a:lnTo>
                  <a:lnTo>
                    <a:pt x="1844" y="2445"/>
                  </a:lnTo>
                  <a:lnTo>
                    <a:pt x="2245" y="2566"/>
                  </a:lnTo>
                  <a:lnTo>
                    <a:pt x="2686" y="2646"/>
                  </a:lnTo>
                  <a:lnTo>
                    <a:pt x="2806" y="2646"/>
                  </a:lnTo>
                  <a:lnTo>
                    <a:pt x="3167" y="2606"/>
                  </a:lnTo>
                  <a:lnTo>
                    <a:pt x="3528" y="2526"/>
                  </a:lnTo>
                  <a:lnTo>
                    <a:pt x="3889" y="2405"/>
                  </a:lnTo>
                  <a:lnTo>
                    <a:pt x="4209" y="2245"/>
                  </a:lnTo>
                  <a:lnTo>
                    <a:pt x="4329" y="2165"/>
                  </a:lnTo>
                  <a:lnTo>
                    <a:pt x="4370" y="2005"/>
                  </a:lnTo>
                  <a:lnTo>
                    <a:pt x="4370" y="1884"/>
                  </a:lnTo>
                  <a:lnTo>
                    <a:pt x="4329" y="1764"/>
                  </a:lnTo>
                  <a:lnTo>
                    <a:pt x="4249" y="1644"/>
                  </a:lnTo>
                  <a:lnTo>
                    <a:pt x="4129" y="1564"/>
                  </a:lnTo>
                  <a:lnTo>
                    <a:pt x="3969" y="1564"/>
                  </a:lnTo>
                  <a:lnTo>
                    <a:pt x="3848" y="1604"/>
                  </a:lnTo>
                  <a:lnTo>
                    <a:pt x="3568" y="1764"/>
                  </a:lnTo>
                  <a:lnTo>
                    <a:pt x="3287" y="1844"/>
                  </a:lnTo>
                  <a:lnTo>
                    <a:pt x="3007" y="1924"/>
                  </a:lnTo>
                  <a:lnTo>
                    <a:pt x="2726" y="1924"/>
                  </a:lnTo>
                  <a:lnTo>
                    <a:pt x="2405" y="1844"/>
                  </a:lnTo>
                  <a:lnTo>
                    <a:pt x="2085" y="1764"/>
                  </a:lnTo>
                  <a:lnTo>
                    <a:pt x="1804" y="1604"/>
                  </a:lnTo>
                  <a:lnTo>
                    <a:pt x="1564" y="1443"/>
                  </a:lnTo>
                  <a:lnTo>
                    <a:pt x="1283" y="1203"/>
                  </a:lnTo>
                  <a:lnTo>
                    <a:pt x="1083" y="922"/>
                  </a:lnTo>
                  <a:lnTo>
                    <a:pt x="882" y="602"/>
                  </a:lnTo>
                  <a:lnTo>
                    <a:pt x="682" y="241"/>
                  </a:lnTo>
                  <a:lnTo>
                    <a:pt x="602" y="121"/>
                  </a:lnTo>
                  <a:lnTo>
                    <a:pt x="522" y="41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1003725" y="999675"/>
              <a:ext cx="23075" cy="54125"/>
            </a:xfrm>
            <a:custGeom>
              <a:rect b="b" l="l" r="r" t="t"/>
              <a:pathLst>
                <a:path extrusionOk="0" h="2165" w="923">
                  <a:moveTo>
                    <a:pt x="362" y="1"/>
                  </a:moveTo>
                  <a:lnTo>
                    <a:pt x="201" y="41"/>
                  </a:lnTo>
                  <a:lnTo>
                    <a:pt x="81" y="121"/>
                  </a:lnTo>
                  <a:lnTo>
                    <a:pt x="41" y="241"/>
                  </a:lnTo>
                  <a:lnTo>
                    <a:pt x="1" y="361"/>
                  </a:lnTo>
                  <a:lnTo>
                    <a:pt x="1" y="762"/>
                  </a:lnTo>
                  <a:lnTo>
                    <a:pt x="41" y="1123"/>
                  </a:lnTo>
                  <a:lnTo>
                    <a:pt x="121" y="1524"/>
                  </a:lnTo>
                  <a:lnTo>
                    <a:pt x="201" y="1884"/>
                  </a:lnTo>
                  <a:lnTo>
                    <a:pt x="241" y="2005"/>
                  </a:lnTo>
                  <a:lnTo>
                    <a:pt x="321" y="2085"/>
                  </a:lnTo>
                  <a:lnTo>
                    <a:pt x="442" y="2125"/>
                  </a:lnTo>
                  <a:lnTo>
                    <a:pt x="562" y="2165"/>
                  </a:lnTo>
                  <a:lnTo>
                    <a:pt x="642" y="2125"/>
                  </a:lnTo>
                  <a:lnTo>
                    <a:pt x="762" y="2085"/>
                  </a:lnTo>
                  <a:lnTo>
                    <a:pt x="883" y="1965"/>
                  </a:lnTo>
                  <a:lnTo>
                    <a:pt x="923" y="1844"/>
                  </a:lnTo>
                  <a:lnTo>
                    <a:pt x="883" y="1684"/>
                  </a:lnTo>
                  <a:lnTo>
                    <a:pt x="762" y="1043"/>
                  </a:lnTo>
                  <a:lnTo>
                    <a:pt x="722" y="361"/>
                  </a:lnTo>
                  <a:lnTo>
                    <a:pt x="682" y="241"/>
                  </a:lnTo>
                  <a:lnTo>
                    <a:pt x="602" y="121"/>
                  </a:lnTo>
                  <a:lnTo>
                    <a:pt x="482" y="41"/>
                  </a:lnTo>
                  <a:lnTo>
                    <a:pt x="3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1004725" y="897475"/>
              <a:ext cx="120275" cy="102225"/>
            </a:xfrm>
            <a:custGeom>
              <a:rect b="b" l="l" r="r" t="t"/>
              <a:pathLst>
                <a:path extrusionOk="0" h="4089" w="4811">
                  <a:moveTo>
                    <a:pt x="3047" y="0"/>
                  </a:moveTo>
                  <a:lnTo>
                    <a:pt x="2767" y="40"/>
                  </a:lnTo>
                  <a:lnTo>
                    <a:pt x="2486" y="160"/>
                  </a:lnTo>
                  <a:lnTo>
                    <a:pt x="2205" y="241"/>
                  </a:lnTo>
                  <a:lnTo>
                    <a:pt x="1925" y="401"/>
                  </a:lnTo>
                  <a:lnTo>
                    <a:pt x="1644" y="601"/>
                  </a:lnTo>
                  <a:lnTo>
                    <a:pt x="1404" y="802"/>
                  </a:lnTo>
                  <a:lnTo>
                    <a:pt x="1203" y="1042"/>
                  </a:lnTo>
                  <a:lnTo>
                    <a:pt x="963" y="1283"/>
                  </a:lnTo>
                  <a:lnTo>
                    <a:pt x="762" y="1563"/>
                  </a:lnTo>
                  <a:lnTo>
                    <a:pt x="602" y="1884"/>
                  </a:lnTo>
                  <a:lnTo>
                    <a:pt x="442" y="2205"/>
                  </a:lnTo>
                  <a:lnTo>
                    <a:pt x="281" y="2525"/>
                  </a:lnTo>
                  <a:lnTo>
                    <a:pt x="161" y="2886"/>
                  </a:lnTo>
                  <a:lnTo>
                    <a:pt x="81" y="3287"/>
                  </a:lnTo>
                  <a:lnTo>
                    <a:pt x="1" y="3648"/>
                  </a:lnTo>
                  <a:lnTo>
                    <a:pt x="1" y="3808"/>
                  </a:lnTo>
                  <a:lnTo>
                    <a:pt x="81" y="3928"/>
                  </a:lnTo>
                  <a:lnTo>
                    <a:pt x="201" y="4008"/>
                  </a:lnTo>
                  <a:lnTo>
                    <a:pt x="362" y="4089"/>
                  </a:lnTo>
                  <a:lnTo>
                    <a:pt x="482" y="4048"/>
                  </a:lnTo>
                  <a:lnTo>
                    <a:pt x="602" y="3968"/>
                  </a:lnTo>
                  <a:lnTo>
                    <a:pt x="682" y="3888"/>
                  </a:lnTo>
                  <a:lnTo>
                    <a:pt x="722" y="3768"/>
                  </a:lnTo>
                  <a:lnTo>
                    <a:pt x="843" y="3086"/>
                  </a:lnTo>
                  <a:lnTo>
                    <a:pt x="1083" y="2485"/>
                  </a:lnTo>
                  <a:lnTo>
                    <a:pt x="1364" y="1964"/>
                  </a:lnTo>
                  <a:lnTo>
                    <a:pt x="1684" y="1523"/>
                  </a:lnTo>
                  <a:lnTo>
                    <a:pt x="1885" y="1323"/>
                  </a:lnTo>
                  <a:lnTo>
                    <a:pt x="2085" y="1163"/>
                  </a:lnTo>
                  <a:lnTo>
                    <a:pt x="2286" y="1002"/>
                  </a:lnTo>
                  <a:lnTo>
                    <a:pt x="2526" y="882"/>
                  </a:lnTo>
                  <a:lnTo>
                    <a:pt x="2767" y="802"/>
                  </a:lnTo>
                  <a:lnTo>
                    <a:pt x="2967" y="722"/>
                  </a:lnTo>
                  <a:lnTo>
                    <a:pt x="3688" y="722"/>
                  </a:lnTo>
                  <a:lnTo>
                    <a:pt x="3889" y="802"/>
                  </a:lnTo>
                  <a:lnTo>
                    <a:pt x="4089" y="842"/>
                  </a:lnTo>
                  <a:lnTo>
                    <a:pt x="4290" y="962"/>
                  </a:lnTo>
                  <a:lnTo>
                    <a:pt x="4410" y="1002"/>
                  </a:lnTo>
                  <a:lnTo>
                    <a:pt x="4570" y="1002"/>
                  </a:lnTo>
                  <a:lnTo>
                    <a:pt x="4691" y="922"/>
                  </a:lnTo>
                  <a:lnTo>
                    <a:pt x="4771" y="802"/>
                  </a:lnTo>
                  <a:lnTo>
                    <a:pt x="4811" y="682"/>
                  </a:lnTo>
                  <a:lnTo>
                    <a:pt x="4811" y="521"/>
                  </a:lnTo>
                  <a:lnTo>
                    <a:pt x="4731" y="401"/>
                  </a:lnTo>
                  <a:lnTo>
                    <a:pt x="4650" y="321"/>
                  </a:lnTo>
                  <a:lnTo>
                    <a:pt x="4370" y="201"/>
                  </a:lnTo>
                  <a:lnTo>
                    <a:pt x="4089" y="80"/>
                  </a:lnTo>
                  <a:lnTo>
                    <a:pt x="3809" y="40"/>
                  </a:lnTo>
                  <a:lnTo>
                    <a:pt x="35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1057850" y="951575"/>
              <a:ext cx="49125" cy="111250"/>
            </a:xfrm>
            <a:custGeom>
              <a:rect b="b" l="l" r="r" t="t"/>
              <a:pathLst>
                <a:path extrusionOk="0" h="4450" w="1965">
                  <a:moveTo>
                    <a:pt x="401" y="1"/>
                  </a:moveTo>
                  <a:lnTo>
                    <a:pt x="241" y="41"/>
                  </a:lnTo>
                  <a:lnTo>
                    <a:pt x="121" y="81"/>
                  </a:lnTo>
                  <a:lnTo>
                    <a:pt x="40" y="201"/>
                  </a:lnTo>
                  <a:lnTo>
                    <a:pt x="0" y="321"/>
                  </a:lnTo>
                  <a:lnTo>
                    <a:pt x="40" y="482"/>
                  </a:lnTo>
                  <a:lnTo>
                    <a:pt x="1283" y="4209"/>
                  </a:lnTo>
                  <a:lnTo>
                    <a:pt x="1323" y="4289"/>
                  </a:lnTo>
                  <a:lnTo>
                    <a:pt x="1403" y="4370"/>
                  </a:lnTo>
                  <a:lnTo>
                    <a:pt x="1523" y="4410"/>
                  </a:lnTo>
                  <a:lnTo>
                    <a:pt x="1604" y="4450"/>
                  </a:lnTo>
                  <a:lnTo>
                    <a:pt x="1724" y="4410"/>
                  </a:lnTo>
                  <a:lnTo>
                    <a:pt x="1844" y="4370"/>
                  </a:lnTo>
                  <a:lnTo>
                    <a:pt x="1924" y="4249"/>
                  </a:lnTo>
                  <a:lnTo>
                    <a:pt x="1964" y="4129"/>
                  </a:lnTo>
                  <a:lnTo>
                    <a:pt x="1964" y="3969"/>
                  </a:lnTo>
                  <a:lnTo>
                    <a:pt x="722" y="241"/>
                  </a:lnTo>
                  <a:lnTo>
                    <a:pt x="642" y="121"/>
                  </a:lnTo>
                  <a:lnTo>
                    <a:pt x="521" y="4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1073875" y="962600"/>
              <a:ext cx="37100" cy="46125"/>
            </a:xfrm>
            <a:custGeom>
              <a:rect b="b" l="l" r="r" t="t"/>
              <a:pathLst>
                <a:path extrusionOk="0" h="1845" w="1484">
                  <a:moveTo>
                    <a:pt x="1083" y="0"/>
                  </a:moveTo>
                  <a:lnTo>
                    <a:pt x="963" y="41"/>
                  </a:lnTo>
                  <a:lnTo>
                    <a:pt x="842" y="161"/>
                  </a:lnTo>
                  <a:lnTo>
                    <a:pt x="81" y="1243"/>
                  </a:lnTo>
                  <a:lnTo>
                    <a:pt x="41" y="1403"/>
                  </a:lnTo>
                  <a:lnTo>
                    <a:pt x="1" y="1524"/>
                  </a:lnTo>
                  <a:lnTo>
                    <a:pt x="81" y="1644"/>
                  </a:lnTo>
                  <a:lnTo>
                    <a:pt x="161" y="1764"/>
                  </a:lnTo>
                  <a:lnTo>
                    <a:pt x="281" y="1804"/>
                  </a:lnTo>
                  <a:lnTo>
                    <a:pt x="361" y="1844"/>
                  </a:lnTo>
                  <a:lnTo>
                    <a:pt x="522" y="1804"/>
                  </a:lnTo>
                  <a:lnTo>
                    <a:pt x="682" y="1684"/>
                  </a:lnTo>
                  <a:lnTo>
                    <a:pt x="1444" y="562"/>
                  </a:lnTo>
                  <a:lnTo>
                    <a:pt x="1484" y="441"/>
                  </a:lnTo>
                  <a:lnTo>
                    <a:pt x="1484" y="321"/>
                  </a:lnTo>
                  <a:lnTo>
                    <a:pt x="1444" y="161"/>
                  </a:lnTo>
                  <a:lnTo>
                    <a:pt x="1363" y="81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1292325" y="800275"/>
              <a:ext cx="173375" cy="71150"/>
            </a:xfrm>
            <a:custGeom>
              <a:rect b="b" l="l" r="r" t="t"/>
              <a:pathLst>
                <a:path extrusionOk="0" h="2846" w="6935">
                  <a:moveTo>
                    <a:pt x="5211" y="0"/>
                  </a:moveTo>
                  <a:lnTo>
                    <a:pt x="4610" y="80"/>
                  </a:lnTo>
                  <a:lnTo>
                    <a:pt x="3969" y="241"/>
                  </a:lnTo>
                  <a:lnTo>
                    <a:pt x="3367" y="401"/>
                  </a:lnTo>
                  <a:lnTo>
                    <a:pt x="2766" y="641"/>
                  </a:lnTo>
                  <a:lnTo>
                    <a:pt x="2165" y="922"/>
                  </a:lnTo>
                  <a:lnTo>
                    <a:pt x="1604" y="1243"/>
                  </a:lnTo>
                  <a:lnTo>
                    <a:pt x="1123" y="1563"/>
                  </a:lnTo>
                  <a:lnTo>
                    <a:pt x="722" y="1884"/>
                  </a:lnTo>
                  <a:lnTo>
                    <a:pt x="361" y="2205"/>
                  </a:lnTo>
                  <a:lnTo>
                    <a:pt x="121" y="2445"/>
                  </a:lnTo>
                  <a:lnTo>
                    <a:pt x="0" y="2686"/>
                  </a:lnTo>
                  <a:lnTo>
                    <a:pt x="0" y="2766"/>
                  </a:lnTo>
                  <a:lnTo>
                    <a:pt x="0" y="2806"/>
                  </a:lnTo>
                  <a:lnTo>
                    <a:pt x="41" y="2846"/>
                  </a:lnTo>
                  <a:lnTo>
                    <a:pt x="81" y="2846"/>
                  </a:lnTo>
                  <a:lnTo>
                    <a:pt x="281" y="2806"/>
                  </a:lnTo>
                  <a:lnTo>
                    <a:pt x="922" y="2525"/>
                  </a:lnTo>
                  <a:lnTo>
                    <a:pt x="1363" y="2365"/>
                  </a:lnTo>
                  <a:lnTo>
                    <a:pt x="1924" y="2205"/>
                  </a:lnTo>
                  <a:lnTo>
                    <a:pt x="2526" y="2125"/>
                  </a:lnTo>
                  <a:lnTo>
                    <a:pt x="3207" y="2044"/>
                  </a:lnTo>
                  <a:lnTo>
                    <a:pt x="3768" y="2044"/>
                  </a:lnTo>
                  <a:lnTo>
                    <a:pt x="4209" y="2084"/>
                  </a:lnTo>
                  <a:lnTo>
                    <a:pt x="5011" y="2205"/>
                  </a:lnTo>
                  <a:lnTo>
                    <a:pt x="5331" y="2245"/>
                  </a:lnTo>
                  <a:lnTo>
                    <a:pt x="5652" y="2245"/>
                  </a:lnTo>
                  <a:lnTo>
                    <a:pt x="5933" y="2165"/>
                  </a:lnTo>
                  <a:lnTo>
                    <a:pt x="6213" y="2004"/>
                  </a:lnTo>
                  <a:lnTo>
                    <a:pt x="6374" y="1844"/>
                  </a:lnTo>
                  <a:lnTo>
                    <a:pt x="6574" y="1644"/>
                  </a:lnTo>
                  <a:lnTo>
                    <a:pt x="6694" y="1443"/>
                  </a:lnTo>
                  <a:lnTo>
                    <a:pt x="6814" y="1243"/>
                  </a:lnTo>
                  <a:lnTo>
                    <a:pt x="6895" y="1002"/>
                  </a:lnTo>
                  <a:lnTo>
                    <a:pt x="6935" y="762"/>
                  </a:lnTo>
                  <a:lnTo>
                    <a:pt x="6935" y="561"/>
                  </a:lnTo>
                  <a:lnTo>
                    <a:pt x="6855" y="401"/>
                  </a:lnTo>
                  <a:lnTo>
                    <a:pt x="6774" y="281"/>
                  </a:lnTo>
                  <a:lnTo>
                    <a:pt x="6614" y="160"/>
                  </a:lnTo>
                  <a:lnTo>
                    <a:pt x="6454" y="80"/>
                  </a:lnTo>
                  <a:lnTo>
                    <a:pt x="6253" y="40"/>
                  </a:lnTo>
                  <a:lnTo>
                    <a:pt x="57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1358450" y="1199075"/>
              <a:ext cx="97225" cy="46125"/>
            </a:xfrm>
            <a:custGeom>
              <a:rect b="b" l="l" r="r" t="t"/>
              <a:pathLst>
                <a:path extrusionOk="0" h="1845" w="3889">
                  <a:moveTo>
                    <a:pt x="322" y="1"/>
                  </a:moveTo>
                  <a:lnTo>
                    <a:pt x="161" y="41"/>
                  </a:lnTo>
                  <a:lnTo>
                    <a:pt x="81" y="121"/>
                  </a:lnTo>
                  <a:lnTo>
                    <a:pt x="1" y="241"/>
                  </a:lnTo>
                  <a:lnTo>
                    <a:pt x="1" y="402"/>
                  </a:lnTo>
                  <a:lnTo>
                    <a:pt x="41" y="522"/>
                  </a:lnTo>
                  <a:lnTo>
                    <a:pt x="201" y="843"/>
                  </a:lnTo>
                  <a:lnTo>
                    <a:pt x="442" y="1083"/>
                  </a:lnTo>
                  <a:lnTo>
                    <a:pt x="682" y="1324"/>
                  </a:lnTo>
                  <a:lnTo>
                    <a:pt x="963" y="1524"/>
                  </a:lnTo>
                  <a:lnTo>
                    <a:pt x="1284" y="1684"/>
                  </a:lnTo>
                  <a:lnTo>
                    <a:pt x="1604" y="1764"/>
                  </a:lnTo>
                  <a:lnTo>
                    <a:pt x="1925" y="1845"/>
                  </a:lnTo>
                  <a:lnTo>
                    <a:pt x="2486" y="1845"/>
                  </a:lnTo>
                  <a:lnTo>
                    <a:pt x="2727" y="1805"/>
                  </a:lnTo>
                  <a:lnTo>
                    <a:pt x="3207" y="1684"/>
                  </a:lnTo>
                  <a:lnTo>
                    <a:pt x="3528" y="1564"/>
                  </a:lnTo>
                  <a:lnTo>
                    <a:pt x="3688" y="1484"/>
                  </a:lnTo>
                  <a:lnTo>
                    <a:pt x="3809" y="1404"/>
                  </a:lnTo>
                  <a:lnTo>
                    <a:pt x="3849" y="1284"/>
                  </a:lnTo>
                  <a:lnTo>
                    <a:pt x="3889" y="1123"/>
                  </a:lnTo>
                  <a:lnTo>
                    <a:pt x="3849" y="1003"/>
                  </a:lnTo>
                  <a:lnTo>
                    <a:pt x="3729" y="883"/>
                  </a:lnTo>
                  <a:lnTo>
                    <a:pt x="3608" y="843"/>
                  </a:lnTo>
                  <a:lnTo>
                    <a:pt x="3488" y="803"/>
                  </a:lnTo>
                  <a:lnTo>
                    <a:pt x="3328" y="843"/>
                  </a:lnTo>
                  <a:lnTo>
                    <a:pt x="3127" y="923"/>
                  </a:lnTo>
                  <a:lnTo>
                    <a:pt x="2927" y="1003"/>
                  </a:lnTo>
                  <a:lnTo>
                    <a:pt x="2646" y="1083"/>
                  </a:lnTo>
                  <a:lnTo>
                    <a:pt x="2366" y="1123"/>
                  </a:lnTo>
                  <a:lnTo>
                    <a:pt x="2005" y="1123"/>
                  </a:lnTo>
                  <a:lnTo>
                    <a:pt x="1684" y="1043"/>
                  </a:lnTo>
                  <a:lnTo>
                    <a:pt x="1324" y="883"/>
                  </a:lnTo>
                  <a:lnTo>
                    <a:pt x="1123" y="762"/>
                  </a:lnTo>
                  <a:lnTo>
                    <a:pt x="963" y="602"/>
                  </a:lnTo>
                  <a:lnTo>
                    <a:pt x="803" y="402"/>
                  </a:lnTo>
                  <a:lnTo>
                    <a:pt x="682" y="201"/>
                  </a:lnTo>
                  <a:lnTo>
                    <a:pt x="562" y="81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726175" y="1733175"/>
              <a:ext cx="770600" cy="821725"/>
            </a:xfrm>
            <a:custGeom>
              <a:rect b="b" l="l" r="r" t="t"/>
              <a:pathLst>
                <a:path extrusionOk="0" h="32869" w="30824">
                  <a:moveTo>
                    <a:pt x="8898" y="1"/>
                  </a:moveTo>
                  <a:lnTo>
                    <a:pt x="8137" y="81"/>
                  </a:lnTo>
                  <a:lnTo>
                    <a:pt x="7295" y="241"/>
                  </a:lnTo>
                  <a:lnTo>
                    <a:pt x="6814" y="402"/>
                  </a:lnTo>
                  <a:lnTo>
                    <a:pt x="6373" y="562"/>
                  </a:lnTo>
                  <a:lnTo>
                    <a:pt x="5892" y="762"/>
                  </a:lnTo>
                  <a:lnTo>
                    <a:pt x="5411" y="1003"/>
                  </a:lnTo>
                  <a:lnTo>
                    <a:pt x="4890" y="1283"/>
                  </a:lnTo>
                  <a:lnTo>
                    <a:pt x="4409" y="1564"/>
                  </a:lnTo>
                  <a:lnTo>
                    <a:pt x="3928" y="1925"/>
                  </a:lnTo>
                  <a:lnTo>
                    <a:pt x="3487" y="2285"/>
                  </a:lnTo>
                  <a:lnTo>
                    <a:pt x="3046" y="2686"/>
                  </a:lnTo>
                  <a:lnTo>
                    <a:pt x="2645" y="3087"/>
                  </a:lnTo>
                  <a:lnTo>
                    <a:pt x="2285" y="3528"/>
                  </a:lnTo>
                  <a:lnTo>
                    <a:pt x="1924" y="3969"/>
                  </a:lnTo>
                  <a:lnTo>
                    <a:pt x="1563" y="4410"/>
                  </a:lnTo>
                  <a:lnTo>
                    <a:pt x="1283" y="4931"/>
                  </a:lnTo>
                  <a:lnTo>
                    <a:pt x="1002" y="5412"/>
                  </a:lnTo>
                  <a:lnTo>
                    <a:pt x="722" y="5933"/>
                  </a:lnTo>
                  <a:lnTo>
                    <a:pt x="481" y="6454"/>
                  </a:lnTo>
                  <a:lnTo>
                    <a:pt x="321" y="6975"/>
                  </a:lnTo>
                  <a:lnTo>
                    <a:pt x="120" y="7496"/>
                  </a:lnTo>
                  <a:lnTo>
                    <a:pt x="0" y="8057"/>
                  </a:lnTo>
                  <a:lnTo>
                    <a:pt x="1002" y="9861"/>
                  </a:lnTo>
                  <a:lnTo>
                    <a:pt x="2084" y="11705"/>
                  </a:lnTo>
                  <a:lnTo>
                    <a:pt x="3247" y="13508"/>
                  </a:lnTo>
                  <a:lnTo>
                    <a:pt x="4529" y="15392"/>
                  </a:lnTo>
                  <a:lnTo>
                    <a:pt x="4850" y="15913"/>
                  </a:lnTo>
                  <a:lnTo>
                    <a:pt x="5211" y="16434"/>
                  </a:lnTo>
                  <a:lnTo>
                    <a:pt x="6814" y="18639"/>
                  </a:lnTo>
                  <a:lnTo>
                    <a:pt x="8377" y="20683"/>
                  </a:lnTo>
                  <a:lnTo>
                    <a:pt x="9900" y="22487"/>
                  </a:lnTo>
                  <a:lnTo>
                    <a:pt x="11423" y="24210"/>
                  </a:lnTo>
                  <a:lnTo>
                    <a:pt x="12947" y="25814"/>
                  </a:lnTo>
                  <a:lnTo>
                    <a:pt x="14470" y="27377"/>
                  </a:lnTo>
                  <a:lnTo>
                    <a:pt x="15993" y="28860"/>
                  </a:lnTo>
                  <a:lnTo>
                    <a:pt x="17516" y="30263"/>
                  </a:lnTo>
                  <a:lnTo>
                    <a:pt x="19039" y="31626"/>
                  </a:lnTo>
                  <a:lnTo>
                    <a:pt x="20522" y="32868"/>
                  </a:lnTo>
                  <a:lnTo>
                    <a:pt x="30823" y="27537"/>
                  </a:lnTo>
                  <a:lnTo>
                    <a:pt x="25613" y="20322"/>
                  </a:lnTo>
                  <a:lnTo>
                    <a:pt x="20402" y="13188"/>
                  </a:lnTo>
                  <a:lnTo>
                    <a:pt x="10902" y="161"/>
                  </a:lnTo>
                  <a:lnTo>
                    <a:pt x="10582" y="81"/>
                  </a:lnTo>
                  <a:lnTo>
                    <a:pt x="10141" y="41"/>
                  </a:lnTo>
                  <a:lnTo>
                    <a:pt x="9580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839400" y="2007750"/>
              <a:ext cx="396825" cy="242525"/>
            </a:xfrm>
            <a:custGeom>
              <a:rect b="b" l="l" r="r" t="t"/>
              <a:pathLst>
                <a:path extrusionOk="0" h="9701" w="15873">
                  <a:moveTo>
                    <a:pt x="10101" y="0"/>
                  </a:moveTo>
                  <a:lnTo>
                    <a:pt x="0" y="4409"/>
                  </a:lnTo>
                  <a:lnTo>
                    <a:pt x="321" y="4930"/>
                  </a:lnTo>
                  <a:lnTo>
                    <a:pt x="682" y="5451"/>
                  </a:lnTo>
                  <a:lnTo>
                    <a:pt x="2285" y="7656"/>
                  </a:lnTo>
                  <a:lnTo>
                    <a:pt x="3848" y="9700"/>
                  </a:lnTo>
                  <a:lnTo>
                    <a:pt x="15873" y="2205"/>
                  </a:lnTo>
                  <a:lnTo>
                    <a:pt x="12987" y="1082"/>
                  </a:lnTo>
                  <a:lnTo>
                    <a:pt x="10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626950" y="1706125"/>
              <a:ext cx="618300" cy="510075"/>
            </a:xfrm>
            <a:custGeom>
              <a:rect b="b" l="l" r="r" t="t"/>
              <a:pathLst>
                <a:path extrusionOk="0" h="20403" w="24732">
                  <a:moveTo>
                    <a:pt x="10422" y="0"/>
                  </a:moveTo>
                  <a:lnTo>
                    <a:pt x="9540" y="41"/>
                  </a:lnTo>
                  <a:lnTo>
                    <a:pt x="8538" y="161"/>
                  </a:lnTo>
                  <a:lnTo>
                    <a:pt x="7576" y="321"/>
                  </a:lnTo>
                  <a:lnTo>
                    <a:pt x="6695" y="562"/>
                  </a:lnTo>
                  <a:lnTo>
                    <a:pt x="5853" y="882"/>
                  </a:lnTo>
                  <a:lnTo>
                    <a:pt x="5091" y="1203"/>
                  </a:lnTo>
                  <a:lnTo>
                    <a:pt x="4330" y="1564"/>
                  </a:lnTo>
                  <a:lnTo>
                    <a:pt x="3648" y="1965"/>
                  </a:lnTo>
                  <a:lnTo>
                    <a:pt x="3047" y="2365"/>
                  </a:lnTo>
                  <a:lnTo>
                    <a:pt x="2446" y="2766"/>
                  </a:lnTo>
                  <a:lnTo>
                    <a:pt x="1925" y="3207"/>
                  </a:lnTo>
                  <a:lnTo>
                    <a:pt x="1043" y="3969"/>
                  </a:lnTo>
                  <a:lnTo>
                    <a:pt x="402" y="4610"/>
                  </a:lnTo>
                  <a:lnTo>
                    <a:pt x="1" y="5091"/>
                  </a:lnTo>
                  <a:lnTo>
                    <a:pt x="7216" y="20402"/>
                  </a:lnTo>
                  <a:lnTo>
                    <a:pt x="24732" y="14109"/>
                  </a:lnTo>
                  <a:lnTo>
                    <a:pt x="15192" y="882"/>
                  </a:lnTo>
                  <a:lnTo>
                    <a:pt x="14711" y="722"/>
                  </a:lnTo>
                  <a:lnTo>
                    <a:pt x="14150" y="522"/>
                  </a:lnTo>
                  <a:lnTo>
                    <a:pt x="13509" y="361"/>
                  </a:lnTo>
                  <a:lnTo>
                    <a:pt x="12827" y="201"/>
                  </a:lnTo>
                  <a:lnTo>
                    <a:pt x="12066" y="121"/>
                  </a:lnTo>
                  <a:lnTo>
                    <a:pt x="11264" y="41"/>
                  </a:lnTo>
                  <a:lnTo>
                    <a:pt x="104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1239225" y="1965650"/>
              <a:ext cx="836725" cy="646350"/>
            </a:xfrm>
            <a:custGeom>
              <a:rect b="b" l="l" r="r" t="t"/>
              <a:pathLst>
                <a:path extrusionOk="0" h="25854" w="33469">
                  <a:moveTo>
                    <a:pt x="31825" y="1"/>
                  </a:moveTo>
                  <a:lnTo>
                    <a:pt x="28779" y="1364"/>
                  </a:lnTo>
                  <a:lnTo>
                    <a:pt x="25733" y="2807"/>
                  </a:lnTo>
                  <a:lnTo>
                    <a:pt x="22687" y="4250"/>
                  </a:lnTo>
                  <a:lnTo>
                    <a:pt x="19600" y="5733"/>
                  </a:lnTo>
                  <a:lnTo>
                    <a:pt x="16474" y="7256"/>
                  </a:lnTo>
                  <a:lnTo>
                    <a:pt x="13348" y="8859"/>
                  </a:lnTo>
                  <a:lnTo>
                    <a:pt x="10221" y="10462"/>
                  </a:lnTo>
                  <a:lnTo>
                    <a:pt x="7095" y="12146"/>
                  </a:lnTo>
                  <a:lnTo>
                    <a:pt x="3648" y="14030"/>
                  </a:lnTo>
                  <a:lnTo>
                    <a:pt x="241" y="15873"/>
                  </a:lnTo>
                  <a:lnTo>
                    <a:pt x="0" y="23569"/>
                  </a:lnTo>
                  <a:lnTo>
                    <a:pt x="241" y="23770"/>
                  </a:lnTo>
                  <a:lnTo>
                    <a:pt x="641" y="24130"/>
                  </a:lnTo>
                  <a:lnTo>
                    <a:pt x="1243" y="24571"/>
                  </a:lnTo>
                  <a:lnTo>
                    <a:pt x="1603" y="24812"/>
                  </a:lnTo>
                  <a:lnTo>
                    <a:pt x="2004" y="25012"/>
                  </a:lnTo>
                  <a:lnTo>
                    <a:pt x="2445" y="25253"/>
                  </a:lnTo>
                  <a:lnTo>
                    <a:pt x="2926" y="25453"/>
                  </a:lnTo>
                  <a:lnTo>
                    <a:pt x="3407" y="25613"/>
                  </a:lnTo>
                  <a:lnTo>
                    <a:pt x="3968" y="25734"/>
                  </a:lnTo>
                  <a:lnTo>
                    <a:pt x="4529" y="25814"/>
                  </a:lnTo>
                  <a:lnTo>
                    <a:pt x="5091" y="25854"/>
                  </a:lnTo>
                  <a:lnTo>
                    <a:pt x="5732" y="25854"/>
                  </a:lnTo>
                  <a:lnTo>
                    <a:pt x="6333" y="25734"/>
                  </a:lnTo>
                  <a:lnTo>
                    <a:pt x="6854" y="25613"/>
                  </a:lnTo>
                  <a:lnTo>
                    <a:pt x="7335" y="25493"/>
                  </a:lnTo>
                  <a:lnTo>
                    <a:pt x="7736" y="25293"/>
                  </a:lnTo>
                  <a:lnTo>
                    <a:pt x="8137" y="25092"/>
                  </a:lnTo>
                  <a:lnTo>
                    <a:pt x="8498" y="24892"/>
                  </a:lnTo>
                  <a:lnTo>
                    <a:pt x="8778" y="24691"/>
                  </a:lnTo>
                  <a:lnTo>
                    <a:pt x="9299" y="24291"/>
                  </a:lnTo>
                  <a:lnTo>
                    <a:pt x="11263" y="23208"/>
                  </a:lnTo>
                  <a:lnTo>
                    <a:pt x="13227" y="22086"/>
                  </a:lnTo>
                  <a:lnTo>
                    <a:pt x="14350" y="21445"/>
                  </a:lnTo>
                  <a:lnTo>
                    <a:pt x="15432" y="20723"/>
                  </a:lnTo>
                  <a:lnTo>
                    <a:pt x="17556" y="19361"/>
                  </a:lnTo>
                  <a:lnTo>
                    <a:pt x="18919" y="18479"/>
                  </a:lnTo>
                  <a:lnTo>
                    <a:pt x="20362" y="17477"/>
                  </a:lnTo>
                  <a:lnTo>
                    <a:pt x="21925" y="16394"/>
                  </a:lnTo>
                  <a:lnTo>
                    <a:pt x="23568" y="15232"/>
                  </a:lnTo>
                  <a:lnTo>
                    <a:pt x="25172" y="13949"/>
                  </a:lnTo>
                  <a:lnTo>
                    <a:pt x="26735" y="12667"/>
                  </a:lnTo>
                  <a:lnTo>
                    <a:pt x="28258" y="11344"/>
                  </a:lnTo>
                  <a:lnTo>
                    <a:pt x="28980" y="10663"/>
                  </a:lnTo>
                  <a:lnTo>
                    <a:pt x="29661" y="9981"/>
                  </a:lnTo>
                  <a:lnTo>
                    <a:pt x="30302" y="9260"/>
                  </a:lnTo>
                  <a:lnTo>
                    <a:pt x="30904" y="8578"/>
                  </a:lnTo>
                  <a:lnTo>
                    <a:pt x="31425" y="7897"/>
                  </a:lnTo>
                  <a:lnTo>
                    <a:pt x="31946" y="7216"/>
                  </a:lnTo>
                  <a:lnTo>
                    <a:pt x="32387" y="6534"/>
                  </a:lnTo>
                  <a:lnTo>
                    <a:pt x="32747" y="5893"/>
                  </a:lnTo>
                  <a:lnTo>
                    <a:pt x="33068" y="5211"/>
                  </a:lnTo>
                  <a:lnTo>
                    <a:pt x="33268" y="4570"/>
                  </a:lnTo>
                  <a:lnTo>
                    <a:pt x="33429" y="3929"/>
                  </a:lnTo>
                  <a:lnTo>
                    <a:pt x="33469" y="3328"/>
                  </a:lnTo>
                  <a:lnTo>
                    <a:pt x="33469" y="2726"/>
                  </a:lnTo>
                  <a:lnTo>
                    <a:pt x="33429" y="2406"/>
                  </a:lnTo>
                  <a:lnTo>
                    <a:pt x="33349" y="2125"/>
                  </a:lnTo>
                  <a:lnTo>
                    <a:pt x="33188" y="1724"/>
                  </a:lnTo>
                  <a:lnTo>
                    <a:pt x="33068" y="1484"/>
                  </a:lnTo>
                  <a:lnTo>
                    <a:pt x="32908" y="1203"/>
                  </a:lnTo>
                  <a:lnTo>
                    <a:pt x="32707" y="923"/>
                  </a:lnTo>
                  <a:lnTo>
                    <a:pt x="32467" y="642"/>
                  </a:lnTo>
                  <a:lnTo>
                    <a:pt x="32186" y="321"/>
                  </a:lnTo>
                  <a:lnTo>
                    <a:pt x="31825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1429600" y="1948625"/>
              <a:ext cx="991075" cy="305650"/>
            </a:xfrm>
            <a:custGeom>
              <a:rect b="b" l="l" r="r" t="t"/>
              <a:pathLst>
                <a:path extrusionOk="0" h="12226" w="39643">
                  <a:moveTo>
                    <a:pt x="4330" y="0"/>
                  </a:moveTo>
                  <a:lnTo>
                    <a:pt x="1" y="6414"/>
                  </a:lnTo>
                  <a:lnTo>
                    <a:pt x="81" y="6694"/>
                  </a:lnTo>
                  <a:lnTo>
                    <a:pt x="241" y="7215"/>
                  </a:lnTo>
                  <a:lnTo>
                    <a:pt x="522" y="7897"/>
                  </a:lnTo>
                  <a:lnTo>
                    <a:pt x="722" y="8257"/>
                  </a:lnTo>
                  <a:lnTo>
                    <a:pt x="923" y="8658"/>
                  </a:lnTo>
                  <a:lnTo>
                    <a:pt x="1163" y="9099"/>
                  </a:lnTo>
                  <a:lnTo>
                    <a:pt x="1484" y="9500"/>
                  </a:lnTo>
                  <a:lnTo>
                    <a:pt x="1804" y="9901"/>
                  </a:lnTo>
                  <a:lnTo>
                    <a:pt x="2205" y="10302"/>
                  </a:lnTo>
                  <a:lnTo>
                    <a:pt x="2606" y="10702"/>
                  </a:lnTo>
                  <a:lnTo>
                    <a:pt x="3087" y="11023"/>
                  </a:lnTo>
                  <a:lnTo>
                    <a:pt x="3608" y="11344"/>
                  </a:lnTo>
                  <a:lnTo>
                    <a:pt x="4209" y="11624"/>
                  </a:lnTo>
                  <a:lnTo>
                    <a:pt x="4690" y="11785"/>
                  </a:lnTo>
                  <a:lnTo>
                    <a:pt x="5171" y="11905"/>
                  </a:lnTo>
                  <a:lnTo>
                    <a:pt x="5652" y="11985"/>
                  </a:lnTo>
                  <a:lnTo>
                    <a:pt x="6053" y="12025"/>
                  </a:lnTo>
                  <a:lnTo>
                    <a:pt x="6855" y="12025"/>
                  </a:lnTo>
                  <a:lnTo>
                    <a:pt x="7496" y="11945"/>
                  </a:lnTo>
                  <a:lnTo>
                    <a:pt x="9701" y="12105"/>
                  </a:lnTo>
                  <a:lnTo>
                    <a:pt x="11985" y="12185"/>
                  </a:lnTo>
                  <a:lnTo>
                    <a:pt x="13268" y="12225"/>
                  </a:lnTo>
                  <a:lnTo>
                    <a:pt x="14591" y="12225"/>
                  </a:lnTo>
                  <a:lnTo>
                    <a:pt x="16234" y="12185"/>
                  </a:lnTo>
                  <a:lnTo>
                    <a:pt x="17998" y="12105"/>
                  </a:lnTo>
                  <a:lnTo>
                    <a:pt x="19922" y="11985"/>
                  </a:lnTo>
                  <a:lnTo>
                    <a:pt x="21926" y="11825"/>
                  </a:lnTo>
                  <a:lnTo>
                    <a:pt x="23970" y="11584"/>
                  </a:lnTo>
                  <a:lnTo>
                    <a:pt x="26014" y="11344"/>
                  </a:lnTo>
                  <a:lnTo>
                    <a:pt x="28058" y="11023"/>
                  </a:lnTo>
                  <a:lnTo>
                    <a:pt x="30062" y="10662"/>
                  </a:lnTo>
                  <a:lnTo>
                    <a:pt x="31946" y="10221"/>
                  </a:lnTo>
                  <a:lnTo>
                    <a:pt x="33710" y="9780"/>
                  </a:lnTo>
                  <a:lnTo>
                    <a:pt x="34512" y="9540"/>
                  </a:lnTo>
                  <a:lnTo>
                    <a:pt x="35313" y="9259"/>
                  </a:lnTo>
                  <a:lnTo>
                    <a:pt x="36035" y="9019"/>
                  </a:lnTo>
                  <a:lnTo>
                    <a:pt x="36716" y="8738"/>
                  </a:lnTo>
                  <a:lnTo>
                    <a:pt x="37317" y="8418"/>
                  </a:lnTo>
                  <a:lnTo>
                    <a:pt x="37878" y="8137"/>
                  </a:lnTo>
                  <a:lnTo>
                    <a:pt x="38359" y="7816"/>
                  </a:lnTo>
                  <a:lnTo>
                    <a:pt x="38800" y="7456"/>
                  </a:lnTo>
                  <a:lnTo>
                    <a:pt x="39121" y="7135"/>
                  </a:lnTo>
                  <a:lnTo>
                    <a:pt x="39361" y="6774"/>
                  </a:lnTo>
                  <a:lnTo>
                    <a:pt x="39562" y="6414"/>
                  </a:lnTo>
                  <a:lnTo>
                    <a:pt x="39642" y="6013"/>
                  </a:lnTo>
                  <a:lnTo>
                    <a:pt x="39642" y="5692"/>
                  </a:lnTo>
                  <a:lnTo>
                    <a:pt x="39642" y="5291"/>
                  </a:lnTo>
                  <a:lnTo>
                    <a:pt x="39522" y="4450"/>
                  </a:lnTo>
                  <a:lnTo>
                    <a:pt x="39361" y="3728"/>
                  </a:lnTo>
                  <a:lnTo>
                    <a:pt x="39321" y="3247"/>
                  </a:lnTo>
                  <a:lnTo>
                    <a:pt x="36035" y="2806"/>
                  </a:lnTo>
                  <a:lnTo>
                    <a:pt x="32708" y="2405"/>
                  </a:lnTo>
                  <a:lnTo>
                    <a:pt x="29341" y="2045"/>
                  </a:lnTo>
                  <a:lnTo>
                    <a:pt x="25974" y="1684"/>
                  </a:lnTo>
                  <a:lnTo>
                    <a:pt x="22527" y="1363"/>
                  </a:lnTo>
                  <a:lnTo>
                    <a:pt x="19080" y="1043"/>
                  </a:lnTo>
                  <a:lnTo>
                    <a:pt x="15593" y="762"/>
                  </a:lnTo>
                  <a:lnTo>
                    <a:pt x="12106" y="481"/>
                  </a:lnTo>
                  <a:lnTo>
                    <a:pt x="8178" y="241"/>
                  </a:lnTo>
                  <a:lnTo>
                    <a:pt x="4330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2412625" y="2025775"/>
              <a:ext cx="25" cy="4050"/>
            </a:xfrm>
            <a:custGeom>
              <a:rect b="b" l="l" r="r" t="t"/>
              <a:pathLst>
                <a:path extrusionOk="0" h="162" w="1">
                  <a:moveTo>
                    <a:pt x="0" y="1"/>
                  </a:moveTo>
                  <a:lnTo>
                    <a:pt x="0" y="1"/>
                  </a:lnTo>
                  <a:lnTo>
                    <a:pt x="0" y="161"/>
                  </a:lnTo>
                  <a:lnTo>
                    <a:pt x="0" y="161"/>
                  </a:lnTo>
                  <a:lnTo>
                    <a:pt x="0" y="121"/>
                  </a:lnTo>
                  <a:lnTo>
                    <a:pt x="0" y="4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949625" y="3577975"/>
              <a:ext cx="40100" cy="546125"/>
            </a:xfrm>
            <a:custGeom>
              <a:rect b="b" l="l" r="r" t="t"/>
              <a:pathLst>
                <a:path extrusionOk="0" h="21845" w="1604">
                  <a:moveTo>
                    <a:pt x="321" y="0"/>
                  </a:moveTo>
                  <a:lnTo>
                    <a:pt x="201" y="40"/>
                  </a:lnTo>
                  <a:lnTo>
                    <a:pt x="81" y="120"/>
                  </a:lnTo>
                  <a:lnTo>
                    <a:pt x="0" y="241"/>
                  </a:lnTo>
                  <a:lnTo>
                    <a:pt x="0" y="361"/>
                  </a:lnTo>
                  <a:lnTo>
                    <a:pt x="882" y="21484"/>
                  </a:lnTo>
                  <a:lnTo>
                    <a:pt x="882" y="21645"/>
                  </a:lnTo>
                  <a:lnTo>
                    <a:pt x="962" y="21765"/>
                  </a:lnTo>
                  <a:lnTo>
                    <a:pt x="1083" y="21805"/>
                  </a:lnTo>
                  <a:lnTo>
                    <a:pt x="1243" y="21845"/>
                  </a:lnTo>
                  <a:lnTo>
                    <a:pt x="1363" y="21805"/>
                  </a:lnTo>
                  <a:lnTo>
                    <a:pt x="1483" y="21725"/>
                  </a:lnTo>
                  <a:lnTo>
                    <a:pt x="1564" y="21604"/>
                  </a:lnTo>
                  <a:lnTo>
                    <a:pt x="1604" y="21484"/>
                  </a:lnTo>
                  <a:lnTo>
                    <a:pt x="722" y="321"/>
                  </a:lnTo>
                  <a:lnTo>
                    <a:pt x="682" y="201"/>
                  </a:lnTo>
                  <a:lnTo>
                    <a:pt x="602" y="80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897525" y="4168175"/>
              <a:ext cx="81175" cy="542150"/>
            </a:xfrm>
            <a:custGeom>
              <a:rect b="b" l="l" r="r" t="t"/>
              <a:pathLst>
                <a:path extrusionOk="0" h="21686" w="3247">
                  <a:moveTo>
                    <a:pt x="2766" y="1"/>
                  </a:moveTo>
                  <a:lnTo>
                    <a:pt x="2646" y="81"/>
                  </a:lnTo>
                  <a:lnTo>
                    <a:pt x="2565" y="161"/>
                  </a:lnTo>
                  <a:lnTo>
                    <a:pt x="2525" y="321"/>
                  </a:lnTo>
                  <a:lnTo>
                    <a:pt x="0" y="21284"/>
                  </a:lnTo>
                  <a:lnTo>
                    <a:pt x="0" y="21445"/>
                  </a:lnTo>
                  <a:lnTo>
                    <a:pt x="80" y="21565"/>
                  </a:lnTo>
                  <a:lnTo>
                    <a:pt x="160" y="21645"/>
                  </a:lnTo>
                  <a:lnTo>
                    <a:pt x="321" y="21685"/>
                  </a:lnTo>
                  <a:lnTo>
                    <a:pt x="481" y="21685"/>
                  </a:lnTo>
                  <a:lnTo>
                    <a:pt x="561" y="21605"/>
                  </a:lnTo>
                  <a:lnTo>
                    <a:pt x="641" y="21485"/>
                  </a:lnTo>
                  <a:lnTo>
                    <a:pt x="682" y="21364"/>
                  </a:lnTo>
                  <a:lnTo>
                    <a:pt x="3247" y="401"/>
                  </a:lnTo>
                  <a:lnTo>
                    <a:pt x="3207" y="241"/>
                  </a:lnTo>
                  <a:lnTo>
                    <a:pt x="3167" y="121"/>
                  </a:lnTo>
                  <a:lnTo>
                    <a:pt x="3046" y="41"/>
                  </a:lnTo>
                  <a:lnTo>
                    <a:pt x="29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562825" y="238125"/>
              <a:ext cx="950975" cy="918900"/>
            </a:xfrm>
            <a:custGeom>
              <a:rect b="b" l="l" r="r" t="t"/>
              <a:pathLst>
                <a:path extrusionOk="0" h="36756" w="38039">
                  <a:moveTo>
                    <a:pt x="16154" y="0"/>
                  </a:moveTo>
                  <a:lnTo>
                    <a:pt x="15713" y="40"/>
                  </a:lnTo>
                  <a:lnTo>
                    <a:pt x="15272" y="80"/>
                  </a:lnTo>
                  <a:lnTo>
                    <a:pt x="14871" y="160"/>
                  </a:lnTo>
                  <a:lnTo>
                    <a:pt x="13989" y="401"/>
                  </a:lnTo>
                  <a:lnTo>
                    <a:pt x="13148" y="681"/>
                  </a:lnTo>
                  <a:lnTo>
                    <a:pt x="12306" y="1042"/>
                  </a:lnTo>
                  <a:lnTo>
                    <a:pt x="11504" y="1443"/>
                  </a:lnTo>
                  <a:lnTo>
                    <a:pt x="10743" y="1884"/>
                  </a:lnTo>
                  <a:lnTo>
                    <a:pt x="10021" y="2325"/>
                  </a:lnTo>
                  <a:lnTo>
                    <a:pt x="9380" y="2766"/>
                  </a:lnTo>
                  <a:lnTo>
                    <a:pt x="8779" y="3207"/>
                  </a:lnTo>
                  <a:lnTo>
                    <a:pt x="7857" y="3928"/>
                  </a:lnTo>
                  <a:lnTo>
                    <a:pt x="7336" y="4369"/>
                  </a:lnTo>
                  <a:lnTo>
                    <a:pt x="6454" y="5211"/>
                  </a:lnTo>
                  <a:lnTo>
                    <a:pt x="5612" y="6052"/>
                  </a:lnTo>
                  <a:lnTo>
                    <a:pt x="4770" y="7014"/>
                  </a:lnTo>
                  <a:lnTo>
                    <a:pt x="4009" y="8016"/>
                  </a:lnTo>
                  <a:lnTo>
                    <a:pt x="3287" y="9099"/>
                  </a:lnTo>
                  <a:lnTo>
                    <a:pt x="2606" y="10181"/>
                  </a:lnTo>
                  <a:lnTo>
                    <a:pt x="2005" y="11343"/>
                  </a:lnTo>
                  <a:lnTo>
                    <a:pt x="1444" y="12546"/>
                  </a:lnTo>
                  <a:lnTo>
                    <a:pt x="1003" y="13788"/>
                  </a:lnTo>
                  <a:lnTo>
                    <a:pt x="602" y="15071"/>
                  </a:lnTo>
                  <a:lnTo>
                    <a:pt x="321" y="16394"/>
                  </a:lnTo>
                  <a:lnTo>
                    <a:pt x="201" y="17035"/>
                  </a:lnTo>
                  <a:lnTo>
                    <a:pt x="121" y="17716"/>
                  </a:lnTo>
                  <a:lnTo>
                    <a:pt x="41" y="18358"/>
                  </a:lnTo>
                  <a:lnTo>
                    <a:pt x="1" y="19039"/>
                  </a:lnTo>
                  <a:lnTo>
                    <a:pt x="1" y="19720"/>
                  </a:lnTo>
                  <a:lnTo>
                    <a:pt x="1" y="20402"/>
                  </a:lnTo>
                  <a:lnTo>
                    <a:pt x="41" y="21083"/>
                  </a:lnTo>
                  <a:lnTo>
                    <a:pt x="121" y="21765"/>
                  </a:lnTo>
                  <a:lnTo>
                    <a:pt x="201" y="22446"/>
                  </a:lnTo>
                  <a:lnTo>
                    <a:pt x="361" y="23127"/>
                  </a:lnTo>
                  <a:lnTo>
                    <a:pt x="442" y="23568"/>
                  </a:lnTo>
                  <a:lnTo>
                    <a:pt x="562" y="23969"/>
                  </a:lnTo>
                  <a:lnTo>
                    <a:pt x="963" y="24891"/>
                  </a:lnTo>
                  <a:lnTo>
                    <a:pt x="1444" y="25933"/>
                  </a:lnTo>
                  <a:lnTo>
                    <a:pt x="2085" y="27136"/>
                  </a:lnTo>
                  <a:lnTo>
                    <a:pt x="2887" y="28458"/>
                  </a:lnTo>
                  <a:lnTo>
                    <a:pt x="3849" y="29982"/>
                  </a:lnTo>
                  <a:lnTo>
                    <a:pt x="6213" y="33709"/>
                  </a:lnTo>
                  <a:lnTo>
                    <a:pt x="6775" y="34551"/>
                  </a:lnTo>
                  <a:lnTo>
                    <a:pt x="7095" y="34952"/>
                  </a:lnTo>
                  <a:lnTo>
                    <a:pt x="7416" y="35312"/>
                  </a:lnTo>
                  <a:lnTo>
                    <a:pt x="7817" y="35673"/>
                  </a:lnTo>
                  <a:lnTo>
                    <a:pt x="8218" y="35994"/>
                  </a:lnTo>
                  <a:lnTo>
                    <a:pt x="8698" y="36274"/>
                  </a:lnTo>
                  <a:lnTo>
                    <a:pt x="9220" y="36515"/>
                  </a:lnTo>
                  <a:lnTo>
                    <a:pt x="9620" y="36635"/>
                  </a:lnTo>
                  <a:lnTo>
                    <a:pt x="10061" y="36715"/>
                  </a:lnTo>
                  <a:lnTo>
                    <a:pt x="10462" y="36755"/>
                  </a:lnTo>
                  <a:lnTo>
                    <a:pt x="11344" y="36755"/>
                  </a:lnTo>
                  <a:lnTo>
                    <a:pt x="11785" y="36675"/>
                  </a:lnTo>
                  <a:lnTo>
                    <a:pt x="12226" y="36595"/>
                  </a:lnTo>
                  <a:lnTo>
                    <a:pt x="12627" y="36475"/>
                  </a:lnTo>
                  <a:lnTo>
                    <a:pt x="13067" y="36315"/>
                  </a:lnTo>
                  <a:lnTo>
                    <a:pt x="13468" y="36154"/>
                  </a:lnTo>
                  <a:lnTo>
                    <a:pt x="13909" y="35954"/>
                  </a:lnTo>
                  <a:lnTo>
                    <a:pt x="14310" y="35753"/>
                  </a:lnTo>
                  <a:lnTo>
                    <a:pt x="14671" y="35513"/>
                  </a:lnTo>
                  <a:lnTo>
                    <a:pt x="15031" y="35272"/>
                  </a:lnTo>
                  <a:lnTo>
                    <a:pt x="15392" y="34992"/>
                  </a:lnTo>
                  <a:lnTo>
                    <a:pt x="15713" y="34711"/>
                  </a:lnTo>
                  <a:lnTo>
                    <a:pt x="16274" y="34110"/>
                  </a:lnTo>
                  <a:lnTo>
                    <a:pt x="16755" y="33509"/>
                  </a:lnTo>
                  <a:lnTo>
                    <a:pt x="17116" y="32908"/>
                  </a:lnTo>
                  <a:lnTo>
                    <a:pt x="17436" y="32266"/>
                  </a:lnTo>
                  <a:lnTo>
                    <a:pt x="17677" y="31665"/>
                  </a:lnTo>
                  <a:lnTo>
                    <a:pt x="17877" y="31024"/>
                  </a:lnTo>
                  <a:lnTo>
                    <a:pt x="18198" y="29781"/>
                  </a:lnTo>
                  <a:lnTo>
                    <a:pt x="18519" y="28659"/>
                  </a:lnTo>
                  <a:lnTo>
                    <a:pt x="18719" y="28098"/>
                  </a:lnTo>
                  <a:lnTo>
                    <a:pt x="18919" y="27617"/>
                  </a:lnTo>
                  <a:lnTo>
                    <a:pt x="19160" y="27176"/>
                  </a:lnTo>
                  <a:lnTo>
                    <a:pt x="19521" y="26735"/>
                  </a:lnTo>
                  <a:lnTo>
                    <a:pt x="19681" y="26575"/>
                  </a:lnTo>
                  <a:lnTo>
                    <a:pt x="19922" y="26374"/>
                  </a:lnTo>
                  <a:lnTo>
                    <a:pt x="20162" y="26214"/>
                  </a:lnTo>
                  <a:lnTo>
                    <a:pt x="20402" y="26094"/>
                  </a:lnTo>
                  <a:lnTo>
                    <a:pt x="20723" y="25933"/>
                  </a:lnTo>
                  <a:lnTo>
                    <a:pt x="21004" y="25853"/>
                  </a:lnTo>
                  <a:lnTo>
                    <a:pt x="21284" y="25813"/>
                  </a:lnTo>
                  <a:lnTo>
                    <a:pt x="21565" y="25773"/>
                  </a:lnTo>
                  <a:lnTo>
                    <a:pt x="22126" y="25773"/>
                  </a:lnTo>
                  <a:lnTo>
                    <a:pt x="22647" y="25813"/>
                  </a:lnTo>
                  <a:lnTo>
                    <a:pt x="23208" y="25813"/>
                  </a:lnTo>
                  <a:lnTo>
                    <a:pt x="23769" y="25773"/>
                  </a:lnTo>
                  <a:lnTo>
                    <a:pt x="24090" y="25733"/>
                  </a:lnTo>
                  <a:lnTo>
                    <a:pt x="24411" y="25653"/>
                  </a:lnTo>
                  <a:lnTo>
                    <a:pt x="24731" y="25492"/>
                  </a:lnTo>
                  <a:lnTo>
                    <a:pt x="25092" y="25332"/>
                  </a:lnTo>
                  <a:lnTo>
                    <a:pt x="25413" y="25132"/>
                  </a:lnTo>
                  <a:lnTo>
                    <a:pt x="25653" y="24971"/>
                  </a:lnTo>
                  <a:lnTo>
                    <a:pt x="25894" y="24771"/>
                  </a:lnTo>
                  <a:lnTo>
                    <a:pt x="26094" y="24530"/>
                  </a:lnTo>
                  <a:lnTo>
                    <a:pt x="26455" y="24089"/>
                  </a:lnTo>
                  <a:lnTo>
                    <a:pt x="26735" y="23608"/>
                  </a:lnTo>
                  <a:lnTo>
                    <a:pt x="27337" y="22486"/>
                  </a:lnTo>
                  <a:lnTo>
                    <a:pt x="27738" y="21805"/>
                  </a:lnTo>
                  <a:lnTo>
                    <a:pt x="28259" y="21083"/>
                  </a:lnTo>
                  <a:lnTo>
                    <a:pt x="28820" y="20402"/>
                  </a:lnTo>
                  <a:lnTo>
                    <a:pt x="29421" y="19801"/>
                  </a:lnTo>
                  <a:lnTo>
                    <a:pt x="30022" y="19280"/>
                  </a:lnTo>
                  <a:lnTo>
                    <a:pt x="30623" y="18839"/>
                  </a:lnTo>
                  <a:lnTo>
                    <a:pt x="31225" y="18438"/>
                  </a:lnTo>
                  <a:lnTo>
                    <a:pt x="31826" y="18077"/>
                  </a:lnTo>
                  <a:lnTo>
                    <a:pt x="32948" y="17436"/>
                  </a:lnTo>
                  <a:lnTo>
                    <a:pt x="33950" y="16915"/>
                  </a:lnTo>
                  <a:lnTo>
                    <a:pt x="34391" y="16634"/>
                  </a:lnTo>
                  <a:lnTo>
                    <a:pt x="34792" y="16354"/>
                  </a:lnTo>
                  <a:lnTo>
                    <a:pt x="35073" y="16033"/>
                  </a:lnTo>
                  <a:lnTo>
                    <a:pt x="35313" y="15712"/>
                  </a:lnTo>
                  <a:lnTo>
                    <a:pt x="35393" y="15552"/>
                  </a:lnTo>
                  <a:lnTo>
                    <a:pt x="35473" y="15352"/>
                  </a:lnTo>
                  <a:lnTo>
                    <a:pt x="35513" y="15151"/>
                  </a:lnTo>
                  <a:lnTo>
                    <a:pt x="35554" y="14951"/>
                  </a:lnTo>
                  <a:lnTo>
                    <a:pt x="35513" y="14550"/>
                  </a:lnTo>
                  <a:lnTo>
                    <a:pt x="35473" y="14149"/>
                  </a:lnTo>
                  <a:lnTo>
                    <a:pt x="35273" y="13428"/>
                  </a:lnTo>
                  <a:lnTo>
                    <a:pt x="35233" y="13067"/>
                  </a:lnTo>
                  <a:lnTo>
                    <a:pt x="35233" y="12706"/>
                  </a:lnTo>
                  <a:lnTo>
                    <a:pt x="35273" y="12385"/>
                  </a:lnTo>
                  <a:lnTo>
                    <a:pt x="35353" y="12225"/>
                  </a:lnTo>
                  <a:lnTo>
                    <a:pt x="35473" y="12065"/>
                  </a:lnTo>
                  <a:lnTo>
                    <a:pt x="35594" y="11945"/>
                  </a:lnTo>
                  <a:lnTo>
                    <a:pt x="35714" y="11824"/>
                  </a:lnTo>
                  <a:lnTo>
                    <a:pt x="35994" y="11664"/>
                  </a:lnTo>
                  <a:lnTo>
                    <a:pt x="36315" y="11544"/>
                  </a:lnTo>
                  <a:lnTo>
                    <a:pt x="36516" y="11423"/>
                  </a:lnTo>
                  <a:lnTo>
                    <a:pt x="36716" y="11303"/>
                  </a:lnTo>
                  <a:lnTo>
                    <a:pt x="36916" y="11143"/>
                  </a:lnTo>
                  <a:lnTo>
                    <a:pt x="37117" y="10942"/>
                  </a:lnTo>
                  <a:lnTo>
                    <a:pt x="37277" y="10742"/>
                  </a:lnTo>
                  <a:lnTo>
                    <a:pt x="37437" y="10502"/>
                  </a:lnTo>
                  <a:lnTo>
                    <a:pt x="37718" y="9980"/>
                  </a:lnTo>
                  <a:lnTo>
                    <a:pt x="37918" y="9419"/>
                  </a:lnTo>
                  <a:lnTo>
                    <a:pt x="37999" y="8858"/>
                  </a:lnTo>
                  <a:lnTo>
                    <a:pt x="38039" y="8578"/>
                  </a:lnTo>
                  <a:lnTo>
                    <a:pt x="38039" y="8297"/>
                  </a:lnTo>
                  <a:lnTo>
                    <a:pt x="37999" y="8016"/>
                  </a:lnTo>
                  <a:lnTo>
                    <a:pt x="37958" y="7776"/>
                  </a:lnTo>
                  <a:lnTo>
                    <a:pt x="37838" y="7535"/>
                  </a:lnTo>
                  <a:lnTo>
                    <a:pt x="37758" y="7335"/>
                  </a:lnTo>
                  <a:lnTo>
                    <a:pt x="37638" y="7175"/>
                  </a:lnTo>
                  <a:lnTo>
                    <a:pt x="37478" y="7054"/>
                  </a:lnTo>
                  <a:lnTo>
                    <a:pt x="37237" y="6894"/>
                  </a:lnTo>
                  <a:lnTo>
                    <a:pt x="36836" y="6774"/>
                  </a:lnTo>
                  <a:lnTo>
                    <a:pt x="36315" y="6614"/>
                  </a:lnTo>
                  <a:lnTo>
                    <a:pt x="35594" y="6413"/>
                  </a:lnTo>
                  <a:lnTo>
                    <a:pt x="33429" y="5972"/>
                  </a:lnTo>
                  <a:lnTo>
                    <a:pt x="31666" y="5612"/>
                  </a:lnTo>
                  <a:lnTo>
                    <a:pt x="30543" y="5371"/>
                  </a:lnTo>
                  <a:lnTo>
                    <a:pt x="30142" y="5251"/>
                  </a:lnTo>
                  <a:lnTo>
                    <a:pt x="29822" y="5090"/>
                  </a:lnTo>
                  <a:lnTo>
                    <a:pt x="29581" y="4930"/>
                  </a:lnTo>
                  <a:lnTo>
                    <a:pt x="29341" y="4730"/>
                  </a:lnTo>
                  <a:lnTo>
                    <a:pt x="29180" y="4489"/>
                  </a:lnTo>
                  <a:lnTo>
                    <a:pt x="29060" y="4289"/>
                  </a:lnTo>
                  <a:lnTo>
                    <a:pt x="28940" y="4088"/>
                  </a:lnTo>
                  <a:lnTo>
                    <a:pt x="28860" y="3888"/>
                  </a:lnTo>
                  <a:lnTo>
                    <a:pt x="28780" y="3487"/>
                  </a:lnTo>
                  <a:lnTo>
                    <a:pt x="28740" y="3086"/>
                  </a:lnTo>
                  <a:lnTo>
                    <a:pt x="28700" y="2726"/>
                  </a:lnTo>
                  <a:lnTo>
                    <a:pt x="28659" y="2365"/>
                  </a:lnTo>
                  <a:lnTo>
                    <a:pt x="28579" y="2205"/>
                  </a:lnTo>
                  <a:lnTo>
                    <a:pt x="28499" y="2044"/>
                  </a:lnTo>
                  <a:lnTo>
                    <a:pt x="28419" y="1924"/>
                  </a:lnTo>
                  <a:lnTo>
                    <a:pt x="28259" y="1764"/>
                  </a:lnTo>
                  <a:lnTo>
                    <a:pt x="28018" y="1603"/>
                  </a:lnTo>
                  <a:lnTo>
                    <a:pt x="27738" y="1483"/>
                  </a:lnTo>
                  <a:lnTo>
                    <a:pt x="27457" y="1443"/>
                  </a:lnTo>
                  <a:lnTo>
                    <a:pt x="27136" y="1483"/>
                  </a:lnTo>
                  <a:lnTo>
                    <a:pt x="26816" y="1523"/>
                  </a:lnTo>
                  <a:lnTo>
                    <a:pt x="26455" y="1603"/>
                  </a:lnTo>
                  <a:lnTo>
                    <a:pt x="25653" y="1804"/>
                  </a:lnTo>
                  <a:lnTo>
                    <a:pt x="24812" y="2044"/>
                  </a:lnTo>
                  <a:lnTo>
                    <a:pt x="24371" y="2164"/>
                  </a:lnTo>
                  <a:lnTo>
                    <a:pt x="23850" y="2245"/>
                  </a:lnTo>
                  <a:lnTo>
                    <a:pt x="23369" y="2325"/>
                  </a:lnTo>
                  <a:lnTo>
                    <a:pt x="22848" y="2325"/>
                  </a:lnTo>
                  <a:lnTo>
                    <a:pt x="22286" y="2285"/>
                  </a:lnTo>
                  <a:lnTo>
                    <a:pt x="21725" y="2205"/>
                  </a:lnTo>
                  <a:lnTo>
                    <a:pt x="21124" y="2044"/>
                  </a:lnTo>
                  <a:lnTo>
                    <a:pt x="20603" y="1844"/>
                  </a:lnTo>
                  <a:lnTo>
                    <a:pt x="20202" y="1603"/>
                  </a:lnTo>
                  <a:lnTo>
                    <a:pt x="19841" y="1363"/>
                  </a:lnTo>
                  <a:lnTo>
                    <a:pt x="19120" y="842"/>
                  </a:lnTo>
                  <a:lnTo>
                    <a:pt x="18719" y="561"/>
                  </a:lnTo>
                  <a:lnTo>
                    <a:pt x="18238" y="361"/>
                  </a:lnTo>
                  <a:lnTo>
                    <a:pt x="17837" y="200"/>
                  </a:lnTo>
                  <a:lnTo>
                    <a:pt x="17396" y="120"/>
                  </a:lnTo>
                  <a:lnTo>
                    <a:pt x="16996" y="40"/>
                  </a:lnTo>
                  <a:lnTo>
                    <a:pt x="165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1961700" y="1926575"/>
              <a:ext cx="406850" cy="289625"/>
            </a:xfrm>
            <a:custGeom>
              <a:rect b="b" l="l" r="r" t="t"/>
              <a:pathLst>
                <a:path extrusionOk="0" h="11585" w="16274">
                  <a:moveTo>
                    <a:pt x="6414" y="1"/>
                  </a:moveTo>
                  <a:lnTo>
                    <a:pt x="5892" y="81"/>
                  </a:lnTo>
                  <a:lnTo>
                    <a:pt x="5411" y="161"/>
                  </a:lnTo>
                  <a:lnTo>
                    <a:pt x="4890" y="321"/>
                  </a:lnTo>
                  <a:lnTo>
                    <a:pt x="4329" y="562"/>
                  </a:lnTo>
                  <a:lnTo>
                    <a:pt x="3768" y="842"/>
                  </a:lnTo>
                  <a:lnTo>
                    <a:pt x="3247" y="1163"/>
                  </a:lnTo>
                  <a:lnTo>
                    <a:pt x="2726" y="1564"/>
                  </a:lnTo>
                  <a:lnTo>
                    <a:pt x="2245" y="2005"/>
                  </a:lnTo>
                  <a:lnTo>
                    <a:pt x="1804" y="2486"/>
                  </a:lnTo>
                  <a:lnTo>
                    <a:pt x="1403" y="3007"/>
                  </a:lnTo>
                  <a:lnTo>
                    <a:pt x="1043" y="3528"/>
                  </a:lnTo>
                  <a:lnTo>
                    <a:pt x="722" y="4089"/>
                  </a:lnTo>
                  <a:lnTo>
                    <a:pt x="441" y="4650"/>
                  </a:lnTo>
                  <a:lnTo>
                    <a:pt x="241" y="5251"/>
                  </a:lnTo>
                  <a:lnTo>
                    <a:pt x="81" y="5813"/>
                  </a:lnTo>
                  <a:lnTo>
                    <a:pt x="0" y="6414"/>
                  </a:lnTo>
                  <a:lnTo>
                    <a:pt x="0" y="7015"/>
                  </a:lnTo>
                  <a:lnTo>
                    <a:pt x="81" y="7576"/>
                  </a:lnTo>
                  <a:lnTo>
                    <a:pt x="201" y="8137"/>
                  </a:lnTo>
                  <a:lnTo>
                    <a:pt x="361" y="8458"/>
                  </a:lnTo>
                  <a:lnTo>
                    <a:pt x="521" y="8739"/>
                  </a:lnTo>
                  <a:lnTo>
                    <a:pt x="682" y="9019"/>
                  </a:lnTo>
                  <a:lnTo>
                    <a:pt x="882" y="9260"/>
                  </a:lnTo>
                  <a:lnTo>
                    <a:pt x="1083" y="9500"/>
                  </a:lnTo>
                  <a:lnTo>
                    <a:pt x="1323" y="9741"/>
                  </a:lnTo>
                  <a:lnTo>
                    <a:pt x="1844" y="10141"/>
                  </a:lnTo>
                  <a:lnTo>
                    <a:pt x="2445" y="10462"/>
                  </a:lnTo>
                  <a:lnTo>
                    <a:pt x="3047" y="10743"/>
                  </a:lnTo>
                  <a:lnTo>
                    <a:pt x="3688" y="10983"/>
                  </a:lnTo>
                  <a:lnTo>
                    <a:pt x="4329" y="11143"/>
                  </a:lnTo>
                  <a:lnTo>
                    <a:pt x="4971" y="11304"/>
                  </a:lnTo>
                  <a:lnTo>
                    <a:pt x="5612" y="11384"/>
                  </a:lnTo>
                  <a:lnTo>
                    <a:pt x="6734" y="11544"/>
                  </a:lnTo>
                  <a:lnTo>
                    <a:pt x="7656" y="11584"/>
                  </a:lnTo>
                  <a:lnTo>
                    <a:pt x="8217" y="11584"/>
                  </a:lnTo>
                  <a:lnTo>
                    <a:pt x="9340" y="11504"/>
                  </a:lnTo>
                  <a:lnTo>
                    <a:pt x="10582" y="11384"/>
                  </a:lnTo>
                  <a:lnTo>
                    <a:pt x="11223" y="11264"/>
                  </a:lnTo>
                  <a:lnTo>
                    <a:pt x="11865" y="11103"/>
                  </a:lnTo>
                  <a:lnTo>
                    <a:pt x="12466" y="10943"/>
                  </a:lnTo>
                  <a:lnTo>
                    <a:pt x="13067" y="10743"/>
                  </a:lnTo>
                  <a:lnTo>
                    <a:pt x="13668" y="10502"/>
                  </a:lnTo>
                  <a:lnTo>
                    <a:pt x="14189" y="10262"/>
                  </a:lnTo>
                  <a:lnTo>
                    <a:pt x="14711" y="9981"/>
                  </a:lnTo>
                  <a:lnTo>
                    <a:pt x="15151" y="9660"/>
                  </a:lnTo>
                  <a:lnTo>
                    <a:pt x="15512" y="9340"/>
                  </a:lnTo>
                  <a:lnTo>
                    <a:pt x="15833" y="8979"/>
                  </a:lnTo>
                  <a:lnTo>
                    <a:pt x="16073" y="8578"/>
                  </a:lnTo>
                  <a:lnTo>
                    <a:pt x="16154" y="8338"/>
                  </a:lnTo>
                  <a:lnTo>
                    <a:pt x="16194" y="8137"/>
                  </a:lnTo>
                  <a:lnTo>
                    <a:pt x="16274" y="7817"/>
                  </a:lnTo>
                  <a:lnTo>
                    <a:pt x="16274" y="7496"/>
                  </a:lnTo>
                  <a:lnTo>
                    <a:pt x="16234" y="7135"/>
                  </a:lnTo>
                  <a:lnTo>
                    <a:pt x="16154" y="6774"/>
                  </a:lnTo>
                  <a:lnTo>
                    <a:pt x="16033" y="6414"/>
                  </a:lnTo>
                  <a:lnTo>
                    <a:pt x="15873" y="6053"/>
                  </a:lnTo>
                  <a:lnTo>
                    <a:pt x="15713" y="5652"/>
                  </a:lnTo>
                  <a:lnTo>
                    <a:pt x="15472" y="5251"/>
                  </a:lnTo>
                  <a:lnTo>
                    <a:pt x="15232" y="4891"/>
                  </a:lnTo>
                  <a:lnTo>
                    <a:pt x="14951" y="4490"/>
                  </a:lnTo>
                  <a:lnTo>
                    <a:pt x="14350" y="3728"/>
                  </a:lnTo>
                  <a:lnTo>
                    <a:pt x="13628" y="3007"/>
                  </a:lnTo>
                  <a:lnTo>
                    <a:pt x="12787" y="2325"/>
                  </a:lnTo>
                  <a:lnTo>
                    <a:pt x="11945" y="1684"/>
                  </a:lnTo>
                  <a:lnTo>
                    <a:pt x="11464" y="1403"/>
                  </a:lnTo>
                  <a:lnTo>
                    <a:pt x="10983" y="1123"/>
                  </a:lnTo>
                  <a:lnTo>
                    <a:pt x="10502" y="882"/>
                  </a:lnTo>
                  <a:lnTo>
                    <a:pt x="10021" y="642"/>
                  </a:lnTo>
                  <a:lnTo>
                    <a:pt x="9500" y="482"/>
                  </a:lnTo>
                  <a:lnTo>
                    <a:pt x="9019" y="321"/>
                  </a:lnTo>
                  <a:lnTo>
                    <a:pt x="8498" y="161"/>
                  </a:lnTo>
                  <a:lnTo>
                    <a:pt x="7977" y="81"/>
                  </a:lnTo>
                  <a:lnTo>
                    <a:pt x="7456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1507775" y="1974675"/>
              <a:ext cx="513075" cy="253550"/>
            </a:xfrm>
            <a:custGeom>
              <a:rect b="b" l="l" r="r" t="t"/>
              <a:pathLst>
                <a:path extrusionOk="0" h="10142" w="20523">
                  <a:moveTo>
                    <a:pt x="20121" y="1"/>
                  </a:moveTo>
                  <a:lnTo>
                    <a:pt x="20001" y="41"/>
                  </a:lnTo>
                  <a:lnTo>
                    <a:pt x="201" y="9460"/>
                  </a:lnTo>
                  <a:lnTo>
                    <a:pt x="80" y="9580"/>
                  </a:lnTo>
                  <a:lnTo>
                    <a:pt x="0" y="9660"/>
                  </a:lnTo>
                  <a:lnTo>
                    <a:pt x="0" y="9821"/>
                  </a:lnTo>
                  <a:lnTo>
                    <a:pt x="40" y="9941"/>
                  </a:lnTo>
                  <a:lnTo>
                    <a:pt x="80" y="10061"/>
                  </a:lnTo>
                  <a:lnTo>
                    <a:pt x="160" y="10101"/>
                  </a:lnTo>
                  <a:lnTo>
                    <a:pt x="241" y="10141"/>
                  </a:lnTo>
                  <a:lnTo>
                    <a:pt x="521" y="10141"/>
                  </a:lnTo>
                  <a:lnTo>
                    <a:pt x="20282" y="682"/>
                  </a:lnTo>
                  <a:lnTo>
                    <a:pt x="20402" y="602"/>
                  </a:lnTo>
                  <a:lnTo>
                    <a:pt x="20482" y="482"/>
                  </a:lnTo>
                  <a:lnTo>
                    <a:pt x="20522" y="361"/>
                  </a:lnTo>
                  <a:lnTo>
                    <a:pt x="20482" y="201"/>
                  </a:lnTo>
                  <a:lnTo>
                    <a:pt x="20402" y="121"/>
                  </a:lnTo>
                  <a:lnTo>
                    <a:pt x="20282" y="41"/>
                  </a:lnTo>
                  <a:lnTo>
                    <a:pt x="201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1916600" y="2183100"/>
              <a:ext cx="69175" cy="74175"/>
            </a:xfrm>
            <a:custGeom>
              <a:rect b="b" l="l" r="r" t="t"/>
              <a:pathLst>
                <a:path extrusionOk="0" h="2967" w="2767">
                  <a:moveTo>
                    <a:pt x="2366" y="1"/>
                  </a:moveTo>
                  <a:lnTo>
                    <a:pt x="2245" y="41"/>
                  </a:lnTo>
                  <a:lnTo>
                    <a:pt x="2125" y="121"/>
                  </a:lnTo>
                  <a:lnTo>
                    <a:pt x="81" y="2366"/>
                  </a:lnTo>
                  <a:lnTo>
                    <a:pt x="1" y="2486"/>
                  </a:lnTo>
                  <a:lnTo>
                    <a:pt x="1" y="2646"/>
                  </a:lnTo>
                  <a:lnTo>
                    <a:pt x="41" y="2766"/>
                  </a:lnTo>
                  <a:lnTo>
                    <a:pt x="121" y="2887"/>
                  </a:lnTo>
                  <a:lnTo>
                    <a:pt x="241" y="2967"/>
                  </a:lnTo>
                  <a:lnTo>
                    <a:pt x="361" y="2967"/>
                  </a:lnTo>
                  <a:lnTo>
                    <a:pt x="482" y="2927"/>
                  </a:lnTo>
                  <a:lnTo>
                    <a:pt x="602" y="2846"/>
                  </a:lnTo>
                  <a:lnTo>
                    <a:pt x="2646" y="602"/>
                  </a:lnTo>
                  <a:lnTo>
                    <a:pt x="2726" y="482"/>
                  </a:lnTo>
                  <a:lnTo>
                    <a:pt x="2766" y="361"/>
                  </a:lnTo>
                  <a:lnTo>
                    <a:pt x="2726" y="241"/>
                  </a:lnTo>
                  <a:lnTo>
                    <a:pt x="2646" y="121"/>
                  </a:lnTo>
                  <a:lnTo>
                    <a:pt x="2526" y="41"/>
                  </a:lnTo>
                  <a:lnTo>
                    <a:pt x="23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2165125" y="1998725"/>
              <a:ext cx="187400" cy="112250"/>
            </a:xfrm>
            <a:custGeom>
              <a:rect b="b" l="l" r="r" t="t"/>
              <a:pathLst>
                <a:path extrusionOk="0" h="4490" w="7496">
                  <a:moveTo>
                    <a:pt x="281" y="1"/>
                  </a:moveTo>
                  <a:lnTo>
                    <a:pt x="160" y="81"/>
                  </a:lnTo>
                  <a:lnTo>
                    <a:pt x="40" y="161"/>
                  </a:lnTo>
                  <a:lnTo>
                    <a:pt x="0" y="321"/>
                  </a:lnTo>
                  <a:lnTo>
                    <a:pt x="40" y="441"/>
                  </a:lnTo>
                  <a:lnTo>
                    <a:pt x="80" y="562"/>
                  </a:lnTo>
                  <a:lnTo>
                    <a:pt x="200" y="682"/>
                  </a:lnTo>
                  <a:lnTo>
                    <a:pt x="6974" y="4450"/>
                  </a:lnTo>
                  <a:lnTo>
                    <a:pt x="7055" y="4490"/>
                  </a:lnTo>
                  <a:lnTo>
                    <a:pt x="7215" y="4490"/>
                  </a:lnTo>
                  <a:lnTo>
                    <a:pt x="7295" y="4450"/>
                  </a:lnTo>
                  <a:lnTo>
                    <a:pt x="7375" y="4369"/>
                  </a:lnTo>
                  <a:lnTo>
                    <a:pt x="7455" y="4289"/>
                  </a:lnTo>
                  <a:lnTo>
                    <a:pt x="7495" y="4169"/>
                  </a:lnTo>
                  <a:lnTo>
                    <a:pt x="7495" y="4009"/>
                  </a:lnTo>
                  <a:lnTo>
                    <a:pt x="7415" y="3888"/>
                  </a:lnTo>
                  <a:lnTo>
                    <a:pt x="7295" y="3808"/>
                  </a:lnTo>
                  <a:lnTo>
                    <a:pt x="561" y="4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2142075" y="2035800"/>
              <a:ext cx="105225" cy="59150"/>
            </a:xfrm>
            <a:custGeom>
              <a:rect b="b" l="l" r="r" t="t"/>
              <a:pathLst>
                <a:path extrusionOk="0" h="2366" w="4209">
                  <a:moveTo>
                    <a:pt x="401" y="1"/>
                  </a:moveTo>
                  <a:lnTo>
                    <a:pt x="241" y="41"/>
                  </a:lnTo>
                  <a:lnTo>
                    <a:pt x="120" y="81"/>
                  </a:lnTo>
                  <a:lnTo>
                    <a:pt x="40" y="201"/>
                  </a:lnTo>
                  <a:lnTo>
                    <a:pt x="0" y="361"/>
                  </a:lnTo>
                  <a:lnTo>
                    <a:pt x="40" y="482"/>
                  </a:lnTo>
                  <a:lnTo>
                    <a:pt x="80" y="602"/>
                  </a:lnTo>
                  <a:lnTo>
                    <a:pt x="201" y="682"/>
                  </a:lnTo>
                  <a:lnTo>
                    <a:pt x="3688" y="2325"/>
                  </a:lnTo>
                  <a:lnTo>
                    <a:pt x="3848" y="2365"/>
                  </a:lnTo>
                  <a:lnTo>
                    <a:pt x="3968" y="2325"/>
                  </a:lnTo>
                  <a:lnTo>
                    <a:pt x="4048" y="2285"/>
                  </a:lnTo>
                  <a:lnTo>
                    <a:pt x="4129" y="2245"/>
                  </a:lnTo>
                  <a:lnTo>
                    <a:pt x="4169" y="2165"/>
                  </a:lnTo>
                  <a:lnTo>
                    <a:pt x="4209" y="2005"/>
                  </a:lnTo>
                  <a:lnTo>
                    <a:pt x="4209" y="1884"/>
                  </a:lnTo>
                  <a:lnTo>
                    <a:pt x="4129" y="1764"/>
                  </a:lnTo>
                  <a:lnTo>
                    <a:pt x="4008" y="1684"/>
                  </a:lnTo>
                  <a:lnTo>
                    <a:pt x="521" y="4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2211200" y="4734350"/>
              <a:ext cx="669400" cy="669375"/>
            </a:xfrm>
            <a:custGeom>
              <a:rect b="b" l="l" r="r" t="t"/>
              <a:pathLst>
                <a:path extrusionOk="0" h="26775" w="26776">
                  <a:moveTo>
                    <a:pt x="12707" y="0"/>
                  </a:moveTo>
                  <a:lnTo>
                    <a:pt x="12026" y="80"/>
                  </a:lnTo>
                  <a:lnTo>
                    <a:pt x="11344" y="160"/>
                  </a:lnTo>
                  <a:lnTo>
                    <a:pt x="10703" y="281"/>
                  </a:lnTo>
                  <a:lnTo>
                    <a:pt x="10061" y="401"/>
                  </a:lnTo>
                  <a:lnTo>
                    <a:pt x="9420" y="601"/>
                  </a:lnTo>
                  <a:lnTo>
                    <a:pt x="8779" y="802"/>
                  </a:lnTo>
                  <a:lnTo>
                    <a:pt x="8178" y="1042"/>
                  </a:lnTo>
                  <a:lnTo>
                    <a:pt x="7616" y="1323"/>
                  </a:lnTo>
                  <a:lnTo>
                    <a:pt x="7015" y="1603"/>
                  </a:lnTo>
                  <a:lnTo>
                    <a:pt x="6454" y="1924"/>
                  </a:lnTo>
                  <a:lnTo>
                    <a:pt x="5933" y="2285"/>
                  </a:lnTo>
                  <a:lnTo>
                    <a:pt x="5412" y="2645"/>
                  </a:lnTo>
                  <a:lnTo>
                    <a:pt x="4891" y="3046"/>
                  </a:lnTo>
                  <a:lnTo>
                    <a:pt x="4410" y="3487"/>
                  </a:lnTo>
                  <a:lnTo>
                    <a:pt x="3929" y="3928"/>
                  </a:lnTo>
                  <a:lnTo>
                    <a:pt x="3488" y="4369"/>
                  </a:lnTo>
                  <a:lnTo>
                    <a:pt x="3087" y="4850"/>
                  </a:lnTo>
                  <a:lnTo>
                    <a:pt x="2686" y="5371"/>
                  </a:lnTo>
                  <a:lnTo>
                    <a:pt x="2286" y="5892"/>
                  </a:lnTo>
                  <a:lnTo>
                    <a:pt x="1965" y="6453"/>
                  </a:lnTo>
                  <a:lnTo>
                    <a:pt x="1644" y="7014"/>
                  </a:lnTo>
                  <a:lnTo>
                    <a:pt x="1324" y="7576"/>
                  </a:lnTo>
                  <a:lnTo>
                    <a:pt x="1083" y="8177"/>
                  </a:lnTo>
                  <a:lnTo>
                    <a:pt x="843" y="8778"/>
                  </a:lnTo>
                  <a:lnTo>
                    <a:pt x="602" y="9419"/>
                  </a:lnTo>
                  <a:lnTo>
                    <a:pt x="442" y="10021"/>
                  </a:lnTo>
                  <a:lnTo>
                    <a:pt x="281" y="10702"/>
                  </a:lnTo>
                  <a:lnTo>
                    <a:pt x="161" y="11343"/>
                  </a:lnTo>
                  <a:lnTo>
                    <a:pt x="81" y="12025"/>
                  </a:lnTo>
                  <a:lnTo>
                    <a:pt x="41" y="12706"/>
                  </a:lnTo>
                  <a:lnTo>
                    <a:pt x="1" y="13388"/>
                  </a:lnTo>
                  <a:lnTo>
                    <a:pt x="41" y="14069"/>
                  </a:lnTo>
                  <a:lnTo>
                    <a:pt x="81" y="14750"/>
                  </a:lnTo>
                  <a:lnTo>
                    <a:pt x="161" y="15432"/>
                  </a:lnTo>
                  <a:lnTo>
                    <a:pt x="281" y="16073"/>
                  </a:lnTo>
                  <a:lnTo>
                    <a:pt x="442" y="16714"/>
                  </a:lnTo>
                  <a:lnTo>
                    <a:pt x="602" y="17356"/>
                  </a:lnTo>
                  <a:lnTo>
                    <a:pt x="843" y="17997"/>
                  </a:lnTo>
                  <a:lnTo>
                    <a:pt x="1083" y="18598"/>
                  </a:lnTo>
                  <a:lnTo>
                    <a:pt x="1324" y="19199"/>
                  </a:lnTo>
                  <a:lnTo>
                    <a:pt x="1644" y="19761"/>
                  </a:lnTo>
                  <a:lnTo>
                    <a:pt x="1965" y="20322"/>
                  </a:lnTo>
                  <a:lnTo>
                    <a:pt x="2286" y="20883"/>
                  </a:lnTo>
                  <a:lnTo>
                    <a:pt x="2686" y="21404"/>
                  </a:lnTo>
                  <a:lnTo>
                    <a:pt x="3087" y="21885"/>
                  </a:lnTo>
                  <a:lnTo>
                    <a:pt x="3488" y="22366"/>
                  </a:lnTo>
                  <a:lnTo>
                    <a:pt x="3929" y="22847"/>
                  </a:lnTo>
                  <a:lnTo>
                    <a:pt x="4410" y="23288"/>
                  </a:lnTo>
                  <a:lnTo>
                    <a:pt x="4891" y="23729"/>
                  </a:lnTo>
                  <a:lnTo>
                    <a:pt x="5412" y="24089"/>
                  </a:lnTo>
                  <a:lnTo>
                    <a:pt x="5933" y="24490"/>
                  </a:lnTo>
                  <a:lnTo>
                    <a:pt x="6454" y="24811"/>
                  </a:lnTo>
                  <a:lnTo>
                    <a:pt x="7015" y="25172"/>
                  </a:lnTo>
                  <a:lnTo>
                    <a:pt x="7616" y="25452"/>
                  </a:lnTo>
                  <a:lnTo>
                    <a:pt x="8178" y="25733"/>
                  </a:lnTo>
                  <a:lnTo>
                    <a:pt x="8779" y="25973"/>
                  </a:lnTo>
                  <a:lnTo>
                    <a:pt x="9420" y="26174"/>
                  </a:lnTo>
                  <a:lnTo>
                    <a:pt x="10061" y="26334"/>
                  </a:lnTo>
                  <a:lnTo>
                    <a:pt x="10703" y="26494"/>
                  </a:lnTo>
                  <a:lnTo>
                    <a:pt x="11344" y="26615"/>
                  </a:lnTo>
                  <a:lnTo>
                    <a:pt x="12026" y="26695"/>
                  </a:lnTo>
                  <a:lnTo>
                    <a:pt x="12707" y="26735"/>
                  </a:lnTo>
                  <a:lnTo>
                    <a:pt x="13388" y="26775"/>
                  </a:lnTo>
                  <a:lnTo>
                    <a:pt x="14070" y="26735"/>
                  </a:lnTo>
                  <a:lnTo>
                    <a:pt x="14751" y="26695"/>
                  </a:lnTo>
                  <a:lnTo>
                    <a:pt x="15433" y="26615"/>
                  </a:lnTo>
                  <a:lnTo>
                    <a:pt x="16114" y="26494"/>
                  </a:lnTo>
                  <a:lnTo>
                    <a:pt x="16755" y="26334"/>
                  </a:lnTo>
                  <a:lnTo>
                    <a:pt x="17397" y="26174"/>
                  </a:lnTo>
                  <a:lnTo>
                    <a:pt x="17998" y="25973"/>
                  </a:lnTo>
                  <a:lnTo>
                    <a:pt x="18599" y="25733"/>
                  </a:lnTo>
                  <a:lnTo>
                    <a:pt x="19200" y="25452"/>
                  </a:lnTo>
                  <a:lnTo>
                    <a:pt x="19761" y="25172"/>
                  </a:lnTo>
                  <a:lnTo>
                    <a:pt x="20323" y="24811"/>
                  </a:lnTo>
                  <a:lnTo>
                    <a:pt x="20884" y="24490"/>
                  </a:lnTo>
                  <a:lnTo>
                    <a:pt x="21405" y="24089"/>
                  </a:lnTo>
                  <a:lnTo>
                    <a:pt x="21926" y="23729"/>
                  </a:lnTo>
                  <a:lnTo>
                    <a:pt x="22407" y="23288"/>
                  </a:lnTo>
                  <a:lnTo>
                    <a:pt x="22848" y="22847"/>
                  </a:lnTo>
                  <a:lnTo>
                    <a:pt x="23289" y="22366"/>
                  </a:lnTo>
                  <a:lnTo>
                    <a:pt x="23730" y="21885"/>
                  </a:lnTo>
                  <a:lnTo>
                    <a:pt x="24130" y="21404"/>
                  </a:lnTo>
                  <a:lnTo>
                    <a:pt x="24491" y="20883"/>
                  </a:lnTo>
                  <a:lnTo>
                    <a:pt x="24852" y="20322"/>
                  </a:lnTo>
                  <a:lnTo>
                    <a:pt x="25172" y="19761"/>
                  </a:lnTo>
                  <a:lnTo>
                    <a:pt x="25453" y="19199"/>
                  </a:lnTo>
                  <a:lnTo>
                    <a:pt x="25734" y="18598"/>
                  </a:lnTo>
                  <a:lnTo>
                    <a:pt x="25974" y="17997"/>
                  </a:lnTo>
                  <a:lnTo>
                    <a:pt x="26175" y="17356"/>
                  </a:lnTo>
                  <a:lnTo>
                    <a:pt x="26375" y="16714"/>
                  </a:lnTo>
                  <a:lnTo>
                    <a:pt x="26495" y="16073"/>
                  </a:lnTo>
                  <a:lnTo>
                    <a:pt x="26615" y="15432"/>
                  </a:lnTo>
                  <a:lnTo>
                    <a:pt x="26736" y="14750"/>
                  </a:lnTo>
                  <a:lnTo>
                    <a:pt x="26776" y="14069"/>
                  </a:lnTo>
                  <a:lnTo>
                    <a:pt x="26776" y="13388"/>
                  </a:lnTo>
                  <a:lnTo>
                    <a:pt x="26776" y="12706"/>
                  </a:lnTo>
                  <a:lnTo>
                    <a:pt x="26736" y="12025"/>
                  </a:lnTo>
                  <a:lnTo>
                    <a:pt x="26615" y="11343"/>
                  </a:lnTo>
                  <a:lnTo>
                    <a:pt x="26495" y="10702"/>
                  </a:lnTo>
                  <a:lnTo>
                    <a:pt x="26375" y="10021"/>
                  </a:lnTo>
                  <a:lnTo>
                    <a:pt x="26175" y="9419"/>
                  </a:lnTo>
                  <a:lnTo>
                    <a:pt x="25974" y="8778"/>
                  </a:lnTo>
                  <a:lnTo>
                    <a:pt x="25734" y="8177"/>
                  </a:lnTo>
                  <a:lnTo>
                    <a:pt x="25453" y="7576"/>
                  </a:lnTo>
                  <a:lnTo>
                    <a:pt x="25172" y="7014"/>
                  </a:lnTo>
                  <a:lnTo>
                    <a:pt x="24852" y="6453"/>
                  </a:lnTo>
                  <a:lnTo>
                    <a:pt x="24491" y="5892"/>
                  </a:lnTo>
                  <a:lnTo>
                    <a:pt x="24130" y="5371"/>
                  </a:lnTo>
                  <a:lnTo>
                    <a:pt x="23730" y="4850"/>
                  </a:lnTo>
                  <a:lnTo>
                    <a:pt x="23289" y="4369"/>
                  </a:lnTo>
                  <a:lnTo>
                    <a:pt x="22848" y="3928"/>
                  </a:lnTo>
                  <a:lnTo>
                    <a:pt x="22407" y="3487"/>
                  </a:lnTo>
                  <a:lnTo>
                    <a:pt x="21926" y="3046"/>
                  </a:lnTo>
                  <a:lnTo>
                    <a:pt x="21405" y="2645"/>
                  </a:lnTo>
                  <a:lnTo>
                    <a:pt x="20884" y="2285"/>
                  </a:lnTo>
                  <a:lnTo>
                    <a:pt x="20323" y="1924"/>
                  </a:lnTo>
                  <a:lnTo>
                    <a:pt x="19761" y="1603"/>
                  </a:lnTo>
                  <a:lnTo>
                    <a:pt x="19200" y="1323"/>
                  </a:lnTo>
                  <a:lnTo>
                    <a:pt x="18599" y="1042"/>
                  </a:lnTo>
                  <a:lnTo>
                    <a:pt x="17998" y="802"/>
                  </a:lnTo>
                  <a:lnTo>
                    <a:pt x="17397" y="601"/>
                  </a:lnTo>
                  <a:lnTo>
                    <a:pt x="16755" y="401"/>
                  </a:lnTo>
                  <a:lnTo>
                    <a:pt x="16114" y="281"/>
                  </a:lnTo>
                  <a:lnTo>
                    <a:pt x="15433" y="160"/>
                  </a:lnTo>
                  <a:lnTo>
                    <a:pt x="14751" y="80"/>
                  </a:lnTo>
                  <a:lnTo>
                    <a:pt x="140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3" name="Google Shape;923;p34"/>
          <p:cNvGrpSpPr/>
          <p:nvPr/>
        </p:nvGrpSpPr>
        <p:grpSpPr>
          <a:xfrm>
            <a:off x="367391" y="3725782"/>
            <a:ext cx="1929131" cy="1372514"/>
            <a:chOff x="367391" y="3725782"/>
            <a:chExt cx="1929131" cy="1372514"/>
          </a:xfrm>
        </p:grpSpPr>
        <p:grpSp>
          <p:nvGrpSpPr>
            <p:cNvPr id="924" name="Google Shape;924;p34"/>
            <p:cNvGrpSpPr/>
            <p:nvPr/>
          </p:nvGrpSpPr>
          <p:grpSpPr>
            <a:xfrm rot="-1170964">
              <a:off x="437590" y="4422616"/>
              <a:ext cx="613108" cy="525703"/>
              <a:chOff x="5293475" y="3633350"/>
              <a:chExt cx="1685775" cy="1445450"/>
            </a:xfrm>
          </p:grpSpPr>
          <p:sp>
            <p:nvSpPr>
              <p:cNvPr id="925" name="Google Shape;925;p34"/>
              <p:cNvSpPr/>
              <p:nvPr/>
            </p:nvSpPr>
            <p:spPr>
              <a:xfrm>
                <a:off x="5293475" y="3633350"/>
                <a:ext cx="1685775" cy="1445450"/>
              </a:xfrm>
              <a:custGeom>
                <a:rect b="b" l="l" r="r" t="t"/>
                <a:pathLst>
                  <a:path extrusionOk="0" h="57818" w="67431">
                    <a:moveTo>
                      <a:pt x="13728" y="1"/>
                    </a:moveTo>
                    <a:lnTo>
                      <a:pt x="0" y="38852"/>
                    </a:lnTo>
                    <a:lnTo>
                      <a:pt x="53702" y="57818"/>
                    </a:lnTo>
                    <a:lnTo>
                      <a:pt x="67430" y="18966"/>
                    </a:lnTo>
                    <a:lnTo>
                      <a:pt x="137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34"/>
              <p:cNvSpPr/>
              <p:nvPr/>
            </p:nvSpPr>
            <p:spPr>
              <a:xfrm>
                <a:off x="6227350" y="3954950"/>
                <a:ext cx="369125" cy="997225"/>
              </a:xfrm>
              <a:custGeom>
                <a:rect b="b" l="l" r="r" t="t"/>
                <a:pathLst>
                  <a:path extrusionOk="0" h="39889" w="14765">
                    <a:moveTo>
                      <a:pt x="14103" y="1"/>
                    </a:moveTo>
                    <a:lnTo>
                      <a:pt x="14016" y="30"/>
                    </a:lnTo>
                    <a:lnTo>
                      <a:pt x="13930" y="87"/>
                    </a:lnTo>
                    <a:lnTo>
                      <a:pt x="13844" y="145"/>
                    </a:lnTo>
                    <a:lnTo>
                      <a:pt x="13786" y="231"/>
                    </a:lnTo>
                    <a:lnTo>
                      <a:pt x="13757" y="346"/>
                    </a:lnTo>
                    <a:lnTo>
                      <a:pt x="29" y="39198"/>
                    </a:lnTo>
                    <a:lnTo>
                      <a:pt x="1" y="39313"/>
                    </a:lnTo>
                    <a:lnTo>
                      <a:pt x="1" y="39400"/>
                    </a:lnTo>
                    <a:lnTo>
                      <a:pt x="29" y="39515"/>
                    </a:lnTo>
                    <a:lnTo>
                      <a:pt x="58" y="39601"/>
                    </a:lnTo>
                    <a:lnTo>
                      <a:pt x="145" y="39687"/>
                    </a:lnTo>
                    <a:lnTo>
                      <a:pt x="231" y="39774"/>
                    </a:lnTo>
                    <a:lnTo>
                      <a:pt x="375" y="39831"/>
                    </a:lnTo>
                    <a:lnTo>
                      <a:pt x="519" y="39889"/>
                    </a:lnTo>
                    <a:lnTo>
                      <a:pt x="663" y="39860"/>
                    </a:lnTo>
                    <a:lnTo>
                      <a:pt x="806" y="39803"/>
                    </a:lnTo>
                    <a:lnTo>
                      <a:pt x="922" y="39687"/>
                    </a:lnTo>
                    <a:lnTo>
                      <a:pt x="1008" y="39544"/>
                    </a:lnTo>
                    <a:lnTo>
                      <a:pt x="14736" y="692"/>
                    </a:lnTo>
                    <a:lnTo>
                      <a:pt x="14764" y="576"/>
                    </a:lnTo>
                    <a:lnTo>
                      <a:pt x="14764" y="461"/>
                    </a:lnTo>
                    <a:lnTo>
                      <a:pt x="14736" y="375"/>
                    </a:lnTo>
                    <a:lnTo>
                      <a:pt x="14707" y="289"/>
                    </a:lnTo>
                    <a:lnTo>
                      <a:pt x="14649" y="202"/>
                    </a:lnTo>
                    <a:lnTo>
                      <a:pt x="14592" y="116"/>
                    </a:lnTo>
                    <a:lnTo>
                      <a:pt x="14505" y="58"/>
                    </a:lnTo>
                    <a:lnTo>
                      <a:pt x="14419" y="30"/>
                    </a:lnTo>
                    <a:lnTo>
                      <a:pt x="143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34"/>
              <p:cNvSpPr/>
              <p:nvPr/>
            </p:nvSpPr>
            <p:spPr>
              <a:xfrm>
                <a:off x="5548875" y="3837675"/>
                <a:ext cx="723100" cy="818800"/>
              </a:xfrm>
              <a:custGeom>
                <a:rect b="b" l="l" r="r" t="t"/>
                <a:pathLst>
                  <a:path extrusionOk="0" h="32752" w="28924">
                    <a:moveTo>
                      <a:pt x="13441" y="6419"/>
                    </a:moveTo>
                    <a:lnTo>
                      <a:pt x="16578" y="7541"/>
                    </a:lnTo>
                    <a:lnTo>
                      <a:pt x="19686" y="8663"/>
                    </a:lnTo>
                    <a:lnTo>
                      <a:pt x="20664" y="9038"/>
                    </a:lnTo>
                    <a:lnTo>
                      <a:pt x="21240" y="9297"/>
                    </a:lnTo>
                    <a:lnTo>
                      <a:pt x="21556" y="9440"/>
                    </a:lnTo>
                    <a:lnTo>
                      <a:pt x="21844" y="9642"/>
                    </a:lnTo>
                    <a:lnTo>
                      <a:pt x="22103" y="9815"/>
                    </a:lnTo>
                    <a:lnTo>
                      <a:pt x="22333" y="10016"/>
                    </a:lnTo>
                    <a:lnTo>
                      <a:pt x="22535" y="10246"/>
                    </a:lnTo>
                    <a:lnTo>
                      <a:pt x="22708" y="10476"/>
                    </a:lnTo>
                    <a:lnTo>
                      <a:pt x="22852" y="10707"/>
                    </a:lnTo>
                    <a:lnTo>
                      <a:pt x="22967" y="10966"/>
                    </a:lnTo>
                    <a:lnTo>
                      <a:pt x="23053" y="11225"/>
                    </a:lnTo>
                    <a:lnTo>
                      <a:pt x="23111" y="11484"/>
                    </a:lnTo>
                    <a:lnTo>
                      <a:pt x="23139" y="11772"/>
                    </a:lnTo>
                    <a:lnTo>
                      <a:pt x="23168" y="12059"/>
                    </a:lnTo>
                    <a:lnTo>
                      <a:pt x="23139" y="12347"/>
                    </a:lnTo>
                    <a:lnTo>
                      <a:pt x="23111" y="12635"/>
                    </a:lnTo>
                    <a:lnTo>
                      <a:pt x="23024" y="12951"/>
                    </a:lnTo>
                    <a:lnTo>
                      <a:pt x="22938" y="13239"/>
                    </a:lnTo>
                    <a:lnTo>
                      <a:pt x="22794" y="13556"/>
                    </a:lnTo>
                    <a:lnTo>
                      <a:pt x="22650" y="13844"/>
                    </a:lnTo>
                    <a:lnTo>
                      <a:pt x="22506" y="14131"/>
                    </a:lnTo>
                    <a:lnTo>
                      <a:pt x="22305" y="14362"/>
                    </a:lnTo>
                    <a:lnTo>
                      <a:pt x="22103" y="14592"/>
                    </a:lnTo>
                    <a:lnTo>
                      <a:pt x="21873" y="14765"/>
                    </a:lnTo>
                    <a:lnTo>
                      <a:pt x="21643" y="14937"/>
                    </a:lnTo>
                    <a:lnTo>
                      <a:pt x="21384" y="15081"/>
                    </a:lnTo>
                    <a:lnTo>
                      <a:pt x="21096" y="15196"/>
                    </a:lnTo>
                    <a:lnTo>
                      <a:pt x="20808" y="15283"/>
                    </a:lnTo>
                    <a:lnTo>
                      <a:pt x="20520" y="15340"/>
                    </a:lnTo>
                    <a:lnTo>
                      <a:pt x="20204" y="15398"/>
                    </a:lnTo>
                    <a:lnTo>
                      <a:pt x="19542" y="15398"/>
                    </a:lnTo>
                    <a:lnTo>
                      <a:pt x="19197" y="15340"/>
                    </a:lnTo>
                    <a:lnTo>
                      <a:pt x="18822" y="15283"/>
                    </a:lnTo>
                    <a:lnTo>
                      <a:pt x="18276" y="15110"/>
                    </a:lnTo>
                    <a:lnTo>
                      <a:pt x="17412" y="14851"/>
                    </a:lnTo>
                    <a:lnTo>
                      <a:pt x="14822" y="13959"/>
                    </a:lnTo>
                    <a:lnTo>
                      <a:pt x="11225" y="12692"/>
                    </a:lnTo>
                    <a:lnTo>
                      <a:pt x="13441" y="6419"/>
                    </a:lnTo>
                    <a:close/>
                    <a:moveTo>
                      <a:pt x="9642" y="17211"/>
                    </a:moveTo>
                    <a:lnTo>
                      <a:pt x="14074" y="18765"/>
                    </a:lnTo>
                    <a:lnTo>
                      <a:pt x="15743" y="19398"/>
                    </a:lnTo>
                    <a:lnTo>
                      <a:pt x="16463" y="19686"/>
                    </a:lnTo>
                    <a:lnTo>
                      <a:pt x="17096" y="19945"/>
                    </a:lnTo>
                    <a:lnTo>
                      <a:pt x="17642" y="20204"/>
                    </a:lnTo>
                    <a:lnTo>
                      <a:pt x="18103" y="20434"/>
                    </a:lnTo>
                    <a:lnTo>
                      <a:pt x="18477" y="20664"/>
                    </a:lnTo>
                    <a:lnTo>
                      <a:pt x="18765" y="20866"/>
                    </a:lnTo>
                    <a:lnTo>
                      <a:pt x="19024" y="21067"/>
                    </a:lnTo>
                    <a:lnTo>
                      <a:pt x="19225" y="21269"/>
                    </a:lnTo>
                    <a:lnTo>
                      <a:pt x="19427" y="21499"/>
                    </a:lnTo>
                    <a:lnTo>
                      <a:pt x="19571" y="21729"/>
                    </a:lnTo>
                    <a:lnTo>
                      <a:pt x="19743" y="21959"/>
                    </a:lnTo>
                    <a:lnTo>
                      <a:pt x="19858" y="22190"/>
                    </a:lnTo>
                    <a:lnTo>
                      <a:pt x="19974" y="22449"/>
                    </a:lnTo>
                    <a:lnTo>
                      <a:pt x="20060" y="22708"/>
                    </a:lnTo>
                    <a:lnTo>
                      <a:pt x="20117" y="22967"/>
                    </a:lnTo>
                    <a:lnTo>
                      <a:pt x="20146" y="23254"/>
                    </a:lnTo>
                    <a:lnTo>
                      <a:pt x="20175" y="23513"/>
                    </a:lnTo>
                    <a:lnTo>
                      <a:pt x="20146" y="23801"/>
                    </a:lnTo>
                    <a:lnTo>
                      <a:pt x="20117" y="24089"/>
                    </a:lnTo>
                    <a:lnTo>
                      <a:pt x="20089" y="24377"/>
                    </a:lnTo>
                    <a:lnTo>
                      <a:pt x="20002" y="24693"/>
                    </a:lnTo>
                    <a:lnTo>
                      <a:pt x="19916" y="24981"/>
                    </a:lnTo>
                    <a:lnTo>
                      <a:pt x="19772" y="25327"/>
                    </a:lnTo>
                    <a:lnTo>
                      <a:pt x="19628" y="25643"/>
                    </a:lnTo>
                    <a:lnTo>
                      <a:pt x="19456" y="25960"/>
                    </a:lnTo>
                    <a:lnTo>
                      <a:pt x="19254" y="26219"/>
                    </a:lnTo>
                    <a:lnTo>
                      <a:pt x="19053" y="26449"/>
                    </a:lnTo>
                    <a:lnTo>
                      <a:pt x="18822" y="26679"/>
                    </a:lnTo>
                    <a:lnTo>
                      <a:pt x="18592" y="26852"/>
                    </a:lnTo>
                    <a:lnTo>
                      <a:pt x="18333" y="27025"/>
                    </a:lnTo>
                    <a:lnTo>
                      <a:pt x="18045" y="27140"/>
                    </a:lnTo>
                    <a:lnTo>
                      <a:pt x="17786" y="27255"/>
                    </a:lnTo>
                    <a:lnTo>
                      <a:pt x="17499" y="27341"/>
                    </a:lnTo>
                    <a:lnTo>
                      <a:pt x="17211" y="27399"/>
                    </a:lnTo>
                    <a:lnTo>
                      <a:pt x="16894" y="27427"/>
                    </a:lnTo>
                    <a:lnTo>
                      <a:pt x="16606" y="27456"/>
                    </a:lnTo>
                    <a:lnTo>
                      <a:pt x="16290" y="27427"/>
                    </a:lnTo>
                    <a:lnTo>
                      <a:pt x="15973" y="27399"/>
                    </a:lnTo>
                    <a:lnTo>
                      <a:pt x="15398" y="27284"/>
                    </a:lnTo>
                    <a:lnTo>
                      <a:pt x="14592" y="27053"/>
                    </a:lnTo>
                    <a:lnTo>
                      <a:pt x="13498" y="26708"/>
                    </a:lnTo>
                    <a:lnTo>
                      <a:pt x="12146" y="26247"/>
                    </a:lnTo>
                    <a:lnTo>
                      <a:pt x="7080" y="24434"/>
                    </a:lnTo>
                    <a:lnTo>
                      <a:pt x="9642" y="17211"/>
                    </a:lnTo>
                    <a:close/>
                    <a:moveTo>
                      <a:pt x="9584" y="1"/>
                    </a:moveTo>
                    <a:lnTo>
                      <a:pt x="1" y="27082"/>
                    </a:lnTo>
                    <a:lnTo>
                      <a:pt x="9239" y="30334"/>
                    </a:lnTo>
                    <a:lnTo>
                      <a:pt x="11599" y="31140"/>
                    </a:lnTo>
                    <a:lnTo>
                      <a:pt x="13527" y="31773"/>
                    </a:lnTo>
                    <a:lnTo>
                      <a:pt x="14937" y="32234"/>
                    </a:lnTo>
                    <a:lnTo>
                      <a:pt x="15887" y="32493"/>
                    </a:lnTo>
                    <a:lnTo>
                      <a:pt x="16463" y="32608"/>
                    </a:lnTo>
                    <a:lnTo>
                      <a:pt x="17009" y="32694"/>
                    </a:lnTo>
                    <a:lnTo>
                      <a:pt x="17527" y="32723"/>
                    </a:lnTo>
                    <a:lnTo>
                      <a:pt x="18045" y="32752"/>
                    </a:lnTo>
                    <a:lnTo>
                      <a:pt x="18563" y="32723"/>
                    </a:lnTo>
                    <a:lnTo>
                      <a:pt x="19053" y="32694"/>
                    </a:lnTo>
                    <a:lnTo>
                      <a:pt x="19542" y="32608"/>
                    </a:lnTo>
                    <a:lnTo>
                      <a:pt x="20002" y="32493"/>
                    </a:lnTo>
                    <a:lnTo>
                      <a:pt x="20463" y="32349"/>
                    </a:lnTo>
                    <a:lnTo>
                      <a:pt x="20923" y="32176"/>
                    </a:lnTo>
                    <a:lnTo>
                      <a:pt x="21355" y="31975"/>
                    </a:lnTo>
                    <a:lnTo>
                      <a:pt x="21758" y="31744"/>
                    </a:lnTo>
                    <a:lnTo>
                      <a:pt x="22190" y="31485"/>
                    </a:lnTo>
                    <a:lnTo>
                      <a:pt x="22592" y="31198"/>
                    </a:lnTo>
                    <a:lnTo>
                      <a:pt x="22967" y="30881"/>
                    </a:lnTo>
                    <a:lnTo>
                      <a:pt x="23341" y="30536"/>
                    </a:lnTo>
                    <a:lnTo>
                      <a:pt x="23686" y="30161"/>
                    </a:lnTo>
                    <a:lnTo>
                      <a:pt x="24031" y="29787"/>
                    </a:lnTo>
                    <a:lnTo>
                      <a:pt x="24319" y="29384"/>
                    </a:lnTo>
                    <a:lnTo>
                      <a:pt x="24607" y="28982"/>
                    </a:lnTo>
                    <a:lnTo>
                      <a:pt x="24866" y="28579"/>
                    </a:lnTo>
                    <a:lnTo>
                      <a:pt x="25096" y="28147"/>
                    </a:lnTo>
                    <a:lnTo>
                      <a:pt x="25298" y="27686"/>
                    </a:lnTo>
                    <a:lnTo>
                      <a:pt x="25470" y="27226"/>
                    </a:lnTo>
                    <a:lnTo>
                      <a:pt x="25643" y="26650"/>
                    </a:lnTo>
                    <a:lnTo>
                      <a:pt x="25787" y="26075"/>
                    </a:lnTo>
                    <a:lnTo>
                      <a:pt x="25873" y="25499"/>
                    </a:lnTo>
                    <a:lnTo>
                      <a:pt x="25902" y="24924"/>
                    </a:lnTo>
                    <a:lnTo>
                      <a:pt x="25902" y="24377"/>
                    </a:lnTo>
                    <a:lnTo>
                      <a:pt x="25845" y="23801"/>
                    </a:lnTo>
                    <a:lnTo>
                      <a:pt x="25729" y="23254"/>
                    </a:lnTo>
                    <a:lnTo>
                      <a:pt x="25586" y="22679"/>
                    </a:lnTo>
                    <a:lnTo>
                      <a:pt x="25384" y="22132"/>
                    </a:lnTo>
                    <a:lnTo>
                      <a:pt x="25125" y="21614"/>
                    </a:lnTo>
                    <a:lnTo>
                      <a:pt x="24837" y="21125"/>
                    </a:lnTo>
                    <a:lnTo>
                      <a:pt x="24492" y="20636"/>
                    </a:lnTo>
                    <a:lnTo>
                      <a:pt x="24089" y="20175"/>
                    </a:lnTo>
                    <a:lnTo>
                      <a:pt x="23657" y="19715"/>
                    </a:lnTo>
                    <a:lnTo>
                      <a:pt x="23168" y="19283"/>
                    </a:lnTo>
                    <a:lnTo>
                      <a:pt x="22650" y="18880"/>
                    </a:lnTo>
                    <a:lnTo>
                      <a:pt x="23139" y="18822"/>
                    </a:lnTo>
                    <a:lnTo>
                      <a:pt x="23629" y="18736"/>
                    </a:lnTo>
                    <a:lnTo>
                      <a:pt x="24118" y="18621"/>
                    </a:lnTo>
                    <a:lnTo>
                      <a:pt x="24578" y="18448"/>
                    </a:lnTo>
                    <a:lnTo>
                      <a:pt x="25010" y="18247"/>
                    </a:lnTo>
                    <a:lnTo>
                      <a:pt x="25442" y="18045"/>
                    </a:lnTo>
                    <a:lnTo>
                      <a:pt x="25873" y="17786"/>
                    </a:lnTo>
                    <a:lnTo>
                      <a:pt x="26276" y="17499"/>
                    </a:lnTo>
                    <a:lnTo>
                      <a:pt x="26650" y="17153"/>
                    </a:lnTo>
                    <a:lnTo>
                      <a:pt x="26996" y="16837"/>
                    </a:lnTo>
                    <a:lnTo>
                      <a:pt x="27341" y="16463"/>
                    </a:lnTo>
                    <a:lnTo>
                      <a:pt x="27629" y="16088"/>
                    </a:lnTo>
                    <a:lnTo>
                      <a:pt x="27888" y="15686"/>
                    </a:lnTo>
                    <a:lnTo>
                      <a:pt x="28147" y="15254"/>
                    </a:lnTo>
                    <a:lnTo>
                      <a:pt x="28348" y="14822"/>
                    </a:lnTo>
                    <a:lnTo>
                      <a:pt x="28521" y="14362"/>
                    </a:lnTo>
                    <a:lnTo>
                      <a:pt x="28665" y="13930"/>
                    </a:lnTo>
                    <a:lnTo>
                      <a:pt x="28780" y="13470"/>
                    </a:lnTo>
                    <a:lnTo>
                      <a:pt x="28866" y="13038"/>
                    </a:lnTo>
                    <a:lnTo>
                      <a:pt x="28895" y="12606"/>
                    </a:lnTo>
                    <a:lnTo>
                      <a:pt x="28924" y="12174"/>
                    </a:lnTo>
                    <a:lnTo>
                      <a:pt x="28924" y="11743"/>
                    </a:lnTo>
                    <a:lnTo>
                      <a:pt x="28895" y="11311"/>
                    </a:lnTo>
                    <a:lnTo>
                      <a:pt x="28809" y="10879"/>
                    </a:lnTo>
                    <a:lnTo>
                      <a:pt x="28722" y="10476"/>
                    </a:lnTo>
                    <a:lnTo>
                      <a:pt x="28607" y="10074"/>
                    </a:lnTo>
                    <a:lnTo>
                      <a:pt x="28463" y="9671"/>
                    </a:lnTo>
                    <a:lnTo>
                      <a:pt x="28320" y="9297"/>
                    </a:lnTo>
                    <a:lnTo>
                      <a:pt x="28147" y="8922"/>
                    </a:lnTo>
                    <a:lnTo>
                      <a:pt x="27974" y="8577"/>
                    </a:lnTo>
                    <a:lnTo>
                      <a:pt x="27773" y="8232"/>
                    </a:lnTo>
                    <a:lnTo>
                      <a:pt x="27543" y="7886"/>
                    </a:lnTo>
                    <a:lnTo>
                      <a:pt x="27284" y="7570"/>
                    </a:lnTo>
                    <a:lnTo>
                      <a:pt x="27025" y="7282"/>
                    </a:lnTo>
                    <a:lnTo>
                      <a:pt x="26737" y="6994"/>
                    </a:lnTo>
                    <a:lnTo>
                      <a:pt x="26449" y="6706"/>
                    </a:lnTo>
                    <a:lnTo>
                      <a:pt x="26132" y="6476"/>
                    </a:lnTo>
                    <a:lnTo>
                      <a:pt x="25816" y="6217"/>
                    </a:lnTo>
                    <a:lnTo>
                      <a:pt x="25470" y="5987"/>
                    </a:lnTo>
                    <a:lnTo>
                      <a:pt x="25096" y="5785"/>
                    </a:lnTo>
                    <a:lnTo>
                      <a:pt x="24262" y="5354"/>
                    </a:lnTo>
                    <a:lnTo>
                      <a:pt x="23197" y="4865"/>
                    </a:lnTo>
                    <a:lnTo>
                      <a:pt x="21902" y="4375"/>
                    </a:lnTo>
                    <a:lnTo>
                      <a:pt x="20405" y="3828"/>
                    </a:lnTo>
                    <a:lnTo>
                      <a:pt x="958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8" name="Google Shape;928;p34"/>
            <p:cNvGrpSpPr/>
            <p:nvPr/>
          </p:nvGrpSpPr>
          <p:grpSpPr>
            <a:xfrm rot="-10020531">
              <a:off x="775274" y="4718398"/>
              <a:ext cx="554846" cy="229962"/>
              <a:chOff x="6228000" y="1478750"/>
              <a:chExt cx="745100" cy="308775"/>
            </a:xfrm>
          </p:grpSpPr>
          <p:sp>
            <p:nvSpPr>
              <p:cNvPr id="929" name="Google Shape;929;p34"/>
              <p:cNvSpPr/>
              <p:nvPr/>
            </p:nvSpPr>
            <p:spPr>
              <a:xfrm>
                <a:off x="6270525" y="1478750"/>
                <a:ext cx="702575" cy="305625"/>
              </a:xfrm>
              <a:custGeom>
                <a:rect b="b" l="l" r="r" t="t"/>
                <a:pathLst>
                  <a:path extrusionOk="0" h="12225" w="28103">
                    <a:moveTo>
                      <a:pt x="25646" y="0"/>
                    </a:moveTo>
                    <a:lnTo>
                      <a:pt x="25394" y="32"/>
                    </a:lnTo>
                    <a:lnTo>
                      <a:pt x="25173" y="63"/>
                    </a:lnTo>
                    <a:lnTo>
                      <a:pt x="24921" y="126"/>
                    </a:lnTo>
                    <a:lnTo>
                      <a:pt x="3403" y="7467"/>
                    </a:lnTo>
                    <a:lnTo>
                      <a:pt x="32" y="10050"/>
                    </a:lnTo>
                    <a:lnTo>
                      <a:pt x="1" y="10302"/>
                    </a:lnTo>
                    <a:lnTo>
                      <a:pt x="32" y="10586"/>
                    </a:lnTo>
                    <a:lnTo>
                      <a:pt x="64" y="10838"/>
                    </a:lnTo>
                    <a:lnTo>
                      <a:pt x="127" y="11090"/>
                    </a:lnTo>
                    <a:lnTo>
                      <a:pt x="284" y="11437"/>
                    </a:lnTo>
                    <a:lnTo>
                      <a:pt x="473" y="11720"/>
                    </a:lnTo>
                    <a:lnTo>
                      <a:pt x="694" y="12004"/>
                    </a:lnTo>
                    <a:lnTo>
                      <a:pt x="946" y="12224"/>
                    </a:lnTo>
                    <a:lnTo>
                      <a:pt x="4947" y="12004"/>
                    </a:lnTo>
                    <a:lnTo>
                      <a:pt x="26465" y="4695"/>
                    </a:lnTo>
                    <a:lnTo>
                      <a:pt x="26717" y="4600"/>
                    </a:lnTo>
                    <a:lnTo>
                      <a:pt x="26906" y="4506"/>
                    </a:lnTo>
                    <a:lnTo>
                      <a:pt x="27126" y="4380"/>
                    </a:lnTo>
                    <a:lnTo>
                      <a:pt x="27315" y="4222"/>
                    </a:lnTo>
                    <a:lnTo>
                      <a:pt x="27473" y="4064"/>
                    </a:lnTo>
                    <a:lnTo>
                      <a:pt x="27630" y="3875"/>
                    </a:lnTo>
                    <a:lnTo>
                      <a:pt x="27756" y="3686"/>
                    </a:lnTo>
                    <a:lnTo>
                      <a:pt x="27851" y="3466"/>
                    </a:lnTo>
                    <a:lnTo>
                      <a:pt x="27945" y="3277"/>
                    </a:lnTo>
                    <a:lnTo>
                      <a:pt x="28008" y="3056"/>
                    </a:lnTo>
                    <a:lnTo>
                      <a:pt x="28071" y="2836"/>
                    </a:lnTo>
                    <a:lnTo>
                      <a:pt x="28103" y="2584"/>
                    </a:lnTo>
                    <a:lnTo>
                      <a:pt x="28103" y="2363"/>
                    </a:lnTo>
                    <a:lnTo>
                      <a:pt x="28071" y="2111"/>
                    </a:lnTo>
                    <a:lnTo>
                      <a:pt x="28040" y="1859"/>
                    </a:lnTo>
                    <a:lnTo>
                      <a:pt x="27977" y="1639"/>
                    </a:lnTo>
                    <a:lnTo>
                      <a:pt x="27882" y="1418"/>
                    </a:lnTo>
                    <a:lnTo>
                      <a:pt x="27756" y="1198"/>
                    </a:lnTo>
                    <a:lnTo>
                      <a:pt x="27630" y="1009"/>
                    </a:lnTo>
                    <a:lnTo>
                      <a:pt x="27504" y="819"/>
                    </a:lnTo>
                    <a:lnTo>
                      <a:pt x="27315" y="662"/>
                    </a:lnTo>
                    <a:lnTo>
                      <a:pt x="27158" y="504"/>
                    </a:lnTo>
                    <a:lnTo>
                      <a:pt x="26969" y="378"/>
                    </a:lnTo>
                    <a:lnTo>
                      <a:pt x="26748" y="252"/>
                    </a:lnTo>
                    <a:lnTo>
                      <a:pt x="26559" y="158"/>
                    </a:lnTo>
                    <a:lnTo>
                      <a:pt x="26339" y="95"/>
                    </a:lnTo>
                    <a:lnTo>
                      <a:pt x="26118" y="32"/>
                    </a:lnTo>
                    <a:lnTo>
                      <a:pt x="258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34"/>
              <p:cNvSpPr/>
              <p:nvPr/>
            </p:nvSpPr>
            <p:spPr>
              <a:xfrm>
                <a:off x="6228000" y="1665400"/>
                <a:ext cx="166200" cy="122125"/>
              </a:xfrm>
              <a:custGeom>
                <a:rect b="b" l="l" r="r" t="t"/>
                <a:pathLst>
                  <a:path extrusionOk="0" h="4885" w="6648">
                    <a:moveTo>
                      <a:pt x="5104" y="1"/>
                    </a:moveTo>
                    <a:lnTo>
                      <a:pt x="1733" y="2584"/>
                    </a:lnTo>
                    <a:lnTo>
                      <a:pt x="32" y="3908"/>
                    </a:lnTo>
                    <a:lnTo>
                      <a:pt x="0" y="4128"/>
                    </a:lnTo>
                    <a:lnTo>
                      <a:pt x="32" y="4286"/>
                    </a:lnTo>
                    <a:lnTo>
                      <a:pt x="63" y="4443"/>
                    </a:lnTo>
                    <a:lnTo>
                      <a:pt x="126" y="4601"/>
                    </a:lnTo>
                    <a:lnTo>
                      <a:pt x="189" y="4727"/>
                    </a:lnTo>
                    <a:lnTo>
                      <a:pt x="347" y="4884"/>
                    </a:lnTo>
                    <a:lnTo>
                      <a:pt x="2647" y="4758"/>
                    </a:lnTo>
                    <a:lnTo>
                      <a:pt x="6648" y="4538"/>
                    </a:lnTo>
                    <a:lnTo>
                      <a:pt x="5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34"/>
              <p:cNvSpPr/>
              <p:nvPr/>
            </p:nvSpPr>
            <p:spPr>
              <a:xfrm>
                <a:off x="6852575" y="1489775"/>
                <a:ext cx="55950" cy="120525"/>
              </a:xfrm>
              <a:custGeom>
                <a:rect b="b" l="l" r="r" t="t"/>
                <a:pathLst>
                  <a:path extrusionOk="0" h="4821" w="2238">
                    <a:moveTo>
                      <a:pt x="694" y="0"/>
                    </a:moveTo>
                    <a:lnTo>
                      <a:pt x="1" y="252"/>
                    </a:lnTo>
                    <a:lnTo>
                      <a:pt x="1544" y="4821"/>
                    </a:lnTo>
                    <a:lnTo>
                      <a:pt x="2238" y="456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34"/>
              <p:cNvSpPr/>
              <p:nvPr/>
            </p:nvSpPr>
            <p:spPr>
              <a:xfrm>
                <a:off x="6816350" y="1499225"/>
                <a:ext cx="66975" cy="123675"/>
              </a:xfrm>
              <a:custGeom>
                <a:rect b="b" l="l" r="r" t="t"/>
                <a:pathLst>
                  <a:path extrusionOk="0" h="4947" w="2679">
                    <a:moveTo>
                      <a:pt x="1135" y="0"/>
                    </a:moveTo>
                    <a:lnTo>
                      <a:pt x="0" y="379"/>
                    </a:lnTo>
                    <a:lnTo>
                      <a:pt x="1544" y="4947"/>
                    </a:lnTo>
                    <a:lnTo>
                      <a:pt x="2678" y="4537"/>
                    </a:lnTo>
                    <a:lnTo>
                      <a:pt x="11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3" name="Google Shape;933;p34"/>
            <p:cNvGrpSpPr/>
            <p:nvPr/>
          </p:nvGrpSpPr>
          <p:grpSpPr>
            <a:xfrm flipH="1" rot="3599763">
              <a:off x="1107883" y="3990870"/>
              <a:ext cx="1098503" cy="842339"/>
              <a:chOff x="2682925" y="750500"/>
              <a:chExt cx="1916000" cy="1469200"/>
            </a:xfrm>
          </p:grpSpPr>
          <p:sp>
            <p:nvSpPr>
              <p:cNvPr id="934" name="Google Shape;934;p34"/>
              <p:cNvSpPr/>
              <p:nvPr/>
            </p:nvSpPr>
            <p:spPr>
              <a:xfrm>
                <a:off x="3123950" y="890775"/>
                <a:ext cx="1429650" cy="920250"/>
              </a:xfrm>
              <a:custGeom>
                <a:rect b="b" l="l" r="r" t="t"/>
                <a:pathLst>
                  <a:path extrusionOk="0" h="36810" w="57186">
                    <a:moveTo>
                      <a:pt x="11426" y="1"/>
                    </a:moveTo>
                    <a:lnTo>
                      <a:pt x="10908" y="30"/>
                    </a:lnTo>
                    <a:lnTo>
                      <a:pt x="10390" y="116"/>
                    </a:lnTo>
                    <a:lnTo>
                      <a:pt x="9872" y="174"/>
                    </a:lnTo>
                    <a:lnTo>
                      <a:pt x="9354" y="289"/>
                    </a:lnTo>
                    <a:lnTo>
                      <a:pt x="8807" y="433"/>
                    </a:lnTo>
                    <a:lnTo>
                      <a:pt x="8289" y="577"/>
                    </a:lnTo>
                    <a:lnTo>
                      <a:pt x="7771" y="749"/>
                    </a:lnTo>
                    <a:lnTo>
                      <a:pt x="7253" y="951"/>
                    </a:lnTo>
                    <a:lnTo>
                      <a:pt x="6764" y="1152"/>
                    </a:lnTo>
                    <a:lnTo>
                      <a:pt x="6275" y="1382"/>
                    </a:lnTo>
                    <a:lnTo>
                      <a:pt x="5786" y="1641"/>
                    </a:lnTo>
                    <a:lnTo>
                      <a:pt x="5296" y="1900"/>
                    </a:lnTo>
                    <a:lnTo>
                      <a:pt x="4836" y="2188"/>
                    </a:lnTo>
                    <a:lnTo>
                      <a:pt x="4375" y="2505"/>
                    </a:lnTo>
                    <a:lnTo>
                      <a:pt x="3944" y="2821"/>
                    </a:lnTo>
                    <a:lnTo>
                      <a:pt x="3512" y="3138"/>
                    </a:lnTo>
                    <a:lnTo>
                      <a:pt x="3109" y="3512"/>
                    </a:lnTo>
                    <a:lnTo>
                      <a:pt x="2735" y="3857"/>
                    </a:lnTo>
                    <a:lnTo>
                      <a:pt x="2361" y="4232"/>
                    </a:lnTo>
                    <a:lnTo>
                      <a:pt x="2044" y="4634"/>
                    </a:lnTo>
                    <a:lnTo>
                      <a:pt x="1699" y="5037"/>
                    </a:lnTo>
                    <a:lnTo>
                      <a:pt x="1411" y="5440"/>
                    </a:lnTo>
                    <a:lnTo>
                      <a:pt x="1152" y="5843"/>
                    </a:lnTo>
                    <a:lnTo>
                      <a:pt x="922" y="6275"/>
                    </a:lnTo>
                    <a:lnTo>
                      <a:pt x="692" y="6735"/>
                    </a:lnTo>
                    <a:lnTo>
                      <a:pt x="519" y="7167"/>
                    </a:lnTo>
                    <a:lnTo>
                      <a:pt x="346" y="7656"/>
                    </a:lnTo>
                    <a:lnTo>
                      <a:pt x="231" y="8145"/>
                    </a:lnTo>
                    <a:lnTo>
                      <a:pt x="116" y="8664"/>
                    </a:lnTo>
                    <a:lnTo>
                      <a:pt x="58" y="9210"/>
                    </a:lnTo>
                    <a:lnTo>
                      <a:pt x="1" y="9757"/>
                    </a:lnTo>
                    <a:lnTo>
                      <a:pt x="1" y="10304"/>
                    </a:lnTo>
                    <a:lnTo>
                      <a:pt x="1" y="10880"/>
                    </a:lnTo>
                    <a:lnTo>
                      <a:pt x="58" y="11484"/>
                    </a:lnTo>
                    <a:lnTo>
                      <a:pt x="116" y="12088"/>
                    </a:lnTo>
                    <a:lnTo>
                      <a:pt x="202" y="12693"/>
                    </a:lnTo>
                    <a:lnTo>
                      <a:pt x="317" y="13297"/>
                    </a:lnTo>
                    <a:lnTo>
                      <a:pt x="461" y="13930"/>
                    </a:lnTo>
                    <a:lnTo>
                      <a:pt x="634" y="14563"/>
                    </a:lnTo>
                    <a:lnTo>
                      <a:pt x="836" y="15225"/>
                    </a:lnTo>
                    <a:lnTo>
                      <a:pt x="1037" y="15858"/>
                    </a:lnTo>
                    <a:lnTo>
                      <a:pt x="1267" y="16520"/>
                    </a:lnTo>
                    <a:lnTo>
                      <a:pt x="1526" y="17182"/>
                    </a:lnTo>
                    <a:lnTo>
                      <a:pt x="1814" y="17844"/>
                    </a:lnTo>
                    <a:lnTo>
                      <a:pt x="2102" y="18506"/>
                    </a:lnTo>
                    <a:lnTo>
                      <a:pt x="2447" y="19168"/>
                    </a:lnTo>
                    <a:lnTo>
                      <a:pt x="2793" y="19830"/>
                    </a:lnTo>
                    <a:lnTo>
                      <a:pt x="3138" y="20492"/>
                    </a:lnTo>
                    <a:lnTo>
                      <a:pt x="3915" y="21844"/>
                    </a:lnTo>
                    <a:lnTo>
                      <a:pt x="4778" y="23139"/>
                    </a:lnTo>
                    <a:lnTo>
                      <a:pt x="5699" y="24435"/>
                    </a:lnTo>
                    <a:lnTo>
                      <a:pt x="6678" y="25730"/>
                    </a:lnTo>
                    <a:lnTo>
                      <a:pt x="7743" y="26967"/>
                    </a:lnTo>
                    <a:lnTo>
                      <a:pt x="8289" y="27571"/>
                    </a:lnTo>
                    <a:lnTo>
                      <a:pt x="8836" y="28147"/>
                    </a:lnTo>
                    <a:lnTo>
                      <a:pt x="9412" y="28751"/>
                    </a:lnTo>
                    <a:lnTo>
                      <a:pt x="9987" y="29298"/>
                    </a:lnTo>
                    <a:lnTo>
                      <a:pt x="10592" y="29874"/>
                    </a:lnTo>
                    <a:lnTo>
                      <a:pt x="11196" y="30392"/>
                    </a:lnTo>
                    <a:lnTo>
                      <a:pt x="11829" y="30939"/>
                    </a:lnTo>
                    <a:lnTo>
                      <a:pt x="12434" y="31428"/>
                    </a:lnTo>
                    <a:lnTo>
                      <a:pt x="13096" y="31917"/>
                    </a:lnTo>
                    <a:lnTo>
                      <a:pt x="13729" y="32406"/>
                    </a:lnTo>
                    <a:lnTo>
                      <a:pt x="14391" y="32867"/>
                    </a:lnTo>
                    <a:lnTo>
                      <a:pt x="15053" y="33299"/>
                    </a:lnTo>
                    <a:lnTo>
                      <a:pt x="15714" y="33701"/>
                    </a:lnTo>
                    <a:lnTo>
                      <a:pt x="16405" y="34104"/>
                    </a:lnTo>
                    <a:lnTo>
                      <a:pt x="17096" y="34478"/>
                    </a:lnTo>
                    <a:lnTo>
                      <a:pt x="17787" y="34824"/>
                    </a:lnTo>
                    <a:lnTo>
                      <a:pt x="18477" y="35140"/>
                    </a:lnTo>
                    <a:lnTo>
                      <a:pt x="19197" y="35428"/>
                    </a:lnTo>
                    <a:lnTo>
                      <a:pt x="19887" y="35687"/>
                    </a:lnTo>
                    <a:lnTo>
                      <a:pt x="20607" y="35946"/>
                    </a:lnTo>
                    <a:lnTo>
                      <a:pt x="21326" y="36148"/>
                    </a:lnTo>
                    <a:lnTo>
                      <a:pt x="22046" y="36349"/>
                    </a:lnTo>
                    <a:lnTo>
                      <a:pt x="22765" y="36493"/>
                    </a:lnTo>
                    <a:lnTo>
                      <a:pt x="23485" y="36608"/>
                    </a:lnTo>
                    <a:lnTo>
                      <a:pt x="24204" y="36723"/>
                    </a:lnTo>
                    <a:lnTo>
                      <a:pt x="24953" y="36781"/>
                    </a:lnTo>
                    <a:lnTo>
                      <a:pt x="25672" y="36810"/>
                    </a:lnTo>
                    <a:lnTo>
                      <a:pt x="26392" y="36810"/>
                    </a:lnTo>
                    <a:lnTo>
                      <a:pt x="27111" y="36752"/>
                    </a:lnTo>
                    <a:lnTo>
                      <a:pt x="27859" y="36666"/>
                    </a:lnTo>
                    <a:lnTo>
                      <a:pt x="28579" y="36551"/>
                    </a:lnTo>
                    <a:lnTo>
                      <a:pt x="29298" y="36407"/>
                    </a:lnTo>
                    <a:lnTo>
                      <a:pt x="29931" y="36234"/>
                    </a:lnTo>
                    <a:lnTo>
                      <a:pt x="30565" y="36033"/>
                    </a:lnTo>
                    <a:lnTo>
                      <a:pt x="31169" y="35831"/>
                    </a:lnTo>
                    <a:lnTo>
                      <a:pt x="31773" y="35572"/>
                    </a:lnTo>
                    <a:lnTo>
                      <a:pt x="32349" y="35313"/>
                    </a:lnTo>
                    <a:lnTo>
                      <a:pt x="32896" y="34997"/>
                    </a:lnTo>
                    <a:lnTo>
                      <a:pt x="33442" y="34709"/>
                    </a:lnTo>
                    <a:lnTo>
                      <a:pt x="33989" y="34363"/>
                    </a:lnTo>
                    <a:lnTo>
                      <a:pt x="34507" y="34018"/>
                    </a:lnTo>
                    <a:lnTo>
                      <a:pt x="34997" y="33644"/>
                    </a:lnTo>
                    <a:lnTo>
                      <a:pt x="35515" y="33270"/>
                    </a:lnTo>
                    <a:lnTo>
                      <a:pt x="35975" y="32867"/>
                    </a:lnTo>
                    <a:lnTo>
                      <a:pt x="36436" y="32435"/>
                    </a:lnTo>
                    <a:lnTo>
                      <a:pt x="36896" y="32003"/>
                    </a:lnTo>
                    <a:lnTo>
                      <a:pt x="37328" y="31572"/>
                    </a:lnTo>
                    <a:lnTo>
                      <a:pt x="37759" y="31111"/>
                    </a:lnTo>
                    <a:lnTo>
                      <a:pt x="38565" y="30190"/>
                    </a:lnTo>
                    <a:lnTo>
                      <a:pt x="39313" y="29241"/>
                    </a:lnTo>
                    <a:lnTo>
                      <a:pt x="40004" y="28262"/>
                    </a:lnTo>
                    <a:lnTo>
                      <a:pt x="40666" y="27284"/>
                    </a:lnTo>
                    <a:lnTo>
                      <a:pt x="41242" y="26305"/>
                    </a:lnTo>
                    <a:lnTo>
                      <a:pt x="41817" y="25327"/>
                    </a:lnTo>
                    <a:lnTo>
                      <a:pt x="42307" y="24348"/>
                    </a:lnTo>
                    <a:lnTo>
                      <a:pt x="42767" y="23427"/>
                    </a:lnTo>
                    <a:lnTo>
                      <a:pt x="42825" y="23312"/>
                    </a:lnTo>
                    <a:lnTo>
                      <a:pt x="42940" y="23226"/>
                    </a:lnTo>
                    <a:lnTo>
                      <a:pt x="43026" y="23168"/>
                    </a:lnTo>
                    <a:lnTo>
                      <a:pt x="43141" y="23111"/>
                    </a:lnTo>
                    <a:lnTo>
                      <a:pt x="43400" y="23111"/>
                    </a:lnTo>
                    <a:lnTo>
                      <a:pt x="43515" y="23168"/>
                    </a:lnTo>
                    <a:lnTo>
                      <a:pt x="43602" y="23226"/>
                    </a:lnTo>
                    <a:lnTo>
                      <a:pt x="43688" y="23312"/>
                    </a:lnTo>
                    <a:lnTo>
                      <a:pt x="43774" y="23398"/>
                    </a:lnTo>
                    <a:lnTo>
                      <a:pt x="43803" y="23514"/>
                    </a:lnTo>
                    <a:lnTo>
                      <a:pt x="43889" y="23686"/>
                    </a:lnTo>
                    <a:lnTo>
                      <a:pt x="44091" y="23945"/>
                    </a:lnTo>
                    <a:lnTo>
                      <a:pt x="44350" y="24291"/>
                    </a:lnTo>
                    <a:lnTo>
                      <a:pt x="44695" y="24722"/>
                    </a:lnTo>
                    <a:lnTo>
                      <a:pt x="45127" y="25183"/>
                    </a:lnTo>
                    <a:lnTo>
                      <a:pt x="45587" y="25672"/>
                    </a:lnTo>
                    <a:lnTo>
                      <a:pt x="46134" y="26190"/>
                    </a:lnTo>
                    <a:lnTo>
                      <a:pt x="46739" y="26679"/>
                    </a:lnTo>
                    <a:lnTo>
                      <a:pt x="47372" y="27169"/>
                    </a:lnTo>
                    <a:lnTo>
                      <a:pt x="48062" y="27629"/>
                    </a:lnTo>
                    <a:lnTo>
                      <a:pt x="48753" y="28061"/>
                    </a:lnTo>
                    <a:lnTo>
                      <a:pt x="49098" y="28233"/>
                    </a:lnTo>
                    <a:lnTo>
                      <a:pt x="49473" y="28377"/>
                    </a:lnTo>
                    <a:lnTo>
                      <a:pt x="49847" y="28521"/>
                    </a:lnTo>
                    <a:lnTo>
                      <a:pt x="50221" y="28636"/>
                    </a:lnTo>
                    <a:lnTo>
                      <a:pt x="50595" y="28723"/>
                    </a:lnTo>
                    <a:lnTo>
                      <a:pt x="50969" y="28780"/>
                    </a:lnTo>
                    <a:lnTo>
                      <a:pt x="51314" y="28838"/>
                    </a:lnTo>
                    <a:lnTo>
                      <a:pt x="51689" y="28838"/>
                    </a:lnTo>
                    <a:lnTo>
                      <a:pt x="52063" y="28809"/>
                    </a:lnTo>
                    <a:lnTo>
                      <a:pt x="52437" y="28723"/>
                    </a:lnTo>
                    <a:lnTo>
                      <a:pt x="52725" y="28636"/>
                    </a:lnTo>
                    <a:lnTo>
                      <a:pt x="53012" y="28521"/>
                    </a:lnTo>
                    <a:lnTo>
                      <a:pt x="53300" y="28406"/>
                    </a:lnTo>
                    <a:lnTo>
                      <a:pt x="53559" y="28262"/>
                    </a:lnTo>
                    <a:lnTo>
                      <a:pt x="53818" y="28089"/>
                    </a:lnTo>
                    <a:lnTo>
                      <a:pt x="54077" y="27888"/>
                    </a:lnTo>
                    <a:lnTo>
                      <a:pt x="54308" y="27687"/>
                    </a:lnTo>
                    <a:lnTo>
                      <a:pt x="54509" y="27456"/>
                    </a:lnTo>
                    <a:lnTo>
                      <a:pt x="54941" y="26967"/>
                    </a:lnTo>
                    <a:lnTo>
                      <a:pt x="55315" y="26420"/>
                    </a:lnTo>
                    <a:lnTo>
                      <a:pt x="55660" y="25845"/>
                    </a:lnTo>
                    <a:lnTo>
                      <a:pt x="55948" y="25240"/>
                    </a:lnTo>
                    <a:lnTo>
                      <a:pt x="56207" y="24578"/>
                    </a:lnTo>
                    <a:lnTo>
                      <a:pt x="56437" y="23945"/>
                    </a:lnTo>
                    <a:lnTo>
                      <a:pt x="56639" y="23283"/>
                    </a:lnTo>
                    <a:lnTo>
                      <a:pt x="56811" y="22621"/>
                    </a:lnTo>
                    <a:lnTo>
                      <a:pt x="56926" y="21988"/>
                    </a:lnTo>
                    <a:lnTo>
                      <a:pt x="57042" y="21384"/>
                    </a:lnTo>
                    <a:lnTo>
                      <a:pt x="57099" y="20808"/>
                    </a:lnTo>
                    <a:lnTo>
                      <a:pt x="57157" y="20262"/>
                    </a:lnTo>
                    <a:lnTo>
                      <a:pt x="57185" y="19484"/>
                    </a:lnTo>
                    <a:lnTo>
                      <a:pt x="57157" y="18679"/>
                    </a:lnTo>
                    <a:lnTo>
                      <a:pt x="57099" y="17844"/>
                    </a:lnTo>
                    <a:lnTo>
                      <a:pt x="56984" y="17009"/>
                    </a:lnTo>
                    <a:lnTo>
                      <a:pt x="56840" y="16175"/>
                    </a:lnTo>
                    <a:lnTo>
                      <a:pt x="56639" y="15340"/>
                    </a:lnTo>
                    <a:lnTo>
                      <a:pt x="56380" y="14534"/>
                    </a:lnTo>
                    <a:lnTo>
                      <a:pt x="56092" y="13729"/>
                    </a:lnTo>
                    <a:lnTo>
                      <a:pt x="55746" y="13009"/>
                    </a:lnTo>
                    <a:lnTo>
                      <a:pt x="55344" y="12318"/>
                    </a:lnTo>
                    <a:lnTo>
                      <a:pt x="55142" y="11973"/>
                    </a:lnTo>
                    <a:lnTo>
                      <a:pt x="54912" y="11685"/>
                    </a:lnTo>
                    <a:lnTo>
                      <a:pt x="54682" y="11398"/>
                    </a:lnTo>
                    <a:lnTo>
                      <a:pt x="54423" y="11110"/>
                    </a:lnTo>
                    <a:lnTo>
                      <a:pt x="54164" y="10851"/>
                    </a:lnTo>
                    <a:lnTo>
                      <a:pt x="53905" y="10620"/>
                    </a:lnTo>
                    <a:lnTo>
                      <a:pt x="53617" y="10419"/>
                    </a:lnTo>
                    <a:lnTo>
                      <a:pt x="53329" y="10246"/>
                    </a:lnTo>
                    <a:lnTo>
                      <a:pt x="53012" y="10074"/>
                    </a:lnTo>
                    <a:lnTo>
                      <a:pt x="52696" y="9959"/>
                    </a:lnTo>
                    <a:lnTo>
                      <a:pt x="52379" y="9843"/>
                    </a:lnTo>
                    <a:lnTo>
                      <a:pt x="52034" y="9757"/>
                    </a:lnTo>
                    <a:lnTo>
                      <a:pt x="51689" y="9728"/>
                    </a:lnTo>
                    <a:lnTo>
                      <a:pt x="51228" y="9700"/>
                    </a:lnTo>
                    <a:lnTo>
                      <a:pt x="49991" y="9728"/>
                    </a:lnTo>
                    <a:lnTo>
                      <a:pt x="48408" y="9786"/>
                    </a:lnTo>
                    <a:lnTo>
                      <a:pt x="46623" y="9930"/>
                    </a:lnTo>
                    <a:lnTo>
                      <a:pt x="44753" y="10102"/>
                    </a:lnTo>
                    <a:lnTo>
                      <a:pt x="42968" y="10333"/>
                    </a:lnTo>
                    <a:lnTo>
                      <a:pt x="42134" y="10477"/>
                    </a:lnTo>
                    <a:lnTo>
                      <a:pt x="41357" y="10592"/>
                    </a:lnTo>
                    <a:lnTo>
                      <a:pt x="40666" y="10736"/>
                    </a:lnTo>
                    <a:lnTo>
                      <a:pt x="40091" y="10880"/>
                    </a:lnTo>
                    <a:lnTo>
                      <a:pt x="39486" y="11081"/>
                    </a:lnTo>
                    <a:lnTo>
                      <a:pt x="38882" y="11282"/>
                    </a:lnTo>
                    <a:lnTo>
                      <a:pt x="38335" y="11484"/>
                    </a:lnTo>
                    <a:lnTo>
                      <a:pt x="37817" y="11714"/>
                    </a:lnTo>
                    <a:lnTo>
                      <a:pt x="37299" y="11944"/>
                    </a:lnTo>
                    <a:lnTo>
                      <a:pt x="36810" y="12203"/>
                    </a:lnTo>
                    <a:lnTo>
                      <a:pt x="35918" y="12721"/>
                    </a:lnTo>
                    <a:lnTo>
                      <a:pt x="35112" y="13268"/>
                    </a:lnTo>
                    <a:lnTo>
                      <a:pt x="34363" y="13815"/>
                    </a:lnTo>
                    <a:lnTo>
                      <a:pt x="33644" y="14391"/>
                    </a:lnTo>
                    <a:lnTo>
                      <a:pt x="33011" y="14909"/>
                    </a:lnTo>
                    <a:lnTo>
                      <a:pt x="32378" y="15427"/>
                    </a:lnTo>
                    <a:lnTo>
                      <a:pt x="31773" y="15887"/>
                    </a:lnTo>
                    <a:lnTo>
                      <a:pt x="31198" y="16319"/>
                    </a:lnTo>
                    <a:lnTo>
                      <a:pt x="30622" y="16664"/>
                    </a:lnTo>
                    <a:lnTo>
                      <a:pt x="30306" y="16808"/>
                    </a:lnTo>
                    <a:lnTo>
                      <a:pt x="30018" y="16923"/>
                    </a:lnTo>
                    <a:lnTo>
                      <a:pt x="29701" y="17038"/>
                    </a:lnTo>
                    <a:lnTo>
                      <a:pt x="29385" y="17125"/>
                    </a:lnTo>
                    <a:lnTo>
                      <a:pt x="29068" y="17182"/>
                    </a:lnTo>
                    <a:lnTo>
                      <a:pt x="28751" y="17211"/>
                    </a:lnTo>
                    <a:lnTo>
                      <a:pt x="28406" y="17211"/>
                    </a:lnTo>
                    <a:lnTo>
                      <a:pt x="28032" y="17182"/>
                    </a:lnTo>
                    <a:lnTo>
                      <a:pt x="27744" y="17125"/>
                    </a:lnTo>
                    <a:lnTo>
                      <a:pt x="27456" y="17067"/>
                    </a:lnTo>
                    <a:lnTo>
                      <a:pt x="27197" y="16981"/>
                    </a:lnTo>
                    <a:lnTo>
                      <a:pt x="26938" y="16894"/>
                    </a:lnTo>
                    <a:lnTo>
                      <a:pt x="26679" y="16779"/>
                    </a:lnTo>
                    <a:lnTo>
                      <a:pt x="26420" y="16635"/>
                    </a:lnTo>
                    <a:lnTo>
                      <a:pt x="25960" y="16319"/>
                    </a:lnTo>
                    <a:lnTo>
                      <a:pt x="25528" y="15945"/>
                    </a:lnTo>
                    <a:lnTo>
                      <a:pt x="25096" y="15542"/>
                    </a:lnTo>
                    <a:lnTo>
                      <a:pt x="24694" y="15081"/>
                    </a:lnTo>
                    <a:lnTo>
                      <a:pt x="24319" y="14563"/>
                    </a:lnTo>
                    <a:lnTo>
                      <a:pt x="23974" y="13988"/>
                    </a:lnTo>
                    <a:lnTo>
                      <a:pt x="23629" y="13412"/>
                    </a:lnTo>
                    <a:lnTo>
                      <a:pt x="23312" y="12779"/>
                    </a:lnTo>
                    <a:lnTo>
                      <a:pt x="22996" y="12146"/>
                    </a:lnTo>
                    <a:lnTo>
                      <a:pt x="22362" y="10793"/>
                    </a:lnTo>
                    <a:lnTo>
                      <a:pt x="21758" y="9383"/>
                    </a:lnTo>
                    <a:lnTo>
                      <a:pt x="21125" y="7944"/>
                    </a:lnTo>
                    <a:lnTo>
                      <a:pt x="20463" y="6534"/>
                    </a:lnTo>
                    <a:lnTo>
                      <a:pt x="20089" y="5843"/>
                    </a:lnTo>
                    <a:lnTo>
                      <a:pt x="19715" y="5181"/>
                    </a:lnTo>
                    <a:lnTo>
                      <a:pt x="19341" y="4519"/>
                    </a:lnTo>
                    <a:lnTo>
                      <a:pt x="18909" y="3886"/>
                    </a:lnTo>
                    <a:lnTo>
                      <a:pt x="18477" y="3311"/>
                    </a:lnTo>
                    <a:lnTo>
                      <a:pt x="17988" y="2735"/>
                    </a:lnTo>
                    <a:lnTo>
                      <a:pt x="17499" y="2217"/>
                    </a:lnTo>
                    <a:lnTo>
                      <a:pt x="16952" y="1756"/>
                    </a:lnTo>
                    <a:lnTo>
                      <a:pt x="16376" y="1325"/>
                    </a:lnTo>
                    <a:lnTo>
                      <a:pt x="15772" y="951"/>
                    </a:lnTo>
                    <a:lnTo>
                      <a:pt x="15455" y="778"/>
                    </a:lnTo>
                    <a:lnTo>
                      <a:pt x="15110" y="634"/>
                    </a:lnTo>
                    <a:lnTo>
                      <a:pt x="14765" y="490"/>
                    </a:lnTo>
                    <a:lnTo>
                      <a:pt x="14419" y="375"/>
                    </a:lnTo>
                    <a:lnTo>
                      <a:pt x="13959" y="231"/>
                    </a:lnTo>
                    <a:lnTo>
                      <a:pt x="13470" y="145"/>
                    </a:lnTo>
                    <a:lnTo>
                      <a:pt x="12980" y="59"/>
                    </a:lnTo>
                    <a:lnTo>
                      <a:pt x="12462" y="30"/>
                    </a:lnTo>
                    <a:lnTo>
                      <a:pt x="119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34"/>
              <p:cNvSpPr/>
              <p:nvPr/>
            </p:nvSpPr>
            <p:spPr>
              <a:xfrm>
                <a:off x="4374425" y="1136125"/>
                <a:ext cx="224500" cy="93550"/>
              </a:xfrm>
              <a:custGeom>
                <a:rect b="b" l="l" r="r" t="t"/>
                <a:pathLst>
                  <a:path extrusionOk="0" h="3742" w="8980">
                    <a:moveTo>
                      <a:pt x="3310" y="1"/>
                    </a:moveTo>
                    <a:lnTo>
                      <a:pt x="2878" y="29"/>
                    </a:lnTo>
                    <a:lnTo>
                      <a:pt x="2475" y="58"/>
                    </a:lnTo>
                    <a:lnTo>
                      <a:pt x="2101" y="145"/>
                    </a:lnTo>
                    <a:lnTo>
                      <a:pt x="1756" y="202"/>
                    </a:lnTo>
                    <a:lnTo>
                      <a:pt x="1411" y="317"/>
                    </a:lnTo>
                    <a:lnTo>
                      <a:pt x="1123" y="404"/>
                    </a:lnTo>
                    <a:lnTo>
                      <a:pt x="864" y="547"/>
                    </a:lnTo>
                    <a:lnTo>
                      <a:pt x="605" y="663"/>
                    </a:lnTo>
                    <a:lnTo>
                      <a:pt x="403" y="806"/>
                    </a:lnTo>
                    <a:lnTo>
                      <a:pt x="259" y="979"/>
                    </a:lnTo>
                    <a:lnTo>
                      <a:pt x="116" y="1123"/>
                    </a:lnTo>
                    <a:lnTo>
                      <a:pt x="58" y="1325"/>
                    </a:lnTo>
                    <a:lnTo>
                      <a:pt x="0" y="1497"/>
                    </a:lnTo>
                    <a:lnTo>
                      <a:pt x="0" y="1699"/>
                    </a:lnTo>
                    <a:lnTo>
                      <a:pt x="58" y="1871"/>
                    </a:lnTo>
                    <a:lnTo>
                      <a:pt x="173" y="2073"/>
                    </a:lnTo>
                    <a:lnTo>
                      <a:pt x="288" y="2245"/>
                    </a:lnTo>
                    <a:lnTo>
                      <a:pt x="461" y="2418"/>
                    </a:lnTo>
                    <a:lnTo>
                      <a:pt x="691" y="2591"/>
                    </a:lnTo>
                    <a:lnTo>
                      <a:pt x="921" y="2763"/>
                    </a:lnTo>
                    <a:lnTo>
                      <a:pt x="1209" y="2907"/>
                    </a:lnTo>
                    <a:lnTo>
                      <a:pt x="1526" y="3051"/>
                    </a:lnTo>
                    <a:lnTo>
                      <a:pt x="1871" y="3195"/>
                    </a:lnTo>
                    <a:lnTo>
                      <a:pt x="2216" y="3310"/>
                    </a:lnTo>
                    <a:lnTo>
                      <a:pt x="2591" y="3425"/>
                    </a:lnTo>
                    <a:lnTo>
                      <a:pt x="3022" y="3512"/>
                    </a:lnTo>
                    <a:lnTo>
                      <a:pt x="3425" y="3598"/>
                    </a:lnTo>
                    <a:lnTo>
                      <a:pt x="3886" y="3656"/>
                    </a:lnTo>
                    <a:lnTo>
                      <a:pt x="4346" y="3713"/>
                    </a:lnTo>
                    <a:lnTo>
                      <a:pt x="4807" y="3742"/>
                    </a:lnTo>
                    <a:lnTo>
                      <a:pt x="5670" y="3742"/>
                    </a:lnTo>
                    <a:lnTo>
                      <a:pt x="6102" y="3713"/>
                    </a:lnTo>
                    <a:lnTo>
                      <a:pt x="6505" y="3656"/>
                    </a:lnTo>
                    <a:lnTo>
                      <a:pt x="6879" y="3598"/>
                    </a:lnTo>
                    <a:lnTo>
                      <a:pt x="7224" y="3512"/>
                    </a:lnTo>
                    <a:lnTo>
                      <a:pt x="7541" y="3425"/>
                    </a:lnTo>
                    <a:lnTo>
                      <a:pt x="7857" y="3310"/>
                    </a:lnTo>
                    <a:lnTo>
                      <a:pt x="8116" y="3195"/>
                    </a:lnTo>
                    <a:lnTo>
                      <a:pt x="8346" y="3051"/>
                    </a:lnTo>
                    <a:lnTo>
                      <a:pt x="8548" y="2907"/>
                    </a:lnTo>
                    <a:lnTo>
                      <a:pt x="8721" y="2763"/>
                    </a:lnTo>
                    <a:lnTo>
                      <a:pt x="8836" y="2591"/>
                    </a:lnTo>
                    <a:lnTo>
                      <a:pt x="8922" y="2418"/>
                    </a:lnTo>
                    <a:lnTo>
                      <a:pt x="8980" y="2217"/>
                    </a:lnTo>
                    <a:lnTo>
                      <a:pt x="8951" y="2044"/>
                    </a:lnTo>
                    <a:lnTo>
                      <a:pt x="8893" y="1843"/>
                    </a:lnTo>
                    <a:lnTo>
                      <a:pt x="8807" y="1670"/>
                    </a:lnTo>
                    <a:lnTo>
                      <a:pt x="8663" y="1497"/>
                    </a:lnTo>
                    <a:lnTo>
                      <a:pt x="8490" y="1296"/>
                    </a:lnTo>
                    <a:lnTo>
                      <a:pt x="8289" y="1123"/>
                    </a:lnTo>
                    <a:lnTo>
                      <a:pt x="8030" y="979"/>
                    </a:lnTo>
                    <a:lnTo>
                      <a:pt x="7771" y="806"/>
                    </a:lnTo>
                    <a:lnTo>
                      <a:pt x="7454" y="663"/>
                    </a:lnTo>
                    <a:lnTo>
                      <a:pt x="7109" y="547"/>
                    </a:lnTo>
                    <a:lnTo>
                      <a:pt x="6764" y="432"/>
                    </a:lnTo>
                    <a:lnTo>
                      <a:pt x="6361" y="317"/>
                    </a:lnTo>
                    <a:lnTo>
                      <a:pt x="5958" y="202"/>
                    </a:lnTo>
                    <a:lnTo>
                      <a:pt x="5526" y="145"/>
                    </a:lnTo>
                    <a:lnTo>
                      <a:pt x="5094" y="58"/>
                    </a:lnTo>
                    <a:lnTo>
                      <a:pt x="4634" y="29"/>
                    </a:lnTo>
                    <a:lnTo>
                      <a:pt x="41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34"/>
              <p:cNvSpPr/>
              <p:nvPr/>
            </p:nvSpPr>
            <p:spPr>
              <a:xfrm>
                <a:off x="3299525" y="1629700"/>
                <a:ext cx="558325" cy="561925"/>
              </a:xfrm>
              <a:custGeom>
                <a:rect b="b" l="l" r="r" t="t"/>
                <a:pathLst>
                  <a:path extrusionOk="0" h="22477" w="22333">
                    <a:moveTo>
                      <a:pt x="12433" y="0"/>
                    </a:moveTo>
                    <a:lnTo>
                      <a:pt x="12087" y="1008"/>
                    </a:lnTo>
                    <a:lnTo>
                      <a:pt x="11627" y="2245"/>
                    </a:lnTo>
                    <a:lnTo>
                      <a:pt x="11051" y="3626"/>
                    </a:lnTo>
                    <a:lnTo>
                      <a:pt x="10706" y="4403"/>
                    </a:lnTo>
                    <a:lnTo>
                      <a:pt x="10332" y="5209"/>
                    </a:lnTo>
                    <a:lnTo>
                      <a:pt x="9929" y="6073"/>
                    </a:lnTo>
                    <a:lnTo>
                      <a:pt x="9468" y="6936"/>
                    </a:lnTo>
                    <a:lnTo>
                      <a:pt x="8950" y="7857"/>
                    </a:lnTo>
                    <a:lnTo>
                      <a:pt x="8432" y="8807"/>
                    </a:lnTo>
                    <a:lnTo>
                      <a:pt x="7828" y="9756"/>
                    </a:lnTo>
                    <a:lnTo>
                      <a:pt x="7195" y="10764"/>
                    </a:lnTo>
                    <a:lnTo>
                      <a:pt x="6533" y="11771"/>
                    </a:lnTo>
                    <a:lnTo>
                      <a:pt x="5785" y="12807"/>
                    </a:lnTo>
                    <a:lnTo>
                      <a:pt x="4777" y="14160"/>
                    </a:lnTo>
                    <a:lnTo>
                      <a:pt x="3770" y="15426"/>
                    </a:lnTo>
                    <a:lnTo>
                      <a:pt x="2792" y="16606"/>
                    </a:lnTo>
                    <a:lnTo>
                      <a:pt x="1813" y="17699"/>
                    </a:lnTo>
                    <a:lnTo>
                      <a:pt x="892" y="18678"/>
                    </a:lnTo>
                    <a:lnTo>
                      <a:pt x="0" y="19570"/>
                    </a:lnTo>
                    <a:lnTo>
                      <a:pt x="1094" y="20059"/>
                    </a:lnTo>
                    <a:lnTo>
                      <a:pt x="2187" y="20520"/>
                    </a:lnTo>
                    <a:lnTo>
                      <a:pt x="3281" y="20923"/>
                    </a:lnTo>
                    <a:lnTo>
                      <a:pt x="4346" y="21297"/>
                    </a:lnTo>
                    <a:lnTo>
                      <a:pt x="5439" y="21642"/>
                    </a:lnTo>
                    <a:lnTo>
                      <a:pt x="6475" y="21959"/>
                    </a:lnTo>
                    <a:lnTo>
                      <a:pt x="7540" y="22218"/>
                    </a:lnTo>
                    <a:lnTo>
                      <a:pt x="8548" y="22477"/>
                    </a:lnTo>
                    <a:lnTo>
                      <a:pt x="9497" y="21470"/>
                    </a:lnTo>
                    <a:lnTo>
                      <a:pt x="10447" y="20376"/>
                    </a:lnTo>
                    <a:lnTo>
                      <a:pt x="11972" y="18620"/>
                    </a:lnTo>
                    <a:lnTo>
                      <a:pt x="12778" y="17671"/>
                    </a:lnTo>
                    <a:lnTo>
                      <a:pt x="13555" y="16663"/>
                    </a:lnTo>
                    <a:lnTo>
                      <a:pt x="14361" y="15627"/>
                    </a:lnTo>
                    <a:lnTo>
                      <a:pt x="15167" y="14563"/>
                    </a:lnTo>
                    <a:lnTo>
                      <a:pt x="15973" y="13440"/>
                    </a:lnTo>
                    <a:lnTo>
                      <a:pt x="16778" y="12289"/>
                    </a:lnTo>
                    <a:lnTo>
                      <a:pt x="17671" y="10965"/>
                    </a:lnTo>
                    <a:lnTo>
                      <a:pt x="18505" y="9670"/>
                    </a:lnTo>
                    <a:lnTo>
                      <a:pt x="19282" y="8404"/>
                    </a:lnTo>
                    <a:lnTo>
                      <a:pt x="19973" y="7195"/>
                    </a:lnTo>
                    <a:lnTo>
                      <a:pt x="20635" y="6044"/>
                    </a:lnTo>
                    <a:lnTo>
                      <a:pt x="21239" y="4921"/>
                    </a:lnTo>
                    <a:lnTo>
                      <a:pt x="21815" y="3857"/>
                    </a:lnTo>
                    <a:lnTo>
                      <a:pt x="22333" y="2849"/>
                    </a:lnTo>
                    <a:lnTo>
                      <a:pt x="1243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34"/>
              <p:cNvSpPr/>
              <p:nvPr/>
            </p:nvSpPr>
            <p:spPr>
              <a:xfrm>
                <a:off x="2764950" y="1130375"/>
                <a:ext cx="533150" cy="610875"/>
              </a:xfrm>
              <a:custGeom>
                <a:rect b="b" l="l" r="r" t="t"/>
                <a:pathLst>
                  <a:path extrusionOk="0" h="24435" w="21326">
                    <a:moveTo>
                      <a:pt x="16980" y="0"/>
                    </a:moveTo>
                    <a:lnTo>
                      <a:pt x="16059" y="662"/>
                    </a:lnTo>
                    <a:lnTo>
                      <a:pt x="15080" y="1382"/>
                    </a:lnTo>
                    <a:lnTo>
                      <a:pt x="14073" y="2159"/>
                    </a:lnTo>
                    <a:lnTo>
                      <a:pt x="13037" y="2993"/>
                    </a:lnTo>
                    <a:lnTo>
                      <a:pt x="11943" y="3886"/>
                    </a:lnTo>
                    <a:lnTo>
                      <a:pt x="10850" y="4864"/>
                    </a:lnTo>
                    <a:lnTo>
                      <a:pt x="9699" y="5871"/>
                    </a:lnTo>
                    <a:lnTo>
                      <a:pt x="8519" y="6965"/>
                    </a:lnTo>
                    <a:lnTo>
                      <a:pt x="7540" y="7886"/>
                    </a:lnTo>
                    <a:lnTo>
                      <a:pt x="6619" y="8836"/>
                    </a:lnTo>
                    <a:lnTo>
                      <a:pt x="5698" y="9757"/>
                    </a:lnTo>
                    <a:lnTo>
                      <a:pt x="4835" y="10678"/>
                    </a:lnTo>
                    <a:lnTo>
                      <a:pt x="4029" y="11570"/>
                    </a:lnTo>
                    <a:lnTo>
                      <a:pt x="3223" y="12462"/>
                    </a:lnTo>
                    <a:lnTo>
                      <a:pt x="1784" y="14189"/>
                    </a:lnTo>
                    <a:lnTo>
                      <a:pt x="863" y="15282"/>
                    </a:lnTo>
                    <a:lnTo>
                      <a:pt x="0" y="16347"/>
                    </a:lnTo>
                    <a:lnTo>
                      <a:pt x="403" y="17326"/>
                    </a:lnTo>
                    <a:lnTo>
                      <a:pt x="835" y="18333"/>
                    </a:lnTo>
                    <a:lnTo>
                      <a:pt x="1295" y="19340"/>
                    </a:lnTo>
                    <a:lnTo>
                      <a:pt x="1784" y="20347"/>
                    </a:lnTo>
                    <a:lnTo>
                      <a:pt x="2331" y="21355"/>
                    </a:lnTo>
                    <a:lnTo>
                      <a:pt x="2878" y="22391"/>
                    </a:lnTo>
                    <a:lnTo>
                      <a:pt x="3482" y="23427"/>
                    </a:lnTo>
                    <a:lnTo>
                      <a:pt x="4144" y="24434"/>
                    </a:lnTo>
                    <a:lnTo>
                      <a:pt x="4893" y="23427"/>
                    </a:lnTo>
                    <a:lnTo>
                      <a:pt x="5727" y="22362"/>
                    </a:lnTo>
                    <a:lnTo>
                      <a:pt x="6619" y="21268"/>
                    </a:lnTo>
                    <a:lnTo>
                      <a:pt x="7569" y="20175"/>
                    </a:lnTo>
                    <a:lnTo>
                      <a:pt x="8605" y="19024"/>
                    </a:lnTo>
                    <a:lnTo>
                      <a:pt x="9727" y="17901"/>
                    </a:lnTo>
                    <a:lnTo>
                      <a:pt x="10648" y="17009"/>
                    </a:lnTo>
                    <a:lnTo>
                      <a:pt x="11541" y="16174"/>
                    </a:lnTo>
                    <a:lnTo>
                      <a:pt x="12404" y="15397"/>
                    </a:lnTo>
                    <a:lnTo>
                      <a:pt x="13296" y="14678"/>
                    </a:lnTo>
                    <a:lnTo>
                      <a:pt x="14131" y="13987"/>
                    </a:lnTo>
                    <a:lnTo>
                      <a:pt x="14965" y="13354"/>
                    </a:lnTo>
                    <a:lnTo>
                      <a:pt x="15742" y="12750"/>
                    </a:lnTo>
                    <a:lnTo>
                      <a:pt x="16519" y="12232"/>
                    </a:lnTo>
                    <a:lnTo>
                      <a:pt x="17268" y="11714"/>
                    </a:lnTo>
                    <a:lnTo>
                      <a:pt x="17958" y="11253"/>
                    </a:lnTo>
                    <a:lnTo>
                      <a:pt x="19253" y="10476"/>
                    </a:lnTo>
                    <a:lnTo>
                      <a:pt x="20405" y="9843"/>
                    </a:lnTo>
                    <a:lnTo>
                      <a:pt x="21326" y="9325"/>
                    </a:lnTo>
                    <a:lnTo>
                      <a:pt x="169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34"/>
              <p:cNvSpPr/>
              <p:nvPr/>
            </p:nvSpPr>
            <p:spPr>
              <a:xfrm>
                <a:off x="2682925" y="1172100"/>
                <a:ext cx="1168450" cy="1047600"/>
              </a:xfrm>
              <a:custGeom>
                <a:rect b="b" l="l" r="r" t="t"/>
                <a:pathLst>
                  <a:path extrusionOk="0" h="41904" w="46738">
                    <a:moveTo>
                      <a:pt x="1123" y="1"/>
                    </a:moveTo>
                    <a:lnTo>
                      <a:pt x="864" y="29"/>
                    </a:lnTo>
                    <a:lnTo>
                      <a:pt x="662" y="145"/>
                    </a:lnTo>
                    <a:lnTo>
                      <a:pt x="461" y="260"/>
                    </a:lnTo>
                    <a:lnTo>
                      <a:pt x="288" y="432"/>
                    </a:lnTo>
                    <a:lnTo>
                      <a:pt x="144" y="605"/>
                    </a:lnTo>
                    <a:lnTo>
                      <a:pt x="58" y="835"/>
                    </a:lnTo>
                    <a:lnTo>
                      <a:pt x="0" y="1065"/>
                    </a:lnTo>
                    <a:lnTo>
                      <a:pt x="0" y="1324"/>
                    </a:lnTo>
                    <a:lnTo>
                      <a:pt x="87" y="2130"/>
                    </a:lnTo>
                    <a:lnTo>
                      <a:pt x="230" y="3281"/>
                    </a:lnTo>
                    <a:lnTo>
                      <a:pt x="461" y="4663"/>
                    </a:lnTo>
                    <a:lnTo>
                      <a:pt x="777" y="6303"/>
                    </a:lnTo>
                    <a:lnTo>
                      <a:pt x="950" y="7224"/>
                    </a:lnTo>
                    <a:lnTo>
                      <a:pt x="1180" y="8174"/>
                    </a:lnTo>
                    <a:lnTo>
                      <a:pt x="1439" y="9152"/>
                    </a:lnTo>
                    <a:lnTo>
                      <a:pt x="1727" y="10188"/>
                    </a:lnTo>
                    <a:lnTo>
                      <a:pt x="2072" y="11282"/>
                    </a:lnTo>
                    <a:lnTo>
                      <a:pt x="2418" y="12376"/>
                    </a:lnTo>
                    <a:lnTo>
                      <a:pt x="2821" y="13527"/>
                    </a:lnTo>
                    <a:lnTo>
                      <a:pt x="3281" y="14678"/>
                    </a:lnTo>
                    <a:lnTo>
                      <a:pt x="3684" y="15657"/>
                    </a:lnTo>
                    <a:lnTo>
                      <a:pt x="4116" y="16664"/>
                    </a:lnTo>
                    <a:lnTo>
                      <a:pt x="4576" y="17671"/>
                    </a:lnTo>
                    <a:lnTo>
                      <a:pt x="5065" y="18678"/>
                    </a:lnTo>
                    <a:lnTo>
                      <a:pt x="5612" y="19686"/>
                    </a:lnTo>
                    <a:lnTo>
                      <a:pt x="6159" y="20722"/>
                    </a:lnTo>
                    <a:lnTo>
                      <a:pt x="6763" y="21758"/>
                    </a:lnTo>
                    <a:lnTo>
                      <a:pt x="7425" y="22765"/>
                    </a:lnTo>
                    <a:lnTo>
                      <a:pt x="8202" y="23945"/>
                    </a:lnTo>
                    <a:lnTo>
                      <a:pt x="9066" y="25125"/>
                    </a:lnTo>
                    <a:lnTo>
                      <a:pt x="9958" y="26305"/>
                    </a:lnTo>
                    <a:lnTo>
                      <a:pt x="10908" y="27456"/>
                    </a:lnTo>
                    <a:lnTo>
                      <a:pt x="11944" y="28607"/>
                    </a:lnTo>
                    <a:lnTo>
                      <a:pt x="13008" y="29730"/>
                    </a:lnTo>
                    <a:lnTo>
                      <a:pt x="14160" y="30823"/>
                    </a:lnTo>
                    <a:lnTo>
                      <a:pt x="15368" y="31917"/>
                    </a:lnTo>
                    <a:lnTo>
                      <a:pt x="16289" y="32694"/>
                    </a:lnTo>
                    <a:lnTo>
                      <a:pt x="17268" y="33442"/>
                    </a:lnTo>
                    <a:lnTo>
                      <a:pt x="18304" y="34190"/>
                    </a:lnTo>
                    <a:lnTo>
                      <a:pt x="19340" y="34910"/>
                    </a:lnTo>
                    <a:lnTo>
                      <a:pt x="20664" y="35744"/>
                    </a:lnTo>
                    <a:lnTo>
                      <a:pt x="21988" y="36521"/>
                    </a:lnTo>
                    <a:lnTo>
                      <a:pt x="23340" y="37212"/>
                    </a:lnTo>
                    <a:lnTo>
                      <a:pt x="24664" y="37874"/>
                    </a:lnTo>
                    <a:lnTo>
                      <a:pt x="25758" y="38363"/>
                    </a:lnTo>
                    <a:lnTo>
                      <a:pt x="26851" y="38824"/>
                    </a:lnTo>
                    <a:lnTo>
                      <a:pt x="27945" y="39227"/>
                    </a:lnTo>
                    <a:lnTo>
                      <a:pt x="29010" y="39601"/>
                    </a:lnTo>
                    <a:lnTo>
                      <a:pt x="30103" y="39946"/>
                    </a:lnTo>
                    <a:lnTo>
                      <a:pt x="31139" y="40263"/>
                    </a:lnTo>
                    <a:lnTo>
                      <a:pt x="32204" y="40522"/>
                    </a:lnTo>
                    <a:lnTo>
                      <a:pt x="33212" y="40781"/>
                    </a:lnTo>
                    <a:lnTo>
                      <a:pt x="34161" y="40982"/>
                    </a:lnTo>
                    <a:lnTo>
                      <a:pt x="35082" y="41155"/>
                    </a:lnTo>
                    <a:lnTo>
                      <a:pt x="35974" y="41328"/>
                    </a:lnTo>
                    <a:lnTo>
                      <a:pt x="36867" y="41443"/>
                    </a:lnTo>
                    <a:lnTo>
                      <a:pt x="38593" y="41673"/>
                    </a:lnTo>
                    <a:lnTo>
                      <a:pt x="40205" y="41788"/>
                    </a:lnTo>
                    <a:lnTo>
                      <a:pt x="41730" y="41874"/>
                    </a:lnTo>
                    <a:lnTo>
                      <a:pt x="43140" y="41903"/>
                    </a:lnTo>
                    <a:lnTo>
                      <a:pt x="44435" y="41903"/>
                    </a:lnTo>
                    <a:lnTo>
                      <a:pt x="45587" y="41846"/>
                    </a:lnTo>
                    <a:lnTo>
                      <a:pt x="45846" y="41817"/>
                    </a:lnTo>
                    <a:lnTo>
                      <a:pt x="46047" y="41731"/>
                    </a:lnTo>
                    <a:lnTo>
                      <a:pt x="46249" y="41587"/>
                    </a:lnTo>
                    <a:lnTo>
                      <a:pt x="46421" y="41443"/>
                    </a:lnTo>
                    <a:lnTo>
                      <a:pt x="46565" y="41241"/>
                    </a:lnTo>
                    <a:lnTo>
                      <a:pt x="46680" y="41040"/>
                    </a:lnTo>
                    <a:lnTo>
                      <a:pt x="46738" y="40810"/>
                    </a:lnTo>
                    <a:lnTo>
                      <a:pt x="46738" y="40551"/>
                    </a:lnTo>
                    <a:lnTo>
                      <a:pt x="46709" y="40320"/>
                    </a:lnTo>
                    <a:lnTo>
                      <a:pt x="46623" y="40090"/>
                    </a:lnTo>
                    <a:lnTo>
                      <a:pt x="46508" y="39889"/>
                    </a:lnTo>
                    <a:lnTo>
                      <a:pt x="46335" y="39716"/>
                    </a:lnTo>
                    <a:lnTo>
                      <a:pt x="46162" y="39572"/>
                    </a:lnTo>
                    <a:lnTo>
                      <a:pt x="45932" y="39486"/>
                    </a:lnTo>
                    <a:lnTo>
                      <a:pt x="45702" y="39428"/>
                    </a:lnTo>
                    <a:lnTo>
                      <a:pt x="45443" y="39399"/>
                    </a:lnTo>
                    <a:lnTo>
                      <a:pt x="44464" y="39457"/>
                    </a:lnTo>
                    <a:lnTo>
                      <a:pt x="42191" y="39457"/>
                    </a:lnTo>
                    <a:lnTo>
                      <a:pt x="40924" y="39399"/>
                    </a:lnTo>
                    <a:lnTo>
                      <a:pt x="39572" y="39313"/>
                    </a:lnTo>
                    <a:lnTo>
                      <a:pt x="38162" y="39169"/>
                    </a:lnTo>
                    <a:lnTo>
                      <a:pt x="36665" y="38968"/>
                    </a:lnTo>
                    <a:lnTo>
                      <a:pt x="35111" y="38680"/>
                    </a:lnTo>
                    <a:lnTo>
                      <a:pt x="34104" y="38478"/>
                    </a:lnTo>
                    <a:lnTo>
                      <a:pt x="33039" y="38248"/>
                    </a:lnTo>
                    <a:lnTo>
                      <a:pt x="31974" y="37960"/>
                    </a:lnTo>
                    <a:lnTo>
                      <a:pt x="30909" y="37644"/>
                    </a:lnTo>
                    <a:lnTo>
                      <a:pt x="29816" y="37299"/>
                    </a:lnTo>
                    <a:lnTo>
                      <a:pt x="28693" y="36924"/>
                    </a:lnTo>
                    <a:lnTo>
                      <a:pt x="27600" y="36493"/>
                    </a:lnTo>
                    <a:lnTo>
                      <a:pt x="26477" y="36003"/>
                    </a:lnTo>
                    <a:lnTo>
                      <a:pt x="25009" y="35342"/>
                    </a:lnTo>
                    <a:lnTo>
                      <a:pt x="24290" y="34996"/>
                    </a:lnTo>
                    <a:lnTo>
                      <a:pt x="23570" y="34593"/>
                    </a:lnTo>
                    <a:lnTo>
                      <a:pt x="22851" y="34190"/>
                    </a:lnTo>
                    <a:lnTo>
                      <a:pt x="22131" y="33787"/>
                    </a:lnTo>
                    <a:lnTo>
                      <a:pt x="21412" y="33327"/>
                    </a:lnTo>
                    <a:lnTo>
                      <a:pt x="20693" y="32867"/>
                    </a:lnTo>
                    <a:lnTo>
                      <a:pt x="19714" y="32205"/>
                    </a:lnTo>
                    <a:lnTo>
                      <a:pt x="18764" y="31514"/>
                    </a:lnTo>
                    <a:lnTo>
                      <a:pt x="17872" y="30823"/>
                    </a:lnTo>
                    <a:lnTo>
                      <a:pt x="17009" y="30104"/>
                    </a:lnTo>
                    <a:lnTo>
                      <a:pt x="16174" y="29384"/>
                    </a:lnTo>
                    <a:lnTo>
                      <a:pt x="15368" y="28636"/>
                    </a:lnTo>
                    <a:lnTo>
                      <a:pt x="14591" y="27888"/>
                    </a:lnTo>
                    <a:lnTo>
                      <a:pt x="13872" y="27111"/>
                    </a:lnTo>
                    <a:lnTo>
                      <a:pt x="13152" y="26334"/>
                    </a:lnTo>
                    <a:lnTo>
                      <a:pt x="12462" y="25557"/>
                    </a:lnTo>
                    <a:lnTo>
                      <a:pt x="11828" y="24751"/>
                    </a:lnTo>
                    <a:lnTo>
                      <a:pt x="11195" y="23945"/>
                    </a:lnTo>
                    <a:lnTo>
                      <a:pt x="10620" y="23139"/>
                    </a:lnTo>
                    <a:lnTo>
                      <a:pt x="10044" y="22333"/>
                    </a:lnTo>
                    <a:lnTo>
                      <a:pt x="9497" y="21528"/>
                    </a:lnTo>
                    <a:lnTo>
                      <a:pt x="9008" y="20693"/>
                    </a:lnTo>
                    <a:lnTo>
                      <a:pt x="8375" y="19657"/>
                    </a:lnTo>
                    <a:lnTo>
                      <a:pt x="7771" y="18621"/>
                    </a:lnTo>
                    <a:lnTo>
                      <a:pt x="7224" y="17556"/>
                    </a:lnTo>
                    <a:lnTo>
                      <a:pt x="6735" y="16520"/>
                    </a:lnTo>
                    <a:lnTo>
                      <a:pt x="6245" y="15513"/>
                    </a:lnTo>
                    <a:lnTo>
                      <a:pt x="5814" y="14505"/>
                    </a:lnTo>
                    <a:lnTo>
                      <a:pt x="5411" y="13498"/>
                    </a:lnTo>
                    <a:lnTo>
                      <a:pt x="5065" y="12520"/>
                    </a:lnTo>
                    <a:lnTo>
                      <a:pt x="4691" y="11512"/>
                    </a:lnTo>
                    <a:lnTo>
                      <a:pt x="4375" y="10534"/>
                    </a:lnTo>
                    <a:lnTo>
                      <a:pt x="4087" y="9584"/>
                    </a:lnTo>
                    <a:lnTo>
                      <a:pt x="3828" y="8692"/>
                    </a:lnTo>
                    <a:lnTo>
                      <a:pt x="3396" y="6965"/>
                    </a:lnTo>
                    <a:lnTo>
                      <a:pt x="3051" y="5382"/>
                    </a:lnTo>
                    <a:lnTo>
                      <a:pt x="2792" y="4001"/>
                    </a:lnTo>
                    <a:lnTo>
                      <a:pt x="2619" y="2792"/>
                    </a:lnTo>
                    <a:lnTo>
                      <a:pt x="2504" y="1843"/>
                    </a:lnTo>
                    <a:lnTo>
                      <a:pt x="2446" y="1123"/>
                    </a:lnTo>
                    <a:lnTo>
                      <a:pt x="2389" y="864"/>
                    </a:lnTo>
                    <a:lnTo>
                      <a:pt x="2303" y="634"/>
                    </a:lnTo>
                    <a:lnTo>
                      <a:pt x="2159" y="461"/>
                    </a:lnTo>
                    <a:lnTo>
                      <a:pt x="2015" y="288"/>
                    </a:lnTo>
                    <a:lnTo>
                      <a:pt x="1813" y="145"/>
                    </a:lnTo>
                    <a:lnTo>
                      <a:pt x="1583" y="58"/>
                    </a:lnTo>
                    <a:lnTo>
                      <a:pt x="13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34"/>
              <p:cNvSpPr/>
              <p:nvPr/>
            </p:nvSpPr>
            <p:spPr>
              <a:xfrm>
                <a:off x="3061375" y="750500"/>
                <a:ext cx="415875" cy="208650"/>
              </a:xfrm>
              <a:custGeom>
                <a:rect b="b" l="l" r="r" t="t"/>
                <a:pathLst>
                  <a:path extrusionOk="0" h="8346" w="16635">
                    <a:moveTo>
                      <a:pt x="8576" y="0"/>
                    </a:moveTo>
                    <a:lnTo>
                      <a:pt x="8173" y="29"/>
                    </a:lnTo>
                    <a:lnTo>
                      <a:pt x="7799" y="86"/>
                    </a:lnTo>
                    <a:lnTo>
                      <a:pt x="7396" y="173"/>
                    </a:lnTo>
                    <a:lnTo>
                      <a:pt x="6993" y="259"/>
                    </a:lnTo>
                    <a:lnTo>
                      <a:pt x="6591" y="345"/>
                    </a:lnTo>
                    <a:lnTo>
                      <a:pt x="6216" y="489"/>
                    </a:lnTo>
                    <a:lnTo>
                      <a:pt x="5468" y="777"/>
                    </a:lnTo>
                    <a:lnTo>
                      <a:pt x="4720" y="1122"/>
                    </a:lnTo>
                    <a:lnTo>
                      <a:pt x="4029" y="1525"/>
                    </a:lnTo>
                    <a:lnTo>
                      <a:pt x="3367" y="1986"/>
                    </a:lnTo>
                    <a:lnTo>
                      <a:pt x="2734" y="2504"/>
                    </a:lnTo>
                    <a:lnTo>
                      <a:pt x="2187" y="3051"/>
                    </a:lnTo>
                    <a:lnTo>
                      <a:pt x="1669" y="3626"/>
                    </a:lnTo>
                    <a:lnTo>
                      <a:pt x="1209" y="4231"/>
                    </a:lnTo>
                    <a:lnTo>
                      <a:pt x="1007" y="4547"/>
                    </a:lnTo>
                    <a:lnTo>
                      <a:pt x="835" y="4864"/>
                    </a:lnTo>
                    <a:lnTo>
                      <a:pt x="489" y="5497"/>
                    </a:lnTo>
                    <a:lnTo>
                      <a:pt x="317" y="5929"/>
                    </a:lnTo>
                    <a:lnTo>
                      <a:pt x="144" y="6360"/>
                    </a:lnTo>
                    <a:lnTo>
                      <a:pt x="29" y="6821"/>
                    </a:lnTo>
                    <a:lnTo>
                      <a:pt x="0" y="7051"/>
                    </a:lnTo>
                    <a:lnTo>
                      <a:pt x="0" y="7252"/>
                    </a:lnTo>
                    <a:lnTo>
                      <a:pt x="0" y="7483"/>
                    </a:lnTo>
                    <a:lnTo>
                      <a:pt x="29" y="7655"/>
                    </a:lnTo>
                    <a:lnTo>
                      <a:pt x="115" y="7857"/>
                    </a:lnTo>
                    <a:lnTo>
                      <a:pt x="202" y="8001"/>
                    </a:lnTo>
                    <a:lnTo>
                      <a:pt x="317" y="8116"/>
                    </a:lnTo>
                    <a:lnTo>
                      <a:pt x="461" y="8231"/>
                    </a:lnTo>
                    <a:lnTo>
                      <a:pt x="604" y="8288"/>
                    </a:lnTo>
                    <a:lnTo>
                      <a:pt x="777" y="8317"/>
                    </a:lnTo>
                    <a:lnTo>
                      <a:pt x="950" y="8346"/>
                    </a:lnTo>
                    <a:lnTo>
                      <a:pt x="1151" y="8346"/>
                    </a:lnTo>
                    <a:lnTo>
                      <a:pt x="1583" y="8288"/>
                    </a:lnTo>
                    <a:lnTo>
                      <a:pt x="2101" y="8173"/>
                    </a:lnTo>
                    <a:lnTo>
                      <a:pt x="2648" y="8029"/>
                    </a:lnTo>
                    <a:lnTo>
                      <a:pt x="3972" y="7627"/>
                    </a:lnTo>
                    <a:lnTo>
                      <a:pt x="4691" y="7396"/>
                    </a:lnTo>
                    <a:lnTo>
                      <a:pt x="5468" y="7195"/>
                    </a:lnTo>
                    <a:lnTo>
                      <a:pt x="6332" y="6993"/>
                    </a:lnTo>
                    <a:lnTo>
                      <a:pt x="7224" y="6849"/>
                    </a:lnTo>
                    <a:lnTo>
                      <a:pt x="8145" y="6734"/>
                    </a:lnTo>
                    <a:lnTo>
                      <a:pt x="8634" y="6706"/>
                    </a:lnTo>
                    <a:lnTo>
                      <a:pt x="9123" y="6677"/>
                    </a:lnTo>
                    <a:lnTo>
                      <a:pt x="10159" y="6677"/>
                    </a:lnTo>
                    <a:lnTo>
                      <a:pt x="10706" y="6734"/>
                    </a:lnTo>
                    <a:lnTo>
                      <a:pt x="11224" y="6792"/>
                    </a:lnTo>
                    <a:lnTo>
                      <a:pt x="11800" y="6878"/>
                    </a:lnTo>
                    <a:lnTo>
                      <a:pt x="12318" y="6993"/>
                    </a:lnTo>
                    <a:lnTo>
                      <a:pt x="12836" y="7108"/>
                    </a:lnTo>
                    <a:lnTo>
                      <a:pt x="13267" y="7252"/>
                    </a:lnTo>
                    <a:lnTo>
                      <a:pt x="14073" y="7511"/>
                    </a:lnTo>
                    <a:lnTo>
                      <a:pt x="14764" y="7770"/>
                    </a:lnTo>
                    <a:lnTo>
                      <a:pt x="15311" y="7972"/>
                    </a:lnTo>
                    <a:lnTo>
                      <a:pt x="15541" y="8029"/>
                    </a:lnTo>
                    <a:lnTo>
                      <a:pt x="15771" y="8087"/>
                    </a:lnTo>
                    <a:lnTo>
                      <a:pt x="16117" y="8087"/>
                    </a:lnTo>
                    <a:lnTo>
                      <a:pt x="16260" y="8029"/>
                    </a:lnTo>
                    <a:lnTo>
                      <a:pt x="16376" y="7914"/>
                    </a:lnTo>
                    <a:lnTo>
                      <a:pt x="16462" y="7799"/>
                    </a:lnTo>
                    <a:lnTo>
                      <a:pt x="16519" y="7684"/>
                    </a:lnTo>
                    <a:lnTo>
                      <a:pt x="16577" y="7540"/>
                    </a:lnTo>
                    <a:lnTo>
                      <a:pt x="16606" y="7367"/>
                    </a:lnTo>
                    <a:lnTo>
                      <a:pt x="16635" y="6993"/>
                    </a:lnTo>
                    <a:lnTo>
                      <a:pt x="16577" y="6562"/>
                    </a:lnTo>
                    <a:lnTo>
                      <a:pt x="16462" y="6072"/>
                    </a:lnTo>
                    <a:lnTo>
                      <a:pt x="16318" y="5554"/>
                    </a:lnTo>
                    <a:lnTo>
                      <a:pt x="16088" y="5008"/>
                    </a:lnTo>
                    <a:lnTo>
                      <a:pt x="15800" y="4432"/>
                    </a:lnTo>
                    <a:lnTo>
                      <a:pt x="15483" y="3856"/>
                    </a:lnTo>
                    <a:lnTo>
                      <a:pt x="15080" y="3281"/>
                    </a:lnTo>
                    <a:lnTo>
                      <a:pt x="14649" y="2734"/>
                    </a:lnTo>
                    <a:lnTo>
                      <a:pt x="14160" y="2216"/>
                    </a:lnTo>
                    <a:lnTo>
                      <a:pt x="13613" y="1727"/>
                    </a:lnTo>
                    <a:lnTo>
                      <a:pt x="13037" y="1266"/>
                    </a:lnTo>
                    <a:lnTo>
                      <a:pt x="12721" y="1065"/>
                    </a:lnTo>
                    <a:lnTo>
                      <a:pt x="12404" y="863"/>
                    </a:lnTo>
                    <a:lnTo>
                      <a:pt x="12059" y="691"/>
                    </a:lnTo>
                    <a:lnTo>
                      <a:pt x="11742" y="547"/>
                    </a:lnTo>
                    <a:lnTo>
                      <a:pt x="11339" y="403"/>
                    </a:lnTo>
                    <a:lnTo>
                      <a:pt x="10965" y="259"/>
                    </a:lnTo>
                    <a:lnTo>
                      <a:pt x="10562" y="173"/>
                    </a:lnTo>
                    <a:lnTo>
                      <a:pt x="10188" y="86"/>
                    </a:lnTo>
                    <a:lnTo>
                      <a:pt x="9785" y="29"/>
                    </a:lnTo>
                    <a:lnTo>
                      <a:pt x="93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34"/>
              <p:cNvSpPr/>
              <p:nvPr/>
            </p:nvSpPr>
            <p:spPr>
              <a:xfrm>
                <a:off x="4430550" y="1334700"/>
                <a:ext cx="36700" cy="38175"/>
              </a:xfrm>
              <a:custGeom>
                <a:rect b="b" l="l" r="r" t="t"/>
                <a:pathLst>
                  <a:path extrusionOk="0" h="1527" w="1468">
                    <a:moveTo>
                      <a:pt x="950" y="1"/>
                    </a:moveTo>
                    <a:lnTo>
                      <a:pt x="806" y="30"/>
                    </a:lnTo>
                    <a:lnTo>
                      <a:pt x="662" y="58"/>
                    </a:lnTo>
                    <a:lnTo>
                      <a:pt x="518" y="145"/>
                    </a:lnTo>
                    <a:lnTo>
                      <a:pt x="403" y="231"/>
                    </a:lnTo>
                    <a:lnTo>
                      <a:pt x="259" y="375"/>
                    </a:lnTo>
                    <a:lnTo>
                      <a:pt x="173" y="519"/>
                    </a:lnTo>
                    <a:lnTo>
                      <a:pt x="87" y="663"/>
                    </a:lnTo>
                    <a:lnTo>
                      <a:pt x="29" y="807"/>
                    </a:lnTo>
                    <a:lnTo>
                      <a:pt x="0" y="950"/>
                    </a:lnTo>
                    <a:lnTo>
                      <a:pt x="0" y="1094"/>
                    </a:lnTo>
                    <a:lnTo>
                      <a:pt x="29" y="1209"/>
                    </a:lnTo>
                    <a:lnTo>
                      <a:pt x="87" y="1325"/>
                    </a:lnTo>
                    <a:lnTo>
                      <a:pt x="173" y="1411"/>
                    </a:lnTo>
                    <a:lnTo>
                      <a:pt x="288" y="1497"/>
                    </a:lnTo>
                    <a:lnTo>
                      <a:pt x="403" y="1526"/>
                    </a:lnTo>
                    <a:lnTo>
                      <a:pt x="518" y="1526"/>
                    </a:lnTo>
                    <a:lnTo>
                      <a:pt x="662" y="1497"/>
                    </a:lnTo>
                    <a:lnTo>
                      <a:pt x="806" y="1468"/>
                    </a:lnTo>
                    <a:lnTo>
                      <a:pt x="950" y="1382"/>
                    </a:lnTo>
                    <a:lnTo>
                      <a:pt x="1065" y="1296"/>
                    </a:lnTo>
                    <a:lnTo>
                      <a:pt x="1209" y="1152"/>
                    </a:lnTo>
                    <a:lnTo>
                      <a:pt x="1295" y="1008"/>
                    </a:lnTo>
                    <a:lnTo>
                      <a:pt x="1382" y="864"/>
                    </a:lnTo>
                    <a:lnTo>
                      <a:pt x="1439" y="720"/>
                    </a:lnTo>
                    <a:lnTo>
                      <a:pt x="1468" y="576"/>
                    </a:lnTo>
                    <a:lnTo>
                      <a:pt x="1468" y="432"/>
                    </a:lnTo>
                    <a:lnTo>
                      <a:pt x="1439" y="317"/>
                    </a:lnTo>
                    <a:lnTo>
                      <a:pt x="1382" y="202"/>
                    </a:lnTo>
                    <a:lnTo>
                      <a:pt x="1295" y="116"/>
                    </a:lnTo>
                    <a:lnTo>
                      <a:pt x="1180" y="30"/>
                    </a:lnTo>
                    <a:lnTo>
                      <a:pt x="10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34"/>
              <p:cNvSpPr/>
              <p:nvPr/>
            </p:nvSpPr>
            <p:spPr>
              <a:xfrm>
                <a:off x="4288800" y="1244775"/>
                <a:ext cx="66950" cy="66925"/>
              </a:xfrm>
              <a:custGeom>
                <a:rect b="b" l="l" r="r" t="t"/>
                <a:pathLst>
                  <a:path extrusionOk="0" h="2677" w="2678">
                    <a:moveTo>
                      <a:pt x="1238" y="0"/>
                    </a:moveTo>
                    <a:lnTo>
                      <a:pt x="979" y="29"/>
                    </a:lnTo>
                    <a:lnTo>
                      <a:pt x="720" y="144"/>
                    </a:lnTo>
                    <a:lnTo>
                      <a:pt x="519" y="288"/>
                    </a:lnTo>
                    <a:lnTo>
                      <a:pt x="317" y="461"/>
                    </a:lnTo>
                    <a:lnTo>
                      <a:pt x="145" y="691"/>
                    </a:lnTo>
                    <a:lnTo>
                      <a:pt x="58" y="921"/>
                    </a:lnTo>
                    <a:lnTo>
                      <a:pt x="1" y="1180"/>
                    </a:lnTo>
                    <a:lnTo>
                      <a:pt x="1" y="1439"/>
                    </a:lnTo>
                    <a:lnTo>
                      <a:pt x="29" y="1698"/>
                    </a:lnTo>
                    <a:lnTo>
                      <a:pt x="145" y="1957"/>
                    </a:lnTo>
                    <a:lnTo>
                      <a:pt x="260" y="2159"/>
                    </a:lnTo>
                    <a:lnTo>
                      <a:pt x="461" y="2360"/>
                    </a:lnTo>
                    <a:lnTo>
                      <a:pt x="691" y="2533"/>
                    </a:lnTo>
                    <a:lnTo>
                      <a:pt x="922" y="2619"/>
                    </a:lnTo>
                    <a:lnTo>
                      <a:pt x="1181" y="2677"/>
                    </a:lnTo>
                    <a:lnTo>
                      <a:pt x="1440" y="2677"/>
                    </a:lnTo>
                    <a:lnTo>
                      <a:pt x="1699" y="2648"/>
                    </a:lnTo>
                    <a:lnTo>
                      <a:pt x="1929" y="2533"/>
                    </a:lnTo>
                    <a:lnTo>
                      <a:pt x="2159" y="2389"/>
                    </a:lnTo>
                    <a:lnTo>
                      <a:pt x="2361" y="2216"/>
                    </a:lnTo>
                    <a:lnTo>
                      <a:pt x="2504" y="1986"/>
                    </a:lnTo>
                    <a:lnTo>
                      <a:pt x="2620" y="1756"/>
                    </a:lnTo>
                    <a:lnTo>
                      <a:pt x="2677" y="1497"/>
                    </a:lnTo>
                    <a:lnTo>
                      <a:pt x="2677" y="1238"/>
                    </a:lnTo>
                    <a:lnTo>
                      <a:pt x="2620" y="979"/>
                    </a:lnTo>
                    <a:lnTo>
                      <a:pt x="2533" y="749"/>
                    </a:lnTo>
                    <a:lnTo>
                      <a:pt x="2389" y="518"/>
                    </a:lnTo>
                    <a:lnTo>
                      <a:pt x="2217" y="317"/>
                    </a:lnTo>
                    <a:lnTo>
                      <a:pt x="1986" y="173"/>
                    </a:lnTo>
                    <a:lnTo>
                      <a:pt x="1727" y="58"/>
                    </a:lnTo>
                    <a:lnTo>
                      <a:pt x="14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34"/>
              <p:cNvSpPr/>
              <p:nvPr/>
            </p:nvSpPr>
            <p:spPr>
              <a:xfrm>
                <a:off x="3544850" y="1990150"/>
                <a:ext cx="66950" cy="66950"/>
              </a:xfrm>
              <a:custGeom>
                <a:rect b="b" l="l" r="r" t="t"/>
                <a:pathLst>
                  <a:path extrusionOk="0" h="2678" w="2678">
                    <a:moveTo>
                      <a:pt x="1238" y="1"/>
                    </a:moveTo>
                    <a:lnTo>
                      <a:pt x="979" y="29"/>
                    </a:lnTo>
                    <a:lnTo>
                      <a:pt x="749" y="145"/>
                    </a:lnTo>
                    <a:lnTo>
                      <a:pt x="519" y="260"/>
                    </a:lnTo>
                    <a:lnTo>
                      <a:pt x="317" y="461"/>
                    </a:lnTo>
                    <a:lnTo>
                      <a:pt x="173" y="691"/>
                    </a:lnTo>
                    <a:lnTo>
                      <a:pt x="58" y="922"/>
                    </a:lnTo>
                    <a:lnTo>
                      <a:pt x="1" y="1181"/>
                    </a:lnTo>
                    <a:lnTo>
                      <a:pt x="1" y="1440"/>
                    </a:lnTo>
                    <a:lnTo>
                      <a:pt x="58" y="1699"/>
                    </a:lnTo>
                    <a:lnTo>
                      <a:pt x="145" y="1929"/>
                    </a:lnTo>
                    <a:lnTo>
                      <a:pt x="289" y="2159"/>
                    </a:lnTo>
                    <a:lnTo>
                      <a:pt x="461" y="2361"/>
                    </a:lnTo>
                    <a:lnTo>
                      <a:pt x="692" y="2504"/>
                    </a:lnTo>
                    <a:lnTo>
                      <a:pt x="951" y="2620"/>
                    </a:lnTo>
                    <a:lnTo>
                      <a:pt x="1181" y="2677"/>
                    </a:lnTo>
                    <a:lnTo>
                      <a:pt x="1440" y="2677"/>
                    </a:lnTo>
                    <a:lnTo>
                      <a:pt x="1699" y="2620"/>
                    </a:lnTo>
                    <a:lnTo>
                      <a:pt x="1958" y="2533"/>
                    </a:lnTo>
                    <a:lnTo>
                      <a:pt x="2159" y="2389"/>
                    </a:lnTo>
                    <a:lnTo>
                      <a:pt x="2361" y="2217"/>
                    </a:lnTo>
                    <a:lnTo>
                      <a:pt x="2533" y="1986"/>
                    </a:lnTo>
                    <a:lnTo>
                      <a:pt x="2620" y="1756"/>
                    </a:lnTo>
                    <a:lnTo>
                      <a:pt x="2677" y="1497"/>
                    </a:lnTo>
                    <a:lnTo>
                      <a:pt x="2677" y="1238"/>
                    </a:lnTo>
                    <a:lnTo>
                      <a:pt x="2649" y="979"/>
                    </a:lnTo>
                    <a:lnTo>
                      <a:pt x="2562" y="720"/>
                    </a:lnTo>
                    <a:lnTo>
                      <a:pt x="2418" y="519"/>
                    </a:lnTo>
                    <a:lnTo>
                      <a:pt x="2217" y="317"/>
                    </a:lnTo>
                    <a:lnTo>
                      <a:pt x="1987" y="145"/>
                    </a:lnTo>
                    <a:lnTo>
                      <a:pt x="1756" y="58"/>
                    </a:lnTo>
                    <a:lnTo>
                      <a:pt x="149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34"/>
              <p:cNvSpPr/>
              <p:nvPr/>
            </p:nvSpPr>
            <p:spPr>
              <a:xfrm>
                <a:off x="4325500" y="1436150"/>
                <a:ext cx="33850" cy="144650"/>
              </a:xfrm>
              <a:custGeom>
                <a:rect b="b" l="l" r="r" t="t"/>
                <a:pathLst>
                  <a:path extrusionOk="0" h="5786" w="1354">
                    <a:moveTo>
                      <a:pt x="1065" y="1"/>
                    </a:moveTo>
                    <a:lnTo>
                      <a:pt x="979" y="29"/>
                    </a:lnTo>
                    <a:lnTo>
                      <a:pt x="893" y="116"/>
                    </a:lnTo>
                    <a:lnTo>
                      <a:pt x="749" y="375"/>
                    </a:lnTo>
                    <a:lnTo>
                      <a:pt x="576" y="720"/>
                    </a:lnTo>
                    <a:lnTo>
                      <a:pt x="403" y="1123"/>
                    </a:lnTo>
                    <a:lnTo>
                      <a:pt x="231" y="1555"/>
                    </a:lnTo>
                    <a:lnTo>
                      <a:pt x="116" y="2044"/>
                    </a:lnTo>
                    <a:lnTo>
                      <a:pt x="29" y="2591"/>
                    </a:lnTo>
                    <a:lnTo>
                      <a:pt x="0" y="3166"/>
                    </a:lnTo>
                    <a:lnTo>
                      <a:pt x="0" y="3454"/>
                    </a:lnTo>
                    <a:lnTo>
                      <a:pt x="29" y="3771"/>
                    </a:lnTo>
                    <a:lnTo>
                      <a:pt x="116" y="4260"/>
                    </a:lnTo>
                    <a:lnTo>
                      <a:pt x="231" y="4749"/>
                    </a:lnTo>
                    <a:lnTo>
                      <a:pt x="403" y="5210"/>
                    </a:lnTo>
                    <a:lnTo>
                      <a:pt x="634" y="5670"/>
                    </a:lnTo>
                    <a:lnTo>
                      <a:pt x="662" y="5728"/>
                    </a:lnTo>
                    <a:lnTo>
                      <a:pt x="720" y="5756"/>
                    </a:lnTo>
                    <a:lnTo>
                      <a:pt x="777" y="5785"/>
                    </a:lnTo>
                    <a:lnTo>
                      <a:pt x="835" y="5785"/>
                    </a:lnTo>
                    <a:lnTo>
                      <a:pt x="950" y="5756"/>
                    </a:lnTo>
                    <a:lnTo>
                      <a:pt x="1036" y="5699"/>
                    </a:lnTo>
                    <a:lnTo>
                      <a:pt x="1094" y="5613"/>
                    </a:lnTo>
                    <a:lnTo>
                      <a:pt x="1094" y="5526"/>
                    </a:lnTo>
                    <a:lnTo>
                      <a:pt x="1065" y="5440"/>
                    </a:lnTo>
                    <a:lnTo>
                      <a:pt x="864" y="5008"/>
                    </a:lnTo>
                    <a:lnTo>
                      <a:pt x="720" y="4577"/>
                    </a:lnTo>
                    <a:lnTo>
                      <a:pt x="605" y="4145"/>
                    </a:lnTo>
                    <a:lnTo>
                      <a:pt x="518" y="3713"/>
                    </a:lnTo>
                    <a:lnTo>
                      <a:pt x="490" y="3166"/>
                    </a:lnTo>
                    <a:lnTo>
                      <a:pt x="518" y="2648"/>
                    </a:lnTo>
                    <a:lnTo>
                      <a:pt x="605" y="2159"/>
                    </a:lnTo>
                    <a:lnTo>
                      <a:pt x="720" y="1699"/>
                    </a:lnTo>
                    <a:lnTo>
                      <a:pt x="864" y="1296"/>
                    </a:lnTo>
                    <a:lnTo>
                      <a:pt x="1008" y="950"/>
                    </a:lnTo>
                    <a:lnTo>
                      <a:pt x="1180" y="634"/>
                    </a:lnTo>
                    <a:lnTo>
                      <a:pt x="1324" y="375"/>
                    </a:lnTo>
                    <a:lnTo>
                      <a:pt x="1353" y="288"/>
                    </a:lnTo>
                    <a:lnTo>
                      <a:pt x="1353" y="202"/>
                    </a:lnTo>
                    <a:lnTo>
                      <a:pt x="1324" y="116"/>
                    </a:lnTo>
                    <a:lnTo>
                      <a:pt x="1238" y="29"/>
                    </a:lnTo>
                    <a:lnTo>
                      <a:pt x="115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34"/>
              <p:cNvSpPr/>
              <p:nvPr/>
            </p:nvSpPr>
            <p:spPr>
              <a:xfrm>
                <a:off x="4442775" y="1469975"/>
                <a:ext cx="46800" cy="50375"/>
              </a:xfrm>
              <a:custGeom>
                <a:rect b="b" l="l" r="r" t="t"/>
                <a:pathLst>
                  <a:path extrusionOk="0" h="2015" w="1872">
                    <a:moveTo>
                      <a:pt x="1353" y="461"/>
                    </a:moveTo>
                    <a:lnTo>
                      <a:pt x="1353" y="547"/>
                    </a:lnTo>
                    <a:lnTo>
                      <a:pt x="1324" y="691"/>
                    </a:lnTo>
                    <a:lnTo>
                      <a:pt x="1209" y="892"/>
                    </a:lnTo>
                    <a:lnTo>
                      <a:pt x="1065" y="1123"/>
                    </a:lnTo>
                    <a:lnTo>
                      <a:pt x="864" y="1324"/>
                    </a:lnTo>
                    <a:lnTo>
                      <a:pt x="691" y="1439"/>
                    </a:lnTo>
                    <a:lnTo>
                      <a:pt x="490" y="1554"/>
                    </a:lnTo>
                    <a:lnTo>
                      <a:pt x="490" y="1468"/>
                    </a:lnTo>
                    <a:lnTo>
                      <a:pt x="547" y="1324"/>
                    </a:lnTo>
                    <a:lnTo>
                      <a:pt x="634" y="1123"/>
                    </a:lnTo>
                    <a:lnTo>
                      <a:pt x="806" y="921"/>
                    </a:lnTo>
                    <a:lnTo>
                      <a:pt x="1008" y="720"/>
                    </a:lnTo>
                    <a:lnTo>
                      <a:pt x="1180" y="576"/>
                    </a:lnTo>
                    <a:lnTo>
                      <a:pt x="1353" y="461"/>
                    </a:lnTo>
                    <a:close/>
                    <a:moveTo>
                      <a:pt x="1353" y="0"/>
                    </a:moveTo>
                    <a:lnTo>
                      <a:pt x="1123" y="58"/>
                    </a:lnTo>
                    <a:lnTo>
                      <a:pt x="893" y="173"/>
                    </a:lnTo>
                    <a:lnTo>
                      <a:pt x="662" y="346"/>
                    </a:lnTo>
                    <a:lnTo>
                      <a:pt x="432" y="576"/>
                    </a:lnTo>
                    <a:lnTo>
                      <a:pt x="231" y="835"/>
                    </a:lnTo>
                    <a:lnTo>
                      <a:pt x="87" y="1094"/>
                    </a:lnTo>
                    <a:lnTo>
                      <a:pt x="29" y="1353"/>
                    </a:lnTo>
                    <a:lnTo>
                      <a:pt x="0" y="1583"/>
                    </a:lnTo>
                    <a:lnTo>
                      <a:pt x="29" y="1698"/>
                    </a:lnTo>
                    <a:lnTo>
                      <a:pt x="58" y="1785"/>
                    </a:lnTo>
                    <a:lnTo>
                      <a:pt x="173" y="1928"/>
                    </a:lnTo>
                    <a:lnTo>
                      <a:pt x="288" y="1986"/>
                    </a:lnTo>
                    <a:lnTo>
                      <a:pt x="461" y="2015"/>
                    </a:lnTo>
                    <a:lnTo>
                      <a:pt x="576" y="2015"/>
                    </a:lnTo>
                    <a:lnTo>
                      <a:pt x="691" y="1986"/>
                    </a:lnTo>
                    <a:lnTo>
                      <a:pt x="950" y="1871"/>
                    </a:lnTo>
                    <a:lnTo>
                      <a:pt x="1209" y="1669"/>
                    </a:lnTo>
                    <a:lnTo>
                      <a:pt x="1439" y="1439"/>
                    </a:lnTo>
                    <a:lnTo>
                      <a:pt x="1641" y="1180"/>
                    </a:lnTo>
                    <a:lnTo>
                      <a:pt x="1756" y="921"/>
                    </a:lnTo>
                    <a:lnTo>
                      <a:pt x="1842" y="662"/>
                    </a:lnTo>
                    <a:lnTo>
                      <a:pt x="1871" y="432"/>
                    </a:lnTo>
                    <a:lnTo>
                      <a:pt x="1842" y="317"/>
                    </a:lnTo>
                    <a:lnTo>
                      <a:pt x="1814" y="230"/>
                    </a:lnTo>
                    <a:lnTo>
                      <a:pt x="1698" y="115"/>
                    </a:lnTo>
                    <a:lnTo>
                      <a:pt x="1583" y="29"/>
                    </a:lnTo>
                    <a:lnTo>
                      <a:pt x="1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45" name="Google Shape;945;p34"/>
          <p:cNvSpPr txBox="1"/>
          <p:nvPr>
            <p:ph idx="1" type="subTitle"/>
          </p:nvPr>
        </p:nvSpPr>
        <p:spPr>
          <a:xfrm>
            <a:off x="367400" y="2736975"/>
            <a:ext cx="47229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BA820  |  Section A1  |  Team 4</a:t>
            </a:r>
            <a:endParaRPr sz="1200">
              <a:solidFill>
                <a:srgbClr val="000000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Kai Tran </a:t>
            </a:r>
            <a:r>
              <a:rPr lang="en" sz="1200">
                <a:solidFill>
                  <a:srgbClr val="000000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• Akhil Nair • </a:t>
            </a:r>
            <a:r>
              <a:rPr lang="en" sz="1200">
                <a:solidFill>
                  <a:srgbClr val="000000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Shon Shaju</a:t>
            </a:r>
            <a:r>
              <a:rPr lang="en" sz="1200">
                <a:solidFill>
                  <a:srgbClr val="000000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• </a:t>
            </a:r>
            <a:r>
              <a:rPr lang="en" sz="1200">
                <a:solidFill>
                  <a:srgbClr val="000000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Hemanth Kumar Gopi</a:t>
            </a:r>
            <a:endParaRPr sz="1200">
              <a:solidFill>
                <a:srgbClr val="000000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5"/>
          <p:cNvSpPr txBox="1"/>
          <p:nvPr>
            <p:ph type="title"/>
          </p:nvPr>
        </p:nvSpPr>
        <p:spPr>
          <a:xfrm>
            <a:off x="1880175" y="1119450"/>
            <a:ext cx="6820200" cy="145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500">
                <a:latin typeface="Figtree SemiBold"/>
                <a:ea typeface="Figtree SemiBold"/>
                <a:cs typeface="Figtree SemiBold"/>
                <a:sym typeface="Figtree SemiBold"/>
              </a:rPr>
              <a:t>Introduction &amp; Data Overview</a:t>
            </a:r>
            <a:endParaRPr sz="4500"/>
          </a:p>
        </p:txBody>
      </p:sp>
      <p:sp>
        <p:nvSpPr>
          <p:cNvPr id="951" name="Google Shape;951;p35"/>
          <p:cNvSpPr txBox="1"/>
          <p:nvPr>
            <p:ph idx="2" type="title"/>
          </p:nvPr>
        </p:nvSpPr>
        <p:spPr>
          <a:xfrm>
            <a:off x="6778675" y="539500"/>
            <a:ext cx="16521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952" name="Google Shape;952;p35"/>
          <p:cNvGrpSpPr/>
          <p:nvPr/>
        </p:nvGrpSpPr>
        <p:grpSpPr>
          <a:xfrm>
            <a:off x="990614" y="2480205"/>
            <a:ext cx="2740812" cy="2482644"/>
            <a:chOff x="918225" y="238125"/>
            <a:chExt cx="5783525" cy="5238750"/>
          </a:xfrm>
        </p:grpSpPr>
        <p:sp>
          <p:nvSpPr>
            <p:cNvPr id="953" name="Google Shape;953;p35"/>
            <p:cNvSpPr/>
            <p:nvPr/>
          </p:nvSpPr>
          <p:spPr>
            <a:xfrm>
              <a:off x="1903725" y="2501400"/>
              <a:ext cx="1603150" cy="381175"/>
            </a:xfrm>
            <a:custGeom>
              <a:rect b="b" l="l" r="r" t="t"/>
              <a:pathLst>
                <a:path extrusionOk="0" h="15247" w="64126">
                  <a:moveTo>
                    <a:pt x="13393" y="0"/>
                  </a:moveTo>
                  <a:lnTo>
                    <a:pt x="12409" y="38"/>
                  </a:lnTo>
                  <a:lnTo>
                    <a:pt x="10745" y="114"/>
                  </a:lnTo>
                  <a:lnTo>
                    <a:pt x="1" y="6470"/>
                  </a:lnTo>
                  <a:lnTo>
                    <a:pt x="38" y="6961"/>
                  </a:lnTo>
                  <a:lnTo>
                    <a:pt x="190" y="7567"/>
                  </a:lnTo>
                  <a:lnTo>
                    <a:pt x="303" y="7869"/>
                  </a:lnTo>
                  <a:lnTo>
                    <a:pt x="455" y="8210"/>
                  </a:lnTo>
                  <a:lnTo>
                    <a:pt x="644" y="8550"/>
                  </a:lnTo>
                  <a:lnTo>
                    <a:pt x="909" y="8891"/>
                  </a:lnTo>
                  <a:lnTo>
                    <a:pt x="1211" y="9269"/>
                  </a:lnTo>
                  <a:lnTo>
                    <a:pt x="1590" y="9610"/>
                  </a:lnTo>
                  <a:lnTo>
                    <a:pt x="1968" y="9874"/>
                  </a:lnTo>
                  <a:lnTo>
                    <a:pt x="2346" y="10101"/>
                  </a:lnTo>
                  <a:lnTo>
                    <a:pt x="2762" y="10291"/>
                  </a:lnTo>
                  <a:lnTo>
                    <a:pt x="3141" y="10442"/>
                  </a:lnTo>
                  <a:lnTo>
                    <a:pt x="3557" y="10555"/>
                  </a:lnTo>
                  <a:lnTo>
                    <a:pt x="3935" y="10631"/>
                  </a:lnTo>
                  <a:lnTo>
                    <a:pt x="4654" y="10707"/>
                  </a:lnTo>
                  <a:lnTo>
                    <a:pt x="5638" y="10707"/>
                  </a:lnTo>
                  <a:lnTo>
                    <a:pt x="5827" y="10669"/>
                  </a:lnTo>
                  <a:lnTo>
                    <a:pt x="6886" y="11350"/>
                  </a:lnTo>
                  <a:lnTo>
                    <a:pt x="8248" y="12107"/>
                  </a:lnTo>
                  <a:lnTo>
                    <a:pt x="9005" y="12485"/>
                  </a:lnTo>
                  <a:lnTo>
                    <a:pt x="9837" y="12863"/>
                  </a:lnTo>
                  <a:lnTo>
                    <a:pt x="10745" y="13279"/>
                  </a:lnTo>
                  <a:lnTo>
                    <a:pt x="11691" y="13620"/>
                  </a:lnTo>
                  <a:lnTo>
                    <a:pt x="12750" y="13998"/>
                  </a:lnTo>
                  <a:lnTo>
                    <a:pt x="13771" y="14301"/>
                  </a:lnTo>
                  <a:lnTo>
                    <a:pt x="14831" y="14566"/>
                  </a:lnTo>
                  <a:lnTo>
                    <a:pt x="15852" y="14793"/>
                  </a:lnTo>
                  <a:lnTo>
                    <a:pt x="16911" y="14944"/>
                  </a:lnTo>
                  <a:lnTo>
                    <a:pt x="18009" y="15095"/>
                  </a:lnTo>
                  <a:lnTo>
                    <a:pt x="19106" y="15171"/>
                  </a:lnTo>
                  <a:lnTo>
                    <a:pt x="20278" y="15209"/>
                  </a:lnTo>
                  <a:lnTo>
                    <a:pt x="21489" y="15247"/>
                  </a:lnTo>
                  <a:lnTo>
                    <a:pt x="22775" y="15247"/>
                  </a:lnTo>
                  <a:lnTo>
                    <a:pt x="25575" y="15133"/>
                  </a:lnTo>
                  <a:lnTo>
                    <a:pt x="28791" y="14944"/>
                  </a:lnTo>
                  <a:lnTo>
                    <a:pt x="32422" y="14679"/>
                  </a:lnTo>
                  <a:lnTo>
                    <a:pt x="48274" y="13620"/>
                  </a:lnTo>
                  <a:lnTo>
                    <a:pt x="64125" y="14149"/>
                  </a:lnTo>
                  <a:lnTo>
                    <a:pt x="48728" y="7491"/>
                  </a:lnTo>
                  <a:lnTo>
                    <a:pt x="47896" y="7567"/>
                  </a:lnTo>
                  <a:lnTo>
                    <a:pt x="46799" y="7642"/>
                  </a:lnTo>
                  <a:lnTo>
                    <a:pt x="45437" y="7642"/>
                  </a:lnTo>
                  <a:lnTo>
                    <a:pt x="43848" y="7567"/>
                  </a:lnTo>
                  <a:lnTo>
                    <a:pt x="42902" y="7491"/>
                  </a:lnTo>
                  <a:lnTo>
                    <a:pt x="41956" y="7415"/>
                  </a:lnTo>
                  <a:lnTo>
                    <a:pt x="41010" y="7264"/>
                  </a:lnTo>
                  <a:lnTo>
                    <a:pt x="40140" y="7113"/>
                  </a:lnTo>
                  <a:lnTo>
                    <a:pt x="39270" y="6961"/>
                  </a:lnTo>
                  <a:lnTo>
                    <a:pt x="38400" y="6772"/>
                  </a:lnTo>
                  <a:lnTo>
                    <a:pt x="36773" y="6318"/>
                  </a:lnTo>
                  <a:lnTo>
                    <a:pt x="35184" y="5826"/>
                  </a:lnTo>
                  <a:lnTo>
                    <a:pt x="33671" y="5259"/>
                  </a:lnTo>
                  <a:lnTo>
                    <a:pt x="32158" y="4691"/>
                  </a:lnTo>
                  <a:lnTo>
                    <a:pt x="30644" y="4086"/>
                  </a:lnTo>
                  <a:lnTo>
                    <a:pt x="27656" y="2913"/>
                  </a:lnTo>
                  <a:lnTo>
                    <a:pt x="26067" y="2308"/>
                  </a:lnTo>
                  <a:lnTo>
                    <a:pt x="24478" y="1778"/>
                  </a:lnTo>
                  <a:lnTo>
                    <a:pt x="22775" y="1287"/>
                  </a:lnTo>
                  <a:lnTo>
                    <a:pt x="21905" y="1060"/>
                  </a:lnTo>
                  <a:lnTo>
                    <a:pt x="21035" y="833"/>
                  </a:lnTo>
                  <a:lnTo>
                    <a:pt x="20089" y="643"/>
                  </a:lnTo>
                  <a:lnTo>
                    <a:pt x="19144" y="492"/>
                  </a:lnTo>
                  <a:lnTo>
                    <a:pt x="18160" y="341"/>
                  </a:lnTo>
                  <a:lnTo>
                    <a:pt x="17176" y="227"/>
                  </a:lnTo>
                  <a:lnTo>
                    <a:pt x="16003" y="114"/>
                  </a:lnTo>
                  <a:lnTo>
                    <a:pt x="14528" y="38"/>
                  </a:lnTo>
                  <a:lnTo>
                    <a:pt x="13393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3070850" y="2121175"/>
              <a:ext cx="131475" cy="687625"/>
            </a:xfrm>
            <a:custGeom>
              <a:rect b="b" l="l" r="r" t="t"/>
              <a:pathLst>
                <a:path extrusionOk="0" h="27505" w="5259">
                  <a:moveTo>
                    <a:pt x="2875" y="1"/>
                  </a:moveTo>
                  <a:lnTo>
                    <a:pt x="0" y="228"/>
                  </a:lnTo>
                  <a:lnTo>
                    <a:pt x="2421" y="27505"/>
                  </a:lnTo>
                  <a:lnTo>
                    <a:pt x="5259" y="27240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5"/>
            <p:cNvSpPr/>
            <p:nvPr/>
          </p:nvSpPr>
          <p:spPr>
            <a:xfrm>
              <a:off x="3131375" y="2802150"/>
              <a:ext cx="70950" cy="50150"/>
            </a:xfrm>
            <a:custGeom>
              <a:rect b="b" l="l" r="r" t="t"/>
              <a:pathLst>
                <a:path extrusionOk="0" h="2006" w="2838">
                  <a:moveTo>
                    <a:pt x="2838" y="1"/>
                  </a:moveTo>
                  <a:lnTo>
                    <a:pt x="0" y="266"/>
                  </a:lnTo>
                  <a:lnTo>
                    <a:pt x="1211" y="2006"/>
                  </a:lnTo>
                  <a:lnTo>
                    <a:pt x="1514" y="1930"/>
                  </a:lnTo>
                  <a:lnTo>
                    <a:pt x="2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5"/>
            <p:cNvSpPr/>
            <p:nvPr/>
          </p:nvSpPr>
          <p:spPr>
            <a:xfrm>
              <a:off x="3710200" y="1785425"/>
              <a:ext cx="201475" cy="685725"/>
            </a:xfrm>
            <a:custGeom>
              <a:rect b="b" l="l" r="r" t="t"/>
              <a:pathLst>
                <a:path extrusionOk="0" h="27429" w="8059">
                  <a:moveTo>
                    <a:pt x="5259" y="1"/>
                  </a:moveTo>
                  <a:lnTo>
                    <a:pt x="0" y="26861"/>
                  </a:lnTo>
                  <a:lnTo>
                    <a:pt x="2838" y="27429"/>
                  </a:lnTo>
                  <a:lnTo>
                    <a:pt x="8058" y="568"/>
                  </a:lnTo>
                  <a:lnTo>
                    <a:pt x="52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3841650" y="1748550"/>
              <a:ext cx="70025" cy="51100"/>
            </a:xfrm>
            <a:custGeom>
              <a:rect b="b" l="l" r="r" t="t"/>
              <a:pathLst>
                <a:path extrusionOk="0" h="2044" w="2801">
                  <a:moveTo>
                    <a:pt x="1779" y="0"/>
                  </a:moveTo>
                  <a:lnTo>
                    <a:pt x="1" y="1476"/>
                  </a:lnTo>
                  <a:lnTo>
                    <a:pt x="2800" y="2043"/>
                  </a:lnTo>
                  <a:lnTo>
                    <a:pt x="20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5"/>
            <p:cNvSpPr/>
            <p:nvPr/>
          </p:nvSpPr>
          <p:spPr>
            <a:xfrm>
              <a:off x="3656275" y="1701250"/>
              <a:ext cx="108800" cy="687625"/>
            </a:xfrm>
            <a:custGeom>
              <a:rect b="b" l="l" r="r" t="t"/>
              <a:pathLst>
                <a:path extrusionOk="0" h="27505" w="4352">
                  <a:moveTo>
                    <a:pt x="1476" y="1"/>
                  </a:moveTo>
                  <a:lnTo>
                    <a:pt x="1" y="27353"/>
                  </a:lnTo>
                  <a:lnTo>
                    <a:pt x="2838" y="27504"/>
                  </a:lnTo>
                  <a:lnTo>
                    <a:pt x="4352" y="190"/>
                  </a:lnTo>
                  <a:lnTo>
                    <a:pt x="14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5"/>
            <p:cNvSpPr/>
            <p:nvPr/>
          </p:nvSpPr>
          <p:spPr>
            <a:xfrm>
              <a:off x="3693175" y="1657750"/>
              <a:ext cx="71900" cy="48250"/>
            </a:xfrm>
            <a:custGeom>
              <a:rect b="b" l="l" r="r" t="t"/>
              <a:pathLst>
                <a:path extrusionOk="0" h="1930" w="2876">
                  <a:moveTo>
                    <a:pt x="1892" y="0"/>
                  </a:moveTo>
                  <a:lnTo>
                    <a:pt x="1589" y="38"/>
                  </a:lnTo>
                  <a:lnTo>
                    <a:pt x="0" y="1741"/>
                  </a:lnTo>
                  <a:lnTo>
                    <a:pt x="2876" y="1930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3494550" y="1806250"/>
              <a:ext cx="118250" cy="687600"/>
            </a:xfrm>
            <a:custGeom>
              <a:rect b="b" l="l" r="r" t="t"/>
              <a:pathLst>
                <a:path extrusionOk="0" h="27504" w="4730">
                  <a:moveTo>
                    <a:pt x="2876" y="0"/>
                  </a:moveTo>
                  <a:lnTo>
                    <a:pt x="1" y="189"/>
                  </a:lnTo>
                  <a:lnTo>
                    <a:pt x="1892" y="27504"/>
                  </a:lnTo>
                  <a:lnTo>
                    <a:pt x="4730" y="27277"/>
                  </a:lnTo>
                  <a:lnTo>
                    <a:pt x="28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5"/>
            <p:cNvSpPr/>
            <p:nvPr/>
          </p:nvSpPr>
          <p:spPr>
            <a:xfrm>
              <a:off x="3494550" y="1761775"/>
              <a:ext cx="71900" cy="49225"/>
            </a:xfrm>
            <a:custGeom>
              <a:rect b="b" l="l" r="r" t="t"/>
              <a:pathLst>
                <a:path extrusionOk="0" h="1969" w="2876">
                  <a:moveTo>
                    <a:pt x="1665" y="1"/>
                  </a:moveTo>
                  <a:lnTo>
                    <a:pt x="1363" y="77"/>
                  </a:lnTo>
                  <a:lnTo>
                    <a:pt x="1" y="1968"/>
                  </a:lnTo>
                  <a:lnTo>
                    <a:pt x="2876" y="1779"/>
                  </a:lnTo>
                  <a:lnTo>
                    <a:pt x="16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5"/>
            <p:cNvSpPr/>
            <p:nvPr/>
          </p:nvSpPr>
          <p:spPr>
            <a:xfrm>
              <a:off x="2626325" y="875575"/>
              <a:ext cx="1378975" cy="1723275"/>
            </a:xfrm>
            <a:custGeom>
              <a:rect b="b" l="l" r="r" t="t"/>
              <a:pathLst>
                <a:path extrusionOk="0" h="68931" w="55159">
                  <a:moveTo>
                    <a:pt x="22699" y="1"/>
                  </a:moveTo>
                  <a:lnTo>
                    <a:pt x="21791" y="757"/>
                  </a:lnTo>
                  <a:lnTo>
                    <a:pt x="20845" y="1665"/>
                  </a:lnTo>
                  <a:lnTo>
                    <a:pt x="19786" y="2649"/>
                  </a:lnTo>
                  <a:lnTo>
                    <a:pt x="18689" y="3708"/>
                  </a:lnTo>
                  <a:lnTo>
                    <a:pt x="17554" y="4919"/>
                  </a:lnTo>
                  <a:lnTo>
                    <a:pt x="16343" y="6205"/>
                  </a:lnTo>
                  <a:lnTo>
                    <a:pt x="15133" y="7605"/>
                  </a:lnTo>
                  <a:lnTo>
                    <a:pt x="13884" y="9156"/>
                  </a:lnTo>
                  <a:lnTo>
                    <a:pt x="12636" y="10783"/>
                  </a:lnTo>
                  <a:lnTo>
                    <a:pt x="11387" y="12523"/>
                  </a:lnTo>
                  <a:lnTo>
                    <a:pt x="10139" y="14377"/>
                  </a:lnTo>
                  <a:lnTo>
                    <a:pt x="8928" y="16344"/>
                  </a:lnTo>
                  <a:lnTo>
                    <a:pt x="8323" y="17365"/>
                  </a:lnTo>
                  <a:lnTo>
                    <a:pt x="7756" y="18425"/>
                  </a:lnTo>
                  <a:lnTo>
                    <a:pt x="7188" y="19522"/>
                  </a:lnTo>
                  <a:lnTo>
                    <a:pt x="6621" y="20619"/>
                  </a:lnTo>
                  <a:lnTo>
                    <a:pt x="6053" y="21792"/>
                  </a:lnTo>
                  <a:lnTo>
                    <a:pt x="5524" y="22964"/>
                  </a:lnTo>
                  <a:lnTo>
                    <a:pt x="5032" y="24137"/>
                  </a:lnTo>
                  <a:lnTo>
                    <a:pt x="4502" y="25386"/>
                  </a:lnTo>
                  <a:lnTo>
                    <a:pt x="3745" y="27466"/>
                  </a:lnTo>
                  <a:lnTo>
                    <a:pt x="3027" y="29509"/>
                  </a:lnTo>
                  <a:lnTo>
                    <a:pt x="2459" y="31514"/>
                  </a:lnTo>
                  <a:lnTo>
                    <a:pt x="1930" y="33444"/>
                  </a:lnTo>
                  <a:lnTo>
                    <a:pt x="1476" y="35373"/>
                  </a:lnTo>
                  <a:lnTo>
                    <a:pt x="1097" y="37227"/>
                  </a:lnTo>
                  <a:lnTo>
                    <a:pt x="795" y="39043"/>
                  </a:lnTo>
                  <a:lnTo>
                    <a:pt x="530" y="40783"/>
                  </a:lnTo>
                  <a:lnTo>
                    <a:pt x="341" y="42448"/>
                  </a:lnTo>
                  <a:lnTo>
                    <a:pt x="227" y="44075"/>
                  </a:lnTo>
                  <a:lnTo>
                    <a:pt x="114" y="45626"/>
                  </a:lnTo>
                  <a:lnTo>
                    <a:pt x="38" y="47101"/>
                  </a:lnTo>
                  <a:lnTo>
                    <a:pt x="0" y="48463"/>
                  </a:lnTo>
                  <a:lnTo>
                    <a:pt x="38" y="49749"/>
                  </a:lnTo>
                  <a:lnTo>
                    <a:pt x="76" y="52095"/>
                  </a:lnTo>
                  <a:lnTo>
                    <a:pt x="24364" y="68930"/>
                  </a:lnTo>
                  <a:lnTo>
                    <a:pt x="24477" y="67303"/>
                  </a:lnTo>
                  <a:lnTo>
                    <a:pt x="24591" y="65601"/>
                  </a:lnTo>
                  <a:lnTo>
                    <a:pt x="24780" y="63785"/>
                  </a:lnTo>
                  <a:lnTo>
                    <a:pt x="25045" y="61855"/>
                  </a:lnTo>
                  <a:lnTo>
                    <a:pt x="25310" y="59850"/>
                  </a:lnTo>
                  <a:lnTo>
                    <a:pt x="25650" y="57732"/>
                  </a:lnTo>
                  <a:lnTo>
                    <a:pt x="26066" y="55500"/>
                  </a:lnTo>
                  <a:lnTo>
                    <a:pt x="26558" y="53230"/>
                  </a:lnTo>
                  <a:lnTo>
                    <a:pt x="27125" y="50846"/>
                  </a:lnTo>
                  <a:lnTo>
                    <a:pt x="27769" y="48425"/>
                  </a:lnTo>
                  <a:lnTo>
                    <a:pt x="28487" y="45890"/>
                  </a:lnTo>
                  <a:lnTo>
                    <a:pt x="29320" y="43318"/>
                  </a:lnTo>
                  <a:lnTo>
                    <a:pt x="30265" y="40708"/>
                  </a:lnTo>
                  <a:lnTo>
                    <a:pt x="31287" y="38021"/>
                  </a:lnTo>
                  <a:lnTo>
                    <a:pt x="32422" y="35298"/>
                  </a:lnTo>
                  <a:lnTo>
                    <a:pt x="33027" y="33936"/>
                  </a:lnTo>
                  <a:lnTo>
                    <a:pt x="33670" y="32536"/>
                  </a:lnTo>
                  <a:lnTo>
                    <a:pt x="34957" y="29925"/>
                  </a:lnTo>
                  <a:lnTo>
                    <a:pt x="36319" y="27391"/>
                  </a:lnTo>
                  <a:lnTo>
                    <a:pt x="37681" y="24970"/>
                  </a:lnTo>
                  <a:lnTo>
                    <a:pt x="39080" y="22662"/>
                  </a:lnTo>
                  <a:lnTo>
                    <a:pt x="40480" y="20468"/>
                  </a:lnTo>
                  <a:lnTo>
                    <a:pt x="41918" y="18387"/>
                  </a:lnTo>
                  <a:lnTo>
                    <a:pt x="43317" y="16382"/>
                  </a:lnTo>
                  <a:lnTo>
                    <a:pt x="44755" y="14490"/>
                  </a:lnTo>
                  <a:lnTo>
                    <a:pt x="46193" y="12712"/>
                  </a:lnTo>
                  <a:lnTo>
                    <a:pt x="47555" y="11010"/>
                  </a:lnTo>
                  <a:lnTo>
                    <a:pt x="48954" y="9421"/>
                  </a:lnTo>
                  <a:lnTo>
                    <a:pt x="50278" y="7945"/>
                  </a:lnTo>
                  <a:lnTo>
                    <a:pt x="51603" y="6583"/>
                  </a:lnTo>
                  <a:lnTo>
                    <a:pt x="52851" y="5297"/>
                  </a:lnTo>
                  <a:lnTo>
                    <a:pt x="54024" y="4086"/>
                  </a:lnTo>
                  <a:lnTo>
                    <a:pt x="55159" y="2989"/>
                  </a:lnTo>
                  <a:lnTo>
                    <a:pt x="226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5"/>
            <p:cNvSpPr/>
            <p:nvPr/>
          </p:nvSpPr>
          <p:spPr>
            <a:xfrm>
              <a:off x="2209225" y="3649600"/>
              <a:ext cx="683825" cy="1403575"/>
            </a:xfrm>
            <a:custGeom>
              <a:rect b="b" l="l" r="r" t="t"/>
              <a:pathLst>
                <a:path extrusionOk="0" h="56143" w="27353">
                  <a:moveTo>
                    <a:pt x="12560" y="0"/>
                  </a:moveTo>
                  <a:lnTo>
                    <a:pt x="6394" y="4275"/>
                  </a:lnTo>
                  <a:lnTo>
                    <a:pt x="303" y="8588"/>
                  </a:lnTo>
                  <a:lnTo>
                    <a:pt x="114" y="10177"/>
                  </a:lnTo>
                  <a:lnTo>
                    <a:pt x="0" y="11955"/>
                  </a:lnTo>
                  <a:lnTo>
                    <a:pt x="0" y="12901"/>
                  </a:lnTo>
                  <a:lnTo>
                    <a:pt x="0" y="13922"/>
                  </a:lnTo>
                  <a:lnTo>
                    <a:pt x="0" y="14944"/>
                  </a:lnTo>
                  <a:lnTo>
                    <a:pt x="76" y="16003"/>
                  </a:lnTo>
                  <a:lnTo>
                    <a:pt x="152" y="17100"/>
                  </a:lnTo>
                  <a:lnTo>
                    <a:pt x="265" y="18235"/>
                  </a:lnTo>
                  <a:lnTo>
                    <a:pt x="454" y="19408"/>
                  </a:lnTo>
                  <a:lnTo>
                    <a:pt x="643" y="20581"/>
                  </a:lnTo>
                  <a:lnTo>
                    <a:pt x="908" y="21753"/>
                  </a:lnTo>
                  <a:lnTo>
                    <a:pt x="1211" y="23002"/>
                  </a:lnTo>
                  <a:lnTo>
                    <a:pt x="1589" y="24212"/>
                  </a:lnTo>
                  <a:lnTo>
                    <a:pt x="2005" y="25461"/>
                  </a:lnTo>
                  <a:lnTo>
                    <a:pt x="2422" y="26520"/>
                  </a:lnTo>
                  <a:lnTo>
                    <a:pt x="2838" y="27504"/>
                  </a:lnTo>
                  <a:lnTo>
                    <a:pt x="3292" y="28487"/>
                  </a:lnTo>
                  <a:lnTo>
                    <a:pt x="3859" y="29509"/>
                  </a:lnTo>
                  <a:lnTo>
                    <a:pt x="4464" y="30606"/>
                  </a:lnTo>
                  <a:lnTo>
                    <a:pt x="5183" y="31741"/>
                  </a:lnTo>
                  <a:lnTo>
                    <a:pt x="6016" y="33027"/>
                  </a:lnTo>
                  <a:lnTo>
                    <a:pt x="6961" y="34465"/>
                  </a:lnTo>
                  <a:lnTo>
                    <a:pt x="9572" y="38248"/>
                  </a:lnTo>
                  <a:lnTo>
                    <a:pt x="10139" y="39042"/>
                  </a:lnTo>
                  <a:lnTo>
                    <a:pt x="15814" y="47025"/>
                  </a:lnTo>
                  <a:lnTo>
                    <a:pt x="18992" y="51451"/>
                  </a:lnTo>
                  <a:lnTo>
                    <a:pt x="22397" y="56142"/>
                  </a:lnTo>
                  <a:lnTo>
                    <a:pt x="24894" y="54970"/>
                  </a:lnTo>
                  <a:lnTo>
                    <a:pt x="27353" y="53759"/>
                  </a:lnTo>
                  <a:lnTo>
                    <a:pt x="24515" y="43393"/>
                  </a:lnTo>
                  <a:lnTo>
                    <a:pt x="21640" y="32989"/>
                  </a:lnTo>
                  <a:lnTo>
                    <a:pt x="12560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5"/>
            <p:cNvSpPr/>
            <p:nvPr/>
          </p:nvSpPr>
          <p:spPr>
            <a:xfrm>
              <a:off x="2527000" y="4622800"/>
              <a:ext cx="793550" cy="705600"/>
            </a:xfrm>
            <a:custGeom>
              <a:rect b="b" l="l" r="r" t="t"/>
              <a:pathLst>
                <a:path extrusionOk="0" h="28224" w="31742">
                  <a:moveTo>
                    <a:pt x="11161" y="1"/>
                  </a:moveTo>
                  <a:lnTo>
                    <a:pt x="1" y="5638"/>
                  </a:lnTo>
                  <a:lnTo>
                    <a:pt x="2460" y="10329"/>
                  </a:lnTo>
                  <a:lnTo>
                    <a:pt x="4465" y="14301"/>
                  </a:lnTo>
                  <a:lnTo>
                    <a:pt x="5070" y="15550"/>
                  </a:lnTo>
                  <a:lnTo>
                    <a:pt x="5486" y="16458"/>
                  </a:lnTo>
                  <a:lnTo>
                    <a:pt x="5600" y="16836"/>
                  </a:lnTo>
                  <a:lnTo>
                    <a:pt x="5713" y="17177"/>
                  </a:lnTo>
                  <a:lnTo>
                    <a:pt x="5751" y="17555"/>
                  </a:lnTo>
                  <a:lnTo>
                    <a:pt x="5789" y="17933"/>
                  </a:lnTo>
                  <a:lnTo>
                    <a:pt x="5789" y="18501"/>
                  </a:lnTo>
                  <a:lnTo>
                    <a:pt x="5751" y="19068"/>
                  </a:lnTo>
                  <a:lnTo>
                    <a:pt x="5638" y="19560"/>
                  </a:lnTo>
                  <a:lnTo>
                    <a:pt x="5524" y="20052"/>
                  </a:lnTo>
                  <a:lnTo>
                    <a:pt x="5373" y="20506"/>
                  </a:lnTo>
                  <a:lnTo>
                    <a:pt x="5184" y="20960"/>
                  </a:lnTo>
                  <a:lnTo>
                    <a:pt x="4768" y="21792"/>
                  </a:lnTo>
                  <a:lnTo>
                    <a:pt x="4389" y="22586"/>
                  </a:lnTo>
                  <a:lnTo>
                    <a:pt x="4238" y="23003"/>
                  </a:lnTo>
                  <a:lnTo>
                    <a:pt x="4087" y="23381"/>
                  </a:lnTo>
                  <a:lnTo>
                    <a:pt x="4011" y="23797"/>
                  </a:lnTo>
                  <a:lnTo>
                    <a:pt x="3935" y="24213"/>
                  </a:lnTo>
                  <a:lnTo>
                    <a:pt x="3973" y="24629"/>
                  </a:lnTo>
                  <a:lnTo>
                    <a:pt x="4049" y="25083"/>
                  </a:lnTo>
                  <a:lnTo>
                    <a:pt x="4162" y="25537"/>
                  </a:lnTo>
                  <a:lnTo>
                    <a:pt x="4389" y="25991"/>
                  </a:lnTo>
                  <a:lnTo>
                    <a:pt x="4654" y="26408"/>
                  </a:lnTo>
                  <a:lnTo>
                    <a:pt x="4995" y="26824"/>
                  </a:lnTo>
                  <a:lnTo>
                    <a:pt x="5373" y="27202"/>
                  </a:lnTo>
                  <a:lnTo>
                    <a:pt x="5789" y="27542"/>
                  </a:lnTo>
                  <a:lnTo>
                    <a:pt x="6281" y="27883"/>
                  </a:lnTo>
                  <a:lnTo>
                    <a:pt x="6810" y="28223"/>
                  </a:lnTo>
                  <a:lnTo>
                    <a:pt x="31477" y="19636"/>
                  </a:lnTo>
                  <a:lnTo>
                    <a:pt x="31590" y="19219"/>
                  </a:lnTo>
                  <a:lnTo>
                    <a:pt x="31666" y="18803"/>
                  </a:lnTo>
                  <a:lnTo>
                    <a:pt x="31704" y="18349"/>
                  </a:lnTo>
                  <a:lnTo>
                    <a:pt x="31742" y="17895"/>
                  </a:lnTo>
                  <a:lnTo>
                    <a:pt x="31704" y="17441"/>
                  </a:lnTo>
                  <a:lnTo>
                    <a:pt x="31628" y="16950"/>
                  </a:lnTo>
                  <a:lnTo>
                    <a:pt x="31477" y="16496"/>
                  </a:lnTo>
                  <a:lnTo>
                    <a:pt x="31288" y="16042"/>
                  </a:lnTo>
                  <a:lnTo>
                    <a:pt x="31136" y="15815"/>
                  </a:lnTo>
                  <a:lnTo>
                    <a:pt x="30947" y="15625"/>
                  </a:lnTo>
                  <a:lnTo>
                    <a:pt x="30796" y="15398"/>
                  </a:lnTo>
                  <a:lnTo>
                    <a:pt x="30607" y="15247"/>
                  </a:lnTo>
                  <a:lnTo>
                    <a:pt x="30153" y="14907"/>
                  </a:lnTo>
                  <a:lnTo>
                    <a:pt x="29699" y="14680"/>
                  </a:lnTo>
                  <a:lnTo>
                    <a:pt x="29169" y="14453"/>
                  </a:lnTo>
                  <a:lnTo>
                    <a:pt x="28602" y="14301"/>
                  </a:lnTo>
                  <a:lnTo>
                    <a:pt x="27996" y="14150"/>
                  </a:lnTo>
                  <a:lnTo>
                    <a:pt x="27353" y="14037"/>
                  </a:lnTo>
                  <a:lnTo>
                    <a:pt x="26029" y="13885"/>
                  </a:lnTo>
                  <a:lnTo>
                    <a:pt x="24667" y="13734"/>
                  </a:lnTo>
                  <a:lnTo>
                    <a:pt x="23305" y="13545"/>
                  </a:lnTo>
                  <a:lnTo>
                    <a:pt x="22624" y="13393"/>
                  </a:lnTo>
                  <a:lnTo>
                    <a:pt x="21981" y="13242"/>
                  </a:lnTo>
                  <a:lnTo>
                    <a:pt x="21376" y="13053"/>
                  </a:lnTo>
                  <a:lnTo>
                    <a:pt x="20770" y="12788"/>
                  </a:lnTo>
                  <a:lnTo>
                    <a:pt x="20127" y="12485"/>
                  </a:lnTo>
                  <a:lnTo>
                    <a:pt x="19446" y="12107"/>
                  </a:lnTo>
                  <a:lnTo>
                    <a:pt x="18803" y="11653"/>
                  </a:lnTo>
                  <a:lnTo>
                    <a:pt x="18122" y="11123"/>
                  </a:lnTo>
                  <a:lnTo>
                    <a:pt x="17403" y="10518"/>
                  </a:lnTo>
                  <a:lnTo>
                    <a:pt x="16722" y="9799"/>
                  </a:lnTo>
                  <a:lnTo>
                    <a:pt x="16004" y="9005"/>
                  </a:lnTo>
                  <a:lnTo>
                    <a:pt x="15285" y="8097"/>
                  </a:lnTo>
                  <a:lnTo>
                    <a:pt x="14604" y="7075"/>
                  </a:lnTo>
                  <a:lnTo>
                    <a:pt x="13885" y="5903"/>
                  </a:lnTo>
                  <a:lnTo>
                    <a:pt x="13204" y="4654"/>
                  </a:lnTo>
                  <a:lnTo>
                    <a:pt x="12523" y="3254"/>
                  </a:lnTo>
                  <a:lnTo>
                    <a:pt x="11842" y="1703"/>
                  </a:lnTo>
                  <a:lnTo>
                    <a:pt x="1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5"/>
            <p:cNvSpPr/>
            <p:nvPr/>
          </p:nvSpPr>
          <p:spPr>
            <a:xfrm>
              <a:off x="2383250" y="4474325"/>
              <a:ext cx="367000" cy="131475"/>
            </a:xfrm>
            <a:custGeom>
              <a:rect b="b" l="l" r="r" t="t"/>
              <a:pathLst>
                <a:path extrusionOk="0" h="5259" w="14680">
                  <a:moveTo>
                    <a:pt x="14679" y="0"/>
                  </a:moveTo>
                  <a:lnTo>
                    <a:pt x="9118" y="568"/>
                  </a:lnTo>
                  <a:lnTo>
                    <a:pt x="3519" y="1097"/>
                  </a:lnTo>
                  <a:lnTo>
                    <a:pt x="0" y="1476"/>
                  </a:lnTo>
                  <a:lnTo>
                    <a:pt x="2611" y="5259"/>
                  </a:lnTo>
                  <a:lnTo>
                    <a:pt x="14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2107075" y="4001425"/>
              <a:ext cx="656400" cy="558050"/>
            </a:xfrm>
            <a:custGeom>
              <a:rect b="b" l="l" r="r" t="t"/>
              <a:pathLst>
                <a:path extrusionOk="0" h="22322" w="26256">
                  <a:moveTo>
                    <a:pt x="24364" y="0"/>
                  </a:moveTo>
                  <a:lnTo>
                    <a:pt x="0" y="908"/>
                  </a:lnTo>
                  <a:lnTo>
                    <a:pt x="7453" y="22321"/>
                  </a:lnTo>
                  <a:lnTo>
                    <a:pt x="26256" y="18803"/>
                  </a:lnTo>
                  <a:lnTo>
                    <a:pt x="243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5"/>
            <p:cNvSpPr/>
            <p:nvPr/>
          </p:nvSpPr>
          <p:spPr>
            <a:xfrm>
              <a:off x="4008125" y="2123075"/>
              <a:ext cx="270525" cy="675325"/>
            </a:xfrm>
            <a:custGeom>
              <a:rect b="b" l="l" r="r" t="t"/>
              <a:pathLst>
                <a:path extrusionOk="0" h="27013" w="10821">
                  <a:moveTo>
                    <a:pt x="8096" y="1"/>
                  </a:moveTo>
                  <a:lnTo>
                    <a:pt x="0" y="26180"/>
                  </a:lnTo>
                  <a:lnTo>
                    <a:pt x="2762" y="27013"/>
                  </a:lnTo>
                  <a:lnTo>
                    <a:pt x="10820" y="871"/>
                  </a:lnTo>
                  <a:lnTo>
                    <a:pt x="80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5"/>
            <p:cNvSpPr/>
            <p:nvPr/>
          </p:nvSpPr>
          <p:spPr>
            <a:xfrm>
              <a:off x="4008125" y="2777575"/>
              <a:ext cx="69050" cy="52975"/>
            </a:xfrm>
            <a:custGeom>
              <a:rect b="b" l="l" r="r" t="t"/>
              <a:pathLst>
                <a:path extrusionOk="0" h="2119" w="2762">
                  <a:moveTo>
                    <a:pt x="0" y="0"/>
                  </a:moveTo>
                  <a:lnTo>
                    <a:pt x="492" y="2081"/>
                  </a:lnTo>
                  <a:lnTo>
                    <a:pt x="795" y="2119"/>
                  </a:lnTo>
                  <a:lnTo>
                    <a:pt x="2762" y="8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5"/>
            <p:cNvSpPr/>
            <p:nvPr/>
          </p:nvSpPr>
          <p:spPr>
            <a:xfrm>
              <a:off x="3954200" y="2441800"/>
              <a:ext cx="378350" cy="283775"/>
            </a:xfrm>
            <a:custGeom>
              <a:rect b="b" l="l" r="r" t="t"/>
              <a:pathLst>
                <a:path extrusionOk="0" h="11351" w="15134">
                  <a:moveTo>
                    <a:pt x="4238" y="1"/>
                  </a:moveTo>
                  <a:lnTo>
                    <a:pt x="3935" y="39"/>
                  </a:lnTo>
                  <a:lnTo>
                    <a:pt x="3633" y="114"/>
                  </a:lnTo>
                  <a:lnTo>
                    <a:pt x="3368" y="190"/>
                  </a:lnTo>
                  <a:lnTo>
                    <a:pt x="3103" y="304"/>
                  </a:lnTo>
                  <a:lnTo>
                    <a:pt x="2876" y="417"/>
                  </a:lnTo>
                  <a:lnTo>
                    <a:pt x="2498" y="682"/>
                  </a:lnTo>
                  <a:lnTo>
                    <a:pt x="2309" y="871"/>
                  </a:lnTo>
                  <a:lnTo>
                    <a:pt x="2119" y="1060"/>
                  </a:lnTo>
                  <a:lnTo>
                    <a:pt x="1930" y="1287"/>
                  </a:lnTo>
                  <a:lnTo>
                    <a:pt x="1779" y="1552"/>
                  </a:lnTo>
                  <a:lnTo>
                    <a:pt x="1590" y="1855"/>
                  </a:lnTo>
                  <a:lnTo>
                    <a:pt x="1438" y="2233"/>
                  </a:lnTo>
                  <a:lnTo>
                    <a:pt x="1" y="10443"/>
                  </a:lnTo>
                  <a:lnTo>
                    <a:pt x="9307" y="11350"/>
                  </a:lnTo>
                  <a:lnTo>
                    <a:pt x="15134" y="6546"/>
                  </a:lnTo>
                  <a:lnTo>
                    <a:pt x="14226" y="5600"/>
                  </a:lnTo>
                  <a:lnTo>
                    <a:pt x="13318" y="4730"/>
                  </a:lnTo>
                  <a:lnTo>
                    <a:pt x="12447" y="3935"/>
                  </a:lnTo>
                  <a:lnTo>
                    <a:pt x="11540" y="3179"/>
                  </a:lnTo>
                  <a:lnTo>
                    <a:pt x="10669" y="2536"/>
                  </a:lnTo>
                  <a:lnTo>
                    <a:pt x="9837" y="1930"/>
                  </a:lnTo>
                  <a:lnTo>
                    <a:pt x="8967" y="1401"/>
                  </a:lnTo>
                  <a:lnTo>
                    <a:pt x="8172" y="985"/>
                  </a:lnTo>
                  <a:lnTo>
                    <a:pt x="7378" y="606"/>
                  </a:lnTo>
                  <a:lnTo>
                    <a:pt x="6584" y="341"/>
                  </a:lnTo>
                  <a:lnTo>
                    <a:pt x="5865" y="114"/>
                  </a:lnTo>
                  <a:lnTo>
                    <a:pt x="5184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5117525" y="3883200"/>
              <a:ext cx="933525" cy="1239025"/>
            </a:xfrm>
            <a:custGeom>
              <a:rect b="b" l="l" r="r" t="t"/>
              <a:pathLst>
                <a:path extrusionOk="0" h="49561" w="37341">
                  <a:moveTo>
                    <a:pt x="14415" y="1"/>
                  </a:moveTo>
                  <a:lnTo>
                    <a:pt x="1" y="4124"/>
                  </a:lnTo>
                  <a:lnTo>
                    <a:pt x="32309" y="49560"/>
                  </a:lnTo>
                  <a:lnTo>
                    <a:pt x="37341" y="47215"/>
                  </a:lnTo>
                  <a:lnTo>
                    <a:pt x="35828" y="41615"/>
                  </a:lnTo>
                  <a:lnTo>
                    <a:pt x="34428" y="36357"/>
                  </a:lnTo>
                  <a:lnTo>
                    <a:pt x="31780" y="26937"/>
                  </a:lnTo>
                  <a:lnTo>
                    <a:pt x="30947" y="23948"/>
                  </a:lnTo>
                  <a:lnTo>
                    <a:pt x="30228" y="21451"/>
                  </a:lnTo>
                  <a:lnTo>
                    <a:pt x="29585" y="19333"/>
                  </a:lnTo>
                  <a:lnTo>
                    <a:pt x="28980" y="17554"/>
                  </a:lnTo>
                  <a:lnTo>
                    <a:pt x="28375" y="16003"/>
                  </a:lnTo>
                  <a:lnTo>
                    <a:pt x="27807" y="14604"/>
                  </a:lnTo>
                  <a:lnTo>
                    <a:pt x="27164" y="13317"/>
                  </a:lnTo>
                  <a:lnTo>
                    <a:pt x="26407" y="12069"/>
                  </a:lnTo>
                  <a:lnTo>
                    <a:pt x="25726" y="10934"/>
                  </a:lnTo>
                  <a:lnTo>
                    <a:pt x="24970" y="9875"/>
                  </a:lnTo>
                  <a:lnTo>
                    <a:pt x="24251" y="8853"/>
                  </a:lnTo>
                  <a:lnTo>
                    <a:pt x="23457" y="7907"/>
                  </a:lnTo>
                  <a:lnTo>
                    <a:pt x="22700" y="6999"/>
                  </a:lnTo>
                  <a:lnTo>
                    <a:pt x="21905" y="6129"/>
                  </a:lnTo>
                  <a:lnTo>
                    <a:pt x="21111" y="5297"/>
                  </a:lnTo>
                  <a:lnTo>
                    <a:pt x="20317" y="4540"/>
                  </a:lnTo>
                  <a:lnTo>
                    <a:pt x="19522" y="3822"/>
                  </a:lnTo>
                  <a:lnTo>
                    <a:pt x="18728" y="3178"/>
                  </a:lnTo>
                  <a:lnTo>
                    <a:pt x="17971" y="2535"/>
                  </a:lnTo>
                  <a:lnTo>
                    <a:pt x="17214" y="1968"/>
                  </a:lnTo>
                  <a:lnTo>
                    <a:pt x="15739" y="908"/>
                  </a:lnTo>
                  <a:lnTo>
                    <a:pt x="144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5551650" y="4428925"/>
              <a:ext cx="709375" cy="1047950"/>
            </a:xfrm>
            <a:custGeom>
              <a:rect b="b" l="l" r="r" t="t"/>
              <a:pathLst>
                <a:path extrusionOk="0" h="41918" w="28375">
                  <a:moveTo>
                    <a:pt x="13582" y="0"/>
                  </a:moveTo>
                  <a:lnTo>
                    <a:pt x="1" y="7529"/>
                  </a:lnTo>
                  <a:lnTo>
                    <a:pt x="1930" y="10102"/>
                  </a:lnTo>
                  <a:lnTo>
                    <a:pt x="3595" y="12485"/>
                  </a:lnTo>
                  <a:lnTo>
                    <a:pt x="4351" y="13620"/>
                  </a:lnTo>
                  <a:lnTo>
                    <a:pt x="5070" y="14717"/>
                  </a:lnTo>
                  <a:lnTo>
                    <a:pt x="5713" y="15738"/>
                  </a:lnTo>
                  <a:lnTo>
                    <a:pt x="6319" y="16760"/>
                  </a:lnTo>
                  <a:lnTo>
                    <a:pt x="6886" y="17744"/>
                  </a:lnTo>
                  <a:lnTo>
                    <a:pt x="7378" y="18689"/>
                  </a:lnTo>
                  <a:lnTo>
                    <a:pt x="7870" y="19597"/>
                  </a:lnTo>
                  <a:lnTo>
                    <a:pt x="8286" y="20467"/>
                  </a:lnTo>
                  <a:lnTo>
                    <a:pt x="8664" y="21300"/>
                  </a:lnTo>
                  <a:lnTo>
                    <a:pt x="8967" y="22132"/>
                  </a:lnTo>
                  <a:lnTo>
                    <a:pt x="9269" y="22889"/>
                  </a:lnTo>
                  <a:lnTo>
                    <a:pt x="9534" y="23645"/>
                  </a:lnTo>
                  <a:lnTo>
                    <a:pt x="9723" y="24326"/>
                  </a:lnTo>
                  <a:lnTo>
                    <a:pt x="9913" y="25007"/>
                  </a:lnTo>
                  <a:lnTo>
                    <a:pt x="10064" y="25650"/>
                  </a:lnTo>
                  <a:lnTo>
                    <a:pt x="10177" y="26293"/>
                  </a:lnTo>
                  <a:lnTo>
                    <a:pt x="10253" y="26899"/>
                  </a:lnTo>
                  <a:lnTo>
                    <a:pt x="10291" y="27466"/>
                  </a:lnTo>
                  <a:lnTo>
                    <a:pt x="10329" y="27996"/>
                  </a:lnTo>
                  <a:lnTo>
                    <a:pt x="10329" y="28488"/>
                  </a:lnTo>
                  <a:lnTo>
                    <a:pt x="10291" y="28980"/>
                  </a:lnTo>
                  <a:lnTo>
                    <a:pt x="10215" y="29471"/>
                  </a:lnTo>
                  <a:lnTo>
                    <a:pt x="10140" y="29888"/>
                  </a:lnTo>
                  <a:lnTo>
                    <a:pt x="10064" y="30304"/>
                  </a:lnTo>
                  <a:lnTo>
                    <a:pt x="9913" y="30720"/>
                  </a:lnTo>
                  <a:lnTo>
                    <a:pt x="9799" y="31098"/>
                  </a:lnTo>
                  <a:lnTo>
                    <a:pt x="9610" y="31439"/>
                  </a:lnTo>
                  <a:lnTo>
                    <a:pt x="9459" y="31779"/>
                  </a:lnTo>
                  <a:lnTo>
                    <a:pt x="8929" y="32611"/>
                  </a:lnTo>
                  <a:lnTo>
                    <a:pt x="8324" y="33519"/>
                  </a:lnTo>
                  <a:lnTo>
                    <a:pt x="7643" y="34503"/>
                  </a:lnTo>
                  <a:lnTo>
                    <a:pt x="6999" y="35524"/>
                  </a:lnTo>
                  <a:lnTo>
                    <a:pt x="6697" y="36054"/>
                  </a:lnTo>
                  <a:lnTo>
                    <a:pt x="6470" y="36584"/>
                  </a:lnTo>
                  <a:lnTo>
                    <a:pt x="6243" y="37113"/>
                  </a:lnTo>
                  <a:lnTo>
                    <a:pt x="6092" y="37681"/>
                  </a:lnTo>
                  <a:lnTo>
                    <a:pt x="6016" y="38210"/>
                  </a:lnTo>
                  <a:lnTo>
                    <a:pt x="5978" y="38740"/>
                  </a:lnTo>
                  <a:lnTo>
                    <a:pt x="6016" y="39232"/>
                  </a:lnTo>
                  <a:lnTo>
                    <a:pt x="6092" y="39497"/>
                  </a:lnTo>
                  <a:lnTo>
                    <a:pt x="6167" y="39762"/>
                  </a:lnTo>
                  <a:lnTo>
                    <a:pt x="6356" y="40140"/>
                  </a:lnTo>
                  <a:lnTo>
                    <a:pt x="6621" y="40518"/>
                  </a:lnTo>
                  <a:lnTo>
                    <a:pt x="6886" y="40821"/>
                  </a:lnTo>
                  <a:lnTo>
                    <a:pt x="7189" y="41124"/>
                  </a:lnTo>
                  <a:lnTo>
                    <a:pt x="7529" y="41351"/>
                  </a:lnTo>
                  <a:lnTo>
                    <a:pt x="7832" y="41578"/>
                  </a:lnTo>
                  <a:lnTo>
                    <a:pt x="8172" y="41729"/>
                  </a:lnTo>
                  <a:lnTo>
                    <a:pt x="8513" y="41918"/>
                  </a:lnTo>
                  <a:lnTo>
                    <a:pt x="28299" y="29736"/>
                  </a:lnTo>
                  <a:lnTo>
                    <a:pt x="28337" y="29207"/>
                  </a:lnTo>
                  <a:lnTo>
                    <a:pt x="28374" y="28677"/>
                  </a:lnTo>
                  <a:lnTo>
                    <a:pt x="28374" y="28185"/>
                  </a:lnTo>
                  <a:lnTo>
                    <a:pt x="28337" y="27693"/>
                  </a:lnTo>
                  <a:lnTo>
                    <a:pt x="28261" y="27239"/>
                  </a:lnTo>
                  <a:lnTo>
                    <a:pt x="28110" y="26823"/>
                  </a:lnTo>
                  <a:lnTo>
                    <a:pt x="27920" y="26445"/>
                  </a:lnTo>
                  <a:lnTo>
                    <a:pt x="27656" y="26067"/>
                  </a:lnTo>
                  <a:lnTo>
                    <a:pt x="27391" y="25764"/>
                  </a:lnTo>
                  <a:lnTo>
                    <a:pt x="27088" y="25499"/>
                  </a:lnTo>
                  <a:lnTo>
                    <a:pt x="26748" y="25272"/>
                  </a:lnTo>
                  <a:lnTo>
                    <a:pt x="26407" y="25121"/>
                  </a:lnTo>
                  <a:lnTo>
                    <a:pt x="26029" y="24969"/>
                  </a:lnTo>
                  <a:lnTo>
                    <a:pt x="25651" y="24856"/>
                  </a:lnTo>
                  <a:lnTo>
                    <a:pt x="24894" y="24667"/>
                  </a:lnTo>
                  <a:lnTo>
                    <a:pt x="24062" y="24478"/>
                  </a:lnTo>
                  <a:lnTo>
                    <a:pt x="23645" y="24364"/>
                  </a:lnTo>
                  <a:lnTo>
                    <a:pt x="23267" y="24251"/>
                  </a:lnTo>
                  <a:lnTo>
                    <a:pt x="22851" y="24061"/>
                  </a:lnTo>
                  <a:lnTo>
                    <a:pt x="22473" y="23834"/>
                  </a:lnTo>
                  <a:lnTo>
                    <a:pt x="22094" y="23570"/>
                  </a:lnTo>
                  <a:lnTo>
                    <a:pt x="21754" y="23267"/>
                  </a:lnTo>
                  <a:lnTo>
                    <a:pt x="21527" y="23002"/>
                  </a:lnTo>
                  <a:lnTo>
                    <a:pt x="21338" y="22775"/>
                  </a:lnTo>
                  <a:lnTo>
                    <a:pt x="21149" y="22510"/>
                  </a:lnTo>
                  <a:lnTo>
                    <a:pt x="20997" y="22208"/>
                  </a:lnTo>
                  <a:lnTo>
                    <a:pt x="20770" y="21678"/>
                  </a:lnTo>
                  <a:lnTo>
                    <a:pt x="20581" y="21111"/>
                  </a:lnTo>
                  <a:lnTo>
                    <a:pt x="20468" y="20581"/>
                  </a:lnTo>
                  <a:lnTo>
                    <a:pt x="20392" y="20089"/>
                  </a:lnTo>
                  <a:lnTo>
                    <a:pt x="20316" y="19219"/>
                  </a:lnTo>
                  <a:lnTo>
                    <a:pt x="20165" y="18008"/>
                  </a:lnTo>
                  <a:lnTo>
                    <a:pt x="20014" y="17290"/>
                  </a:lnTo>
                  <a:lnTo>
                    <a:pt x="19862" y="16533"/>
                  </a:lnTo>
                  <a:lnTo>
                    <a:pt x="19673" y="15663"/>
                  </a:lnTo>
                  <a:lnTo>
                    <a:pt x="19408" y="14755"/>
                  </a:lnTo>
                  <a:lnTo>
                    <a:pt x="19106" y="13733"/>
                  </a:lnTo>
                  <a:lnTo>
                    <a:pt x="18765" y="12598"/>
                  </a:lnTo>
                  <a:lnTo>
                    <a:pt x="18349" y="11426"/>
                  </a:lnTo>
                  <a:lnTo>
                    <a:pt x="17895" y="10102"/>
                  </a:lnTo>
                  <a:lnTo>
                    <a:pt x="17365" y="8702"/>
                  </a:lnTo>
                  <a:lnTo>
                    <a:pt x="16760" y="7188"/>
                  </a:lnTo>
                  <a:lnTo>
                    <a:pt x="16079" y="5562"/>
                  </a:lnTo>
                  <a:lnTo>
                    <a:pt x="15322" y="3821"/>
                  </a:lnTo>
                  <a:lnTo>
                    <a:pt x="14490" y="1968"/>
                  </a:lnTo>
                  <a:lnTo>
                    <a:pt x="135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5254675" y="1520600"/>
              <a:ext cx="1265500" cy="2176300"/>
            </a:xfrm>
            <a:custGeom>
              <a:rect b="b" l="l" r="r" t="t"/>
              <a:pathLst>
                <a:path extrusionOk="0" h="87052" w="50620">
                  <a:moveTo>
                    <a:pt x="6356" y="1"/>
                  </a:moveTo>
                  <a:lnTo>
                    <a:pt x="6054" y="871"/>
                  </a:lnTo>
                  <a:lnTo>
                    <a:pt x="5751" y="1741"/>
                  </a:lnTo>
                  <a:lnTo>
                    <a:pt x="5373" y="2687"/>
                  </a:lnTo>
                  <a:lnTo>
                    <a:pt x="4956" y="3671"/>
                  </a:lnTo>
                  <a:lnTo>
                    <a:pt x="4465" y="4692"/>
                  </a:lnTo>
                  <a:lnTo>
                    <a:pt x="3935" y="5751"/>
                  </a:lnTo>
                  <a:lnTo>
                    <a:pt x="3330" y="6811"/>
                  </a:lnTo>
                  <a:lnTo>
                    <a:pt x="2649" y="7870"/>
                  </a:lnTo>
                  <a:lnTo>
                    <a:pt x="2119" y="8664"/>
                  </a:lnTo>
                  <a:lnTo>
                    <a:pt x="1552" y="9421"/>
                  </a:lnTo>
                  <a:lnTo>
                    <a:pt x="795" y="10405"/>
                  </a:lnTo>
                  <a:lnTo>
                    <a:pt x="0" y="11350"/>
                  </a:lnTo>
                  <a:lnTo>
                    <a:pt x="1476" y="13847"/>
                  </a:lnTo>
                  <a:lnTo>
                    <a:pt x="2951" y="16344"/>
                  </a:lnTo>
                  <a:lnTo>
                    <a:pt x="4124" y="18349"/>
                  </a:lnTo>
                  <a:lnTo>
                    <a:pt x="12144" y="78123"/>
                  </a:lnTo>
                  <a:lnTo>
                    <a:pt x="31325" y="82625"/>
                  </a:lnTo>
                  <a:lnTo>
                    <a:pt x="50544" y="87052"/>
                  </a:lnTo>
                  <a:lnTo>
                    <a:pt x="50619" y="84820"/>
                  </a:lnTo>
                  <a:lnTo>
                    <a:pt x="50619" y="82285"/>
                  </a:lnTo>
                  <a:lnTo>
                    <a:pt x="50581" y="79485"/>
                  </a:lnTo>
                  <a:lnTo>
                    <a:pt x="50506" y="78010"/>
                  </a:lnTo>
                  <a:lnTo>
                    <a:pt x="50430" y="76497"/>
                  </a:lnTo>
                  <a:lnTo>
                    <a:pt x="50317" y="74908"/>
                  </a:lnTo>
                  <a:lnTo>
                    <a:pt x="50165" y="73243"/>
                  </a:lnTo>
                  <a:lnTo>
                    <a:pt x="50014" y="71578"/>
                  </a:lnTo>
                  <a:lnTo>
                    <a:pt x="49787" y="69838"/>
                  </a:lnTo>
                  <a:lnTo>
                    <a:pt x="49560" y="68060"/>
                  </a:lnTo>
                  <a:lnTo>
                    <a:pt x="49257" y="66206"/>
                  </a:lnTo>
                  <a:lnTo>
                    <a:pt x="48917" y="64353"/>
                  </a:lnTo>
                  <a:lnTo>
                    <a:pt x="48539" y="62461"/>
                  </a:lnTo>
                  <a:lnTo>
                    <a:pt x="48122" y="60532"/>
                  </a:lnTo>
                  <a:lnTo>
                    <a:pt x="47631" y="58564"/>
                  </a:lnTo>
                  <a:lnTo>
                    <a:pt x="47101" y="56559"/>
                  </a:lnTo>
                  <a:lnTo>
                    <a:pt x="46496" y="54516"/>
                  </a:lnTo>
                  <a:lnTo>
                    <a:pt x="45853" y="52473"/>
                  </a:lnTo>
                  <a:lnTo>
                    <a:pt x="45134" y="50393"/>
                  </a:lnTo>
                  <a:lnTo>
                    <a:pt x="44339" y="48274"/>
                  </a:lnTo>
                  <a:lnTo>
                    <a:pt x="43507" y="46156"/>
                  </a:lnTo>
                  <a:lnTo>
                    <a:pt x="42599" y="44037"/>
                  </a:lnTo>
                  <a:lnTo>
                    <a:pt x="41578" y="41881"/>
                  </a:lnTo>
                  <a:lnTo>
                    <a:pt x="40518" y="39724"/>
                  </a:lnTo>
                  <a:lnTo>
                    <a:pt x="39383" y="37568"/>
                  </a:lnTo>
                  <a:lnTo>
                    <a:pt x="38173" y="35374"/>
                  </a:lnTo>
                  <a:lnTo>
                    <a:pt x="36849" y="33217"/>
                  </a:lnTo>
                  <a:lnTo>
                    <a:pt x="35487" y="31023"/>
                  </a:lnTo>
                  <a:lnTo>
                    <a:pt x="34011" y="28866"/>
                  </a:lnTo>
                  <a:lnTo>
                    <a:pt x="32952" y="27391"/>
                  </a:lnTo>
                  <a:lnTo>
                    <a:pt x="31930" y="25991"/>
                  </a:lnTo>
                  <a:lnTo>
                    <a:pt x="30871" y="24629"/>
                  </a:lnTo>
                  <a:lnTo>
                    <a:pt x="29812" y="23305"/>
                  </a:lnTo>
                  <a:lnTo>
                    <a:pt x="28715" y="22019"/>
                  </a:lnTo>
                  <a:lnTo>
                    <a:pt x="27655" y="20808"/>
                  </a:lnTo>
                  <a:lnTo>
                    <a:pt x="26558" y="19598"/>
                  </a:lnTo>
                  <a:lnTo>
                    <a:pt x="25499" y="18425"/>
                  </a:lnTo>
                  <a:lnTo>
                    <a:pt x="24402" y="17290"/>
                  </a:lnTo>
                  <a:lnTo>
                    <a:pt x="23343" y="16155"/>
                  </a:lnTo>
                  <a:lnTo>
                    <a:pt x="21186" y="14074"/>
                  </a:lnTo>
                  <a:lnTo>
                    <a:pt x="19068" y="12145"/>
                  </a:lnTo>
                  <a:lnTo>
                    <a:pt x="16987" y="10291"/>
                  </a:lnTo>
                  <a:lnTo>
                    <a:pt x="15663" y="9459"/>
                  </a:lnTo>
                  <a:lnTo>
                    <a:pt x="13998" y="8362"/>
                  </a:lnTo>
                  <a:lnTo>
                    <a:pt x="12561" y="7378"/>
                  </a:lnTo>
                  <a:lnTo>
                    <a:pt x="11426" y="6584"/>
                  </a:lnTo>
                  <a:lnTo>
                    <a:pt x="10556" y="5903"/>
                  </a:lnTo>
                  <a:lnTo>
                    <a:pt x="9875" y="5373"/>
                  </a:lnTo>
                  <a:lnTo>
                    <a:pt x="9383" y="4957"/>
                  </a:lnTo>
                  <a:lnTo>
                    <a:pt x="9042" y="4616"/>
                  </a:lnTo>
                  <a:lnTo>
                    <a:pt x="8588" y="4162"/>
                  </a:lnTo>
                  <a:lnTo>
                    <a:pt x="8059" y="3444"/>
                  </a:lnTo>
                  <a:lnTo>
                    <a:pt x="7756" y="3027"/>
                  </a:lnTo>
                  <a:lnTo>
                    <a:pt x="7453" y="2536"/>
                  </a:lnTo>
                  <a:lnTo>
                    <a:pt x="7151" y="1968"/>
                  </a:lnTo>
                  <a:lnTo>
                    <a:pt x="6886" y="1363"/>
                  </a:lnTo>
                  <a:lnTo>
                    <a:pt x="6583" y="720"/>
                  </a:lnTo>
                  <a:lnTo>
                    <a:pt x="6356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5254675" y="1756100"/>
              <a:ext cx="87025" cy="173125"/>
            </a:xfrm>
            <a:custGeom>
              <a:rect b="b" l="l" r="r" t="t"/>
              <a:pathLst>
                <a:path extrusionOk="0" h="6925" w="3481">
                  <a:moveTo>
                    <a:pt x="1552" y="1"/>
                  </a:moveTo>
                  <a:lnTo>
                    <a:pt x="795" y="985"/>
                  </a:lnTo>
                  <a:lnTo>
                    <a:pt x="0" y="1930"/>
                  </a:lnTo>
                  <a:lnTo>
                    <a:pt x="1476" y="4427"/>
                  </a:lnTo>
                  <a:lnTo>
                    <a:pt x="2951" y="6924"/>
                  </a:lnTo>
                  <a:lnTo>
                    <a:pt x="3178" y="6357"/>
                  </a:lnTo>
                  <a:lnTo>
                    <a:pt x="3330" y="5751"/>
                  </a:lnTo>
                  <a:lnTo>
                    <a:pt x="3443" y="5108"/>
                  </a:lnTo>
                  <a:lnTo>
                    <a:pt x="3481" y="4427"/>
                  </a:lnTo>
                  <a:lnTo>
                    <a:pt x="3443" y="3746"/>
                  </a:lnTo>
                  <a:lnTo>
                    <a:pt x="3330" y="3065"/>
                  </a:lnTo>
                  <a:lnTo>
                    <a:pt x="3178" y="2422"/>
                  </a:lnTo>
                  <a:lnTo>
                    <a:pt x="2951" y="1855"/>
                  </a:lnTo>
                  <a:lnTo>
                    <a:pt x="2649" y="1287"/>
                  </a:lnTo>
                  <a:lnTo>
                    <a:pt x="2346" y="795"/>
                  </a:lnTo>
                  <a:lnTo>
                    <a:pt x="1968" y="379"/>
                  </a:lnTo>
                  <a:lnTo>
                    <a:pt x="15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4889600" y="3255200"/>
              <a:ext cx="1669350" cy="706525"/>
            </a:xfrm>
            <a:custGeom>
              <a:rect b="b" l="l" r="r" t="t"/>
              <a:pathLst>
                <a:path extrusionOk="0" h="28261" w="66774">
                  <a:moveTo>
                    <a:pt x="61061" y="0"/>
                  </a:moveTo>
                  <a:lnTo>
                    <a:pt x="59169" y="38"/>
                  </a:lnTo>
                  <a:lnTo>
                    <a:pt x="57202" y="114"/>
                  </a:lnTo>
                  <a:lnTo>
                    <a:pt x="55197" y="227"/>
                  </a:lnTo>
                  <a:lnTo>
                    <a:pt x="53154" y="416"/>
                  </a:lnTo>
                  <a:lnTo>
                    <a:pt x="51073" y="606"/>
                  </a:lnTo>
                  <a:lnTo>
                    <a:pt x="48955" y="870"/>
                  </a:lnTo>
                  <a:lnTo>
                    <a:pt x="46760" y="1135"/>
                  </a:lnTo>
                  <a:lnTo>
                    <a:pt x="44566" y="1476"/>
                  </a:lnTo>
                  <a:lnTo>
                    <a:pt x="42183" y="1854"/>
                  </a:lnTo>
                  <a:lnTo>
                    <a:pt x="39799" y="2308"/>
                  </a:lnTo>
                  <a:lnTo>
                    <a:pt x="37492" y="2800"/>
                  </a:lnTo>
                  <a:lnTo>
                    <a:pt x="35222" y="3329"/>
                  </a:lnTo>
                  <a:lnTo>
                    <a:pt x="32990" y="3897"/>
                  </a:lnTo>
                  <a:lnTo>
                    <a:pt x="30795" y="4464"/>
                  </a:lnTo>
                  <a:lnTo>
                    <a:pt x="28677" y="5070"/>
                  </a:lnTo>
                  <a:lnTo>
                    <a:pt x="26558" y="5713"/>
                  </a:lnTo>
                  <a:lnTo>
                    <a:pt x="24364" y="6469"/>
                  </a:lnTo>
                  <a:lnTo>
                    <a:pt x="22170" y="7226"/>
                  </a:lnTo>
                  <a:lnTo>
                    <a:pt x="16722" y="9231"/>
                  </a:lnTo>
                  <a:lnTo>
                    <a:pt x="13015" y="10593"/>
                  </a:lnTo>
                  <a:lnTo>
                    <a:pt x="10669" y="11501"/>
                  </a:lnTo>
                  <a:lnTo>
                    <a:pt x="9421" y="12031"/>
                  </a:lnTo>
                  <a:lnTo>
                    <a:pt x="8777" y="12333"/>
                  </a:lnTo>
                  <a:lnTo>
                    <a:pt x="8513" y="12485"/>
                  </a:lnTo>
                  <a:lnTo>
                    <a:pt x="8134" y="12598"/>
                  </a:lnTo>
                  <a:lnTo>
                    <a:pt x="7415" y="12863"/>
                  </a:lnTo>
                  <a:lnTo>
                    <a:pt x="6886" y="13052"/>
                  </a:lnTo>
                  <a:lnTo>
                    <a:pt x="6091" y="13317"/>
                  </a:lnTo>
                  <a:lnTo>
                    <a:pt x="5637" y="13544"/>
                  </a:lnTo>
                  <a:lnTo>
                    <a:pt x="5146" y="13809"/>
                  </a:lnTo>
                  <a:lnTo>
                    <a:pt x="4616" y="14111"/>
                  </a:lnTo>
                  <a:lnTo>
                    <a:pt x="4048" y="14452"/>
                  </a:lnTo>
                  <a:lnTo>
                    <a:pt x="3367" y="14982"/>
                  </a:lnTo>
                  <a:lnTo>
                    <a:pt x="2762" y="15473"/>
                  </a:lnTo>
                  <a:lnTo>
                    <a:pt x="2459" y="15776"/>
                  </a:lnTo>
                  <a:lnTo>
                    <a:pt x="2157" y="16079"/>
                  </a:lnTo>
                  <a:lnTo>
                    <a:pt x="1892" y="16419"/>
                  </a:lnTo>
                  <a:lnTo>
                    <a:pt x="1627" y="16760"/>
                  </a:lnTo>
                  <a:lnTo>
                    <a:pt x="1362" y="17176"/>
                  </a:lnTo>
                  <a:lnTo>
                    <a:pt x="1098" y="17592"/>
                  </a:lnTo>
                  <a:lnTo>
                    <a:pt x="871" y="18046"/>
                  </a:lnTo>
                  <a:lnTo>
                    <a:pt x="681" y="18500"/>
                  </a:lnTo>
                  <a:lnTo>
                    <a:pt x="492" y="18992"/>
                  </a:lnTo>
                  <a:lnTo>
                    <a:pt x="341" y="19484"/>
                  </a:lnTo>
                  <a:lnTo>
                    <a:pt x="190" y="19975"/>
                  </a:lnTo>
                  <a:lnTo>
                    <a:pt x="114" y="20505"/>
                  </a:lnTo>
                  <a:lnTo>
                    <a:pt x="38" y="20997"/>
                  </a:lnTo>
                  <a:lnTo>
                    <a:pt x="0" y="21489"/>
                  </a:lnTo>
                  <a:lnTo>
                    <a:pt x="0" y="21980"/>
                  </a:lnTo>
                  <a:lnTo>
                    <a:pt x="76" y="22472"/>
                  </a:lnTo>
                  <a:lnTo>
                    <a:pt x="152" y="22926"/>
                  </a:lnTo>
                  <a:lnTo>
                    <a:pt x="303" y="23380"/>
                  </a:lnTo>
                  <a:lnTo>
                    <a:pt x="530" y="23872"/>
                  </a:lnTo>
                  <a:lnTo>
                    <a:pt x="795" y="24326"/>
                  </a:lnTo>
                  <a:lnTo>
                    <a:pt x="1135" y="24780"/>
                  </a:lnTo>
                  <a:lnTo>
                    <a:pt x="1514" y="25158"/>
                  </a:lnTo>
                  <a:lnTo>
                    <a:pt x="1968" y="25537"/>
                  </a:lnTo>
                  <a:lnTo>
                    <a:pt x="2459" y="25877"/>
                  </a:lnTo>
                  <a:lnTo>
                    <a:pt x="2951" y="26180"/>
                  </a:lnTo>
                  <a:lnTo>
                    <a:pt x="3519" y="26445"/>
                  </a:lnTo>
                  <a:lnTo>
                    <a:pt x="4086" y="26709"/>
                  </a:lnTo>
                  <a:lnTo>
                    <a:pt x="4692" y="26936"/>
                  </a:lnTo>
                  <a:lnTo>
                    <a:pt x="5335" y="27163"/>
                  </a:lnTo>
                  <a:lnTo>
                    <a:pt x="5978" y="27315"/>
                  </a:lnTo>
                  <a:lnTo>
                    <a:pt x="7340" y="27655"/>
                  </a:lnTo>
                  <a:lnTo>
                    <a:pt x="8702" y="27882"/>
                  </a:lnTo>
                  <a:lnTo>
                    <a:pt x="10064" y="28034"/>
                  </a:lnTo>
                  <a:lnTo>
                    <a:pt x="11388" y="28185"/>
                  </a:lnTo>
                  <a:lnTo>
                    <a:pt x="12636" y="28223"/>
                  </a:lnTo>
                  <a:lnTo>
                    <a:pt x="13809" y="28261"/>
                  </a:lnTo>
                  <a:lnTo>
                    <a:pt x="15701" y="28261"/>
                  </a:lnTo>
                  <a:lnTo>
                    <a:pt x="16798" y="28223"/>
                  </a:lnTo>
                  <a:lnTo>
                    <a:pt x="20430" y="27958"/>
                  </a:lnTo>
                  <a:lnTo>
                    <a:pt x="29547" y="27277"/>
                  </a:lnTo>
                  <a:lnTo>
                    <a:pt x="30985" y="27201"/>
                  </a:lnTo>
                  <a:lnTo>
                    <a:pt x="60077" y="25121"/>
                  </a:lnTo>
                  <a:lnTo>
                    <a:pt x="60607" y="24742"/>
                  </a:lnTo>
                  <a:lnTo>
                    <a:pt x="61401" y="24099"/>
                  </a:lnTo>
                  <a:lnTo>
                    <a:pt x="61855" y="23683"/>
                  </a:lnTo>
                  <a:lnTo>
                    <a:pt x="62309" y="23191"/>
                  </a:lnTo>
                  <a:lnTo>
                    <a:pt x="62801" y="22661"/>
                  </a:lnTo>
                  <a:lnTo>
                    <a:pt x="63331" y="22056"/>
                  </a:lnTo>
                  <a:lnTo>
                    <a:pt x="63823" y="21375"/>
                  </a:lnTo>
                  <a:lnTo>
                    <a:pt x="64352" y="20619"/>
                  </a:lnTo>
                  <a:lnTo>
                    <a:pt x="64806" y="19824"/>
                  </a:lnTo>
                  <a:lnTo>
                    <a:pt x="65260" y="18954"/>
                  </a:lnTo>
                  <a:lnTo>
                    <a:pt x="65676" y="18046"/>
                  </a:lnTo>
                  <a:lnTo>
                    <a:pt x="66055" y="17062"/>
                  </a:lnTo>
                  <a:lnTo>
                    <a:pt x="66357" y="16003"/>
                  </a:lnTo>
                  <a:lnTo>
                    <a:pt x="66584" y="14868"/>
                  </a:lnTo>
                  <a:lnTo>
                    <a:pt x="66698" y="14074"/>
                  </a:lnTo>
                  <a:lnTo>
                    <a:pt x="66736" y="13317"/>
                  </a:lnTo>
                  <a:lnTo>
                    <a:pt x="66773" y="12560"/>
                  </a:lnTo>
                  <a:lnTo>
                    <a:pt x="66773" y="11804"/>
                  </a:lnTo>
                  <a:lnTo>
                    <a:pt x="66736" y="11085"/>
                  </a:lnTo>
                  <a:lnTo>
                    <a:pt x="66622" y="10366"/>
                  </a:lnTo>
                  <a:lnTo>
                    <a:pt x="66509" y="9685"/>
                  </a:lnTo>
                  <a:lnTo>
                    <a:pt x="66395" y="9004"/>
                  </a:lnTo>
                  <a:lnTo>
                    <a:pt x="66206" y="8361"/>
                  </a:lnTo>
                  <a:lnTo>
                    <a:pt x="66017" y="7718"/>
                  </a:lnTo>
                  <a:lnTo>
                    <a:pt x="65828" y="7113"/>
                  </a:lnTo>
                  <a:lnTo>
                    <a:pt x="65601" y="6507"/>
                  </a:lnTo>
                  <a:lnTo>
                    <a:pt x="65071" y="5410"/>
                  </a:lnTo>
                  <a:lnTo>
                    <a:pt x="64541" y="4389"/>
                  </a:lnTo>
                  <a:lnTo>
                    <a:pt x="63974" y="3443"/>
                  </a:lnTo>
                  <a:lnTo>
                    <a:pt x="63406" y="2611"/>
                  </a:lnTo>
                  <a:lnTo>
                    <a:pt x="62839" y="1892"/>
                  </a:lnTo>
                  <a:lnTo>
                    <a:pt x="62347" y="1287"/>
                  </a:lnTo>
                  <a:lnTo>
                    <a:pt x="61893" y="757"/>
                  </a:lnTo>
                  <a:lnTo>
                    <a:pt x="61515" y="379"/>
                  </a:lnTo>
                  <a:lnTo>
                    <a:pt x="610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4513175" y="756400"/>
              <a:ext cx="989325" cy="1302400"/>
            </a:xfrm>
            <a:custGeom>
              <a:rect b="b" l="l" r="r" t="t"/>
              <a:pathLst>
                <a:path extrusionOk="0" h="52096" w="39573">
                  <a:moveTo>
                    <a:pt x="23986" y="1"/>
                  </a:moveTo>
                  <a:lnTo>
                    <a:pt x="23229" y="39"/>
                  </a:lnTo>
                  <a:lnTo>
                    <a:pt x="21754" y="114"/>
                  </a:lnTo>
                  <a:lnTo>
                    <a:pt x="20430" y="228"/>
                  </a:lnTo>
                  <a:lnTo>
                    <a:pt x="19257" y="417"/>
                  </a:lnTo>
                  <a:lnTo>
                    <a:pt x="18197" y="568"/>
                  </a:lnTo>
                  <a:lnTo>
                    <a:pt x="17327" y="757"/>
                  </a:lnTo>
                  <a:lnTo>
                    <a:pt x="16306" y="984"/>
                  </a:lnTo>
                  <a:lnTo>
                    <a:pt x="15095" y="1249"/>
                  </a:lnTo>
                  <a:lnTo>
                    <a:pt x="13733" y="1628"/>
                  </a:lnTo>
                  <a:lnTo>
                    <a:pt x="12220" y="2082"/>
                  </a:lnTo>
                  <a:lnTo>
                    <a:pt x="11426" y="2384"/>
                  </a:lnTo>
                  <a:lnTo>
                    <a:pt x="10631" y="2687"/>
                  </a:lnTo>
                  <a:lnTo>
                    <a:pt x="9799" y="3027"/>
                  </a:lnTo>
                  <a:lnTo>
                    <a:pt x="8929" y="3406"/>
                  </a:lnTo>
                  <a:lnTo>
                    <a:pt x="8059" y="3822"/>
                  </a:lnTo>
                  <a:lnTo>
                    <a:pt x="7188" y="4314"/>
                  </a:lnTo>
                  <a:lnTo>
                    <a:pt x="6318" y="4805"/>
                  </a:lnTo>
                  <a:lnTo>
                    <a:pt x="5410" y="5373"/>
                  </a:lnTo>
                  <a:lnTo>
                    <a:pt x="4843" y="6054"/>
                  </a:lnTo>
                  <a:lnTo>
                    <a:pt x="4313" y="6773"/>
                  </a:lnTo>
                  <a:lnTo>
                    <a:pt x="3821" y="7454"/>
                  </a:lnTo>
                  <a:lnTo>
                    <a:pt x="3367" y="8172"/>
                  </a:lnTo>
                  <a:lnTo>
                    <a:pt x="2951" y="8891"/>
                  </a:lnTo>
                  <a:lnTo>
                    <a:pt x="2573" y="9572"/>
                  </a:lnTo>
                  <a:lnTo>
                    <a:pt x="2270" y="10253"/>
                  </a:lnTo>
                  <a:lnTo>
                    <a:pt x="1968" y="10934"/>
                  </a:lnTo>
                  <a:lnTo>
                    <a:pt x="1665" y="11615"/>
                  </a:lnTo>
                  <a:lnTo>
                    <a:pt x="1438" y="12258"/>
                  </a:lnTo>
                  <a:lnTo>
                    <a:pt x="1022" y="13507"/>
                  </a:lnTo>
                  <a:lnTo>
                    <a:pt x="757" y="14680"/>
                  </a:lnTo>
                  <a:lnTo>
                    <a:pt x="530" y="15701"/>
                  </a:lnTo>
                  <a:lnTo>
                    <a:pt x="379" y="16458"/>
                  </a:lnTo>
                  <a:lnTo>
                    <a:pt x="227" y="17290"/>
                  </a:lnTo>
                  <a:lnTo>
                    <a:pt x="114" y="18198"/>
                  </a:lnTo>
                  <a:lnTo>
                    <a:pt x="38" y="19181"/>
                  </a:lnTo>
                  <a:lnTo>
                    <a:pt x="0" y="20468"/>
                  </a:lnTo>
                  <a:lnTo>
                    <a:pt x="0" y="21149"/>
                  </a:lnTo>
                  <a:lnTo>
                    <a:pt x="38" y="21830"/>
                  </a:lnTo>
                  <a:lnTo>
                    <a:pt x="76" y="22549"/>
                  </a:lnTo>
                  <a:lnTo>
                    <a:pt x="190" y="23267"/>
                  </a:lnTo>
                  <a:lnTo>
                    <a:pt x="303" y="24024"/>
                  </a:lnTo>
                  <a:lnTo>
                    <a:pt x="417" y="24818"/>
                  </a:lnTo>
                  <a:lnTo>
                    <a:pt x="492" y="25159"/>
                  </a:lnTo>
                  <a:lnTo>
                    <a:pt x="606" y="25575"/>
                  </a:lnTo>
                  <a:lnTo>
                    <a:pt x="757" y="26180"/>
                  </a:lnTo>
                  <a:lnTo>
                    <a:pt x="908" y="26823"/>
                  </a:lnTo>
                  <a:lnTo>
                    <a:pt x="1135" y="27504"/>
                  </a:lnTo>
                  <a:lnTo>
                    <a:pt x="1400" y="28261"/>
                  </a:lnTo>
                  <a:lnTo>
                    <a:pt x="1703" y="29018"/>
                  </a:lnTo>
                  <a:lnTo>
                    <a:pt x="2119" y="29812"/>
                  </a:lnTo>
                  <a:lnTo>
                    <a:pt x="2573" y="30645"/>
                  </a:lnTo>
                  <a:lnTo>
                    <a:pt x="3140" y="31477"/>
                  </a:lnTo>
                  <a:lnTo>
                    <a:pt x="3519" y="32044"/>
                  </a:lnTo>
                  <a:lnTo>
                    <a:pt x="3897" y="32498"/>
                  </a:lnTo>
                  <a:lnTo>
                    <a:pt x="4465" y="33141"/>
                  </a:lnTo>
                  <a:lnTo>
                    <a:pt x="4956" y="33671"/>
                  </a:lnTo>
                  <a:lnTo>
                    <a:pt x="5524" y="34201"/>
                  </a:lnTo>
                  <a:lnTo>
                    <a:pt x="5713" y="34390"/>
                  </a:lnTo>
                  <a:lnTo>
                    <a:pt x="5940" y="34692"/>
                  </a:lnTo>
                  <a:lnTo>
                    <a:pt x="6243" y="35071"/>
                  </a:lnTo>
                  <a:lnTo>
                    <a:pt x="6545" y="35525"/>
                  </a:lnTo>
                  <a:lnTo>
                    <a:pt x="6886" y="36054"/>
                  </a:lnTo>
                  <a:lnTo>
                    <a:pt x="7226" y="36660"/>
                  </a:lnTo>
                  <a:lnTo>
                    <a:pt x="7567" y="37265"/>
                  </a:lnTo>
                  <a:lnTo>
                    <a:pt x="7869" y="37946"/>
                  </a:lnTo>
                  <a:lnTo>
                    <a:pt x="8172" y="38703"/>
                  </a:lnTo>
                  <a:lnTo>
                    <a:pt x="8437" y="39421"/>
                  </a:lnTo>
                  <a:lnTo>
                    <a:pt x="8664" y="40216"/>
                  </a:lnTo>
                  <a:lnTo>
                    <a:pt x="8853" y="40973"/>
                  </a:lnTo>
                  <a:lnTo>
                    <a:pt x="8967" y="41767"/>
                  </a:lnTo>
                  <a:lnTo>
                    <a:pt x="9042" y="42562"/>
                  </a:lnTo>
                  <a:lnTo>
                    <a:pt x="9004" y="43356"/>
                  </a:lnTo>
                  <a:lnTo>
                    <a:pt x="8967" y="43734"/>
                  </a:lnTo>
                  <a:lnTo>
                    <a:pt x="8891" y="44113"/>
                  </a:lnTo>
                  <a:lnTo>
                    <a:pt x="8815" y="44453"/>
                  </a:lnTo>
                  <a:lnTo>
                    <a:pt x="8815" y="44907"/>
                  </a:lnTo>
                  <a:lnTo>
                    <a:pt x="8815" y="45172"/>
                  </a:lnTo>
                  <a:lnTo>
                    <a:pt x="8853" y="45437"/>
                  </a:lnTo>
                  <a:lnTo>
                    <a:pt x="8929" y="45739"/>
                  </a:lnTo>
                  <a:lnTo>
                    <a:pt x="9042" y="46004"/>
                  </a:lnTo>
                  <a:lnTo>
                    <a:pt x="9269" y="46307"/>
                  </a:lnTo>
                  <a:lnTo>
                    <a:pt x="9496" y="46572"/>
                  </a:lnTo>
                  <a:lnTo>
                    <a:pt x="9761" y="46799"/>
                  </a:lnTo>
                  <a:lnTo>
                    <a:pt x="10026" y="47026"/>
                  </a:lnTo>
                  <a:lnTo>
                    <a:pt x="10328" y="47177"/>
                  </a:lnTo>
                  <a:lnTo>
                    <a:pt x="10631" y="47328"/>
                  </a:lnTo>
                  <a:lnTo>
                    <a:pt x="11199" y="47517"/>
                  </a:lnTo>
                  <a:lnTo>
                    <a:pt x="11199" y="47744"/>
                  </a:lnTo>
                  <a:lnTo>
                    <a:pt x="11236" y="47971"/>
                  </a:lnTo>
                  <a:lnTo>
                    <a:pt x="11312" y="48198"/>
                  </a:lnTo>
                  <a:lnTo>
                    <a:pt x="11426" y="48425"/>
                  </a:lnTo>
                  <a:lnTo>
                    <a:pt x="11577" y="48615"/>
                  </a:lnTo>
                  <a:lnTo>
                    <a:pt x="11766" y="48804"/>
                  </a:lnTo>
                  <a:lnTo>
                    <a:pt x="11955" y="48917"/>
                  </a:lnTo>
                  <a:lnTo>
                    <a:pt x="12182" y="49031"/>
                  </a:lnTo>
                  <a:lnTo>
                    <a:pt x="12523" y="49031"/>
                  </a:lnTo>
                  <a:lnTo>
                    <a:pt x="12825" y="48917"/>
                  </a:lnTo>
                  <a:lnTo>
                    <a:pt x="13128" y="48766"/>
                  </a:lnTo>
                  <a:lnTo>
                    <a:pt x="13279" y="48728"/>
                  </a:lnTo>
                  <a:lnTo>
                    <a:pt x="13468" y="48728"/>
                  </a:lnTo>
                  <a:lnTo>
                    <a:pt x="13695" y="48766"/>
                  </a:lnTo>
                  <a:lnTo>
                    <a:pt x="13922" y="48879"/>
                  </a:lnTo>
                  <a:lnTo>
                    <a:pt x="14112" y="48993"/>
                  </a:lnTo>
                  <a:lnTo>
                    <a:pt x="14263" y="49144"/>
                  </a:lnTo>
                  <a:lnTo>
                    <a:pt x="14566" y="49523"/>
                  </a:lnTo>
                  <a:lnTo>
                    <a:pt x="14793" y="49901"/>
                  </a:lnTo>
                  <a:lnTo>
                    <a:pt x="14868" y="50279"/>
                  </a:lnTo>
                  <a:lnTo>
                    <a:pt x="15057" y="50657"/>
                  </a:lnTo>
                  <a:lnTo>
                    <a:pt x="15284" y="51036"/>
                  </a:lnTo>
                  <a:lnTo>
                    <a:pt x="15436" y="51225"/>
                  </a:lnTo>
                  <a:lnTo>
                    <a:pt x="15625" y="51376"/>
                  </a:lnTo>
                  <a:lnTo>
                    <a:pt x="15776" y="51528"/>
                  </a:lnTo>
                  <a:lnTo>
                    <a:pt x="16041" y="51717"/>
                  </a:lnTo>
                  <a:lnTo>
                    <a:pt x="16419" y="51868"/>
                  </a:lnTo>
                  <a:lnTo>
                    <a:pt x="16949" y="52019"/>
                  </a:lnTo>
                  <a:lnTo>
                    <a:pt x="17252" y="52057"/>
                  </a:lnTo>
                  <a:lnTo>
                    <a:pt x="17630" y="52095"/>
                  </a:lnTo>
                  <a:lnTo>
                    <a:pt x="18462" y="52095"/>
                  </a:lnTo>
                  <a:lnTo>
                    <a:pt x="18954" y="52057"/>
                  </a:lnTo>
                  <a:lnTo>
                    <a:pt x="19484" y="51944"/>
                  </a:lnTo>
                  <a:lnTo>
                    <a:pt x="20089" y="51830"/>
                  </a:lnTo>
                  <a:lnTo>
                    <a:pt x="20770" y="51679"/>
                  </a:lnTo>
                  <a:lnTo>
                    <a:pt x="21413" y="51490"/>
                  </a:lnTo>
                  <a:lnTo>
                    <a:pt x="22056" y="51263"/>
                  </a:lnTo>
                  <a:lnTo>
                    <a:pt x="22699" y="51036"/>
                  </a:lnTo>
                  <a:lnTo>
                    <a:pt x="23305" y="50771"/>
                  </a:lnTo>
                  <a:lnTo>
                    <a:pt x="24440" y="50241"/>
                  </a:lnTo>
                  <a:lnTo>
                    <a:pt x="25461" y="49636"/>
                  </a:lnTo>
                  <a:lnTo>
                    <a:pt x="26407" y="49031"/>
                  </a:lnTo>
                  <a:lnTo>
                    <a:pt x="27277" y="48425"/>
                  </a:lnTo>
                  <a:lnTo>
                    <a:pt x="28034" y="47858"/>
                  </a:lnTo>
                  <a:lnTo>
                    <a:pt x="28715" y="47290"/>
                  </a:lnTo>
                  <a:lnTo>
                    <a:pt x="29471" y="46685"/>
                  </a:lnTo>
                  <a:lnTo>
                    <a:pt x="30228" y="45966"/>
                  </a:lnTo>
                  <a:lnTo>
                    <a:pt x="31060" y="45210"/>
                  </a:lnTo>
                  <a:lnTo>
                    <a:pt x="31930" y="44377"/>
                  </a:lnTo>
                  <a:lnTo>
                    <a:pt x="32801" y="43432"/>
                  </a:lnTo>
                  <a:lnTo>
                    <a:pt x="33708" y="42448"/>
                  </a:lnTo>
                  <a:lnTo>
                    <a:pt x="34654" y="41389"/>
                  </a:lnTo>
                  <a:lnTo>
                    <a:pt x="35600" y="40216"/>
                  </a:lnTo>
                  <a:lnTo>
                    <a:pt x="36281" y="39346"/>
                  </a:lnTo>
                  <a:lnTo>
                    <a:pt x="36962" y="38438"/>
                  </a:lnTo>
                  <a:lnTo>
                    <a:pt x="36811" y="37227"/>
                  </a:lnTo>
                  <a:lnTo>
                    <a:pt x="36773" y="36546"/>
                  </a:lnTo>
                  <a:lnTo>
                    <a:pt x="36773" y="35790"/>
                  </a:lnTo>
                  <a:lnTo>
                    <a:pt x="36773" y="34957"/>
                  </a:lnTo>
                  <a:lnTo>
                    <a:pt x="36848" y="34087"/>
                  </a:lnTo>
                  <a:lnTo>
                    <a:pt x="36924" y="33217"/>
                  </a:lnTo>
                  <a:lnTo>
                    <a:pt x="37075" y="32233"/>
                  </a:lnTo>
                  <a:lnTo>
                    <a:pt x="37302" y="30909"/>
                  </a:lnTo>
                  <a:lnTo>
                    <a:pt x="37605" y="29699"/>
                  </a:lnTo>
                  <a:lnTo>
                    <a:pt x="37946" y="28602"/>
                  </a:lnTo>
                  <a:lnTo>
                    <a:pt x="38324" y="27618"/>
                  </a:lnTo>
                  <a:lnTo>
                    <a:pt x="38664" y="26786"/>
                  </a:lnTo>
                  <a:lnTo>
                    <a:pt x="38967" y="26105"/>
                  </a:lnTo>
                  <a:lnTo>
                    <a:pt x="39421" y="25159"/>
                  </a:lnTo>
                  <a:lnTo>
                    <a:pt x="39497" y="24251"/>
                  </a:lnTo>
                  <a:lnTo>
                    <a:pt x="39535" y="23343"/>
                  </a:lnTo>
                  <a:lnTo>
                    <a:pt x="39572" y="21489"/>
                  </a:lnTo>
                  <a:lnTo>
                    <a:pt x="39572" y="19900"/>
                  </a:lnTo>
                  <a:lnTo>
                    <a:pt x="39535" y="18198"/>
                  </a:lnTo>
                  <a:lnTo>
                    <a:pt x="39421" y="16344"/>
                  </a:lnTo>
                  <a:lnTo>
                    <a:pt x="39194" y="14339"/>
                  </a:lnTo>
                  <a:lnTo>
                    <a:pt x="38929" y="12220"/>
                  </a:lnTo>
                  <a:lnTo>
                    <a:pt x="38740" y="11123"/>
                  </a:lnTo>
                  <a:lnTo>
                    <a:pt x="38513" y="9988"/>
                  </a:lnTo>
                  <a:lnTo>
                    <a:pt x="38286" y="8816"/>
                  </a:lnTo>
                  <a:lnTo>
                    <a:pt x="37983" y="7643"/>
                  </a:lnTo>
                  <a:lnTo>
                    <a:pt x="37681" y="6432"/>
                  </a:lnTo>
                  <a:lnTo>
                    <a:pt x="37340" y="5184"/>
                  </a:lnTo>
                  <a:lnTo>
                    <a:pt x="36924" y="4541"/>
                  </a:lnTo>
                  <a:lnTo>
                    <a:pt x="36470" y="3897"/>
                  </a:lnTo>
                  <a:lnTo>
                    <a:pt x="36016" y="3292"/>
                  </a:lnTo>
                  <a:lnTo>
                    <a:pt x="35524" y="2725"/>
                  </a:lnTo>
                  <a:lnTo>
                    <a:pt x="33557" y="2006"/>
                  </a:lnTo>
                  <a:lnTo>
                    <a:pt x="31741" y="1401"/>
                  </a:lnTo>
                  <a:lnTo>
                    <a:pt x="30001" y="833"/>
                  </a:lnTo>
                  <a:lnTo>
                    <a:pt x="28336" y="341"/>
                  </a:lnTo>
                  <a:lnTo>
                    <a:pt x="27428" y="228"/>
                  </a:lnTo>
                  <a:lnTo>
                    <a:pt x="26520" y="114"/>
                  </a:lnTo>
                  <a:lnTo>
                    <a:pt x="25650" y="76"/>
                  </a:lnTo>
                  <a:lnTo>
                    <a:pt x="24818" y="39"/>
                  </a:lnTo>
                  <a:lnTo>
                    <a:pt x="23986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4648425" y="1639775"/>
              <a:ext cx="112575" cy="194850"/>
            </a:xfrm>
            <a:custGeom>
              <a:rect b="b" l="l" r="r" t="t"/>
              <a:pathLst>
                <a:path extrusionOk="0" h="7794" w="4503">
                  <a:moveTo>
                    <a:pt x="1324" y="1"/>
                  </a:moveTo>
                  <a:lnTo>
                    <a:pt x="1287" y="909"/>
                  </a:lnTo>
                  <a:lnTo>
                    <a:pt x="1249" y="1741"/>
                  </a:lnTo>
                  <a:lnTo>
                    <a:pt x="1173" y="2422"/>
                  </a:lnTo>
                  <a:lnTo>
                    <a:pt x="1097" y="3027"/>
                  </a:lnTo>
                  <a:lnTo>
                    <a:pt x="984" y="3519"/>
                  </a:lnTo>
                  <a:lnTo>
                    <a:pt x="833" y="3935"/>
                  </a:lnTo>
                  <a:lnTo>
                    <a:pt x="681" y="4276"/>
                  </a:lnTo>
                  <a:lnTo>
                    <a:pt x="530" y="4578"/>
                  </a:lnTo>
                  <a:lnTo>
                    <a:pt x="379" y="4843"/>
                  </a:lnTo>
                  <a:lnTo>
                    <a:pt x="152" y="5259"/>
                  </a:lnTo>
                  <a:lnTo>
                    <a:pt x="76" y="5524"/>
                  </a:lnTo>
                  <a:lnTo>
                    <a:pt x="38" y="5789"/>
                  </a:lnTo>
                  <a:lnTo>
                    <a:pt x="0" y="6054"/>
                  </a:lnTo>
                  <a:lnTo>
                    <a:pt x="38" y="6319"/>
                  </a:lnTo>
                  <a:lnTo>
                    <a:pt x="114" y="6546"/>
                  </a:lnTo>
                  <a:lnTo>
                    <a:pt x="227" y="6773"/>
                  </a:lnTo>
                  <a:lnTo>
                    <a:pt x="416" y="7075"/>
                  </a:lnTo>
                  <a:lnTo>
                    <a:pt x="643" y="7302"/>
                  </a:lnTo>
                  <a:lnTo>
                    <a:pt x="757" y="7416"/>
                  </a:lnTo>
                  <a:lnTo>
                    <a:pt x="1097" y="7605"/>
                  </a:lnTo>
                  <a:lnTo>
                    <a:pt x="1400" y="7718"/>
                  </a:lnTo>
                  <a:lnTo>
                    <a:pt x="1703" y="7794"/>
                  </a:lnTo>
                  <a:lnTo>
                    <a:pt x="1892" y="7794"/>
                  </a:lnTo>
                  <a:lnTo>
                    <a:pt x="2232" y="7756"/>
                  </a:lnTo>
                  <a:lnTo>
                    <a:pt x="2497" y="7680"/>
                  </a:lnTo>
                  <a:lnTo>
                    <a:pt x="2800" y="7605"/>
                  </a:lnTo>
                  <a:lnTo>
                    <a:pt x="3140" y="7529"/>
                  </a:lnTo>
                  <a:lnTo>
                    <a:pt x="3557" y="7491"/>
                  </a:lnTo>
                  <a:lnTo>
                    <a:pt x="3897" y="7529"/>
                  </a:lnTo>
                  <a:lnTo>
                    <a:pt x="4237" y="7567"/>
                  </a:lnTo>
                  <a:lnTo>
                    <a:pt x="4502" y="7643"/>
                  </a:lnTo>
                  <a:lnTo>
                    <a:pt x="3821" y="3405"/>
                  </a:lnTo>
                  <a:lnTo>
                    <a:pt x="1324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4619100" y="1609525"/>
              <a:ext cx="183500" cy="53925"/>
            </a:xfrm>
            <a:custGeom>
              <a:rect b="b" l="l" r="r" t="t"/>
              <a:pathLst>
                <a:path extrusionOk="0" h="2157" w="7340">
                  <a:moveTo>
                    <a:pt x="3935" y="0"/>
                  </a:moveTo>
                  <a:lnTo>
                    <a:pt x="3292" y="38"/>
                  </a:lnTo>
                  <a:lnTo>
                    <a:pt x="2762" y="114"/>
                  </a:lnTo>
                  <a:lnTo>
                    <a:pt x="2270" y="265"/>
                  </a:lnTo>
                  <a:lnTo>
                    <a:pt x="1816" y="416"/>
                  </a:lnTo>
                  <a:lnTo>
                    <a:pt x="1400" y="605"/>
                  </a:lnTo>
                  <a:lnTo>
                    <a:pt x="1022" y="794"/>
                  </a:lnTo>
                  <a:lnTo>
                    <a:pt x="719" y="984"/>
                  </a:lnTo>
                  <a:lnTo>
                    <a:pt x="152" y="1400"/>
                  </a:lnTo>
                  <a:lnTo>
                    <a:pt x="38" y="1551"/>
                  </a:lnTo>
                  <a:lnTo>
                    <a:pt x="1" y="1702"/>
                  </a:lnTo>
                  <a:lnTo>
                    <a:pt x="1" y="1854"/>
                  </a:lnTo>
                  <a:lnTo>
                    <a:pt x="114" y="2005"/>
                  </a:lnTo>
                  <a:lnTo>
                    <a:pt x="265" y="2119"/>
                  </a:lnTo>
                  <a:lnTo>
                    <a:pt x="417" y="2156"/>
                  </a:lnTo>
                  <a:lnTo>
                    <a:pt x="568" y="2156"/>
                  </a:lnTo>
                  <a:lnTo>
                    <a:pt x="719" y="2081"/>
                  </a:lnTo>
                  <a:lnTo>
                    <a:pt x="1173" y="1702"/>
                  </a:lnTo>
                  <a:lnTo>
                    <a:pt x="1476" y="1551"/>
                  </a:lnTo>
                  <a:lnTo>
                    <a:pt x="1779" y="1362"/>
                  </a:lnTo>
                  <a:lnTo>
                    <a:pt x="2157" y="1211"/>
                  </a:lnTo>
                  <a:lnTo>
                    <a:pt x="2535" y="1059"/>
                  </a:lnTo>
                  <a:lnTo>
                    <a:pt x="2951" y="984"/>
                  </a:lnTo>
                  <a:lnTo>
                    <a:pt x="3405" y="908"/>
                  </a:lnTo>
                  <a:lnTo>
                    <a:pt x="3973" y="870"/>
                  </a:lnTo>
                  <a:lnTo>
                    <a:pt x="4503" y="870"/>
                  </a:lnTo>
                  <a:lnTo>
                    <a:pt x="4957" y="946"/>
                  </a:lnTo>
                  <a:lnTo>
                    <a:pt x="5410" y="1059"/>
                  </a:lnTo>
                  <a:lnTo>
                    <a:pt x="5789" y="1173"/>
                  </a:lnTo>
                  <a:lnTo>
                    <a:pt x="6167" y="1324"/>
                  </a:lnTo>
                  <a:lnTo>
                    <a:pt x="6697" y="1589"/>
                  </a:lnTo>
                  <a:lnTo>
                    <a:pt x="6848" y="1627"/>
                  </a:lnTo>
                  <a:lnTo>
                    <a:pt x="7037" y="1627"/>
                  </a:lnTo>
                  <a:lnTo>
                    <a:pt x="7189" y="1551"/>
                  </a:lnTo>
                  <a:lnTo>
                    <a:pt x="7302" y="1438"/>
                  </a:lnTo>
                  <a:lnTo>
                    <a:pt x="7340" y="1286"/>
                  </a:lnTo>
                  <a:lnTo>
                    <a:pt x="7340" y="1097"/>
                  </a:lnTo>
                  <a:lnTo>
                    <a:pt x="7264" y="946"/>
                  </a:lnTo>
                  <a:lnTo>
                    <a:pt x="7151" y="832"/>
                  </a:lnTo>
                  <a:lnTo>
                    <a:pt x="6848" y="681"/>
                  </a:lnTo>
                  <a:lnTo>
                    <a:pt x="6508" y="530"/>
                  </a:lnTo>
                  <a:lnTo>
                    <a:pt x="6091" y="341"/>
                  </a:lnTo>
                  <a:lnTo>
                    <a:pt x="5637" y="227"/>
                  </a:lnTo>
                  <a:lnTo>
                    <a:pt x="5108" y="76"/>
                  </a:lnTo>
                  <a:lnTo>
                    <a:pt x="4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4674900" y="1618025"/>
              <a:ext cx="74750" cy="94600"/>
            </a:xfrm>
            <a:custGeom>
              <a:rect b="b" l="l" r="r" t="t"/>
              <a:pathLst>
                <a:path extrusionOk="0" h="3784" w="2990">
                  <a:moveTo>
                    <a:pt x="909" y="1"/>
                  </a:moveTo>
                  <a:lnTo>
                    <a:pt x="644" y="76"/>
                  </a:lnTo>
                  <a:lnTo>
                    <a:pt x="417" y="227"/>
                  </a:lnTo>
                  <a:lnTo>
                    <a:pt x="228" y="454"/>
                  </a:lnTo>
                  <a:lnTo>
                    <a:pt x="114" y="719"/>
                  </a:lnTo>
                  <a:lnTo>
                    <a:pt x="38" y="1022"/>
                  </a:lnTo>
                  <a:lnTo>
                    <a:pt x="1" y="1362"/>
                  </a:lnTo>
                  <a:lnTo>
                    <a:pt x="38" y="1703"/>
                  </a:lnTo>
                  <a:lnTo>
                    <a:pt x="152" y="2081"/>
                  </a:lnTo>
                  <a:lnTo>
                    <a:pt x="265" y="2460"/>
                  </a:lnTo>
                  <a:lnTo>
                    <a:pt x="492" y="2800"/>
                  </a:lnTo>
                  <a:lnTo>
                    <a:pt x="719" y="3103"/>
                  </a:lnTo>
                  <a:lnTo>
                    <a:pt x="984" y="3368"/>
                  </a:lnTo>
                  <a:lnTo>
                    <a:pt x="1249" y="3557"/>
                  </a:lnTo>
                  <a:lnTo>
                    <a:pt x="1514" y="3708"/>
                  </a:lnTo>
                  <a:lnTo>
                    <a:pt x="1817" y="3784"/>
                  </a:lnTo>
                  <a:lnTo>
                    <a:pt x="2081" y="3746"/>
                  </a:lnTo>
                  <a:lnTo>
                    <a:pt x="2346" y="3670"/>
                  </a:lnTo>
                  <a:lnTo>
                    <a:pt x="2573" y="3519"/>
                  </a:lnTo>
                  <a:lnTo>
                    <a:pt x="2762" y="3330"/>
                  </a:lnTo>
                  <a:lnTo>
                    <a:pt x="2914" y="3065"/>
                  </a:lnTo>
                  <a:lnTo>
                    <a:pt x="2989" y="2762"/>
                  </a:lnTo>
                  <a:lnTo>
                    <a:pt x="2989" y="2422"/>
                  </a:lnTo>
                  <a:lnTo>
                    <a:pt x="2951" y="2043"/>
                  </a:lnTo>
                  <a:lnTo>
                    <a:pt x="2876" y="1665"/>
                  </a:lnTo>
                  <a:lnTo>
                    <a:pt x="2725" y="1287"/>
                  </a:lnTo>
                  <a:lnTo>
                    <a:pt x="2535" y="946"/>
                  </a:lnTo>
                  <a:lnTo>
                    <a:pt x="2308" y="644"/>
                  </a:lnTo>
                  <a:lnTo>
                    <a:pt x="2044" y="379"/>
                  </a:lnTo>
                  <a:lnTo>
                    <a:pt x="1779" y="190"/>
                  </a:lnTo>
                  <a:lnTo>
                    <a:pt x="1476" y="76"/>
                  </a:lnTo>
                  <a:lnTo>
                    <a:pt x="1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4599250" y="1447775"/>
              <a:ext cx="203350" cy="84200"/>
            </a:xfrm>
            <a:custGeom>
              <a:rect b="b" l="l" r="r" t="t"/>
              <a:pathLst>
                <a:path extrusionOk="0" h="3368" w="8134">
                  <a:moveTo>
                    <a:pt x="4048" y="1"/>
                  </a:moveTo>
                  <a:lnTo>
                    <a:pt x="3594" y="39"/>
                  </a:lnTo>
                  <a:lnTo>
                    <a:pt x="3140" y="152"/>
                  </a:lnTo>
                  <a:lnTo>
                    <a:pt x="2762" y="266"/>
                  </a:lnTo>
                  <a:lnTo>
                    <a:pt x="2421" y="417"/>
                  </a:lnTo>
                  <a:lnTo>
                    <a:pt x="2119" y="568"/>
                  </a:lnTo>
                  <a:lnTo>
                    <a:pt x="1778" y="757"/>
                  </a:lnTo>
                  <a:lnTo>
                    <a:pt x="1513" y="984"/>
                  </a:lnTo>
                  <a:lnTo>
                    <a:pt x="1249" y="1211"/>
                  </a:lnTo>
                  <a:lnTo>
                    <a:pt x="757" y="1665"/>
                  </a:lnTo>
                  <a:lnTo>
                    <a:pt x="378" y="2157"/>
                  </a:lnTo>
                  <a:lnTo>
                    <a:pt x="114" y="2611"/>
                  </a:lnTo>
                  <a:lnTo>
                    <a:pt x="38" y="2800"/>
                  </a:lnTo>
                  <a:lnTo>
                    <a:pt x="0" y="2990"/>
                  </a:lnTo>
                  <a:lnTo>
                    <a:pt x="0" y="3141"/>
                  </a:lnTo>
                  <a:lnTo>
                    <a:pt x="38" y="3254"/>
                  </a:lnTo>
                  <a:lnTo>
                    <a:pt x="76" y="3292"/>
                  </a:lnTo>
                  <a:lnTo>
                    <a:pt x="114" y="3330"/>
                  </a:lnTo>
                  <a:lnTo>
                    <a:pt x="265" y="3368"/>
                  </a:lnTo>
                  <a:lnTo>
                    <a:pt x="530" y="3368"/>
                  </a:lnTo>
                  <a:lnTo>
                    <a:pt x="870" y="3292"/>
                  </a:lnTo>
                  <a:lnTo>
                    <a:pt x="1854" y="3065"/>
                  </a:lnTo>
                  <a:lnTo>
                    <a:pt x="3367" y="2800"/>
                  </a:lnTo>
                  <a:lnTo>
                    <a:pt x="4540" y="2611"/>
                  </a:lnTo>
                  <a:lnTo>
                    <a:pt x="5561" y="2498"/>
                  </a:lnTo>
                  <a:lnTo>
                    <a:pt x="6999" y="2346"/>
                  </a:lnTo>
                  <a:lnTo>
                    <a:pt x="7491" y="2309"/>
                  </a:lnTo>
                  <a:lnTo>
                    <a:pt x="7831" y="2271"/>
                  </a:lnTo>
                  <a:lnTo>
                    <a:pt x="7945" y="2233"/>
                  </a:lnTo>
                  <a:lnTo>
                    <a:pt x="8058" y="2195"/>
                  </a:lnTo>
                  <a:lnTo>
                    <a:pt x="8096" y="2119"/>
                  </a:lnTo>
                  <a:lnTo>
                    <a:pt x="8134" y="2044"/>
                  </a:lnTo>
                  <a:lnTo>
                    <a:pt x="8096" y="1930"/>
                  </a:lnTo>
                  <a:lnTo>
                    <a:pt x="8020" y="1741"/>
                  </a:lnTo>
                  <a:lnTo>
                    <a:pt x="7907" y="1590"/>
                  </a:lnTo>
                  <a:lnTo>
                    <a:pt x="7718" y="1363"/>
                  </a:lnTo>
                  <a:lnTo>
                    <a:pt x="7491" y="1174"/>
                  </a:lnTo>
                  <a:lnTo>
                    <a:pt x="7226" y="984"/>
                  </a:lnTo>
                  <a:lnTo>
                    <a:pt x="6923" y="795"/>
                  </a:lnTo>
                  <a:lnTo>
                    <a:pt x="6583" y="606"/>
                  </a:lnTo>
                  <a:lnTo>
                    <a:pt x="6204" y="417"/>
                  </a:lnTo>
                  <a:lnTo>
                    <a:pt x="5788" y="266"/>
                  </a:lnTo>
                  <a:lnTo>
                    <a:pt x="5372" y="152"/>
                  </a:lnTo>
                  <a:lnTo>
                    <a:pt x="4956" y="76"/>
                  </a:lnTo>
                  <a:lnTo>
                    <a:pt x="4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4916075" y="1367400"/>
              <a:ext cx="183525" cy="222275"/>
            </a:xfrm>
            <a:custGeom>
              <a:rect b="b" l="l" r="r" t="t"/>
              <a:pathLst>
                <a:path extrusionOk="0" h="8891" w="7341">
                  <a:moveTo>
                    <a:pt x="2687" y="0"/>
                  </a:moveTo>
                  <a:lnTo>
                    <a:pt x="2346" y="38"/>
                  </a:lnTo>
                  <a:lnTo>
                    <a:pt x="2006" y="151"/>
                  </a:lnTo>
                  <a:lnTo>
                    <a:pt x="1665" y="265"/>
                  </a:lnTo>
                  <a:lnTo>
                    <a:pt x="1363" y="454"/>
                  </a:lnTo>
                  <a:lnTo>
                    <a:pt x="1098" y="643"/>
                  </a:lnTo>
                  <a:lnTo>
                    <a:pt x="833" y="908"/>
                  </a:lnTo>
                  <a:lnTo>
                    <a:pt x="644" y="1173"/>
                  </a:lnTo>
                  <a:lnTo>
                    <a:pt x="455" y="1476"/>
                  </a:lnTo>
                  <a:lnTo>
                    <a:pt x="303" y="1816"/>
                  </a:lnTo>
                  <a:lnTo>
                    <a:pt x="152" y="2157"/>
                  </a:lnTo>
                  <a:lnTo>
                    <a:pt x="76" y="2535"/>
                  </a:lnTo>
                  <a:lnTo>
                    <a:pt x="1" y="2913"/>
                  </a:lnTo>
                  <a:lnTo>
                    <a:pt x="1" y="3329"/>
                  </a:lnTo>
                  <a:lnTo>
                    <a:pt x="1" y="3745"/>
                  </a:lnTo>
                  <a:lnTo>
                    <a:pt x="39" y="4162"/>
                  </a:lnTo>
                  <a:lnTo>
                    <a:pt x="114" y="4616"/>
                  </a:lnTo>
                  <a:lnTo>
                    <a:pt x="228" y="5070"/>
                  </a:lnTo>
                  <a:lnTo>
                    <a:pt x="379" y="5486"/>
                  </a:lnTo>
                  <a:lnTo>
                    <a:pt x="568" y="5940"/>
                  </a:lnTo>
                  <a:lnTo>
                    <a:pt x="795" y="6356"/>
                  </a:lnTo>
                  <a:lnTo>
                    <a:pt x="1022" y="6734"/>
                  </a:lnTo>
                  <a:lnTo>
                    <a:pt x="1287" y="7112"/>
                  </a:lnTo>
                  <a:lnTo>
                    <a:pt x="1590" y="7453"/>
                  </a:lnTo>
                  <a:lnTo>
                    <a:pt x="1892" y="7756"/>
                  </a:lnTo>
                  <a:lnTo>
                    <a:pt x="2195" y="8020"/>
                  </a:lnTo>
                  <a:lnTo>
                    <a:pt x="2535" y="8247"/>
                  </a:lnTo>
                  <a:lnTo>
                    <a:pt x="2876" y="8474"/>
                  </a:lnTo>
                  <a:lnTo>
                    <a:pt x="3216" y="8626"/>
                  </a:lnTo>
                  <a:lnTo>
                    <a:pt x="3595" y="8777"/>
                  </a:lnTo>
                  <a:lnTo>
                    <a:pt x="3935" y="8853"/>
                  </a:lnTo>
                  <a:lnTo>
                    <a:pt x="4276" y="8891"/>
                  </a:lnTo>
                  <a:lnTo>
                    <a:pt x="4994" y="8891"/>
                  </a:lnTo>
                  <a:lnTo>
                    <a:pt x="5335" y="8777"/>
                  </a:lnTo>
                  <a:lnTo>
                    <a:pt x="5638" y="8664"/>
                  </a:lnTo>
                  <a:lnTo>
                    <a:pt x="5978" y="8474"/>
                  </a:lnTo>
                  <a:lnTo>
                    <a:pt x="6243" y="8285"/>
                  </a:lnTo>
                  <a:lnTo>
                    <a:pt x="6470" y="8020"/>
                  </a:lnTo>
                  <a:lnTo>
                    <a:pt x="6697" y="7756"/>
                  </a:lnTo>
                  <a:lnTo>
                    <a:pt x="6886" y="7453"/>
                  </a:lnTo>
                  <a:lnTo>
                    <a:pt x="7037" y="7112"/>
                  </a:lnTo>
                  <a:lnTo>
                    <a:pt x="7189" y="6772"/>
                  </a:lnTo>
                  <a:lnTo>
                    <a:pt x="7264" y="6394"/>
                  </a:lnTo>
                  <a:lnTo>
                    <a:pt x="7340" y="6015"/>
                  </a:lnTo>
                  <a:lnTo>
                    <a:pt x="7340" y="5599"/>
                  </a:lnTo>
                  <a:lnTo>
                    <a:pt x="7340" y="5183"/>
                  </a:lnTo>
                  <a:lnTo>
                    <a:pt x="7302" y="4729"/>
                  </a:lnTo>
                  <a:lnTo>
                    <a:pt x="7227" y="4313"/>
                  </a:lnTo>
                  <a:lnTo>
                    <a:pt x="7113" y="3859"/>
                  </a:lnTo>
                  <a:lnTo>
                    <a:pt x="6962" y="3443"/>
                  </a:lnTo>
                  <a:lnTo>
                    <a:pt x="6773" y="2989"/>
                  </a:lnTo>
                  <a:lnTo>
                    <a:pt x="6546" y="2573"/>
                  </a:lnTo>
                  <a:lnTo>
                    <a:pt x="6319" y="2194"/>
                  </a:lnTo>
                  <a:lnTo>
                    <a:pt x="6054" y="1816"/>
                  </a:lnTo>
                  <a:lnTo>
                    <a:pt x="5751" y="1476"/>
                  </a:lnTo>
                  <a:lnTo>
                    <a:pt x="5448" y="1173"/>
                  </a:lnTo>
                  <a:lnTo>
                    <a:pt x="5108" y="908"/>
                  </a:lnTo>
                  <a:lnTo>
                    <a:pt x="4805" y="643"/>
                  </a:lnTo>
                  <a:lnTo>
                    <a:pt x="4465" y="454"/>
                  </a:lnTo>
                  <a:lnTo>
                    <a:pt x="4124" y="303"/>
                  </a:lnTo>
                  <a:lnTo>
                    <a:pt x="3746" y="151"/>
                  </a:lnTo>
                  <a:lnTo>
                    <a:pt x="3406" y="76"/>
                  </a:lnTo>
                  <a:lnTo>
                    <a:pt x="3027" y="38"/>
                  </a:lnTo>
                  <a:lnTo>
                    <a:pt x="2687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5006875" y="1496025"/>
              <a:ext cx="104075" cy="105000"/>
            </a:xfrm>
            <a:custGeom>
              <a:rect b="b" l="l" r="r" t="t"/>
              <a:pathLst>
                <a:path extrusionOk="0" h="4200" w="4163">
                  <a:moveTo>
                    <a:pt x="3708" y="0"/>
                  </a:moveTo>
                  <a:lnTo>
                    <a:pt x="3557" y="38"/>
                  </a:lnTo>
                  <a:lnTo>
                    <a:pt x="3405" y="114"/>
                  </a:lnTo>
                  <a:lnTo>
                    <a:pt x="3330" y="265"/>
                  </a:lnTo>
                  <a:lnTo>
                    <a:pt x="3292" y="454"/>
                  </a:lnTo>
                  <a:lnTo>
                    <a:pt x="3254" y="908"/>
                  </a:lnTo>
                  <a:lnTo>
                    <a:pt x="3178" y="1324"/>
                  </a:lnTo>
                  <a:lnTo>
                    <a:pt x="3065" y="1740"/>
                  </a:lnTo>
                  <a:lnTo>
                    <a:pt x="2876" y="2119"/>
                  </a:lnTo>
                  <a:lnTo>
                    <a:pt x="2687" y="2421"/>
                  </a:lnTo>
                  <a:lnTo>
                    <a:pt x="2422" y="2724"/>
                  </a:lnTo>
                  <a:lnTo>
                    <a:pt x="2157" y="2951"/>
                  </a:lnTo>
                  <a:lnTo>
                    <a:pt x="1854" y="3140"/>
                  </a:lnTo>
                  <a:lnTo>
                    <a:pt x="1514" y="3254"/>
                  </a:lnTo>
                  <a:lnTo>
                    <a:pt x="1211" y="3329"/>
                  </a:lnTo>
                  <a:lnTo>
                    <a:pt x="871" y="3329"/>
                  </a:lnTo>
                  <a:lnTo>
                    <a:pt x="492" y="3292"/>
                  </a:lnTo>
                  <a:lnTo>
                    <a:pt x="341" y="3329"/>
                  </a:lnTo>
                  <a:lnTo>
                    <a:pt x="190" y="3367"/>
                  </a:lnTo>
                  <a:lnTo>
                    <a:pt x="76" y="3519"/>
                  </a:lnTo>
                  <a:lnTo>
                    <a:pt x="1" y="3670"/>
                  </a:lnTo>
                  <a:lnTo>
                    <a:pt x="1" y="3821"/>
                  </a:lnTo>
                  <a:lnTo>
                    <a:pt x="76" y="3973"/>
                  </a:lnTo>
                  <a:lnTo>
                    <a:pt x="190" y="4086"/>
                  </a:lnTo>
                  <a:lnTo>
                    <a:pt x="379" y="4162"/>
                  </a:lnTo>
                  <a:lnTo>
                    <a:pt x="909" y="4200"/>
                  </a:lnTo>
                  <a:lnTo>
                    <a:pt x="1249" y="4162"/>
                  </a:lnTo>
                  <a:lnTo>
                    <a:pt x="1552" y="4124"/>
                  </a:lnTo>
                  <a:lnTo>
                    <a:pt x="1892" y="4048"/>
                  </a:lnTo>
                  <a:lnTo>
                    <a:pt x="2195" y="3897"/>
                  </a:lnTo>
                  <a:lnTo>
                    <a:pt x="2649" y="3670"/>
                  </a:lnTo>
                  <a:lnTo>
                    <a:pt x="2989" y="3367"/>
                  </a:lnTo>
                  <a:lnTo>
                    <a:pt x="3330" y="2989"/>
                  </a:lnTo>
                  <a:lnTo>
                    <a:pt x="3595" y="2573"/>
                  </a:lnTo>
                  <a:lnTo>
                    <a:pt x="3822" y="2119"/>
                  </a:lnTo>
                  <a:lnTo>
                    <a:pt x="4011" y="1589"/>
                  </a:lnTo>
                  <a:lnTo>
                    <a:pt x="4086" y="1060"/>
                  </a:lnTo>
                  <a:lnTo>
                    <a:pt x="4162" y="454"/>
                  </a:lnTo>
                  <a:lnTo>
                    <a:pt x="4124" y="303"/>
                  </a:lnTo>
                  <a:lnTo>
                    <a:pt x="4011" y="152"/>
                  </a:lnTo>
                  <a:lnTo>
                    <a:pt x="3897" y="38"/>
                  </a:lnTo>
                  <a:lnTo>
                    <a:pt x="37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5077800" y="1440225"/>
              <a:ext cx="32200" cy="62450"/>
            </a:xfrm>
            <a:custGeom>
              <a:rect b="b" l="l" r="r" t="t"/>
              <a:pathLst>
                <a:path extrusionOk="0" h="2498" w="1288">
                  <a:moveTo>
                    <a:pt x="455" y="0"/>
                  </a:moveTo>
                  <a:lnTo>
                    <a:pt x="266" y="38"/>
                  </a:lnTo>
                  <a:lnTo>
                    <a:pt x="152" y="114"/>
                  </a:lnTo>
                  <a:lnTo>
                    <a:pt x="39" y="265"/>
                  </a:lnTo>
                  <a:lnTo>
                    <a:pt x="1" y="416"/>
                  </a:lnTo>
                  <a:lnTo>
                    <a:pt x="39" y="605"/>
                  </a:lnTo>
                  <a:lnTo>
                    <a:pt x="190" y="946"/>
                  </a:lnTo>
                  <a:lnTo>
                    <a:pt x="304" y="1324"/>
                  </a:lnTo>
                  <a:lnTo>
                    <a:pt x="379" y="1703"/>
                  </a:lnTo>
                  <a:lnTo>
                    <a:pt x="417" y="2081"/>
                  </a:lnTo>
                  <a:lnTo>
                    <a:pt x="455" y="2232"/>
                  </a:lnTo>
                  <a:lnTo>
                    <a:pt x="568" y="2384"/>
                  </a:lnTo>
                  <a:lnTo>
                    <a:pt x="682" y="2459"/>
                  </a:lnTo>
                  <a:lnTo>
                    <a:pt x="871" y="2497"/>
                  </a:lnTo>
                  <a:lnTo>
                    <a:pt x="909" y="2497"/>
                  </a:lnTo>
                  <a:lnTo>
                    <a:pt x="1060" y="2421"/>
                  </a:lnTo>
                  <a:lnTo>
                    <a:pt x="1174" y="2308"/>
                  </a:lnTo>
                  <a:lnTo>
                    <a:pt x="1249" y="2194"/>
                  </a:lnTo>
                  <a:lnTo>
                    <a:pt x="1287" y="2005"/>
                  </a:lnTo>
                  <a:lnTo>
                    <a:pt x="1212" y="1551"/>
                  </a:lnTo>
                  <a:lnTo>
                    <a:pt x="1136" y="1135"/>
                  </a:lnTo>
                  <a:lnTo>
                    <a:pt x="985" y="681"/>
                  </a:lnTo>
                  <a:lnTo>
                    <a:pt x="833" y="265"/>
                  </a:lnTo>
                  <a:lnTo>
                    <a:pt x="758" y="114"/>
                  </a:lnTo>
                  <a:lnTo>
                    <a:pt x="606" y="38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4924600" y="1356975"/>
              <a:ext cx="165525" cy="85150"/>
            </a:xfrm>
            <a:custGeom>
              <a:rect b="b" l="l" r="r" t="t"/>
              <a:pathLst>
                <a:path extrusionOk="0" h="3406" w="6621">
                  <a:moveTo>
                    <a:pt x="2194" y="1"/>
                  </a:moveTo>
                  <a:lnTo>
                    <a:pt x="1854" y="77"/>
                  </a:lnTo>
                  <a:lnTo>
                    <a:pt x="1513" y="152"/>
                  </a:lnTo>
                  <a:lnTo>
                    <a:pt x="1173" y="304"/>
                  </a:lnTo>
                  <a:lnTo>
                    <a:pt x="870" y="455"/>
                  </a:lnTo>
                  <a:lnTo>
                    <a:pt x="568" y="644"/>
                  </a:lnTo>
                  <a:lnTo>
                    <a:pt x="303" y="871"/>
                  </a:lnTo>
                  <a:lnTo>
                    <a:pt x="76" y="1136"/>
                  </a:lnTo>
                  <a:lnTo>
                    <a:pt x="0" y="1287"/>
                  </a:lnTo>
                  <a:lnTo>
                    <a:pt x="0" y="1476"/>
                  </a:lnTo>
                  <a:lnTo>
                    <a:pt x="38" y="1628"/>
                  </a:lnTo>
                  <a:lnTo>
                    <a:pt x="152" y="1741"/>
                  </a:lnTo>
                  <a:lnTo>
                    <a:pt x="303" y="1817"/>
                  </a:lnTo>
                  <a:lnTo>
                    <a:pt x="454" y="1855"/>
                  </a:lnTo>
                  <a:lnTo>
                    <a:pt x="606" y="1817"/>
                  </a:lnTo>
                  <a:lnTo>
                    <a:pt x="757" y="1703"/>
                  </a:lnTo>
                  <a:lnTo>
                    <a:pt x="908" y="1514"/>
                  </a:lnTo>
                  <a:lnTo>
                    <a:pt x="1097" y="1325"/>
                  </a:lnTo>
                  <a:lnTo>
                    <a:pt x="1324" y="1174"/>
                  </a:lnTo>
                  <a:lnTo>
                    <a:pt x="1513" y="1060"/>
                  </a:lnTo>
                  <a:lnTo>
                    <a:pt x="1778" y="985"/>
                  </a:lnTo>
                  <a:lnTo>
                    <a:pt x="2081" y="909"/>
                  </a:lnTo>
                  <a:lnTo>
                    <a:pt x="2346" y="871"/>
                  </a:lnTo>
                  <a:lnTo>
                    <a:pt x="2611" y="871"/>
                  </a:lnTo>
                  <a:lnTo>
                    <a:pt x="2913" y="909"/>
                  </a:lnTo>
                  <a:lnTo>
                    <a:pt x="3216" y="985"/>
                  </a:lnTo>
                  <a:lnTo>
                    <a:pt x="3519" y="1060"/>
                  </a:lnTo>
                  <a:lnTo>
                    <a:pt x="3783" y="1174"/>
                  </a:lnTo>
                  <a:lnTo>
                    <a:pt x="4086" y="1363"/>
                  </a:lnTo>
                  <a:lnTo>
                    <a:pt x="4351" y="1514"/>
                  </a:lnTo>
                  <a:lnTo>
                    <a:pt x="4616" y="1741"/>
                  </a:lnTo>
                  <a:lnTo>
                    <a:pt x="4880" y="1968"/>
                  </a:lnTo>
                  <a:lnTo>
                    <a:pt x="5145" y="2233"/>
                  </a:lnTo>
                  <a:lnTo>
                    <a:pt x="5372" y="2536"/>
                  </a:lnTo>
                  <a:lnTo>
                    <a:pt x="5599" y="2838"/>
                  </a:lnTo>
                  <a:lnTo>
                    <a:pt x="5826" y="3179"/>
                  </a:lnTo>
                  <a:lnTo>
                    <a:pt x="5902" y="3292"/>
                  </a:lnTo>
                  <a:lnTo>
                    <a:pt x="5978" y="3330"/>
                  </a:lnTo>
                  <a:lnTo>
                    <a:pt x="6091" y="3406"/>
                  </a:lnTo>
                  <a:lnTo>
                    <a:pt x="6318" y="3406"/>
                  </a:lnTo>
                  <a:lnTo>
                    <a:pt x="6394" y="3330"/>
                  </a:lnTo>
                  <a:lnTo>
                    <a:pt x="6545" y="3217"/>
                  </a:lnTo>
                  <a:lnTo>
                    <a:pt x="6621" y="3065"/>
                  </a:lnTo>
                  <a:lnTo>
                    <a:pt x="6621" y="2914"/>
                  </a:lnTo>
                  <a:lnTo>
                    <a:pt x="6583" y="2763"/>
                  </a:lnTo>
                  <a:lnTo>
                    <a:pt x="6318" y="2347"/>
                  </a:lnTo>
                  <a:lnTo>
                    <a:pt x="6053" y="1968"/>
                  </a:lnTo>
                  <a:lnTo>
                    <a:pt x="5751" y="1628"/>
                  </a:lnTo>
                  <a:lnTo>
                    <a:pt x="5410" y="1287"/>
                  </a:lnTo>
                  <a:lnTo>
                    <a:pt x="5107" y="1022"/>
                  </a:lnTo>
                  <a:lnTo>
                    <a:pt x="4767" y="758"/>
                  </a:lnTo>
                  <a:lnTo>
                    <a:pt x="4389" y="531"/>
                  </a:lnTo>
                  <a:lnTo>
                    <a:pt x="4048" y="379"/>
                  </a:lnTo>
                  <a:lnTo>
                    <a:pt x="3670" y="228"/>
                  </a:lnTo>
                  <a:lnTo>
                    <a:pt x="3329" y="114"/>
                  </a:lnTo>
                  <a:lnTo>
                    <a:pt x="2951" y="39"/>
                  </a:lnTo>
                  <a:lnTo>
                    <a:pt x="2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4998375" y="1411850"/>
              <a:ext cx="27450" cy="136200"/>
            </a:xfrm>
            <a:custGeom>
              <a:rect b="b" l="l" r="r" t="t"/>
              <a:pathLst>
                <a:path extrusionOk="0" h="5448" w="1098">
                  <a:moveTo>
                    <a:pt x="378" y="0"/>
                  </a:moveTo>
                  <a:lnTo>
                    <a:pt x="227" y="38"/>
                  </a:lnTo>
                  <a:lnTo>
                    <a:pt x="76" y="152"/>
                  </a:lnTo>
                  <a:lnTo>
                    <a:pt x="0" y="265"/>
                  </a:lnTo>
                  <a:lnTo>
                    <a:pt x="0" y="454"/>
                  </a:lnTo>
                  <a:lnTo>
                    <a:pt x="265" y="5032"/>
                  </a:lnTo>
                  <a:lnTo>
                    <a:pt x="303" y="5183"/>
                  </a:lnTo>
                  <a:lnTo>
                    <a:pt x="378" y="5297"/>
                  </a:lnTo>
                  <a:lnTo>
                    <a:pt x="530" y="5410"/>
                  </a:lnTo>
                  <a:lnTo>
                    <a:pt x="681" y="5448"/>
                  </a:lnTo>
                  <a:lnTo>
                    <a:pt x="719" y="5448"/>
                  </a:lnTo>
                  <a:lnTo>
                    <a:pt x="870" y="5372"/>
                  </a:lnTo>
                  <a:lnTo>
                    <a:pt x="1022" y="5297"/>
                  </a:lnTo>
                  <a:lnTo>
                    <a:pt x="1097" y="5145"/>
                  </a:lnTo>
                  <a:lnTo>
                    <a:pt x="1097" y="4956"/>
                  </a:lnTo>
                  <a:lnTo>
                    <a:pt x="832" y="379"/>
                  </a:lnTo>
                  <a:lnTo>
                    <a:pt x="795" y="227"/>
                  </a:lnTo>
                  <a:lnTo>
                    <a:pt x="681" y="114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4964325" y="1439275"/>
              <a:ext cx="54875" cy="42575"/>
            </a:xfrm>
            <a:custGeom>
              <a:rect b="b" l="l" r="r" t="t"/>
              <a:pathLst>
                <a:path extrusionOk="0" h="1703" w="2195">
                  <a:moveTo>
                    <a:pt x="341" y="0"/>
                  </a:moveTo>
                  <a:lnTo>
                    <a:pt x="189" y="76"/>
                  </a:lnTo>
                  <a:lnTo>
                    <a:pt x="76" y="189"/>
                  </a:lnTo>
                  <a:lnTo>
                    <a:pt x="0" y="341"/>
                  </a:lnTo>
                  <a:lnTo>
                    <a:pt x="0" y="492"/>
                  </a:lnTo>
                  <a:lnTo>
                    <a:pt x="76" y="643"/>
                  </a:lnTo>
                  <a:lnTo>
                    <a:pt x="189" y="795"/>
                  </a:lnTo>
                  <a:lnTo>
                    <a:pt x="1513" y="1627"/>
                  </a:lnTo>
                  <a:lnTo>
                    <a:pt x="1627" y="1703"/>
                  </a:lnTo>
                  <a:lnTo>
                    <a:pt x="1854" y="1703"/>
                  </a:lnTo>
                  <a:lnTo>
                    <a:pt x="1967" y="1665"/>
                  </a:lnTo>
                  <a:lnTo>
                    <a:pt x="2043" y="1589"/>
                  </a:lnTo>
                  <a:lnTo>
                    <a:pt x="2119" y="1514"/>
                  </a:lnTo>
                  <a:lnTo>
                    <a:pt x="2194" y="1362"/>
                  </a:lnTo>
                  <a:lnTo>
                    <a:pt x="2157" y="1173"/>
                  </a:lnTo>
                  <a:lnTo>
                    <a:pt x="2119" y="1022"/>
                  </a:lnTo>
                  <a:lnTo>
                    <a:pt x="2005" y="908"/>
                  </a:lnTo>
                  <a:lnTo>
                    <a:pt x="681" y="38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5288725" y="3877525"/>
              <a:ext cx="1413025" cy="247825"/>
            </a:xfrm>
            <a:custGeom>
              <a:rect b="b" l="l" r="r" t="t"/>
              <a:pathLst>
                <a:path extrusionOk="0" h="9913" w="56521">
                  <a:moveTo>
                    <a:pt x="4956" y="1"/>
                  </a:moveTo>
                  <a:lnTo>
                    <a:pt x="4465" y="38"/>
                  </a:lnTo>
                  <a:lnTo>
                    <a:pt x="3973" y="114"/>
                  </a:lnTo>
                  <a:lnTo>
                    <a:pt x="3481" y="228"/>
                  </a:lnTo>
                  <a:lnTo>
                    <a:pt x="3027" y="379"/>
                  </a:lnTo>
                  <a:lnTo>
                    <a:pt x="2611" y="606"/>
                  </a:lnTo>
                  <a:lnTo>
                    <a:pt x="2195" y="833"/>
                  </a:lnTo>
                  <a:lnTo>
                    <a:pt x="1816" y="1135"/>
                  </a:lnTo>
                  <a:lnTo>
                    <a:pt x="1476" y="1438"/>
                  </a:lnTo>
                  <a:lnTo>
                    <a:pt x="1135" y="1816"/>
                  </a:lnTo>
                  <a:lnTo>
                    <a:pt x="871" y="2195"/>
                  </a:lnTo>
                  <a:lnTo>
                    <a:pt x="606" y="2573"/>
                  </a:lnTo>
                  <a:lnTo>
                    <a:pt x="417" y="3027"/>
                  </a:lnTo>
                  <a:lnTo>
                    <a:pt x="227" y="3481"/>
                  </a:lnTo>
                  <a:lnTo>
                    <a:pt x="114" y="3935"/>
                  </a:lnTo>
                  <a:lnTo>
                    <a:pt x="38" y="4427"/>
                  </a:lnTo>
                  <a:lnTo>
                    <a:pt x="0" y="4956"/>
                  </a:lnTo>
                  <a:lnTo>
                    <a:pt x="38" y="5448"/>
                  </a:lnTo>
                  <a:lnTo>
                    <a:pt x="114" y="5940"/>
                  </a:lnTo>
                  <a:lnTo>
                    <a:pt x="227" y="6432"/>
                  </a:lnTo>
                  <a:lnTo>
                    <a:pt x="417" y="6886"/>
                  </a:lnTo>
                  <a:lnTo>
                    <a:pt x="606" y="7302"/>
                  </a:lnTo>
                  <a:lnTo>
                    <a:pt x="871" y="7718"/>
                  </a:lnTo>
                  <a:lnTo>
                    <a:pt x="1135" y="8097"/>
                  </a:lnTo>
                  <a:lnTo>
                    <a:pt x="1476" y="8437"/>
                  </a:lnTo>
                  <a:lnTo>
                    <a:pt x="1816" y="8778"/>
                  </a:lnTo>
                  <a:lnTo>
                    <a:pt x="2195" y="9042"/>
                  </a:lnTo>
                  <a:lnTo>
                    <a:pt x="2611" y="9307"/>
                  </a:lnTo>
                  <a:lnTo>
                    <a:pt x="3027" y="9496"/>
                  </a:lnTo>
                  <a:lnTo>
                    <a:pt x="3481" y="9685"/>
                  </a:lnTo>
                  <a:lnTo>
                    <a:pt x="3973" y="9799"/>
                  </a:lnTo>
                  <a:lnTo>
                    <a:pt x="4465" y="9875"/>
                  </a:lnTo>
                  <a:lnTo>
                    <a:pt x="4956" y="9912"/>
                  </a:lnTo>
                  <a:lnTo>
                    <a:pt x="51565" y="9912"/>
                  </a:lnTo>
                  <a:lnTo>
                    <a:pt x="52057" y="9875"/>
                  </a:lnTo>
                  <a:lnTo>
                    <a:pt x="52549" y="9799"/>
                  </a:lnTo>
                  <a:lnTo>
                    <a:pt x="53040" y="9685"/>
                  </a:lnTo>
                  <a:lnTo>
                    <a:pt x="53494" y="9496"/>
                  </a:lnTo>
                  <a:lnTo>
                    <a:pt x="53911" y="9307"/>
                  </a:lnTo>
                  <a:lnTo>
                    <a:pt x="54327" y="9042"/>
                  </a:lnTo>
                  <a:lnTo>
                    <a:pt x="54705" y="8778"/>
                  </a:lnTo>
                  <a:lnTo>
                    <a:pt x="55046" y="8437"/>
                  </a:lnTo>
                  <a:lnTo>
                    <a:pt x="55386" y="8097"/>
                  </a:lnTo>
                  <a:lnTo>
                    <a:pt x="55651" y="7718"/>
                  </a:lnTo>
                  <a:lnTo>
                    <a:pt x="55916" y="7302"/>
                  </a:lnTo>
                  <a:lnTo>
                    <a:pt x="56105" y="6886"/>
                  </a:lnTo>
                  <a:lnTo>
                    <a:pt x="56294" y="6432"/>
                  </a:lnTo>
                  <a:lnTo>
                    <a:pt x="56408" y="5940"/>
                  </a:lnTo>
                  <a:lnTo>
                    <a:pt x="56483" y="5448"/>
                  </a:lnTo>
                  <a:lnTo>
                    <a:pt x="56521" y="4956"/>
                  </a:lnTo>
                  <a:lnTo>
                    <a:pt x="56483" y="4427"/>
                  </a:lnTo>
                  <a:lnTo>
                    <a:pt x="56408" y="3935"/>
                  </a:lnTo>
                  <a:lnTo>
                    <a:pt x="56294" y="3481"/>
                  </a:lnTo>
                  <a:lnTo>
                    <a:pt x="56105" y="3027"/>
                  </a:lnTo>
                  <a:lnTo>
                    <a:pt x="55916" y="2573"/>
                  </a:lnTo>
                  <a:lnTo>
                    <a:pt x="55651" y="2195"/>
                  </a:lnTo>
                  <a:lnTo>
                    <a:pt x="55386" y="1816"/>
                  </a:lnTo>
                  <a:lnTo>
                    <a:pt x="55046" y="1438"/>
                  </a:lnTo>
                  <a:lnTo>
                    <a:pt x="54705" y="1135"/>
                  </a:lnTo>
                  <a:lnTo>
                    <a:pt x="54327" y="833"/>
                  </a:lnTo>
                  <a:lnTo>
                    <a:pt x="53911" y="606"/>
                  </a:lnTo>
                  <a:lnTo>
                    <a:pt x="53494" y="379"/>
                  </a:lnTo>
                  <a:lnTo>
                    <a:pt x="53040" y="228"/>
                  </a:lnTo>
                  <a:lnTo>
                    <a:pt x="52549" y="114"/>
                  </a:lnTo>
                  <a:lnTo>
                    <a:pt x="52057" y="38"/>
                  </a:lnTo>
                  <a:lnTo>
                    <a:pt x="515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5"/>
            <p:cNvSpPr/>
            <p:nvPr/>
          </p:nvSpPr>
          <p:spPr>
            <a:xfrm>
              <a:off x="6202350" y="3984400"/>
              <a:ext cx="444550" cy="1487750"/>
            </a:xfrm>
            <a:custGeom>
              <a:rect b="b" l="l" r="r" t="t"/>
              <a:pathLst>
                <a:path extrusionOk="0" h="59510" w="17782">
                  <a:moveTo>
                    <a:pt x="2990" y="1"/>
                  </a:moveTo>
                  <a:lnTo>
                    <a:pt x="2649" y="114"/>
                  </a:lnTo>
                  <a:lnTo>
                    <a:pt x="2346" y="303"/>
                  </a:lnTo>
                  <a:lnTo>
                    <a:pt x="2044" y="568"/>
                  </a:lnTo>
                  <a:lnTo>
                    <a:pt x="1741" y="871"/>
                  </a:lnTo>
                  <a:lnTo>
                    <a:pt x="1514" y="1287"/>
                  </a:lnTo>
                  <a:lnTo>
                    <a:pt x="1249" y="1741"/>
                  </a:lnTo>
                  <a:lnTo>
                    <a:pt x="1060" y="2270"/>
                  </a:lnTo>
                  <a:lnTo>
                    <a:pt x="871" y="2876"/>
                  </a:lnTo>
                  <a:lnTo>
                    <a:pt x="682" y="3519"/>
                  </a:lnTo>
                  <a:lnTo>
                    <a:pt x="531" y="4238"/>
                  </a:lnTo>
                  <a:lnTo>
                    <a:pt x="379" y="4994"/>
                  </a:lnTo>
                  <a:lnTo>
                    <a:pt x="266" y="5827"/>
                  </a:lnTo>
                  <a:lnTo>
                    <a:pt x="190" y="6697"/>
                  </a:lnTo>
                  <a:lnTo>
                    <a:pt x="114" y="7643"/>
                  </a:lnTo>
                  <a:lnTo>
                    <a:pt x="1" y="9648"/>
                  </a:lnTo>
                  <a:lnTo>
                    <a:pt x="1" y="11842"/>
                  </a:lnTo>
                  <a:lnTo>
                    <a:pt x="77" y="14225"/>
                  </a:lnTo>
                  <a:lnTo>
                    <a:pt x="228" y="16722"/>
                  </a:lnTo>
                  <a:lnTo>
                    <a:pt x="455" y="19408"/>
                  </a:lnTo>
                  <a:lnTo>
                    <a:pt x="795" y="22170"/>
                  </a:lnTo>
                  <a:lnTo>
                    <a:pt x="1174" y="25045"/>
                  </a:lnTo>
                  <a:lnTo>
                    <a:pt x="1665" y="28034"/>
                  </a:lnTo>
                  <a:lnTo>
                    <a:pt x="2233" y="31060"/>
                  </a:lnTo>
                  <a:lnTo>
                    <a:pt x="2876" y="34087"/>
                  </a:lnTo>
                  <a:lnTo>
                    <a:pt x="3557" y="37038"/>
                  </a:lnTo>
                  <a:lnTo>
                    <a:pt x="4276" y="39837"/>
                  </a:lnTo>
                  <a:lnTo>
                    <a:pt x="5070" y="42523"/>
                  </a:lnTo>
                  <a:lnTo>
                    <a:pt x="5865" y="45058"/>
                  </a:lnTo>
                  <a:lnTo>
                    <a:pt x="6659" y="47442"/>
                  </a:lnTo>
                  <a:lnTo>
                    <a:pt x="7492" y="49674"/>
                  </a:lnTo>
                  <a:lnTo>
                    <a:pt x="8362" y="51679"/>
                  </a:lnTo>
                  <a:lnTo>
                    <a:pt x="9194" y="53532"/>
                  </a:lnTo>
                  <a:lnTo>
                    <a:pt x="9648" y="54365"/>
                  </a:lnTo>
                  <a:lnTo>
                    <a:pt x="10064" y="55121"/>
                  </a:lnTo>
                  <a:lnTo>
                    <a:pt x="10480" y="55840"/>
                  </a:lnTo>
                  <a:lnTo>
                    <a:pt x="10896" y="56521"/>
                  </a:lnTo>
                  <a:lnTo>
                    <a:pt x="11313" y="57126"/>
                  </a:lnTo>
                  <a:lnTo>
                    <a:pt x="11729" y="57656"/>
                  </a:lnTo>
                  <a:lnTo>
                    <a:pt x="12145" y="58110"/>
                  </a:lnTo>
                  <a:lnTo>
                    <a:pt x="12523" y="58526"/>
                  </a:lnTo>
                  <a:lnTo>
                    <a:pt x="12939" y="58867"/>
                  </a:lnTo>
                  <a:lnTo>
                    <a:pt x="13318" y="59132"/>
                  </a:lnTo>
                  <a:lnTo>
                    <a:pt x="13696" y="59321"/>
                  </a:lnTo>
                  <a:lnTo>
                    <a:pt x="14074" y="59434"/>
                  </a:lnTo>
                  <a:lnTo>
                    <a:pt x="14415" y="59510"/>
                  </a:lnTo>
                  <a:lnTo>
                    <a:pt x="14793" y="59472"/>
                  </a:lnTo>
                  <a:lnTo>
                    <a:pt x="15134" y="59359"/>
                  </a:lnTo>
                  <a:lnTo>
                    <a:pt x="15436" y="59169"/>
                  </a:lnTo>
                  <a:lnTo>
                    <a:pt x="15739" y="58942"/>
                  </a:lnTo>
                  <a:lnTo>
                    <a:pt x="16004" y="58602"/>
                  </a:lnTo>
                  <a:lnTo>
                    <a:pt x="16269" y="58186"/>
                  </a:lnTo>
                  <a:lnTo>
                    <a:pt x="16495" y="57732"/>
                  </a:lnTo>
                  <a:lnTo>
                    <a:pt x="16722" y="57202"/>
                  </a:lnTo>
                  <a:lnTo>
                    <a:pt x="16912" y="56635"/>
                  </a:lnTo>
                  <a:lnTo>
                    <a:pt x="17101" y="55954"/>
                  </a:lnTo>
                  <a:lnTo>
                    <a:pt x="17252" y="55235"/>
                  </a:lnTo>
                  <a:lnTo>
                    <a:pt x="17366" y="54478"/>
                  </a:lnTo>
                  <a:lnTo>
                    <a:pt x="17479" y="53646"/>
                  </a:lnTo>
                  <a:lnTo>
                    <a:pt x="17593" y="52776"/>
                  </a:lnTo>
                  <a:lnTo>
                    <a:pt x="17668" y="51830"/>
                  </a:lnTo>
                  <a:lnTo>
                    <a:pt x="17744" y="49825"/>
                  </a:lnTo>
                  <a:lnTo>
                    <a:pt x="17782" y="47631"/>
                  </a:lnTo>
                  <a:lnTo>
                    <a:pt x="17706" y="45285"/>
                  </a:lnTo>
                  <a:lnTo>
                    <a:pt x="17555" y="42750"/>
                  </a:lnTo>
                  <a:lnTo>
                    <a:pt x="17290" y="40102"/>
                  </a:lnTo>
                  <a:lnTo>
                    <a:pt x="16987" y="37340"/>
                  </a:lnTo>
                  <a:lnTo>
                    <a:pt x="16571" y="34427"/>
                  </a:lnTo>
                  <a:lnTo>
                    <a:pt x="16079" y="31477"/>
                  </a:lnTo>
                  <a:lnTo>
                    <a:pt x="15512" y="28412"/>
                  </a:lnTo>
                  <a:lnTo>
                    <a:pt x="14907" y="25386"/>
                  </a:lnTo>
                  <a:lnTo>
                    <a:pt x="14188" y="22473"/>
                  </a:lnTo>
                  <a:lnTo>
                    <a:pt x="13469" y="19635"/>
                  </a:lnTo>
                  <a:lnTo>
                    <a:pt x="12712" y="16949"/>
                  </a:lnTo>
                  <a:lnTo>
                    <a:pt x="11918" y="14414"/>
                  </a:lnTo>
                  <a:lnTo>
                    <a:pt x="11086" y="12031"/>
                  </a:lnTo>
                  <a:lnTo>
                    <a:pt x="10253" y="9799"/>
                  </a:lnTo>
                  <a:lnTo>
                    <a:pt x="9421" y="7794"/>
                  </a:lnTo>
                  <a:lnTo>
                    <a:pt x="8551" y="5978"/>
                  </a:lnTo>
                  <a:lnTo>
                    <a:pt x="8135" y="5146"/>
                  </a:lnTo>
                  <a:lnTo>
                    <a:pt x="7719" y="4351"/>
                  </a:lnTo>
                  <a:lnTo>
                    <a:pt x="7265" y="3632"/>
                  </a:lnTo>
                  <a:lnTo>
                    <a:pt x="6848" y="2989"/>
                  </a:lnTo>
                  <a:lnTo>
                    <a:pt x="6432" y="2384"/>
                  </a:lnTo>
                  <a:lnTo>
                    <a:pt x="6016" y="1854"/>
                  </a:lnTo>
                  <a:lnTo>
                    <a:pt x="5638" y="1362"/>
                  </a:lnTo>
                  <a:lnTo>
                    <a:pt x="5222" y="946"/>
                  </a:lnTo>
                  <a:lnTo>
                    <a:pt x="4843" y="644"/>
                  </a:lnTo>
                  <a:lnTo>
                    <a:pt x="4427" y="341"/>
                  </a:lnTo>
                  <a:lnTo>
                    <a:pt x="4049" y="152"/>
                  </a:lnTo>
                  <a:lnTo>
                    <a:pt x="3671" y="38"/>
                  </a:lnTo>
                  <a:lnTo>
                    <a:pt x="33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5"/>
            <p:cNvSpPr/>
            <p:nvPr/>
          </p:nvSpPr>
          <p:spPr>
            <a:xfrm>
              <a:off x="5344525" y="3984400"/>
              <a:ext cx="443600" cy="1487750"/>
            </a:xfrm>
            <a:custGeom>
              <a:rect b="b" l="l" r="r" t="t"/>
              <a:pathLst>
                <a:path extrusionOk="0" h="59510" w="17744">
                  <a:moveTo>
                    <a:pt x="14414" y="1"/>
                  </a:moveTo>
                  <a:lnTo>
                    <a:pt x="14074" y="38"/>
                  </a:lnTo>
                  <a:lnTo>
                    <a:pt x="13696" y="152"/>
                  </a:lnTo>
                  <a:lnTo>
                    <a:pt x="13317" y="341"/>
                  </a:lnTo>
                  <a:lnTo>
                    <a:pt x="12939" y="644"/>
                  </a:lnTo>
                  <a:lnTo>
                    <a:pt x="12523" y="946"/>
                  </a:lnTo>
                  <a:lnTo>
                    <a:pt x="12107" y="1362"/>
                  </a:lnTo>
                  <a:lnTo>
                    <a:pt x="11728" y="1854"/>
                  </a:lnTo>
                  <a:lnTo>
                    <a:pt x="11312" y="2384"/>
                  </a:lnTo>
                  <a:lnTo>
                    <a:pt x="10896" y="2989"/>
                  </a:lnTo>
                  <a:lnTo>
                    <a:pt x="10480" y="3632"/>
                  </a:lnTo>
                  <a:lnTo>
                    <a:pt x="10026" y="4351"/>
                  </a:lnTo>
                  <a:lnTo>
                    <a:pt x="9610" y="5146"/>
                  </a:lnTo>
                  <a:lnTo>
                    <a:pt x="9194" y="5978"/>
                  </a:lnTo>
                  <a:lnTo>
                    <a:pt x="8323" y="7794"/>
                  </a:lnTo>
                  <a:lnTo>
                    <a:pt x="7491" y="9799"/>
                  </a:lnTo>
                  <a:lnTo>
                    <a:pt x="6659" y="12031"/>
                  </a:lnTo>
                  <a:lnTo>
                    <a:pt x="5827" y="14414"/>
                  </a:lnTo>
                  <a:lnTo>
                    <a:pt x="5032" y="16949"/>
                  </a:lnTo>
                  <a:lnTo>
                    <a:pt x="4275" y="19635"/>
                  </a:lnTo>
                  <a:lnTo>
                    <a:pt x="3557" y="22473"/>
                  </a:lnTo>
                  <a:lnTo>
                    <a:pt x="2876" y="25386"/>
                  </a:lnTo>
                  <a:lnTo>
                    <a:pt x="2233" y="28412"/>
                  </a:lnTo>
                  <a:lnTo>
                    <a:pt x="1665" y="31477"/>
                  </a:lnTo>
                  <a:lnTo>
                    <a:pt x="1173" y="34427"/>
                  </a:lnTo>
                  <a:lnTo>
                    <a:pt x="757" y="37340"/>
                  </a:lnTo>
                  <a:lnTo>
                    <a:pt x="454" y="40102"/>
                  </a:lnTo>
                  <a:lnTo>
                    <a:pt x="227" y="42750"/>
                  </a:lnTo>
                  <a:lnTo>
                    <a:pt x="38" y="45285"/>
                  </a:lnTo>
                  <a:lnTo>
                    <a:pt x="0" y="47631"/>
                  </a:lnTo>
                  <a:lnTo>
                    <a:pt x="0" y="49825"/>
                  </a:lnTo>
                  <a:lnTo>
                    <a:pt x="76" y="51830"/>
                  </a:lnTo>
                  <a:lnTo>
                    <a:pt x="152" y="52776"/>
                  </a:lnTo>
                  <a:lnTo>
                    <a:pt x="265" y="53646"/>
                  </a:lnTo>
                  <a:lnTo>
                    <a:pt x="379" y="54478"/>
                  </a:lnTo>
                  <a:lnTo>
                    <a:pt x="492" y="55235"/>
                  </a:lnTo>
                  <a:lnTo>
                    <a:pt x="681" y="55954"/>
                  </a:lnTo>
                  <a:lnTo>
                    <a:pt x="833" y="56635"/>
                  </a:lnTo>
                  <a:lnTo>
                    <a:pt x="1022" y="57202"/>
                  </a:lnTo>
                  <a:lnTo>
                    <a:pt x="1249" y="57732"/>
                  </a:lnTo>
                  <a:lnTo>
                    <a:pt x="1476" y="58186"/>
                  </a:lnTo>
                  <a:lnTo>
                    <a:pt x="1741" y="58602"/>
                  </a:lnTo>
                  <a:lnTo>
                    <a:pt x="2006" y="58942"/>
                  </a:lnTo>
                  <a:lnTo>
                    <a:pt x="2308" y="59169"/>
                  </a:lnTo>
                  <a:lnTo>
                    <a:pt x="2649" y="59359"/>
                  </a:lnTo>
                  <a:lnTo>
                    <a:pt x="2951" y="59472"/>
                  </a:lnTo>
                  <a:lnTo>
                    <a:pt x="3330" y="59510"/>
                  </a:lnTo>
                  <a:lnTo>
                    <a:pt x="3670" y="59434"/>
                  </a:lnTo>
                  <a:lnTo>
                    <a:pt x="4048" y="59321"/>
                  </a:lnTo>
                  <a:lnTo>
                    <a:pt x="4427" y="59132"/>
                  </a:lnTo>
                  <a:lnTo>
                    <a:pt x="4805" y="58867"/>
                  </a:lnTo>
                  <a:lnTo>
                    <a:pt x="5221" y="58526"/>
                  </a:lnTo>
                  <a:lnTo>
                    <a:pt x="5600" y="58110"/>
                  </a:lnTo>
                  <a:lnTo>
                    <a:pt x="6016" y="57656"/>
                  </a:lnTo>
                  <a:lnTo>
                    <a:pt x="6432" y="57126"/>
                  </a:lnTo>
                  <a:lnTo>
                    <a:pt x="6848" y="56521"/>
                  </a:lnTo>
                  <a:lnTo>
                    <a:pt x="7264" y="55840"/>
                  </a:lnTo>
                  <a:lnTo>
                    <a:pt x="7680" y="55121"/>
                  </a:lnTo>
                  <a:lnTo>
                    <a:pt x="8096" y="54365"/>
                  </a:lnTo>
                  <a:lnTo>
                    <a:pt x="8550" y="53532"/>
                  </a:lnTo>
                  <a:lnTo>
                    <a:pt x="9383" y="51679"/>
                  </a:lnTo>
                  <a:lnTo>
                    <a:pt x="10253" y="49674"/>
                  </a:lnTo>
                  <a:lnTo>
                    <a:pt x="11085" y="47442"/>
                  </a:lnTo>
                  <a:lnTo>
                    <a:pt x="11917" y="45058"/>
                  </a:lnTo>
                  <a:lnTo>
                    <a:pt x="12712" y="42523"/>
                  </a:lnTo>
                  <a:lnTo>
                    <a:pt x="13469" y="39837"/>
                  </a:lnTo>
                  <a:lnTo>
                    <a:pt x="14187" y="37038"/>
                  </a:lnTo>
                  <a:lnTo>
                    <a:pt x="14868" y="34087"/>
                  </a:lnTo>
                  <a:lnTo>
                    <a:pt x="15511" y="31060"/>
                  </a:lnTo>
                  <a:lnTo>
                    <a:pt x="16079" y="28034"/>
                  </a:lnTo>
                  <a:lnTo>
                    <a:pt x="16571" y="25045"/>
                  </a:lnTo>
                  <a:lnTo>
                    <a:pt x="16987" y="22170"/>
                  </a:lnTo>
                  <a:lnTo>
                    <a:pt x="17290" y="19408"/>
                  </a:lnTo>
                  <a:lnTo>
                    <a:pt x="17517" y="16722"/>
                  </a:lnTo>
                  <a:lnTo>
                    <a:pt x="17668" y="14225"/>
                  </a:lnTo>
                  <a:lnTo>
                    <a:pt x="17744" y="11842"/>
                  </a:lnTo>
                  <a:lnTo>
                    <a:pt x="17744" y="9648"/>
                  </a:lnTo>
                  <a:lnTo>
                    <a:pt x="17668" y="7643"/>
                  </a:lnTo>
                  <a:lnTo>
                    <a:pt x="17592" y="6697"/>
                  </a:lnTo>
                  <a:lnTo>
                    <a:pt x="17479" y="5827"/>
                  </a:lnTo>
                  <a:lnTo>
                    <a:pt x="17365" y="4994"/>
                  </a:lnTo>
                  <a:lnTo>
                    <a:pt x="17214" y="4238"/>
                  </a:lnTo>
                  <a:lnTo>
                    <a:pt x="17063" y="3519"/>
                  </a:lnTo>
                  <a:lnTo>
                    <a:pt x="16911" y="2876"/>
                  </a:lnTo>
                  <a:lnTo>
                    <a:pt x="16684" y="2270"/>
                  </a:lnTo>
                  <a:lnTo>
                    <a:pt x="16495" y="1741"/>
                  </a:lnTo>
                  <a:lnTo>
                    <a:pt x="16230" y="1287"/>
                  </a:lnTo>
                  <a:lnTo>
                    <a:pt x="16003" y="871"/>
                  </a:lnTo>
                  <a:lnTo>
                    <a:pt x="15701" y="568"/>
                  </a:lnTo>
                  <a:lnTo>
                    <a:pt x="15436" y="303"/>
                  </a:lnTo>
                  <a:lnTo>
                    <a:pt x="15095" y="114"/>
                  </a:lnTo>
                  <a:lnTo>
                    <a:pt x="14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5"/>
            <p:cNvSpPr/>
            <p:nvPr/>
          </p:nvSpPr>
          <p:spPr>
            <a:xfrm>
              <a:off x="6222225" y="4113975"/>
              <a:ext cx="200525" cy="21775"/>
            </a:xfrm>
            <a:custGeom>
              <a:rect b="b" l="l" r="r" t="t"/>
              <a:pathLst>
                <a:path extrusionOk="0" h="871" w="8021">
                  <a:moveTo>
                    <a:pt x="454" y="0"/>
                  </a:moveTo>
                  <a:lnTo>
                    <a:pt x="265" y="38"/>
                  </a:lnTo>
                  <a:lnTo>
                    <a:pt x="152" y="114"/>
                  </a:lnTo>
                  <a:lnTo>
                    <a:pt x="38" y="265"/>
                  </a:lnTo>
                  <a:lnTo>
                    <a:pt x="0" y="454"/>
                  </a:lnTo>
                  <a:lnTo>
                    <a:pt x="38" y="606"/>
                  </a:lnTo>
                  <a:lnTo>
                    <a:pt x="152" y="757"/>
                  </a:lnTo>
                  <a:lnTo>
                    <a:pt x="265" y="833"/>
                  </a:lnTo>
                  <a:lnTo>
                    <a:pt x="454" y="871"/>
                  </a:lnTo>
                  <a:lnTo>
                    <a:pt x="7567" y="871"/>
                  </a:lnTo>
                  <a:lnTo>
                    <a:pt x="7756" y="833"/>
                  </a:lnTo>
                  <a:lnTo>
                    <a:pt x="7869" y="757"/>
                  </a:lnTo>
                  <a:lnTo>
                    <a:pt x="7983" y="606"/>
                  </a:lnTo>
                  <a:lnTo>
                    <a:pt x="8021" y="454"/>
                  </a:lnTo>
                  <a:lnTo>
                    <a:pt x="7983" y="265"/>
                  </a:lnTo>
                  <a:lnTo>
                    <a:pt x="7869" y="114"/>
                  </a:lnTo>
                  <a:lnTo>
                    <a:pt x="7756" y="38"/>
                  </a:lnTo>
                  <a:lnTo>
                    <a:pt x="75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5"/>
            <p:cNvSpPr/>
            <p:nvPr/>
          </p:nvSpPr>
          <p:spPr>
            <a:xfrm>
              <a:off x="5590425" y="4123425"/>
              <a:ext cx="174050" cy="21775"/>
            </a:xfrm>
            <a:custGeom>
              <a:rect b="b" l="l" r="r" t="t"/>
              <a:pathLst>
                <a:path extrusionOk="0" h="871" w="6962">
                  <a:moveTo>
                    <a:pt x="455" y="1"/>
                  </a:moveTo>
                  <a:lnTo>
                    <a:pt x="266" y="39"/>
                  </a:lnTo>
                  <a:lnTo>
                    <a:pt x="114" y="152"/>
                  </a:lnTo>
                  <a:lnTo>
                    <a:pt x="39" y="266"/>
                  </a:lnTo>
                  <a:lnTo>
                    <a:pt x="1" y="455"/>
                  </a:lnTo>
                  <a:lnTo>
                    <a:pt x="39" y="606"/>
                  </a:lnTo>
                  <a:lnTo>
                    <a:pt x="114" y="757"/>
                  </a:lnTo>
                  <a:lnTo>
                    <a:pt x="266" y="833"/>
                  </a:lnTo>
                  <a:lnTo>
                    <a:pt x="455" y="871"/>
                  </a:lnTo>
                  <a:lnTo>
                    <a:pt x="6546" y="871"/>
                  </a:lnTo>
                  <a:lnTo>
                    <a:pt x="6697" y="833"/>
                  </a:lnTo>
                  <a:lnTo>
                    <a:pt x="6848" y="757"/>
                  </a:lnTo>
                  <a:lnTo>
                    <a:pt x="6924" y="606"/>
                  </a:lnTo>
                  <a:lnTo>
                    <a:pt x="6962" y="455"/>
                  </a:lnTo>
                  <a:lnTo>
                    <a:pt x="6924" y="266"/>
                  </a:lnTo>
                  <a:lnTo>
                    <a:pt x="6848" y="152"/>
                  </a:lnTo>
                  <a:lnTo>
                    <a:pt x="6697" y="39"/>
                  </a:lnTo>
                  <a:lnTo>
                    <a:pt x="65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5"/>
            <p:cNvSpPr/>
            <p:nvPr/>
          </p:nvSpPr>
          <p:spPr>
            <a:xfrm>
              <a:off x="5346425" y="3202225"/>
              <a:ext cx="1239000" cy="681000"/>
            </a:xfrm>
            <a:custGeom>
              <a:rect b="b" l="l" r="r" t="t"/>
              <a:pathLst>
                <a:path extrusionOk="0" h="27240" w="49560">
                  <a:moveTo>
                    <a:pt x="45739" y="1"/>
                  </a:moveTo>
                  <a:lnTo>
                    <a:pt x="8777" y="6281"/>
                  </a:lnTo>
                  <a:lnTo>
                    <a:pt x="0" y="10745"/>
                  </a:lnTo>
                  <a:lnTo>
                    <a:pt x="3972" y="27013"/>
                  </a:lnTo>
                  <a:lnTo>
                    <a:pt x="41804" y="27240"/>
                  </a:lnTo>
                  <a:lnTo>
                    <a:pt x="42410" y="26786"/>
                  </a:lnTo>
                  <a:lnTo>
                    <a:pt x="43317" y="25991"/>
                  </a:lnTo>
                  <a:lnTo>
                    <a:pt x="43847" y="25461"/>
                  </a:lnTo>
                  <a:lnTo>
                    <a:pt x="44415" y="24818"/>
                  </a:lnTo>
                  <a:lnTo>
                    <a:pt x="45020" y="24137"/>
                  </a:lnTo>
                  <a:lnTo>
                    <a:pt x="45625" y="23343"/>
                  </a:lnTo>
                  <a:lnTo>
                    <a:pt x="46268" y="22473"/>
                  </a:lnTo>
                  <a:lnTo>
                    <a:pt x="46874" y="21489"/>
                  </a:lnTo>
                  <a:lnTo>
                    <a:pt x="47441" y="20468"/>
                  </a:lnTo>
                  <a:lnTo>
                    <a:pt x="47971" y="19333"/>
                  </a:lnTo>
                  <a:lnTo>
                    <a:pt x="48463" y="18122"/>
                  </a:lnTo>
                  <a:lnTo>
                    <a:pt x="48652" y="17479"/>
                  </a:lnTo>
                  <a:lnTo>
                    <a:pt x="48841" y="16836"/>
                  </a:lnTo>
                  <a:lnTo>
                    <a:pt x="49030" y="16155"/>
                  </a:lnTo>
                  <a:lnTo>
                    <a:pt x="49181" y="15436"/>
                  </a:lnTo>
                  <a:lnTo>
                    <a:pt x="49333" y="14717"/>
                  </a:lnTo>
                  <a:lnTo>
                    <a:pt x="49408" y="13961"/>
                  </a:lnTo>
                  <a:lnTo>
                    <a:pt x="49484" y="13280"/>
                  </a:lnTo>
                  <a:lnTo>
                    <a:pt x="49522" y="12599"/>
                  </a:lnTo>
                  <a:lnTo>
                    <a:pt x="49560" y="11956"/>
                  </a:lnTo>
                  <a:lnTo>
                    <a:pt x="49560" y="11275"/>
                  </a:lnTo>
                  <a:lnTo>
                    <a:pt x="49484" y="10026"/>
                  </a:lnTo>
                  <a:lnTo>
                    <a:pt x="49333" y="8815"/>
                  </a:lnTo>
                  <a:lnTo>
                    <a:pt x="49144" y="7681"/>
                  </a:lnTo>
                  <a:lnTo>
                    <a:pt x="48879" y="6583"/>
                  </a:lnTo>
                  <a:lnTo>
                    <a:pt x="48576" y="5562"/>
                  </a:lnTo>
                  <a:lnTo>
                    <a:pt x="48236" y="4616"/>
                  </a:lnTo>
                  <a:lnTo>
                    <a:pt x="47895" y="3746"/>
                  </a:lnTo>
                  <a:lnTo>
                    <a:pt x="47517" y="2952"/>
                  </a:lnTo>
                  <a:lnTo>
                    <a:pt x="47176" y="2271"/>
                  </a:lnTo>
                  <a:lnTo>
                    <a:pt x="46836" y="1627"/>
                  </a:lnTo>
                  <a:lnTo>
                    <a:pt x="46193" y="644"/>
                  </a:lnTo>
                  <a:lnTo>
                    <a:pt x="4573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5"/>
            <p:cNvSpPr/>
            <p:nvPr/>
          </p:nvSpPr>
          <p:spPr>
            <a:xfrm>
              <a:off x="5357775" y="1729625"/>
              <a:ext cx="1194550" cy="1832975"/>
            </a:xfrm>
            <a:custGeom>
              <a:rect b="b" l="l" r="r" t="t"/>
              <a:pathLst>
                <a:path extrusionOk="0" h="73319" w="47782">
                  <a:moveTo>
                    <a:pt x="9874" y="1"/>
                  </a:moveTo>
                  <a:lnTo>
                    <a:pt x="0" y="9988"/>
                  </a:lnTo>
                  <a:lnTo>
                    <a:pt x="4502" y="67114"/>
                  </a:lnTo>
                  <a:lnTo>
                    <a:pt x="5637" y="67946"/>
                  </a:lnTo>
                  <a:lnTo>
                    <a:pt x="6999" y="68854"/>
                  </a:lnTo>
                  <a:lnTo>
                    <a:pt x="7718" y="69308"/>
                  </a:lnTo>
                  <a:lnTo>
                    <a:pt x="8550" y="69762"/>
                  </a:lnTo>
                  <a:lnTo>
                    <a:pt x="9420" y="70216"/>
                  </a:lnTo>
                  <a:lnTo>
                    <a:pt x="10328" y="70633"/>
                  </a:lnTo>
                  <a:lnTo>
                    <a:pt x="11274" y="71086"/>
                  </a:lnTo>
                  <a:lnTo>
                    <a:pt x="12295" y="71503"/>
                  </a:lnTo>
                  <a:lnTo>
                    <a:pt x="13355" y="71881"/>
                  </a:lnTo>
                  <a:lnTo>
                    <a:pt x="14452" y="72221"/>
                  </a:lnTo>
                  <a:lnTo>
                    <a:pt x="15625" y="72524"/>
                  </a:lnTo>
                  <a:lnTo>
                    <a:pt x="16797" y="72789"/>
                  </a:lnTo>
                  <a:lnTo>
                    <a:pt x="18046" y="73016"/>
                  </a:lnTo>
                  <a:lnTo>
                    <a:pt x="19370" y="73167"/>
                  </a:lnTo>
                  <a:lnTo>
                    <a:pt x="20845" y="73281"/>
                  </a:lnTo>
                  <a:lnTo>
                    <a:pt x="22321" y="73319"/>
                  </a:lnTo>
                  <a:lnTo>
                    <a:pt x="23796" y="73281"/>
                  </a:lnTo>
                  <a:lnTo>
                    <a:pt x="25196" y="73167"/>
                  </a:lnTo>
                  <a:lnTo>
                    <a:pt x="26558" y="72978"/>
                  </a:lnTo>
                  <a:lnTo>
                    <a:pt x="27920" y="72751"/>
                  </a:lnTo>
                  <a:lnTo>
                    <a:pt x="29244" y="72411"/>
                  </a:lnTo>
                  <a:lnTo>
                    <a:pt x="30492" y="72070"/>
                  </a:lnTo>
                  <a:lnTo>
                    <a:pt x="31741" y="71654"/>
                  </a:lnTo>
                  <a:lnTo>
                    <a:pt x="32952" y="71200"/>
                  </a:lnTo>
                  <a:lnTo>
                    <a:pt x="34087" y="70708"/>
                  </a:lnTo>
                  <a:lnTo>
                    <a:pt x="35221" y="70179"/>
                  </a:lnTo>
                  <a:lnTo>
                    <a:pt x="36281" y="69649"/>
                  </a:lnTo>
                  <a:lnTo>
                    <a:pt x="37340" y="69044"/>
                  </a:lnTo>
                  <a:lnTo>
                    <a:pt x="38324" y="68476"/>
                  </a:lnTo>
                  <a:lnTo>
                    <a:pt x="39269" y="67833"/>
                  </a:lnTo>
                  <a:lnTo>
                    <a:pt x="40177" y="67228"/>
                  </a:lnTo>
                  <a:lnTo>
                    <a:pt x="41048" y="66622"/>
                  </a:lnTo>
                  <a:lnTo>
                    <a:pt x="41842" y="65979"/>
                  </a:lnTo>
                  <a:lnTo>
                    <a:pt x="42599" y="65374"/>
                  </a:lnTo>
                  <a:lnTo>
                    <a:pt x="43998" y="64163"/>
                  </a:lnTo>
                  <a:lnTo>
                    <a:pt x="45171" y="63066"/>
                  </a:lnTo>
                  <a:lnTo>
                    <a:pt x="46155" y="62083"/>
                  </a:lnTo>
                  <a:lnTo>
                    <a:pt x="46911" y="61288"/>
                  </a:lnTo>
                  <a:lnTo>
                    <a:pt x="47782" y="60267"/>
                  </a:lnTo>
                  <a:lnTo>
                    <a:pt x="47365" y="57543"/>
                  </a:lnTo>
                  <a:lnTo>
                    <a:pt x="46798" y="54516"/>
                  </a:lnTo>
                  <a:lnTo>
                    <a:pt x="46495" y="52852"/>
                  </a:lnTo>
                  <a:lnTo>
                    <a:pt x="46117" y="51149"/>
                  </a:lnTo>
                  <a:lnTo>
                    <a:pt x="45739" y="49409"/>
                  </a:lnTo>
                  <a:lnTo>
                    <a:pt x="45285" y="47555"/>
                  </a:lnTo>
                  <a:lnTo>
                    <a:pt x="44793" y="45701"/>
                  </a:lnTo>
                  <a:lnTo>
                    <a:pt x="44263" y="43810"/>
                  </a:lnTo>
                  <a:lnTo>
                    <a:pt x="43696" y="41843"/>
                  </a:lnTo>
                  <a:lnTo>
                    <a:pt x="43053" y="39875"/>
                  </a:lnTo>
                  <a:lnTo>
                    <a:pt x="42334" y="37870"/>
                  </a:lnTo>
                  <a:lnTo>
                    <a:pt x="41615" y="35865"/>
                  </a:lnTo>
                  <a:lnTo>
                    <a:pt x="40783" y="33822"/>
                  </a:lnTo>
                  <a:lnTo>
                    <a:pt x="39950" y="31779"/>
                  </a:lnTo>
                  <a:lnTo>
                    <a:pt x="39005" y="29736"/>
                  </a:lnTo>
                  <a:lnTo>
                    <a:pt x="38021" y="27693"/>
                  </a:lnTo>
                  <a:lnTo>
                    <a:pt x="36924" y="25688"/>
                  </a:lnTo>
                  <a:lnTo>
                    <a:pt x="35789" y="23683"/>
                  </a:lnTo>
                  <a:lnTo>
                    <a:pt x="34578" y="21678"/>
                  </a:lnTo>
                  <a:lnTo>
                    <a:pt x="33292" y="19711"/>
                  </a:lnTo>
                  <a:lnTo>
                    <a:pt x="31930" y="17819"/>
                  </a:lnTo>
                  <a:lnTo>
                    <a:pt x="31249" y="16874"/>
                  </a:lnTo>
                  <a:lnTo>
                    <a:pt x="30492" y="15928"/>
                  </a:lnTo>
                  <a:lnTo>
                    <a:pt x="29736" y="14982"/>
                  </a:lnTo>
                  <a:lnTo>
                    <a:pt x="28979" y="14074"/>
                  </a:lnTo>
                  <a:lnTo>
                    <a:pt x="28185" y="13166"/>
                  </a:lnTo>
                  <a:lnTo>
                    <a:pt x="27352" y="12296"/>
                  </a:lnTo>
                  <a:lnTo>
                    <a:pt x="26520" y="11426"/>
                  </a:lnTo>
                  <a:lnTo>
                    <a:pt x="25650" y="10556"/>
                  </a:lnTo>
                  <a:lnTo>
                    <a:pt x="24780" y="9723"/>
                  </a:lnTo>
                  <a:lnTo>
                    <a:pt x="23872" y="8891"/>
                  </a:lnTo>
                  <a:lnTo>
                    <a:pt x="22926" y="8097"/>
                  </a:lnTo>
                  <a:lnTo>
                    <a:pt x="21980" y="7302"/>
                  </a:lnTo>
                  <a:lnTo>
                    <a:pt x="20997" y="6508"/>
                  </a:lnTo>
                  <a:lnTo>
                    <a:pt x="20013" y="5751"/>
                  </a:lnTo>
                  <a:lnTo>
                    <a:pt x="18992" y="5032"/>
                  </a:lnTo>
                  <a:lnTo>
                    <a:pt x="17932" y="4313"/>
                  </a:lnTo>
                  <a:lnTo>
                    <a:pt x="16873" y="3633"/>
                  </a:lnTo>
                  <a:lnTo>
                    <a:pt x="15776" y="2952"/>
                  </a:lnTo>
                  <a:lnTo>
                    <a:pt x="14376" y="2157"/>
                  </a:lnTo>
                  <a:lnTo>
                    <a:pt x="12939" y="1400"/>
                  </a:lnTo>
                  <a:lnTo>
                    <a:pt x="11425" y="682"/>
                  </a:lnTo>
                  <a:lnTo>
                    <a:pt x="98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5"/>
            <p:cNvSpPr/>
            <p:nvPr/>
          </p:nvSpPr>
          <p:spPr>
            <a:xfrm>
              <a:off x="4893375" y="3825500"/>
              <a:ext cx="467250" cy="1402650"/>
            </a:xfrm>
            <a:custGeom>
              <a:rect b="b" l="l" r="r" t="t"/>
              <a:pathLst>
                <a:path extrusionOk="0" h="56106" w="18690">
                  <a:moveTo>
                    <a:pt x="1" y="1"/>
                  </a:moveTo>
                  <a:lnTo>
                    <a:pt x="4692" y="55576"/>
                  </a:lnTo>
                  <a:lnTo>
                    <a:pt x="10215" y="56105"/>
                  </a:lnTo>
                  <a:lnTo>
                    <a:pt x="11766" y="50506"/>
                  </a:lnTo>
                  <a:lnTo>
                    <a:pt x="13204" y="45285"/>
                  </a:lnTo>
                  <a:lnTo>
                    <a:pt x="15777" y="35790"/>
                  </a:lnTo>
                  <a:lnTo>
                    <a:pt x="16533" y="32801"/>
                  </a:lnTo>
                  <a:lnTo>
                    <a:pt x="17214" y="30304"/>
                  </a:lnTo>
                  <a:lnTo>
                    <a:pt x="17706" y="28148"/>
                  </a:lnTo>
                  <a:lnTo>
                    <a:pt x="18122" y="26294"/>
                  </a:lnTo>
                  <a:lnTo>
                    <a:pt x="18387" y="24667"/>
                  </a:lnTo>
                  <a:lnTo>
                    <a:pt x="18576" y="23154"/>
                  </a:lnTo>
                  <a:lnTo>
                    <a:pt x="18690" y="21716"/>
                  </a:lnTo>
                  <a:lnTo>
                    <a:pt x="18690" y="20279"/>
                  </a:lnTo>
                  <a:lnTo>
                    <a:pt x="18652" y="18954"/>
                  </a:lnTo>
                  <a:lnTo>
                    <a:pt x="18576" y="17668"/>
                  </a:lnTo>
                  <a:lnTo>
                    <a:pt x="18463" y="16420"/>
                  </a:lnTo>
                  <a:lnTo>
                    <a:pt x="18273" y="15171"/>
                  </a:lnTo>
                  <a:lnTo>
                    <a:pt x="18046" y="13999"/>
                  </a:lnTo>
                  <a:lnTo>
                    <a:pt x="17819" y="12864"/>
                  </a:lnTo>
                  <a:lnTo>
                    <a:pt x="17555" y="11766"/>
                  </a:lnTo>
                  <a:lnTo>
                    <a:pt x="17252" y="10707"/>
                  </a:lnTo>
                  <a:lnTo>
                    <a:pt x="16949" y="9686"/>
                  </a:lnTo>
                  <a:lnTo>
                    <a:pt x="16609" y="8702"/>
                  </a:lnTo>
                  <a:lnTo>
                    <a:pt x="16268" y="7756"/>
                  </a:lnTo>
                  <a:lnTo>
                    <a:pt x="15890" y="6886"/>
                  </a:lnTo>
                  <a:lnTo>
                    <a:pt x="15171" y="5259"/>
                  </a:lnTo>
                  <a:lnTo>
                    <a:pt x="14452" y="37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4642750" y="4619025"/>
              <a:ext cx="665850" cy="847450"/>
            </a:xfrm>
            <a:custGeom>
              <a:rect b="b" l="l" r="r" t="t"/>
              <a:pathLst>
                <a:path extrusionOk="0" h="33898" w="26634">
                  <a:moveTo>
                    <a:pt x="11085" y="1"/>
                  </a:moveTo>
                  <a:lnTo>
                    <a:pt x="11463" y="3178"/>
                  </a:lnTo>
                  <a:lnTo>
                    <a:pt x="11690" y="6092"/>
                  </a:lnTo>
                  <a:lnTo>
                    <a:pt x="11766" y="7416"/>
                  </a:lnTo>
                  <a:lnTo>
                    <a:pt x="11842" y="8740"/>
                  </a:lnTo>
                  <a:lnTo>
                    <a:pt x="11842" y="9988"/>
                  </a:lnTo>
                  <a:lnTo>
                    <a:pt x="11880" y="11161"/>
                  </a:lnTo>
                  <a:lnTo>
                    <a:pt x="11842" y="12296"/>
                  </a:lnTo>
                  <a:lnTo>
                    <a:pt x="11804" y="13355"/>
                  </a:lnTo>
                  <a:lnTo>
                    <a:pt x="11728" y="14377"/>
                  </a:lnTo>
                  <a:lnTo>
                    <a:pt x="11653" y="15322"/>
                  </a:lnTo>
                  <a:lnTo>
                    <a:pt x="11539" y="16230"/>
                  </a:lnTo>
                  <a:lnTo>
                    <a:pt x="11426" y="17101"/>
                  </a:lnTo>
                  <a:lnTo>
                    <a:pt x="11274" y="17933"/>
                  </a:lnTo>
                  <a:lnTo>
                    <a:pt x="11123" y="18689"/>
                  </a:lnTo>
                  <a:lnTo>
                    <a:pt x="10934" y="19408"/>
                  </a:lnTo>
                  <a:lnTo>
                    <a:pt x="10745" y="20089"/>
                  </a:lnTo>
                  <a:lnTo>
                    <a:pt x="10555" y="20732"/>
                  </a:lnTo>
                  <a:lnTo>
                    <a:pt x="10328" y="21300"/>
                  </a:lnTo>
                  <a:lnTo>
                    <a:pt x="10101" y="21867"/>
                  </a:lnTo>
                  <a:lnTo>
                    <a:pt x="9874" y="22359"/>
                  </a:lnTo>
                  <a:lnTo>
                    <a:pt x="9610" y="22851"/>
                  </a:lnTo>
                  <a:lnTo>
                    <a:pt x="9345" y="23305"/>
                  </a:lnTo>
                  <a:lnTo>
                    <a:pt x="9042" y="23683"/>
                  </a:lnTo>
                  <a:lnTo>
                    <a:pt x="8777" y="24062"/>
                  </a:lnTo>
                  <a:lnTo>
                    <a:pt x="8475" y="24402"/>
                  </a:lnTo>
                  <a:lnTo>
                    <a:pt x="8172" y="24705"/>
                  </a:lnTo>
                  <a:lnTo>
                    <a:pt x="7869" y="25007"/>
                  </a:lnTo>
                  <a:lnTo>
                    <a:pt x="7567" y="25234"/>
                  </a:lnTo>
                  <a:lnTo>
                    <a:pt x="7226" y="25461"/>
                  </a:lnTo>
                  <a:lnTo>
                    <a:pt x="6924" y="25688"/>
                  </a:lnTo>
                  <a:lnTo>
                    <a:pt x="6053" y="26105"/>
                  </a:lnTo>
                  <a:lnTo>
                    <a:pt x="5070" y="26596"/>
                  </a:lnTo>
                  <a:lnTo>
                    <a:pt x="3973" y="27088"/>
                  </a:lnTo>
                  <a:lnTo>
                    <a:pt x="2913" y="27656"/>
                  </a:lnTo>
                  <a:lnTo>
                    <a:pt x="2384" y="27958"/>
                  </a:lnTo>
                  <a:lnTo>
                    <a:pt x="1892" y="28299"/>
                  </a:lnTo>
                  <a:lnTo>
                    <a:pt x="1438" y="28639"/>
                  </a:lnTo>
                  <a:lnTo>
                    <a:pt x="1022" y="29018"/>
                  </a:lnTo>
                  <a:lnTo>
                    <a:pt x="681" y="29434"/>
                  </a:lnTo>
                  <a:lnTo>
                    <a:pt x="379" y="29888"/>
                  </a:lnTo>
                  <a:lnTo>
                    <a:pt x="190" y="30380"/>
                  </a:lnTo>
                  <a:lnTo>
                    <a:pt x="114" y="30606"/>
                  </a:lnTo>
                  <a:lnTo>
                    <a:pt x="38" y="30871"/>
                  </a:lnTo>
                  <a:lnTo>
                    <a:pt x="0" y="31325"/>
                  </a:lnTo>
                  <a:lnTo>
                    <a:pt x="38" y="31741"/>
                  </a:lnTo>
                  <a:lnTo>
                    <a:pt x="114" y="32158"/>
                  </a:lnTo>
                  <a:lnTo>
                    <a:pt x="227" y="32536"/>
                  </a:lnTo>
                  <a:lnTo>
                    <a:pt x="379" y="32914"/>
                  </a:lnTo>
                  <a:lnTo>
                    <a:pt x="568" y="33293"/>
                  </a:lnTo>
                  <a:lnTo>
                    <a:pt x="984" y="33898"/>
                  </a:lnTo>
                  <a:lnTo>
                    <a:pt x="24175" y="33482"/>
                  </a:lnTo>
                  <a:lnTo>
                    <a:pt x="24515" y="33066"/>
                  </a:lnTo>
                  <a:lnTo>
                    <a:pt x="24818" y="32612"/>
                  </a:lnTo>
                  <a:lnTo>
                    <a:pt x="25045" y="32195"/>
                  </a:lnTo>
                  <a:lnTo>
                    <a:pt x="25272" y="31741"/>
                  </a:lnTo>
                  <a:lnTo>
                    <a:pt x="25423" y="31325"/>
                  </a:lnTo>
                  <a:lnTo>
                    <a:pt x="25499" y="30871"/>
                  </a:lnTo>
                  <a:lnTo>
                    <a:pt x="25537" y="30455"/>
                  </a:lnTo>
                  <a:lnTo>
                    <a:pt x="25499" y="30001"/>
                  </a:lnTo>
                  <a:lnTo>
                    <a:pt x="25423" y="29585"/>
                  </a:lnTo>
                  <a:lnTo>
                    <a:pt x="25310" y="29245"/>
                  </a:lnTo>
                  <a:lnTo>
                    <a:pt x="25121" y="28866"/>
                  </a:lnTo>
                  <a:lnTo>
                    <a:pt x="24894" y="28564"/>
                  </a:lnTo>
                  <a:lnTo>
                    <a:pt x="24667" y="28261"/>
                  </a:lnTo>
                  <a:lnTo>
                    <a:pt x="24402" y="27958"/>
                  </a:lnTo>
                  <a:lnTo>
                    <a:pt x="23796" y="27391"/>
                  </a:lnTo>
                  <a:lnTo>
                    <a:pt x="23229" y="26823"/>
                  </a:lnTo>
                  <a:lnTo>
                    <a:pt x="22926" y="26521"/>
                  </a:lnTo>
                  <a:lnTo>
                    <a:pt x="22662" y="26180"/>
                  </a:lnTo>
                  <a:lnTo>
                    <a:pt x="22397" y="25840"/>
                  </a:lnTo>
                  <a:lnTo>
                    <a:pt x="22170" y="25461"/>
                  </a:lnTo>
                  <a:lnTo>
                    <a:pt x="21981" y="25045"/>
                  </a:lnTo>
                  <a:lnTo>
                    <a:pt x="21829" y="24591"/>
                  </a:lnTo>
                  <a:lnTo>
                    <a:pt x="21754" y="24251"/>
                  </a:lnTo>
                  <a:lnTo>
                    <a:pt x="21716" y="23948"/>
                  </a:lnTo>
                  <a:lnTo>
                    <a:pt x="21716" y="23608"/>
                  </a:lnTo>
                  <a:lnTo>
                    <a:pt x="21716" y="23305"/>
                  </a:lnTo>
                  <a:lnTo>
                    <a:pt x="21791" y="22700"/>
                  </a:lnTo>
                  <a:lnTo>
                    <a:pt x="21943" y="22170"/>
                  </a:lnTo>
                  <a:lnTo>
                    <a:pt x="22094" y="21640"/>
                  </a:lnTo>
                  <a:lnTo>
                    <a:pt x="22283" y="21149"/>
                  </a:lnTo>
                  <a:lnTo>
                    <a:pt x="22662" y="20392"/>
                  </a:lnTo>
                  <a:lnTo>
                    <a:pt x="23153" y="19257"/>
                  </a:lnTo>
                  <a:lnTo>
                    <a:pt x="23380" y="18576"/>
                  </a:lnTo>
                  <a:lnTo>
                    <a:pt x="23645" y="17819"/>
                  </a:lnTo>
                  <a:lnTo>
                    <a:pt x="23910" y="16987"/>
                  </a:lnTo>
                  <a:lnTo>
                    <a:pt x="24175" y="16079"/>
                  </a:lnTo>
                  <a:lnTo>
                    <a:pt x="24402" y="15020"/>
                  </a:lnTo>
                  <a:lnTo>
                    <a:pt x="24667" y="13885"/>
                  </a:lnTo>
                  <a:lnTo>
                    <a:pt x="24931" y="12674"/>
                  </a:lnTo>
                  <a:lnTo>
                    <a:pt x="25196" y="11312"/>
                  </a:lnTo>
                  <a:lnTo>
                    <a:pt x="25461" y="9837"/>
                  </a:lnTo>
                  <a:lnTo>
                    <a:pt x="25688" y="8210"/>
                  </a:lnTo>
                  <a:lnTo>
                    <a:pt x="25953" y="6470"/>
                  </a:lnTo>
                  <a:lnTo>
                    <a:pt x="26180" y="4616"/>
                  </a:lnTo>
                  <a:lnTo>
                    <a:pt x="26407" y="2573"/>
                  </a:lnTo>
                  <a:lnTo>
                    <a:pt x="26634" y="417"/>
                  </a:lnTo>
                  <a:lnTo>
                    <a:pt x="110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5"/>
            <p:cNvSpPr/>
            <p:nvPr/>
          </p:nvSpPr>
          <p:spPr>
            <a:xfrm>
              <a:off x="4841375" y="1965125"/>
              <a:ext cx="837050" cy="978925"/>
            </a:xfrm>
            <a:custGeom>
              <a:rect b="b" l="l" r="r" t="t"/>
              <a:pathLst>
                <a:path extrusionOk="0" h="39157" w="33482">
                  <a:moveTo>
                    <a:pt x="22359" y="1"/>
                  </a:moveTo>
                  <a:lnTo>
                    <a:pt x="21602" y="76"/>
                  </a:lnTo>
                  <a:lnTo>
                    <a:pt x="20921" y="190"/>
                  </a:lnTo>
                  <a:lnTo>
                    <a:pt x="20429" y="303"/>
                  </a:lnTo>
                  <a:lnTo>
                    <a:pt x="20089" y="379"/>
                  </a:lnTo>
                  <a:lnTo>
                    <a:pt x="10517" y="16420"/>
                  </a:lnTo>
                  <a:lnTo>
                    <a:pt x="5221" y="25235"/>
                  </a:lnTo>
                  <a:lnTo>
                    <a:pt x="0" y="34087"/>
                  </a:lnTo>
                  <a:lnTo>
                    <a:pt x="12409" y="39157"/>
                  </a:lnTo>
                  <a:lnTo>
                    <a:pt x="13998" y="37530"/>
                  </a:lnTo>
                  <a:lnTo>
                    <a:pt x="15587" y="35827"/>
                  </a:lnTo>
                  <a:lnTo>
                    <a:pt x="17213" y="34049"/>
                  </a:lnTo>
                  <a:lnTo>
                    <a:pt x="18802" y="32158"/>
                  </a:lnTo>
                  <a:lnTo>
                    <a:pt x="20429" y="30228"/>
                  </a:lnTo>
                  <a:lnTo>
                    <a:pt x="22018" y="28148"/>
                  </a:lnTo>
                  <a:lnTo>
                    <a:pt x="23607" y="26029"/>
                  </a:lnTo>
                  <a:lnTo>
                    <a:pt x="25158" y="23797"/>
                  </a:lnTo>
                  <a:lnTo>
                    <a:pt x="26747" y="21262"/>
                  </a:lnTo>
                  <a:lnTo>
                    <a:pt x="27542" y="19938"/>
                  </a:lnTo>
                  <a:lnTo>
                    <a:pt x="28336" y="18576"/>
                  </a:lnTo>
                  <a:lnTo>
                    <a:pt x="28714" y="17933"/>
                  </a:lnTo>
                  <a:lnTo>
                    <a:pt x="29055" y="17290"/>
                  </a:lnTo>
                  <a:lnTo>
                    <a:pt x="30303" y="15020"/>
                  </a:lnTo>
                  <a:lnTo>
                    <a:pt x="31438" y="12788"/>
                  </a:lnTo>
                  <a:lnTo>
                    <a:pt x="32497" y="10594"/>
                  </a:lnTo>
                  <a:lnTo>
                    <a:pt x="33481" y="8362"/>
                  </a:lnTo>
                  <a:lnTo>
                    <a:pt x="33254" y="7756"/>
                  </a:lnTo>
                  <a:lnTo>
                    <a:pt x="33027" y="7151"/>
                  </a:lnTo>
                  <a:lnTo>
                    <a:pt x="32724" y="6546"/>
                  </a:lnTo>
                  <a:lnTo>
                    <a:pt x="32422" y="5978"/>
                  </a:lnTo>
                  <a:lnTo>
                    <a:pt x="32081" y="5411"/>
                  </a:lnTo>
                  <a:lnTo>
                    <a:pt x="31703" y="4881"/>
                  </a:lnTo>
                  <a:lnTo>
                    <a:pt x="31287" y="4351"/>
                  </a:lnTo>
                  <a:lnTo>
                    <a:pt x="30833" y="3860"/>
                  </a:lnTo>
                  <a:lnTo>
                    <a:pt x="30379" y="3368"/>
                  </a:lnTo>
                  <a:lnTo>
                    <a:pt x="29887" y="2914"/>
                  </a:lnTo>
                  <a:lnTo>
                    <a:pt x="29395" y="2460"/>
                  </a:lnTo>
                  <a:lnTo>
                    <a:pt x="28828" y="2082"/>
                  </a:lnTo>
                  <a:lnTo>
                    <a:pt x="28298" y="1703"/>
                  </a:lnTo>
                  <a:lnTo>
                    <a:pt x="27731" y="1363"/>
                  </a:lnTo>
                  <a:lnTo>
                    <a:pt x="27125" y="1060"/>
                  </a:lnTo>
                  <a:lnTo>
                    <a:pt x="26520" y="795"/>
                  </a:lnTo>
                  <a:lnTo>
                    <a:pt x="25915" y="568"/>
                  </a:lnTo>
                  <a:lnTo>
                    <a:pt x="25347" y="379"/>
                  </a:lnTo>
                  <a:lnTo>
                    <a:pt x="24818" y="228"/>
                  </a:lnTo>
                  <a:lnTo>
                    <a:pt x="24288" y="152"/>
                  </a:lnTo>
                  <a:lnTo>
                    <a:pt x="23758" y="76"/>
                  </a:lnTo>
                  <a:lnTo>
                    <a:pt x="23267" y="39"/>
                  </a:lnTo>
                  <a:lnTo>
                    <a:pt x="22359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5"/>
            <p:cNvSpPr/>
            <p:nvPr/>
          </p:nvSpPr>
          <p:spPr>
            <a:xfrm>
              <a:off x="5104300" y="2297100"/>
              <a:ext cx="463450" cy="262950"/>
            </a:xfrm>
            <a:custGeom>
              <a:rect b="b" l="l" r="r" t="t"/>
              <a:pathLst>
                <a:path extrusionOk="0" h="10518" w="18538">
                  <a:moveTo>
                    <a:pt x="6394" y="1"/>
                  </a:moveTo>
                  <a:lnTo>
                    <a:pt x="3216" y="1552"/>
                  </a:lnTo>
                  <a:lnTo>
                    <a:pt x="0" y="3141"/>
                  </a:lnTo>
                  <a:lnTo>
                    <a:pt x="14641" y="10518"/>
                  </a:lnTo>
                  <a:lnTo>
                    <a:pt x="16230" y="7983"/>
                  </a:lnTo>
                  <a:lnTo>
                    <a:pt x="17025" y="6659"/>
                  </a:lnTo>
                  <a:lnTo>
                    <a:pt x="17819" y="5297"/>
                  </a:lnTo>
                  <a:lnTo>
                    <a:pt x="18197" y="4654"/>
                  </a:lnTo>
                  <a:lnTo>
                    <a:pt x="18538" y="4011"/>
                  </a:lnTo>
                  <a:lnTo>
                    <a:pt x="63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5092950" y="1926350"/>
              <a:ext cx="688550" cy="628975"/>
            </a:xfrm>
            <a:custGeom>
              <a:rect b="b" l="l" r="r" t="t"/>
              <a:pathLst>
                <a:path extrusionOk="0" h="25159" w="27542">
                  <a:moveTo>
                    <a:pt x="16041" y="1"/>
                  </a:moveTo>
                  <a:lnTo>
                    <a:pt x="15019" y="76"/>
                  </a:lnTo>
                  <a:lnTo>
                    <a:pt x="14036" y="190"/>
                  </a:lnTo>
                  <a:lnTo>
                    <a:pt x="13128" y="341"/>
                  </a:lnTo>
                  <a:lnTo>
                    <a:pt x="12296" y="568"/>
                  </a:lnTo>
                  <a:lnTo>
                    <a:pt x="11501" y="795"/>
                  </a:lnTo>
                  <a:lnTo>
                    <a:pt x="10782" y="1060"/>
                  </a:lnTo>
                  <a:lnTo>
                    <a:pt x="10139" y="1325"/>
                  </a:lnTo>
                  <a:lnTo>
                    <a:pt x="9610" y="1590"/>
                  </a:lnTo>
                  <a:lnTo>
                    <a:pt x="0" y="17857"/>
                  </a:lnTo>
                  <a:lnTo>
                    <a:pt x="21186" y="25159"/>
                  </a:lnTo>
                  <a:lnTo>
                    <a:pt x="27542" y="4805"/>
                  </a:lnTo>
                  <a:lnTo>
                    <a:pt x="27050" y="4313"/>
                  </a:lnTo>
                  <a:lnTo>
                    <a:pt x="26218" y="3633"/>
                  </a:lnTo>
                  <a:lnTo>
                    <a:pt x="25726" y="3254"/>
                  </a:lnTo>
                  <a:lnTo>
                    <a:pt x="25121" y="2838"/>
                  </a:lnTo>
                  <a:lnTo>
                    <a:pt x="24477" y="2422"/>
                  </a:lnTo>
                  <a:lnTo>
                    <a:pt x="23796" y="2006"/>
                  </a:lnTo>
                  <a:lnTo>
                    <a:pt x="23002" y="1627"/>
                  </a:lnTo>
                  <a:lnTo>
                    <a:pt x="22207" y="1249"/>
                  </a:lnTo>
                  <a:lnTo>
                    <a:pt x="21300" y="871"/>
                  </a:lnTo>
                  <a:lnTo>
                    <a:pt x="20354" y="568"/>
                  </a:lnTo>
                  <a:lnTo>
                    <a:pt x="19370" y="341"/>
                  </a:lnTo>
                  <a:lnTo>
                    <a:pt x="18311" y="152"/>
                  </a:lnTo>
                  <a:lnTo>
                    <a:pt x="17214" y="38"/>
                  </a:lnTo>
                  <a:lnTo>
                    <a:pt x="166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5"/>
            <p:cNvSpPr/>
            <p:nvPr/>
          </p:nvSpPr>
          <p:spPr>
            <a:xfrm>
              <a:off x="3974075" y="2537325"/>
              <a:ext cx="1204950" cy="435100"/>
            </a:xfrm>
            <a:custGeom>
              <a:rect b="b" l="l" r="r" t="t"/>
              <a:pathLst>
                <a:path extrusionOk="0" h="17404" w="48198">
                  <a:moveTo>
                    <a:pt x="1703" y="1"/>
                  </a:moveTo>
                  <a:lnTo>
                    <a:pt x="0" y="4200"/>
                  </a:lnTo>
                  <a:lnTo>
                    <a:pt x="1211" y="4995"/>
                  </a:lnTo>
                  <a:lnTo>
                    <a:pt x="2459" y="5827"/>
                  </a:lnTo>
                  <a:lnTo>
                    <a:pt x="3821" y="6622"/>
                  </a:lnTo>
                  <a:lnTo>
                    <a:pt x="5221" y="7454"/>
                  </a:lnTo>
                  <a:lnTo>
                    <a:pt x="6697" y="8286"/>
                  </a:lnTo>
                  <a:lnTo>
                    <a:pt x="8248" y="9118"/>
                  </a:lnTo>
                  <a:lnTo>
                    <a:pt x="9912" y="9913"/>
                  </a:lnTo>
                  <a:lnTo>
                    <a:pt x="11577" y="10670"/>
                  </a:lnTo>
                  <a:lnTo>
                    <a:pt x="13355" y="11426"/>
                  </a:lnTo>
                  <a:lnTo>
                    <a:pt x="15209" y="12183"/>
                  </a:lnTo>
                  <a:lnTo>
                    <a:pt x="17138" y="12864"/>
                  </a:lnTo>
                  <a:lnTo>
                    <a:pt x="19105" y="13507"/>
                  </a:lnTo>
                  <a:lnTo>
                    <a:pt x="21186" y="14112"/>
                  </a:lnTo>
                  <a:lnTo>
                    <a:pt x="23305" y="14680"/>
                  </a:lnTo>
                  <a:lnTo>
                    <a:pt x="25537" y="15171"/>
                  </a:lnTo>
                  <a:lnTo>
                    <a:pt x="27807" y="15625"/>
                  </a:lnTo>
                  <a:lnTo>
                    <a:pt x="29623" y="15928"/>
                  </a:lnTo>
                  <a:lnTo>
                    <a:pt x="31401" y="16155"/>
                  </a:lnTo>
                  <a:lnTo>
                    <a:pt x="33141" y="16382"/>
                  </a:lnTo>
                  <a:lnTo>
                    <a:pt x="34843" y="16533"/>
                  </a:lnTo>
                  <a:lnTo>
                    <a:pt x="36546" y="16647"/>
                  </a:lnTo>
                  <a:lnTo>
                    <a:pt x="38173" y="16685"/>
                  </a:lnTo>
                  <a:lnTo>
                    <a:pt x="39761" y="16760"/>
                  </a:lnTo>
                  <a:lnTo>
                    <a:pt x="41350" y="16760"/>
                  </a:lnTo>
                  <a:lnTo>
                    <a:pt x="41502" y="16836"/>
                  </a:lnTo>
                  <a:lnTo>
                    <a:pt x="41880" y="16987"/>
                  </a:lnTo>
                  <a:lnTo>
                    <a:pt x="42448" y="17139"/>
                  </a:lnTo>
                  <a:lnTo>
                    <a:pt x="43128" y="17328"/>
                  </a:lnTo>
                  <a:lnTo>
                    <a:pt x="43545" y="17366"/>
                  </a:lnTo>
                  <a:lnTo>
                    <a:pt x="43961" y="17404"/>
                  </a:lnTo>
                  <a:lnTo>
                    <a:pt x="44377" y="17366"/>
                  </a:lnTo>
                  <a:lnTo>
                    <a:pt x="44793" y="17328"/>
                  </a:lnTo>
                  <a:lnTo>
                    <a:pt x="45247" y="17252"/>
                  </a:lnTo>
                  <a:lnTo>
                    <a:pt x="45701" y="17101"/>
                  </a:lnTo>
                  <a:lnTo>
                    <a:pt x="46155" y="16912"/>
                  </a:lnTo>
                  <a:lnTo>
                    <a:pt x="46571" y="16647"/>
                  </a:lnTo>
                  <a:lnTo>
                    <a:pt x="46912" y="16420"/>
                  </a:lnTo>
                  <a:lnTo>
                    <a:pt x="47214" y="16155"/>
                  </a:lnTo>
                  <a:lnTo>
                    <a:pt x="47441" y="15890"/>
                  </a:lnTo>
                  <a:lnTo>
                    <a:pt x="47668" y="15625"/>
                  </a:lnTo>
                  <a:lnTo>
                    <a:pt x="48009" y="15096"/>
                  </a:lnTo>
                  <a:lnTo>
                    <a:pt x="48198" y="14642"/>
                  </a:lnTo>
                  <a:lnTo>
                    <a:pt x="40064" y="5146"/>
                  </a:lnTo>
                  <a:lnTo>
                    <a:pt x="38513" y="4541"/>
                  </a:lnTo>
                  <a:lnTo>
                    <a:pt x="37567" y="4238"/>
                  </a:lnTo>
                  <a:lnTo>
                    <a:pt x="36508" y="3898"/>
                  </a:lnTo>
                  <a:lnTo>
                    <a:pt x="35108" y="3481"/>
                  </a:lnTo>
                  <a:lnTo>
                    <a:pt x="33935" y="3217"/>
                  </a:lnTo>
                  <a:lnTo>
                    <a:pt x="32952" y="2990"/>
                  </a:lnTo>
                  <a:lnTo>
                    <a:pt x="31968" y="2838"/>
                  </a:lnTo>
                  <a:lnTo>
                    <a:pt x="31022" y="2687"/>
                  </a:lnTo>
                  <a:lnTo>
                    <a:pt x="30077" y="2574"/>
                  </a:lnTo>
                  <a:lnTo>
                    <a:pt x="29169" y="2498"/>
                  </a:lnTo>
                  <a:lnTo>
                    <a:pt x="28298" y="2422"/>
                  </a:lnTo>
                  <a:lnTo>
                    <a:pt x="26520" y="2347"/>
                  </a:lnTo>
                  <a:lnTo>
                    <a:pt x="24818" y="2347"/>
                  </a:lnTo>
                  <a:lnTo>
                    <a:pt x="23153" y="2384"/>
                  </a:lnTo>
                  <a:lnTo>
                    <a:pt x="19938" y="2574"/>
                  </a:lnTo>
                  <a:lnTo>
                    <a:pt x="18311" y="2649"/>
                  </a:lnTo>
                  <a:lnTo>
                    <a:pt x="16722" y="2725"/>
                  </a:lnTo>
                  <a:lnTo>
                    <a:pt x="13431" y="2725"/>
                  </a:lnTo>
                  <a:lnTo>
                    <a:pt x="11728" y="2611"/>
                  </a:lnTo>
                  <a:lnTo>
                    <a:pt x="10858" y="2498"/>
                  </a:lnTo>
                  <a:lnTo>
                    <a:pt x="9988" y="2384"/>
                  </a:lnTo>
                  <a:lnTo>
                    <a:pt x="9080" y="2233"/>
                  </a:lnTo>
                  <a:lnTo>
                    <a:pt x="8172" y="2082"/>
                  </a:lnTo>
                  <a:lnTo>
                    <a:pt x="7264" y="1855"/>
                  </a:lnTo>
                  <a:lnTo>
                    <a:pt x="6318" y="1628"/>
                  </a:lnTo>
                  <a:lnTo>
                    <a:pt x="4805" y="1174"/>
                  </a:lnTo>
                  <a:lnTo>
                    <a:pt x="3519" y="720"/>
                  </a:lnTo>
                  <a:lnTo>
                    <a:pt x="2497" y="341"/>
                  </a:lnTo>
                  <a:lnTo>
                    <a:pt x="1703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5"/>
            <p:cNvSpPr/>
            <p:nvPr/>
          </p:nvSpPr>
          <p:spPr>
            <a:xfrm>
              <a:off x="4521675" y="1519675"/>
              <a:ext cx="292275" cy="291325"/>
            </a:xfrm>
            <a:custGeom>
              <a:rect b="b" l="l" r="r" t="t"/>
              <a:pathLst>
                <a:path extrusionOk="0" h="11653" w="11691">
                  <a:moveTo>
                    <a:pt x="5827" y="1702"/>
                  </a:moveTo>
                  <a:lnTo>
                    <a:pt x="6243" y="1740"/>
                  </a:lnTo>
                  <a:lnTo>
                    <a:pt x="6659" y="1816"/>
                  </a:lnTo>
                  <a:lnTo>
                    <a:pt x="7075" y="1892"/>
                  </a:lnTo>
                  <a:lnTo>
                    <a:pt x="7454" y="2043"/>
                  </a:lnTo>
                  <a:lnTo>
                    <a:pt x="7794" y="2194"/>
                  </a:lnTo>
                  <a:lnTo>
                    <a:pt x="8135" y="2421"/>
                  </a:lnTo>
                  <a:lnTo>
                    <a:pt x="8437" y="2648"/>
                  </a:lnTo>
                  <a:lnTo>
                    <a:pt x="8740" y="2913"/>
                  </a:lnTo>
                  <a:lnTo>
                    <a:pt x="9005" y="3216"/>
                  </a:lnTo>
                  <a:lnTo>
                    <a:pt x="9232" y="3518"/>
                  </a:lnTo>
                  <a:lnTo>
                    <a:pt x="9459" y="3859"/>
                  </a:lnTo>
                  <a:lnTo>
                    <a:pt x="9610" y="4237"/>
                  </a:lnTo>
                  <a:lnTo>
                    <a:pt x="9761" y="4615"/>
                  </a:lnTo>
                  <a:lnTo>
                    <a:pt x="9875" y="4994"/>
                  </a:lnTo>
                  <a:lnTo>
                    <a:pt x="9913" y="5410"/>
                  </a:lnTo>
                  <a:lnTo>
                    <a:pt x="9951" y="5826"/>
                  </a:lnTo>
                  <a:lnTo>
                    <a:pt x="9913" y="6242"/>
                  </a:lnTo>
                  <a:lnTo>
                    <a:pt x="9875" y="6658"/>
                  </a:lnTo>
                  <a:lnTo>
                    <a:pt x="9761" y="7037"/>
                  </a:lnTo>
                  <a:lnTo>
                    <a:pt x="9610" y="7415"/>
                  </a:lnTo>
                  <a:lnTo>
                    <a:pt x="9459" y="7793"/>
                  </a:lnTo>
                  <a:lnTo>
                    <a:pt x="9232" y="8134"/>
                  </a:lnTo>
                  <a:lnTo>
                    <a:pt x="9005" y="8436"/>
                  </a:lnTo>
                  <a:lnTo>
                    <a:pt x="8740" y="8739"/>
                  </a:lnTo>
                  <a:lnTo>
                    <a:pt x="8437" y="9004"/>
                  </a:lnTo>
                  <a:lnTo>
                    <a:pt x="8135" y="9231"/>
                  </a:lnTo>
                  <a:lnTo>
                    <a:pt x="7794" y="9458"/>
                  </a:lnTo>
                  <a:lnTo>
                    <a:pt x="7454" y="9609"/>
                  </a:lnTo>
                  <a:lnTo>
                    <a:pt x="7075" y="9761"/>
                  </a:lnTo>
                  <a:lnTo>
                    <a:pt x="6659" y="9836"/>
                  </a:lnTo>
                  <a:lnTo>
                    <a:pt x="6243" y="9912"/>
                  </a:lnTo>
                  <a:lnTo>
                    <a:pt x="5827" y="9950"/>
                  </a:lnTo>
                  <a:lnTo>
                    <a:pt x="5411" y="9912"/>
                  </a:lnTo>
                  <a:lnTo>
                    <a:pt x="4995" y="9836"/>
                  </a:lnTo>
                  <a:lnTo>
                    <a:pt x="4616" y="9761"/>
                  </a:lnTo>
                  <a:lnTo>
                    <a:pt x="4238" y="9609"/>
                  </a:lnTo>
                  <a:lnTo>
                    <a:pt x="3898" y="9458"/>
                  </a:lnTo>
                  <a:lnTo>
                    <a:pt x="3557" y="9231"/>
                  </a:lnTo>
                  <a:lnTo>
                    <a:pt x="3217" y="9004"/>
                  </a:lnTo>
                  <a:lnTo>
                    <a:pt x="2952" y="8739"/>
                  </a:lnTo>
                  <a:lnTo>
                    <a:pt x="2687" y="8436"/>
                  </a:lnTo>
                  <a:lnTo>
                    <a:pt x="2422" y="8134"/>
                  </a:lnTo>
                  <a:lnTo>
                    <a:pt x="2233" y="7793"/>
                  </a:lnTo>
                  <a:lnTo>
                    <a:pt x="2044" y="7415"/>
                  </a:lnTo>
                  <a:lnTo>
                    <a:pt x="1930" y="7037"/>
                  </a:lnTo>
                  <a:lnTo>
                    <a:pt x="1817" y="6658"/>
                  </a:lnTo>
                  <a:lnTo>
                    <a:pt x="1741" y="6242"/>
                  </a:lnTo>
                  <a:lnTo>
                    <a:pt x="1741" y="5826"/>
                  </a:lnTo>
                  <a:lnTo>
                    <a:pt x="1741" y="5410"/>
                  </a:lnTo>
                  <a:lnTo>
                    <a:pt x="1817" y="4994"/>
                  </a:lnTo>
                  <a:lnTo>
                    <a:pt x="1930" y="4615"/>
                  </a:lnTo>
                  <a:lnTo>
                    <a:pt x="2044" y="4237"/>
                  </a:lnTo>
                  <a:lnTo>
                    <a:pt x="2233" y="3859"/>
                  </a:lnTo>
                  <a:lnTo>
                    <a:pt x="2422" y="3518"/>
                  </a:lnTo>
                  <a:lnTo>
                    <a:pt x="2687" y="3216"/>
                  </a:lnTo>
                  <a:lnTo>
                    <a:pt x="2952" y="2913"/>
                  </a:lnTo>
                  <a:lnTo>
                    <a:pt x="3217" y="2648"/>
                  </a:lnTo>
                  <a:lnTo>
                    <a:pt x="3557" y="2421"/>
                  </a:lnTo>
                  <a:lnTo>
                    <a:pt x="3898" y="2194"/>
                  </a:lnTo>
                  <a:lnTo>
                    <a:pt x="4238" y="2043"/>
                  </a:lnTo>
                  <a:lnTo>
                    <a:pt x="4616" y="1892"/>
                  </a:lnTo>
                  <a:lnTo>
                    <a:pt x="4995" y="1816"/>
                  </a:lnTo>
                  <a:lnTo>
                    <a:pt x="5411" y="1740"/>
                  </a:lnTo>
                  <a:lnTo>
                    <a:pt x="5827" y="1702"/>
                  </a:lnTo>
                  <a:close/>
                  <a:moveTo>
                    <a:pt x="5259" y="0"/>
                  </a:moveTo>
                  <a:lnTo>
                    <a:pt x="4654" y="114"/>
                  </a:lnTo>
                  <a:lnTo>
                    <a:pt x="4087" y="265"/>
                  </a:lnTo>
                  <a:lnTo>
                    <a:pt x="3557" y="454"/>
                  </a:lnTo>
                  <a:lnTo>
                    <a:pt x="3065" y="681"/>
                  </a:lnTo>
                  <a:lnTo>
                    <a:pt x="2573" y="984"/>
                  </a:lnTo>
                  <a:lnTo>
                    <a:pt x="2119" y="1324"/>
                  </a:lnTo>
                  <a:lnTo>
                    <a:pt x="1703" y="1702"/>
                  </a:lnTo>
                  <a:lnTo>
                    <a:pt x="1325" y="2119"/>
                  </a:lnTo>
                  <a:lnTo>
                    <a:pt x="985" y="2573"/>
                  </a:lnTo>
                  <a:lnTo>
                    <a:pt x="720" y="3027"/>
                  </a:lnTo>
                  <a:lnTo>
                    <a:pt x="455" y="3556"/>
                  </a:lnTo>
                  <a:lnTo>
                    <a:pt x="266" y="4086"/>
                  </a:lnTo>
                  <a:lnTo>
                    <a:pt x="114" y="4653"/>
                  </a:lnTo>
                  <a:lnTo>
                    <a:pt x="39" y="5221"/>
                  </a:lnTo>
                  <a:lnTo>
                    <a:pt x="1" y="5826"/>
                  </a:lnTo>
                  <a:lnTo>
                    <a:pt x="39" y="6431"/>
                  </a:lnTo>
                  <a:lnTo>
                    <a:pt x="114" y="6999"/>
                  </a:lnTo>
                  <a:lnTo>
                    <a:pt x="266" y="7566"/>
                  </a:lnTo>
                  <a:lnTo>
                    <a:pt x="455" y="8096"/>
                  </a:lnTo>
                  <a:lnTo>
                    <a:pt x="720" y="8588"/>
                  </a:lnTo>
                  <a:lnTo>
                    <a:pt x="985" y="9080"/>
                  </a:lnTo>
                  <a:lnTo>
                    <a:pt x="1325" y="9534"/>
                  </a:lnTo>
                  <a:lnTo>
                    <a:pt x="1703" y="9950"/>
                  </a:lnTo>
                  <a:lnTo>
                    <a:pt x="2119" y="10328"/>
                  </a:lnTo>
                  <a:lnTo>
                    <a:pt x="2573" y="10669"/>
                  </a:lnTo>
                  <a:lnTo>
                    <a:pt x="3065" y="10971"/>
                  </a:lnTo>
                  <a:lnTo>
                    <a:pt x="3557" y="11198"/>
                  </a:lnTo>
                  <a:lnTo>
                    <a:pt x="4087" y="11387"/>
                  </a:lnTo>
                  <a:lnTo>
                    <a:pt x="4654" y="11539"/>
                  </a:lnTo>
                  <a:lnTo>
                    <a:pt x="5259" y="11652"/>
                  </a:lnTo>
                  <a:lnTo>
                    <a:pt x="6432" y="11652"/>
                  </a:lnTo>
                  <a:lnTo>
                    <a:pt x="7000" y="11539"/>
                  </a:lnTo>
                  <a:lnTo>
                    <a:pt x="7567" y="11387"/>
                  </a:lnTo>
                  <a:lnTo>
                    <a:pt x="8097" y="11198"/>
                  </a:lnTo>
                  <a:lnTo>
                    <a:pt x="8627" y="10971"/>
                  </a:lnTo>
                  <a:lnTo>
                    <a:pt x="9118" y="10669"/>
                  </a:lnTo>
                  <a:lnTo>
                    <a:pt x="9534" y="10328"/>
                  </a:lnTo>
                  <a:lnTo>
                    <a:pt x="9951" y="9950"/>
                  </a:lnTo>
                  <a:lnTo>
                    <a:pt x="10329" y="9534"/>
                  </a:lnTo>
                  <a:lnTo>
                    <a:pt x="10669" y="9080"/>
                  </a:lnTo>
                  <a:lnTo>
                    <a:pt x="10972" y="8588"/>
                  </a:lnTo>
                  <a:lnTo>
                    <a:pt x="11237" y="8096"/>
                  </a:lnTo>
                  <a:lnTo>
                    <a:pt x="11426" y="7566"/>
                  </a:lnTo>
                  <a:lnTo>
                    <a:pt x="11577" y="6999"/>
                  </a:lnTo>
                  <a:lnTo>
                    <a:pt x="11653" y="6431"/>
                  </a:lnTo>
                  <a:lnTo>
                    <a:pt x="11691" y="5826"/>
                  </a:lnTo>
                  <a:lnTo>
                    <a:pt x="11653" y="5221"/>
                  </a:lnTo>
                  <a:lnTo>
                    <a:pt x="11577" y="4653"/>
                  </a:lnTo>
                  <a:lnTo>
                    <a:pt x="11426" y="4086"/>
                  </a:lnTo>
                  <a:lnTo>
                    <a:pt x="11237" y="3556"/>
                  </a:lnTo>
                  <a:lnTo>
                    <a:pt x="10972" y="3027"/>
                  </a:lnTo>
                  <a:lnTo>
                    <a:pt x="10669" y="2573"/>
                  </a:lnTo>
                  <a:lnTo>
                    <a:pt x="10329" y="2119"/>
                  </a:lnTo>
                  <a:lnTo>
                    <a:pt x="9951" y="1702"/>
                  </a:lnTo>
                  <a:lnTo>
                    <a:pt x="9534" y="1324"/>
                  </a:lnTo>
                  <a:lnTo>
                    <a:pt x="9118" y="984"/>
                  </a:lnTo>
                  <a:lnTo>
                    <a:pt x="8627" y="681"/>
                  </a:lnTo>
                  <a:lnTo>
                    <a:pt x="8097" y="454"/>
                  </a:lnTo>
                  <a:lnTo>
                    <a:pt x="7567" y="265"/>
                  </a:lnTo>
                  <a:lnTo>
                    <a:pt x="7000" y="114"/>
                  </a:lnTo>
                  <a:lnTo>
                    <a:pt x="64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5"/>
            <p:cNvSpPr/>
            <p:nvPr/>
          </p:nvSpPr>
          <p:spPr>
            <a:xfrm>
              <a:off x="4752450" y="1381575"/>
              <a:ext cx="241200" cy="224175"/>
            </a:xfrm>
            <a:custGeom>
              <a:rect b="b" l="l" r="r" t="t"/>
              <a:pathLst>
                <a:path extrusionOk="0" h="8967" w="9648">
                  <a:moveTo>
                    <a:pt x="8513" y="1"/>
                  </a:moveTo>
                  <a:lnTo>
                    <a:pt x="1" y="7718"/>
                  </a:lnTo>
                  <a:lnTo>
                    <a:pt x="1136" y="8967"/>
                  </a:lnTo>
                  <a:lnTo>
                    <a:pt x="9648" y="1249"/>
                  </a:lnTo>
                  <a:lnTo>
                    <a:pt x="85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5"/>
            <p:cNvSpPr/>
            <p:nvPr/>
          </p:nvSpPr>
          <p:spPr>
            <a:xfrm>
              <a:off x="4385500" y="756400"/>
              <a:ext cx="1442350" cy="1012975"/>
            </a:xfrm>
            <a:custGeom>
              <a:rect b="b" l="l" r="r" t="t"/>
              <a:pathLst>
                <a:path extrusionOk="0" h="40519" w="57694">
                  <a:moveTo>
                    <a:pt x="29093" y="1"/>
                  </a:moveTo>
                  <a:lnTo>
                    <a:pt x="28336" y="39"/>
                  </a:lnTo>
                  <a:lnTo>
                    <a:pt x="26861" y="114"/>
                  </a:lnTo>
                  <a:lnTo>
                    <a:pt x="25537" y="228"/>
                  </a:lnTo>
                  <a:lnTo>
                    <a:pt x="24364" y="417"/>
                  </a:lnTo>
                  <a:lnTo>
                    <a:pt x="23304" y="568"/>
                  </a:lnTo>
                  <a:lnTo>
                    <a:pt x="22434" y="757"/>
                  </a:lnTo>
                  <a:lnTo>
                    <a:pt x="21413" y="984"/>
                  </a:lnTo>
                  <a:lnTo>
                    <a:pt x="20202" y="1249"/>
                  </a:lnTo>
                  <a:lnTo>
                    <a:pt x="18840" y="1628"/>
                  </a:lnTo>
                  <a:lnTo>
                    <a:pt x="17327" y="2082"/>
                  </a:lnTo>
                  <a:lnTo>
                    <a:pt x="16533" y="2384"/>
                  </a:lnTo>
                  <a:lnTo>
                    <a:pt x="15738" y="2687"/>
                  </a:lnTo>
                  <a:lnTo>
                    <a:pt x="14906" y="3027"/>
                  </a:lnTo>
                  <a:lnTo>
                    <a:pt x="14036" y="3406"/>
                  </a:lnTo>
                  <a:lnTo>
                    <a:pt x="13166" y="3822"/>
                  </a:lnTo>
                  <a:lnTo>
                    <a:pt x="12295" y="4314"/>
                  </a:lnTo>
                  <a:lnTo>
                    <a:pt x="11425" y="4805"/>
                  </a:lnTo>
                  <a:lnTo>
                    <a:pt x="10517" y="5373"/>
                  </a:lnTo>
                  <a:lnTo>
                    <a:pt x="9382" y="6167"/>
                  </a:lnTo>
                  <a:lnTo>
                    <a:pt x="8247" y="7037"/>
                  </a:lnTo>
                  <a:lnTo>
                    <a:pt x="7150" y="8021"/>
                  </a:lnTo>
                  <a:lnTo>
                    <a:pt x="6053" y="9080"/>
                  </a:lnTo>
                  <a:lnTo>
                    <a:pt x="5032" y="10140"/>
                  </a:lnTo>
                  <a:lnTo>
                    <a:pt x="3897" y="11388"/>
                  </a:lnTo>
                  <a:lnTo>
                    <a:pt x="3329" y="12069"/>
                  </a:lnTo>
                  <a:lnTo>
                    <a:pt x="2762" y="12750"/>
                  </a:lnTo>
                  <a:lnTo>
                    <a:pt x="2232" y="13507"/>
                  </a:lnTo>
                  <a:lnTo>
                    <a:pt x="1703" y="14226"/>
                  </a:lnTo>
                  <a:lnTo>
                    <a:pt x="1249" y="15020"/>
                  </a:lnTo>
                  <a:lnTo>
                    <a:pt x="832" y="15777"/>
                  </a:lnTo>
                  <a:lnTo>
                    <a:pt x="492" y="16571"/>
                  </a:lnTo>
                  <a:lnTo>
                    <a:pt x="227" y="17366"/>
                  </a:lnTo>
                  <a:lnTo>
                    <a:pt x="151" y="17782"/>
                  </a:lnTo>
                  <a:lnTo>
                    <a:pt x="76" y="18160"/>
                  </a:lnTo>
                  <a:lnTo>
                    <a:pt x="0" y="18576"/>
                  </a:lnTo>
                  <a:lnTo>
                    <a:pt x="0" y="18954"/>
                  </a:lnTo>
                  <a:lnTo>
                    <a:pt x="0" y="19371"/>
                  </a:lnTo>
                  <a:lnTo>
                    <a:pt x="38" y="19749"/>
                  </a:lnTo>
                  <a:lnTo>
                    <a:pt x="114" y="20127"/>
                  </a:lnTo>
                  <a:lnTo>
                    <a:pt x="227" y="20543"/>
                  </a:lnTo>
                  <a:lnTo>
                    <a:pt x="341" y="20922"/>
                  </a:lnTo>
                  <a:lnTo>
                    <a:pt x="530" y="21300"/>
                  </a:lnTo>
                  <a:lnTo>
                    <a:pt x="719" y="21641"/>
                  </a:lnTo>
                  <a:lnTo>
                    <a:pt x="946" y="22019"/>
                  </a:lnTo>
                  <a:lnTo>
                    <a:pt x="1211" y="22359"/>
                  </a:lnTo>
                  <a:lnTo>
                    <a:pt x="1513" y="22700"/>
                  </a:lnTo>
                  <a:lnTo>
                    <a:pt x="1816" y="23040"/>
                  </a:lnTo>
                  <a:lnTo>
                    <a:pt x="2157" y="23381"/>
                  </a:lnTo>
                  <a:lnTo>
                    <a:pt x="2535" y="23683"/>
                  </a:lnTo>
                  <a:lnTo>
                    <a:pt x="2913" y="23986"/>
                  </a:lnTo>
                  <a:lnTo>
                    <a:pt x="3783" y="24554"/>
                  </a:lnTo>
                  <a:lnTo>
                    <a:pt x="4691" y="25083"/>
                  </a:lnTo>
                  <a:lnTo>
                    <a:pt x="5713" y="25575"/>
                  </a:lnTo>
                  <a:lnTo>
                    <a:pt x="6469" y="25878"/>
                  </a:lnTo>
                  <a:lnTo>
                    <a:pt x="7264" y="26180"/>
                  </a:lnTo>
                  <a:lnTo>
                    <a:pt x="8096" y="26445"/>
                  </a:lnTo>
                  <a:lnTo>
                    <a:pt x="8966" y="26672"/>
                  </a:lnTo>
                  <a:lnTo>
                    <a:pt x="9836" y="26861"/>
                  </a:lnTo>
                  <a:lnTo>
                    <a:pt x="10706" y="27050"/>
                  </a:lnTo>
                  <a:lnTo>
                    <a:pt x="11577" y="27164"/>
                  </a:lnTo>
                  <a:lnTo>
                    <a:pt x="12485" y="27277"/>
                  </a:lnTo>
                  <a:lnTo>
                    <a:pt x="13393" y="27353"/>
                  </a:lnTo>
                  <a:lnTo>
                    <a:pt x="15208" y="27353"/>
                  </a:lnTo>
                  <a:lnTo>
                    <a:pt x="16116" y="27315"/>
                  </a:lnTo>
                  <a:lnTo>
                    <a:pt x="16987" y="27240"/>
                  </a:lnTo>
                  <a:lnTo>
                    <a:pt x="17857" y="27088"/>
                  </a:lnTo>
                  <a:lnTo>
                    <a:pt x="18727" y="26937"/>
                  </a:lnTo>
                  <a:lnTo>
                    <a:pt x="19559" y="26710"/>
                  </a:lnTo>
                  <a:lnTo>
                    <a:pt x="20354" y="26483"/>
                  </a:lnTo>
                  <a:lnTo>
                    <a:pt x="21035" y="26256"/>
                  </a:lnTo>
                  <a:lnTo>
                    <a:pt x="21716" y="26029"/>
                  </a:lnTo>
                  <a:lnTo>
                    <a:pt x="22321" y="25840"/>
                  </a:lnTo>
                  <a:lnTo>
                    <a:pt x="22926" y="25726"/>
                  </a:lnTo>
                  <a:lnTo>
                    <a:pt x="23531" y="25651"/>
                  </a:lnTo>
                  <a:lnTo>
                    <a:pt x="24175" y="25613"/>
                  </a:lnTo>
                  <a:lnTo>
                    <a:pt x="24515" y="25651"/>
                  </a:lnTo>
                  <a:lnTo>
                    <a:pt x="24856" y="25726"/>
                  </a:lnTo>
                  <a:lnTo>
                    <a:pt x="25310" y="25840"/>
                  </a:lnTo>
                  <a:lnTo>
                    <a:pt x="25764" y="25991"/>
                  </a:lnTo>
                  <a:lnTo>
                    <a:pt x="26180" y="26218"/>
                  </a:lnTo>
                  <a:lnTo>
                    <a:pt x="26558" y="26483"/>
                  </a:lnTo>
                  <a:lnTo>
                    <a:pt x="26936" y="26823"/>
                  </a:lnTo>
                  <a:lnTo>
                    <a:pt x="27315" y="27202"/>
                  </a:lnTo>
                  <a:lnTo>
                    <a:pt x="27731" y="27618"/>
                  </a:lnTo>
                  <a:lnTo>
                    <a:pt x="28109" y="28110"/>
                  </a:lnTo>
                  <a:lnTo>
                    <a:pt x="29017" y="29320"/>
                  </a:lnTo>
                  <a:lnTo>
                    <a:pt x="30039" y="30796"/>
                  </a:lnTo>
                  <a:lnTo>
                    <a:pt x="31287" y="32536"/>
                  </a:lnTo>
                  <a:lnTo>
                    <a:pt x="32838" y="34617"/>
                  </a:lnTo>
                  <a:lnTo>
                    <a:pt x="34616" y="36962"/>
                  </a:lnTo>
                  <a:lnTo>
                    <a:pt x="35373" y="37908"/>
                  </a:lnTo>
                  <a:lnTo>
                    <a:pt x="36054" y="38665"/>
                  </a:lnTo>
                  <a:lnTo>
                    <a:pt x="36659" y="39308"/>
                  </a:lnTo>
                  <a:lnTo>
                    <a:pt x="37189" y="39800"/>
                  </a:lnTo>
                  <a:lnTo>
                    <a:pt x="37718" y="40140"/>
                  </a:lnTo>
                  <a:lnTo>
                    <a:pt x="37945" y="40254"/>
                  </a:lnTo>
                  <a:lnTo>
                    <a:pt x="38172" y="40367"/>
                  </a:lnTo>
                  <a:lnTo>
                    <a:pt x="38437" y="40443"/>
                  </a:lnTo>
                  <a:lnTo>
                    <a:pt x="38740" y="40481"/>
                  </a:lnTo>
                  <a:lnTo>
                    <a:pt x="39005" y="40519"/>
                  </a:lnTo>
                  <a:lnTo>
                    <a:pt x="39307" y="40481"/>
                  </a:lnTo>
                  <a:lnTo>
                    <a:pt x="39648" y="40481"/>
                  </a:lnTo>
                  <a:lnTo>
                    <a:pt x="39988" y="40405"/>
                  </a:lnTo>
                  <a:lnTo>
                    <a:pt x="40707" y="40216"/>
                  </a:lnTo>
                  <a:lnTo>
                    <a:pt x="41237" y="40027"/>
                  </a:lnTo>
                  <a:lnTo>
                    <a:pt x="41804" y="39800"/>
                  </a:lnTo>
                  <a:lnTo>
                    <a:pt x="42372" y="39535"/>
                  </a:lnTo>
                  <a:lnTo>
                    <a:pt x="43015" y="39232"/>
                  </a:lnTo>
                  <a:lnTo>
                    <a:pt x="44415" y="38514"/>
                  </a:lnTo>
                  <a:lnTo>
                    <a:pt x="45928" y="37606"/>
                  </a:lnTo>
                  <a:lnTo>
                    <a:pt x="47668" y="36508"/>
                  </a:lnTo>
                  <a:lnTo>
                    <a:pt x="49560" y="35298"/>
                  </a:lnTo>
                  <a:lnTo>
                    <a:pt x="53948" y="32347"/>
                  </a:lnTo>
                  <a:lnTo>
                    <a:pt x="54705" y="31855"/>
                  </a:lnTo>
                  <a:lnTo>
                    <a:pt x="55386" y="31363"/>
                  </a:lnTo>
                  <a:lnTo>
                    <a:pt x="56067" y="30834"/>
                  </a:lnTo>
                  <a:lnTo>
                    <a:pt x="56634" y="30342"/>
                  </a:lnTo>
                  <a:lnTo>
                    <a:pt x="56861" y="30077"/>
                  </a:lnTo>
                  <a:lnTo>
                    <a:pt x="57088" y="29812"/>
                  </a:lnTo>
                  <a:lnTo>
                    <a:pt x="57277" y="29547"/>
                  </a:lnTo>
                  <a:lnTo>
                    <a:pt x="57467" y="29283"/>
                  </a:lnTo>
                  <a:lnTo>
                    <a:pt x="57580" y="29018"/>
                  </a:lnTo>
                  <a:lnTo>
                    <a:pt x="57656" y="28715"/>
                  </a:lnTo>
                  <a:lnTo>
                    <a:pt x="57693" y="28450"/>
                  </a:lnTo>
                  <a:lnTo>
                    <a:pt x="57693" y="28148"/>
                  </a:lnTo>
                  <a:lnTo>
                    <a:pt x="57618" y="27807"/>
                  </a:lnTo>
                  <a:lnTo>
                    <a:pt x="57504" y="27504"/>
                  </a:lnTo>
                  <a:lnTo>
                    <a:pt x="57315" y="27202"/>
                  </a:lnTo>
                  <a:lnTo>
                    <a:pt x="57050" y="26937"/>
                  </a:lnTo>
                  <a:lnTo>
                    <a:pt x="56786" y="26672"/>
                  </a:lnTo>
                  <a:lnTo>
                    <a:pt x="56483" y="26407"/>
                  </a:lnTo>
                  <a:lnTo>
                    <a:pt x="55764" y="25916"/>
                  </a:lnTo>
                  <a:lnTo>
                    <a:pt x="55045" y="25386"/>
                  </a:lnTo>
                  <a:lnTo>
                    <a:pt x="54705" y="25083"/>
                  </a:lnTo>
                  <a:lnTo>
                    <a:pt x="54364" y="24743"/>
                  </a:lnTo>
                  <a:lnTo>
                    <a:pt x="54062" y="24364"/>
                  </a:lnTo>
                  <a:lnTo>
                    <a:pt x="53797" y="23948"/>
                  </a:lnTo>
                  <a:lnTo>
                    <a:pt x="53570" y="23494"/>
                  </a:lnTo>
                  <a:lnTo>
                    <a:pt x="53381" y="22965"/>
                  </a:lnTo>
                  <a:lnTo>
                    <a:pt x="53343" y="22662"/>
                  </a:lnTo>
                  <a:lnTo>
                    <a:pt x="53305" y="22397"/>
                  </a:lnTo>
                  <a:lnTo>
                    <a:pt x="53305" y="21905"/>
                  </a:lnTo>
                  <a:lnTo>
                    <a:pt x="53381" y="21489"/>
                  </a:lnTo>
                  <a:lnTo>
                    <a:pt x="53456" y="21073"/>
                  </a:lnTo>
                  <a:lnTo>
                    <a:pt x="53570" y="20619"/>
                  </a:lnTo>
                  <a:lnTo>
                    <a:pt x="53645" y="20127"/>
                  </a:lnTo>
                  <a:lnTo>
                    <a:pt x="53645" y="19560"/>
                  </a:lnTo>
                  <a:lnTo>
                    <a:pt x="53608" y="19219"/>
                  </a:lnTo>
                  <a:lnTo>
                    <a:pt x="53570" y="18879"/>
                  </a:lnTo>
                  <a:lnTo>
                    <a:pt x="53494" y="18463"/>
                  </a:lnTo>
                  <a:lnTo>
                    <a:pt x="53381" y="18122"/>
                  </a:lnTo>
                  <a:lnTo>
                    <a:pt x="53267" y="17782"/>
                  </a:lnTo>
                  <a:lnTo>
                    <a:pt x="53154" y="17441"/>
                  </a:lnTo>
                  <a:lnTo>
                    <a:pt x="52813" y="16836"/>
                  </a:lnTo>
                  <a:lnTo>
                    <a:pt x="52435" y="16268"/>
                  </a:lnTo>
                  <a:lnTo>
                    <a:pt x="51981" y="15663"/>
                  </a:lnTo>
                  <a:lnTo>
                    <a:pt x="51489" y="15058"/>
                  </a:lnTo>
                  <a:lnTo>
                    <a:pt x="50922" y="14415"/>
                  </a:lnTo>
                  <a:lnTo>
                    <a:pt x="50354" y="13658"/>
                  </a:lnTo>
                  <a:lnTo>
                    <a:pt x="49938" y="13053"/>
                  </a:lnTo>
                  <a:lnTo>
                    <a:pt x="49598" y="12523"/>
                  </a:lnTo>
                  <a:lnTo>
                    <a:pt x="49295" y="12031"/>
                  </a:lnTo>
                  <a:lnTo>
                    <a:pt x="49068" y="11539"/>
                  </a:lnTo>
                  <a:lnTo>
                    <a:pt x="48652" y="10707"/>
                  </a:lnTo>
                  <a:lnTo>
                    <a:pt x="48387" y="9913"/>
                  </a:lnTo>
                  <a:lnTo>
                    <a:pt x="48122" y="9194"/>
                  </a:lnTo>
                  <a:lnTo>
                    <a:pt x="47857" y="8475"/>
                  </a:lnTo>
                  <a:lnTo>
                    <a:pt x="47517" y="7718"/>
                  </a:lnTo>
                  <a:lnTo>
                    <a:pt x="47290" y="7340"/>
                  </a:lnTo>
                  <a:lnTo>
                    <a:pt x="47025" y="6924"/>
                  </a:lnTo>
                  <a:lnTo>
                    <a:pt x="46684" y="6470"/>
                  </a:lnTo>
                  <a:lnTo>
                    <a:pt x="46344" y="6054"/>
                  </a:lnTo>
                  <a:lnTo>
                    <a:pt x="46003" y="5638"/>
                  </a:lnTo>
                  <a:lnTo>
                    <a:pt x="45625" y="5259"/>
                  </a:lnTo>
                  <a:lnTo>
                    <a:pt x="45247" y="4881"/>
                  </a:lnTo>
                  <a:lnTo>
                    <a:pt x="44831" y="4541"/>
                  </a:lnTo>
                  <a:lnTo>
                    <a:pt x="43998" y="3897"/>
                  </a:lnTo>
                  <a:lnTo>
                    <a:pt x="43128" y="3330"/>
                  </a:lnTo>
                  <a:lnTo>
                    <a:pt x="42220" y="2838"/>
                  </a:lnTo>
                  <a:lnTo>
                    <a:pt x="41275" y="2384"/>
                  </a:lnTo>
                  <a:lnTo>
                    <a:pt x="40329" y="2006"/>
                  </a:lnTo>
                  <a:lnTo>
                    <a:pt x="39383" y="1665"/>
                  </a:lnTo>
                  <a:lnTo>
                    <a:pt x="38437" y="1401"/>
                  </a:lnTo>
                  <a:lnTo>
                    <a:pt x="37491" y="1136"/>
                  </a:lnTo>
                  <a:lnTo>
                    <a:pt x="36621" y="947"/>
                  </a:lnTo>
                  <a:lnTo>
                    <a:pt x="34919" y="606"/>
                  </a:lnTo>
                  <a:lnTo>
                    <a:pt x="33443" y="341"/>
                  </a:lnTo>
                  <a:lnTo>
                    <a:pt x="32535" y="228"/>
                  </a:lnTo>
                  <a:lnTo>
                    <a:pt x="31627" y="114"/>
                  </a:lnTo>
                  <a:lnTo>
                    <a:pt x="30757" y="76"/>
                  </a:lnTo>
                  <a:lnTo>
                    <a:pt x="29925" y="39"/>
                  </a:lnTo>
                  <a:lnTo>
                    <a:pt x="29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5"/>
            <p:cNvSpPr/>
            <p:nvPr/>
          </p:nvSpPr>
          <p:spPr>
            <a:xfrm>
              <a:off x="4433725" y="760200"/>
              <a:ext cx="1464125" cy="1033775"/>
            </a:xfrm>
            <a:custGeom>
              <a:rect b="b" l="l" r="r" t="t"/>
              <a:pathLst>
                <a:path extrusionOk="0" h="41351" w="58565">
                  <a:moveTo>
                    <a:pt x="30304" y="870"/>
                  </a:moveTo>
                  <a:lnTo>
                    <a:pt x="31174" y="908"/>
                  </a:lnTo>
                  <a:lnTo>
                    <a:pt x="32044" y="984"/>
                  </a:lnTo>
                  <a:lnTo>
                    <a:pt x="32952" y="1059"/>
                  </a:lnTo>
                  <a:lnTo>
                    <a:pt x="33898" y="1211"/>
                  </a:lnTo>
                  <a:lnTo>
                    <a:pt x="35335" y="1438"/>
                  </a:lnTo>
                  <a:lnTo>
                    <a:pt x="36962" y="1778"/>
                  </a:lnTo>
                  <a:lnTo>
                    <a:pt x="37870" y="1967"/>
                  </a:lnTo>
                  <a:lnTo>
                    <a:pt x="38778" y="2232"/>
                  </a:lnTo>
                  <a:lnTo>
                    <a:pt x="39686" y="2497"/>
                  </a:lnTo>
                  <a:lnTo>
                    <a:pt x="40632" y="2838"/>
                  </a:lnTo>
                  <a:lnTo>
                    <a:pt x="41540" y="3178"/>
                  </a:lnTo>
                  <a:lnTo>
                    <a:pt x="42448" y="3632"/>
                  </a:lnTo>
                  <a:lnTo>
                    <a:pt x="43318" y="4124"/>
                  </a:lnTo>
                  <a:lnTo>
                    <a:pt x="44188" y="4653"/>
                  </a:lnTo>
                  <a:lnTo>
                    <a:pt x="44982" y="5259"/>
                  </a:lnTo>
                  <a:lnTo>
                    <a:pt x="45399" y="5599"/>
                  </a:lnTo>
                  <a:lnTo>
                    <a:pt x="45777" y="5978"/>
                  </a:lnTo>
                  <a:lnTo>
                    <a:pt x="46117" y="6318"/>
                  </a:lnTo>
                  <a:lnTo>
                    <a:pt x="46458" y="6734"/>
                  </a:lnTo>
                  <a:lnTo>
                    <a:pt x="46798" y="7150"/>
                  </a:lnTo>
                  <a:lnTo>
                    <a:pt x="47101" y="7566"/>
                  </a:lnTo>
                  <a:lnTo>
                    <a:pt x="47517" y="8247"/>
                  </a:lnTo>
                  <a:lnTo>
                    <a:pt x="47820" y="8891"/>
                  </a:lnTo>
                  <a:lnTo>
                    <a:pt x="48085" y="9496"/>
                  </a:lnTo>
                  <a:lnTo>
                    <a:pt x="48274" y="10101"/>
                  </a:lnTo>
                  <a:lnTo>
                    <a:pt x="48576" y="10971"/>
                  </a:lnTo>
                  <a:lnTo>
                    <a:pt x="48766" y="11425"/>
                  </a:lnTo>
                  <a:lnTo>
                    <a:pt x="48993" y="11917"/>
                  </a:lnTo>
                  <a:lnTo>
                    <a:pt x="49257" y="12447"/>
                  </a:lnTo>
                  <a:lnTo>
                    <a:pt x="49598" y="13014"/>
                  </a:lnTo>
                  <a:lnTo>
                    <a:pt x="49976" y="13657"/>
                  </a:lnTo>
                  <a:lnTo>
                    <a:pt x="50468" y="14338"/>
                  </a:lnTo>
                  <a:lnTo>
                    <a:pt x="51111" y="15133"/>
                  </a:lnTo>
                  <a:lnTo>
                    <a:pt x="51679" y="15889"/>
                  </a:lnTo>
                  <a:lnTo>
                    <a:pt x="52360" y="16722"/>
                  </a:lnTo>
                  <a:lnTo>
                    <a:pt x="52662" y="17100"/>
                  </a:lnTo>
                  <a:lnTo>
                    <a:pt x="52927" y="17516"/>
                  </a:lnTo>
                  <a:lnTo>
                    <a:pt x="53154" y="17932"/>
                  </a:lnTo>
                  <a:lnTo>
                    <a:pt x="53343" y="18386"/>
                  </a:lnTo>
                  <a:lnTo>
                    <a:pt x="53495" y="18840"/>
                  </a:lnTo>
                  <a:lnTo>
                    <a:pt x="53608" y="19370"/>
                  </a:lnTo>
                  <a:lnTo>
                    <a:pt x="53684" y="20013"/>
                  </a:lnTo>
                  <a:lnTo>
                    <a:pt x="53646" y="20505"/>
                  </a:lnTo>
                  <a:lnTo>
                    <a:pt x="53570" y="20959"/>
                  </a:lnTo>
                  <a:lnTo>
                    <a:pt x="53495" y="21375"/>
                  </a:lnTo>
                  <a:lnTo>
                    <a:pt x="53381" y="21829"/>
                  </a:lnTo>
                  <a:lnTo>
                    <a:pt x="53305" y="22321"/>
                  </a:lnTo>
                  <a:lnTo>
                    <a:pt x="53305" y="22586"/>
                  </a:lnTo>
                  <a:lnTo>
                    <a:pt x="53305" y="22850"/>
                  </a:lnTo>
                  <a:lnTo>
                    <a:pt x="53343" y="23153"/>
                  </a:lnTo>
                  <a:lnTo>
                    <a:pt x="53419" y="23494"/>
                  </a:lnTo>
                  <a:lnTo>
                    <a:pt x="53532" y="23796"/>
                  </a:lnTo>
                  <a:lnTo>
                    <a:pt x="53646" y="24099"/>
                  </a:lnTo>
                  <a:lnTo>
                    <a:pt x="53911" y="24629"/>
                  </a:lnTo>
                  <a:lnTo>
                    <a:pt x="54213" y="25120"/>
                  </a:lnTo>
                  <a:lnTo>
                    <a:pt x="54592" y="25537"/>
                  </a:lnTo>
                  <a:lnTo>
                    <a:pt x="54970" y="25915"/>
                  </a:lnTo>
                  <a:lnTo>
                    <a:pt x="55348" y="26255"/>
                  </a:lnTo>
                  <a:lnTo>
                    <a:pt x="56143" y="26823"/>
                  </a:lnTo>
                  <a:lnTo>
                    <a:pt x="56748" y="27239"/>
                  </a:lnTo>
                  <a:lnTo>
                    <a:pt x="57013" y="27466"/>
                  </a:lnTo>
                  <a:lnTo>
                    <a:pt x="57240" y="27693"/>
                  </a:lnTo>
                  <a:lnTo>
                    <a:pt x="57429" y="27882"/>
                  </a:lnTo>
                  <a:lnTo>
                    <a:pt x="57580" y="28109"/>
                  </a:lnTo>
                  <a:lnTo>
                    <a:pt x="57656" y="28336"/>
                  </a:lnTo>
                  <a:lnTo>
                    <a:pt x="57732" y="28601"/>
                  </a:lnTo>
                  <a:lnTo>
                    <a:pt x="57732" y="28866"/>
                  </a:lnTo>
                  <a:lnTo>
                    <a:pt x="57656" y="29093"/>
                  </a:lnTo>
                  <a:lnTo>
                    <a:pt x="57580" y="29358"/>
                  </a:lnTo>
                  <a:lnTo>
                    <a:pt x="57467" y="29622"/>
                  </a:lnTo>
                  <a:lnTo>
                    <a:pt x="57278" y="29849"/>
                  </a:lnTo>
                  <a:lnTo>
                    <a:pt x="57089" y="30114"/>
                  </a:lnTo>
                  <a:lnTo>
                    <a:pt x="56635" y="30568"/>
                  </a:lnTo>
                  <a:lnTo>
                    <a:pt x="56067" y="31060"/>
                  </a:lnTo>
                  <a:lnTo>
                    <a:pt x="55462" y="31514"/>
                  </a:lnTo>
                  <a:lnTo>
                    <a:pt x="54138" y="32422"/>
                  </a:lnTo>
                  <a:lnTo>
                    <a:pt x="49938" y="35221"/>
                  </a:lnTo>
                  <a:lnTo>
                    <a:pt x="48047" y="36432"/>
                  </a:lnTo>
                  <a:lnTo>
                    <a:pt x="46344" y="37529"/>
                  </a:lnTo>
                  <a:lnTo>
                    <a:pt x="44793" y="38437"/>
                  </a:lnTo>
                  <a:lnTo>
                    <a:pt x="43356" y="39232"/>
                  </a:lnTo>
                  <a:lnTo>
                    <a:pt x="42713" y="39534"/>
                  </a:lnTo>
                  <a:lnTo>
                    <a:pt x="42107" y="39799"/>
                  </a:lnTo>
                  <a:lnTo>
                    <a:pt x="41540" y="40026"/>
                  </a:lnTo>
                  <a:lnTo>
                    <a:pt x="41010" y="40215"/>
                  </a:lnTo>
                  <a:lnTo>
                    <a:pt x="40367" y="40404"/>
                  </a:lnTo>
                  <a:lnTo>
                    <a:pt x="39762" y="40480"/>
                  </a:lnTo>
                  <a:lnTo>
                    <a:pt x="39232" y="40480"/>
                  </a:lnTo>
                  <a:lnTo>
                    <a:pt x="39005" y="40442"/>
                  </a:lnTo>
                  <a:lnTo>
                    <a:pt x="38778" y="40367"/>
                  </a:lnTo>
                  <a:lnTo>
                    <a:pt x="38551" y="40291"/>
                  </a:lnTo>
                  <a:lnTo>
                    <a:pt x="38324" y="40177"/>
                  </a:lnTo>
                  <a:lnTo>
                    <a:pt x="37870" y="39837"/>
                  </a:lnTo>
                  <a:lnTo>
                    <a:pt x="37340" y="39345"/>
                  </a:lnTo>
                  <a:lnTo>
                    <a:pt x="36773" y="38740"/>
                  </a:lnTo>
                  <a:lnTo>
                    <a:pt x="36092" y="37983"/>
                  </a:lnTo>
                  <a:lnTo>
                    <a:pt x="35373" y="37075"/>
                  </a:lnTo>
                  <a:lnTo>
                    <a:pt x="33633" y="34805"/>
                  </a:lnTo>
                  <a:lnTo>
                    <a:pt x="31931" y="32498"/>
                  </a:lnTo>
                  <a:lnTo>
                    <a:pt x="30606" y="30606"/>
                  </a:lnTo>
                  <a:lnTo>
                    <a:pt x="29850" y="29547"/>
                  </a:lnTo>
                  <a:lnTo>
                    <a:pt x="29169" y="28601"/>
                  </a:lnTo>
                  <a:lnTo>
                    <a:pt x="28526" y="27806"/>
                  </a:lnTo>
                  <a:lnTo>
                    <a:pt x="27958" y="27163"/>
                  </a:lnTo>
                  <a:lnTo>
                    <a:pt x="27656" y="26861"/>
                  </a:lnTo>
                  <a:lnTo>
                    <a:pt x="27353" y="26634"/>
                  </a:lnTo>
                  <a:lnTo>
                    <a:pt x="27088" y="26407"/>
                  </a:lnTo>
                  <a:lnTo>
                    <a:pt x="26748" y="26218"/>
                  </a:lnTo>
                  <a:lnTo>
                    <a:pt x="26445" y="26066"/>
                  </a:lnTo>
                  <a:lnTo>
                    <a:pt x="26104" y="25915"/>
                  </a:lnTo>
                  <a:lnTo>
                    <a:pt x="25764" y="25801"/>
                  </a:lnTo>
                  <a:lnTo>
                    <a:pt x="25386" y="25726"/>
                  </a:lnTo>
                  <a:lnTo>
                    <a:pt x="24818" y="25612"/>
                  </a:lnTo>
                  <a:lnTo>
                    <a:pt x="23948" y="25612"/>
                  </a:lnTo>
                  <a:lnTo>
                    <a:pt x="23608" y="25650"/>
                  </a:lnTo>
                  <a:lnTo>
                    <a:pt x="22889" y="25801"/>
                  </a:lnTo>
                  <a:lnTo>
                    <a:pt x="22208" y="25991"/>
                  </a:lnTo>
                  <a:lnTo>
                    <a:pt x="21527" y="26218"/>
                  </a:lnTo>
                  <a:lnTo>
                    <a:pt x="20732" y="26482"/>
                  </a:lnTo>
                  <a:lnTo>
                    <a:pt x="19900" y="26709"/>
                  </a:lnTo>
                  <a:lnTo>
                    <a:pt x="19106" y="26936"/>
                  </a:lnTo>
                  <a:lnTo>
                    <a:pt x="18311" y="27088"/>
                  </a:lnTo>
                  <a:lnTo>
                    <a:pt x="17479" y="27201"/>
                  </a:lnTo>
                  <a:lnTo>
                    <a:pt x="16609" y="27277"/>
                  </a:lnTo>
                  <a:lnTo>
                    <a:pt x="15776" y="27352"/>
                  </a:lnTo>
                  <a:lnTo>
                    <a:pt x="14906" y="27352"/>
                  </a:lnTo>
                  <a:lnTo>
                    <a:pt x="13998" y="27315"/>
                  </a:lnTo>
                  <a:lnTo>
                    <a:pt x="13128" y="27277"/>
                  </a:lnTo>
                  <a:lnTo>
                    <a:pt x="12258" y="27201"/>
                  </a:lnTo>
                  <a:lnTo>
                    <a:pt x="11350" y="27050"/>
                  </a:lnTo>
                  <a:lnTo>
                    <a:pt x="10480" y="26898"/>
                  </a:lnTo>
                  <a:lnTo>
                    <a:pt x="9610" y="26709"/>
                  </a:lnTo>
                  <a:lnTo>
                    <a:pt x="8777" y="26482"/>
                  </a:lnTo>
                  <a:lnTo>
                    <a:pt x="7945" y="26218"/>
                  </a:lnTo>
                  <a:lnTo>
                    <a:pt x="7113" y="25915"/>
                  </a:lnTo>
                  <a:lnTo>
                    <a:pt x="6318" y="25612"/>
                  </a:lnTo>
                  <a:lnTo>
                    <a:pt x="5335" y="25120"/>
                  </a:lnTo>
                  <a:lnTo>
                    <a:pt x="4427" y="24591"/>
                  </a:lnTo>
                  <a:lnTo>
                    <a:pt x="3595" y="24023"/>
                  </a:lnTo>
                  <a:lnTo>
                    <a:pt x="2876" y="23456"/>
                  </a:lnTo>
                  <a:lnTo>
                    <a:pt x="2535" y="23115"/>
                  </a:lnTo>
                  <a:lnTo>
                    <a:pt x="2233" y="22813"/>
                  </a:lnTo>
                  <a:lnTo>
                    <a:pt x="1968" y="22510"/>
                  </a:lnTo>
                  <a:lnTo>
                    <a:pt x="1741" y="22170"/>
                  </a:lnTo>
                  <a:lnTo>
                    <a:pt x="1514" y="21829"/>
                  </a:lnTo>
                  <a:lnTo>
                    <a:pt x="1362" y="21489"/>
                  </a:lnTo>
                  <a:lnTo>
                    <a:pt x="1173" y="21148"/>
                  </a:lnTo>
                  <a:lnTo>
                    <a:pt x="1060" y="20808"/>
                  </a:lnTo>
                  <a:lnTo>
                    <a:pt x="984" y="20467"/>
                  </a:lnTo>
                  <a:lnTo>
                    <a:pt x="908" y="20089"/>
                  </a:lnTo>
                  <a:lnTo>
                    <a:pt x="871" y="19710"/>
                  </a:lnTo>
                  <a:lnTo>
                    <a:pt x="871" y="19332"/>
                  </a:lnTo>
                  <a:lnTo>
                    <a:pt x="908" y="18954"/>
                  </a:lnTo>
                  <a:lnTo>
                    <a:pt x="946" y="18576"/>
                  </a:lnTo>
                  <a:lnTo>
                    <a:pt x="1022" y="18197"/>
                  </a:lnTo>
                  <a:lnTo>
                    <a:pt x="1135" y="17819"/>
                  </a:lnTo>
                  <a:lnTo>
                    <a:pt x="1400" y="17062"/>
                  </a:lnTo>
                  <a:lnTo>
                    <a:pt x="1741" y="16306"/>
                  </a:lnTo>
                  <a:lnTo>
                    <a:pt x="2119" y="15549"/>
                  </a:lnTo>
                  <a:lnTo>
                    <a:pt x="2573" y="14792"/>
                  </a:lnTo>
                  <a:lnTo>
                    <a:pt x="3103" y="14074"/>
                  </a:lnTo>
                  <a:lnTo>
                    <a:pt x="3632" y="13355"/>
                  </a:lnTo>
                  <a:lnTo>
                    <a:pt x="4162" y="12674"/>
                  </a:lnTo>
                  <a:lnTo>
                    <a:pt x="4729" y="12031"/>
                  </a:lnTo>
                  <a:lnTo>
                    <a:pt x="5827" y="10820"/>
                  </a:lnTo>
                  <a:lnTo>
                    <a:pt x="6810" y="9799"/>
                  </a:lnTo>
                  <a:lnTo>
                    <a:pt x="7870" y="8777"/>
                  </a:lnTo>
                  <a:lnTo>
                    <a:pt x="8929" y="7831"/>
                  </a:lnTo>
                  <a:lnTo>
                    <a:pt x="10064" y="6961"/>
                  </a:lnTo>
                  <a:lnTo>
                    <a:pt x="11199" y="6167"/>
                  </a:lnTo>
                  <a:lnTo>
                    <a:pt x="12107" y="5561"/>
                  </a:lnTo>
                  <a:lnTo>
                    <a:pt x="13015" y="5070"/>
                  </a:lnTo>
                  <a:lnTo>
                    <a:pt x="13923" y="4578"/>
                  </a:lnTo>
                  <a:lnTo>
                    <a:pt x="14793" y="4162"/>
                  </a:lnTo>
                  <a:lnTo>
                    <a:pt x="15663" y="3783"/>
                  </a:lnTo>
                  <a:lnTo>
                    <a:pt x="16495" y="3405"/>
                  </a:lnTo>
                  <a:lnTo>
                    <a:pt x="17327" y="3102"/>
                  </a:lnTo>
                  <a:lnTo>
                    <a:pt x="18122" y="2838"/>
                  </a:lnTo>
                  <a:lnTo>
                    <a:pt x="19597" y="2384"/>
                  </a:lnTo>
                  <a:lnTo>
                    <a:pt x="20921" y="2043"/>
                  </a:lnTo>
                  <a:lnTo>
                    <a:pt x="22056" y="1778"/>
                  </a:lnTo>
                  <a:lnTo>
                    <a:pt x="22964" y="1589"/>
                  </a:lnTo>
                  <a:lnTo>
                    <a:pt x="23797" y="1438"/>
                  </a:lnTo>
                  <a:lnTo>
                    <a:pt x="24818" y="1249"/>
                  </a:lnTo>
                  <a:lnTo>
                    <a:pt x="25953" y="1097"/>
                  </a:lnTo>
                  <a:lnTo>
                    <a:pt x="27277" y="946"/>
                  </a:lnTo>
                  <a:lnTo>
                    <a:pt x="28715" y="870"/>
                  </a:lnTo>
                  <a:close/>
                  <a:moveTo>
                    <a:pt x="28639" y="0"/>
                  </a:moveTo>
                  <a:lnTo>
                    <a:pt x="27164" y="114"/>
                  </a:lnTo>
                  <a:lnTo>
                    <a:pt x="25802" y="227"/>
                  </a:lnTo>
                  <a:lnTo>
                    <a:pt x="24629" y="416"/>
                  </a:lnTo>
                  <a:lnTo>
                    <a:pt x="23608" y="605"/>
                  </a:lnTo>
                  <a:lnTo>
                    <a:pt x="22775" y="757"/>
                  </a:lnTo>
                  <a:lnTo>
                    <a:pt x="21489" y="1022"/>
                  </a:lnTo>
                  <a:lnTo>
                    <a:pt x="20127" y="1362"/>
                  </a:lnTo>
                  <a:lnTo>
                    <a:pt x="18689" y="1740"/>
                  </a:lnTo>
                  <a:lnTo>
                    <a:pt x="17176" y="2270"/>
                  </a:lnTo>
                  <a:lnTo>
                    <a:pt x="16419" y="2535"/>
                  </a:lnTo>
                  <a:lnTo>
                    <a:pt x="15625" y="2838"/>
                  </a:lnTo>
                  <a:lnTo>
                    <a:pt x="14831" y="3216"/>
                  </a:lnTo>
                  <a:lnTo>
                    <a:pt x="13998" y="3594"/>
                  </a:lnTo>
                  <a:lnTo>
                    <a:pt x="13204" y="4010"/>
                  </a:lnTo>
                  <a:lnTo>
                    <a:pt x="12372" y="4426"/>
                  </a:lnTo>
                  <a:lnTo>
                    <a:pt x="11539" y="4918"/>
                  </a:lnTo>
                  <a:lnTo>
                    <a:pt x="10707" y="5448"/>
                  </a:lnTo>
                  <a:lnTo>
                    <a:pt x="9534" y="6280"/>
                  </a:lnTo>
                  <a:lnTo>
                    <a:pt x="8399" y="7188"/>
                  </a:lnTo>
                  <a:lnTo>
                    <a:pt x="7264" y="8134"/>
                  </a:lnTo>
                  <a:lnTo>
                    <a:pt x="6205" y="9193"/>
                  </a:lnTo>
                  <a:lnTo>
                    <a:pt x="5146" y="10290"/>
                  </a:lnTo>
                  <a:lnTo>
                    <a:pt x="4011" y="11539"/>
                  </a:lnTo>
                  <a:lnTo>
                    <a:pt x="3405" y="12220"/>
                  </a:lnTo>
                  <a:lnTo>
                    <a:pt x="2838" y="12939"/>
                  </a:lnTo>
                  <a:lnTo>
                    <a:pt x="2270" y="13695"/>
                  </a:lnTo>
                  <a:lnTo>
                    <a:pt x="1779" y="14490"/>
                  </a:lnTo>
                  <a:lnTo>
                    <a:pt x="1287" y="15284"/>
                  </a:lnTo>
                  <a:lnTo>
                    <a:pt x="871" y="16079"/>
                  </a:lnTo>
                  <a:lnTo>
                    <a:pt x="530" y="16911"/>
                  </a:lnTo>
                  <a:lnTo>
                    <a:pt x="265" y="17743"/>
                  </a:lnTo>
                  <a:lnTo>
                    <a:pt x="152" y="18159"/>
                  </a:lnTo>
                  <a:lnTo>
                    <a:pt x="76" y="18576"/>
                  </a:lnTo>
                  <a:lnTo>
                    <a:pt x="38" y="18992"/>
                  </a:lnTo>
                  <a:lnTo>
                    <a:pt x="1" y="19408"/>
                  </a:lnTo>
                  <a:lnTo>
                    <a:pt x="38" y="19824"/>
                  </a:lnTo>
                  <a:lnTo>
                    <a:pt x="76" y="20240"/>
                  </a:lnTo>
                  <a:lnTo>
                    <a:pt x="152" y="20656"/>
                  </a:lnTo>
                  <a:lnTo>
                    <a:pt x="228" y="21072"/>
                  </a:lnTo>
                  <a:lnTo>
                    <a:pt x="379" y="21451"/>
                  </a:lnTo>
                  <a:lnTo>
                    <a:pt x="568" y="21867"/>
                  </a:lnTo>
                  <a:lnTo>
                    <a:pt x="757" y="22245"/>
                  </a:lnTo>
                  <a:lnTo>
                    <a:pt x="984" y="22586"/>
                  </a:lnTo>
                  <a:lnTo>
                    <a:pt x="1249" y="22964"/>
                  </a:lnTo>
                  <a:lnTo>
                    <a:pt x="1552" y="23342"/>
                  </a:lnTo>
                  <a:lnTo>
                    <a:pt x="1854" y="23683"/>
                  </a:lnTo>
                  <a:lnTo>
                    <a:pt x="2195" y="24023"/>
                  </a:lnTo>
                  <a:lnTo>
                    <a:pt x="2573" y="24364"/>
                  </a:lnTo>
                  <a:lnTo>
                    <a:pt x="2989" y="24666"/>
                  </a:lnTo>
                  <a:lnTo>
                    <a:pt x="3443" y="25007"/>
                  </a:lnTo>
                  <a:lnTo>
                    <a:pt x="3897" y="25310"/>
                  </a:lnTo>
                  <a:lnTo>
                    <a:pt x="4389" y="25574"/>
                  </a:lnTo>
                  <a:lnTo>
                    <a:pt x="4881" y="25877"/>
                  </a:lnTo>
                  <a:lnTo>
                    <a:pt x="5978" y="26369"/>
                  </a:lnTo>
                  <a:lnTo>
                    <a:pt x="6810" y="26709"/>
                  </a:lnTo>
                  <a:lnTo>
                    <a:pt x="7643" y="27050"/>
                  </a:lnTo>
                  <a:lnTo>
                    <a:pt x="8513" y="27315"/>
                  </a:lnTo>
                  <a:lnTo>
                    <a:pt x="9421" y="27542"/>
                  </a:lnTo>
                  <a:lnTo>
                    <a:pt x="10329" y="27731"/>
                  </a:lnTo>
                  <a:lnTo>
                    <a:pt x="11237" y="27920"/>
                  </a:lnTo>
                  <a:lnTo>
                    <a:pt x="12145" y="28033"/>
                  </a:lnTo>
                  <a:lnTo>
                    <a:pt x="13052" y="28147"/>
                  </a:lnTo>
                  <a:lnTo>
                    <a:pt x="13998" y="28185"/>
                  </a:lnTo>
                  <a:lnTo>
                    <a:pt x="14906" y="28223"/>
                  </a:lnTo>
                  <a:lnTo>
                    <a:pt x="15814" y="28185"/>
                  </a:lnTo>
                  <a:lnTo>
                    <a:pt x="16722" y="28147"/>
                  </a:lnTo>
                  <a:lnTo>
                    <a:pt x="17592" y="28071"/>
                  </a:lnTo>
                  <a:lnTo>
                    <a:pt x="18462" y="27920"/>
                  </a:lnTo>
                  <a:lnTo>
                    <a:pt x="19295" y="27769"/>
                  </a:lnTo>
                  <a:lnTo>
                    <a:pt x="20127" y="27542"/>
                  </a:lnTo>
                  <a:lnTo>
                    <a:pt x="20997" y="27277"/>
                  </a:lnTo>
                  <a:lnTo>
                    <a:pt x="21792" y="27050"/>
                  </a:lnTo>
                  <a:lnTo>
                    <a:pt x="22662" y="26747"/>
                  </a:lnTo>
                  <a:lnTo>
                    <a:pt x="23078" y="26634"/>
                  </a:lnTo>
                  <a:lnTo>
                    <a:pt x="23494" y="26558"/>
                  </a:lnTo>
                  <a:lnTo>
                    <a:pt x="23872" y="26482"/>
                  </a:lnTo>
                  <a:lnTo>
                    <a:pt x="24742" y="26482"/>
                  </a:lnTo>
                  <a:lnTo>
                    <a:pt x="25234" y="26558"/>
                  </a:lnTo>
                  <a:lnTo>
                    <a:pt x="25537" y="26634"/>
                  </a:lnTo>
                  <a:lnTo>
                    <a:pt x="25840" y="26747"/>
                  </a:lnTo>
                  <a:lnTo>
                    <a:pt x="26104" y="26861"/>
                  </a:lnTo>
                  <a:lnTo>
                    <a:pt x="26369" y="27012"/>
                  </a:lnTo>
                  <a:lnTo>
                    <a:pt x="26634" y="27163"/>
                  </a:lnTo>
                  <a:lnTo>
                    <a:pt x="26899" y="27352"/>
                  </a:lnTo>
                  <a:lnTo>
                    <a:pt x="27429" y="27844"/>
                  </a:lnTo>
                  <a:lnTo>
                    <a:pt x="27958" y="28450"/>
                  </a:lnTo>
                  <a:lnTo>
                    <a:pt x="28526" y="29206"/>
                  </a:lnTo>
                  <a:lnTo>
                    <a:pt x="29888" y="31098"/>
                  </a:lnTo>
                  <a:lnTo>
                    <a:pt x="31250" y="33027"/>
                  </a:lnTo>
                  <a:lnTo>
                    <a:pt x="32914" y="35297"/>
                  </a:lnTo>
                  <a:lnTo>
                    <a:pt x="34806" y="37756"/>
                  </a:lnTo>
                  <a:lnTo>
                    <a:pt x="35562" y="38702"/>
                  </a:lnTo>
                  <a:lnTo>
                    <a:pt x="36281" y="39496"/>
                  </a:lnTo>
                  <a:lnTo>
                    <a:pt x="36886" y="40102"/>
                  </a:lnTo>
                  <a:lnTo>
                    <a:pt x="37454" y="40594"/>
                  </a:lnTo>
                  <a:lnTo>
                    <a:pt x="37984" y="40972"/>
                  </a:lnTo>
                  <a:lnTo>
                    <a:pt x="38248" y="41085"/>
                  </a:lnTo>
                  <a:lnTo>
                    <a:pt x="38475" y="41199"/>
                  </a:lnTo>
                  <a:lnTo>
                    <a:pt x="39005" y="41312"/>
                  </a:lnTo>
                  <a:lnTo>
                    <a:pt x="39535" y="41350"/>
                  </a:lnTo>
                  <a:lnTo>
                    <a:pt x="39913" y="41312"/>
                  </a:lnTo>
                  <a:lnTo>
                    <a:pt x="40367" y="41275"/>
                  </a:lnTo>
                  <a:lnTo>
                    <a:pt x="40783" y="41161"/>
                  </a:lnTo>
                  <a:lnTo>
                    <a:pt x="41275" y="41048"/>
                  </a:lnTo>
                  <a:lnTo>
                    <a:pt x="41842" y="40858"/>
                  </a:lnTo>
                  <a:lnTo>
                    <a:pt x="42410" y="40631"/>
                  </a:lnTo>
                  <a:lnTo>
                    <a:pt x="43053" y="40329"/>
                  </a:lnTo>
                  <a:lnTo>
                    <a:pt x="43696" y="40026"/>
                  </a:lnTo>
                  <a:lnTo>
                    <a:pt x="45134" y="39232"/>
                  </a:lnTo>
                  <a:lnTo>
                    <a:pt x="46723" y="38286"/>
                  </a:lnTo>
                  <a:lnTo>
                    <a:pt x="48463" y="37227"/>
                  </a:lnTo>
                  <a:lnTo>
                    <a:pt x="50355" y="35978"/>
                  </a:lnTo>
                  <a:lnTo>
                    <a:pt x="54630" y="33141"/>
                  </a:lnTo>
                  <a:lnTo>
                    <a:pt x="55348" y="32649"/>
                  </a:lnTo>
                  <a:lnTo>
                    <a:pt x="56105" y="32119"/>
                  </a:lnTo>
                  <a:lnTo>
                    <a:pt x="56786" y="31590"/>
                  </a:lnTo>
                  <a:lnTo>
                    <a:pt x="57391" y="31060"/>
                  </a:lnTo>
                  <a:lnTo>
                    <a:pt x="57656" y="30757"/>
                  </a:lnTo>
                  <a:lnTo>
                    <a:pt x="57921" y="30455"/>
                  </a:lnTo>
                  <a:lnTo>
                    <a:pt x="58110" y="30152"/>
                  </a:lnTo>
                  <a:lnTo>
                    <a:pt x="58299" y="29849"/>
                  </a:lnTo>
                  <a:lnTo>
                    <a:pt x="58451" y="29547"/>
                  </a:lnTo>
                  <a:lnTo>
                    <a:pt x="58526" y="29206"/>
                  </a:lnTo>
                  <a:lnTo>
                    <a:pt x="58564" y="28866"/>
                  </a:lnTo>
                  <a:lnTo>
                    <a:pt x="58564" y="28525"/>
                  </a:lnTo>
                  <a:lnTo>
                    <a:pt x="58488" y="28147"/>
                  </a:lnTo>
                  <a:lnTo>
                    <a:pt x="58375" y="27769"/>
                  </a:lnTo>
                  <a:lnTo>
                    <a:pt x="58186" y="27466"/>
                  </a:lnTo>
                  <a:lnTo>
                    <a:pt x="57921" y="27163"/>
                  </a:lnTo>
                  <a:lnTo>
                    <a:pt x="57656" y="26898"/>
                  </a:lnTo>
                  <a:lnTo>
                    <a:pt x="57353" y="26634"/>
                  </a:lnTo>
                  <a:lnTo>
                    <a:pt x="56672" y="26142"/>
                  </a:lnTo>
                  <a:lnTo>
                    <a:pt x="55916" y="25574"/>
                  </a:lnTo>
                  <a:lnTo>
                    <a:pt x="55575" y="25272"/>
                  </a:lnTo>
                  <a:lnTo>
                    <a:pt x="55235" y="24969"/>
                  </a:lnTo>
                  <a:lnTo>
                    <a:pt x="54932" y="24591"/>
                  </a:lnTo>
                  <a:lnTo>
                    <a:pt x="54667" y="24212"/>
                  </a:lnTo>
                  <a:lnTo>
                    <a:pt x="54440" y="23758"/>
                  </a:lnTo>
                  <a:lnTo>
                    <a:pt x="54251" y="23267"/>
                  </a:lnTo>
                  <a:lnTo>
                    <a:pt x="54176" y="22775"/>
                  </a:lnTo>
                  <a:lnTo>
                    <a:pt x="54176" y="22359"/>
                  </a:lnTo>
                  <a:lnTo>
                    <a:pt x="54213" y="21980"/>
                  </a:lnTo>
                  <a:lnTo>
                    <a:pt x="54327" y="21602"/>
                  </a:lnTo>
                  <a:lnTo>
                    <a:pt x="54440" y="21148"/>
                  </a:lnTo>
                  <a:lnTo>
                    <a:pt x="54516" y="20618"/>
                  </a:lnTo>
                  <a:lnTo>
                    <a:pt x="54554" y="20316"/>
                  </a:lnTo>
                  <a:lnTo>
                    <a:pt x="54516" y="19975"/>
                  </a:lnTo>
                  <a:lnTo>
                    <a:pt x="54516" y="19597"/>
                  </a:lnTo>
                  <a:lnTo>
                    <a:pt x="54440" y="19219"/>
                  </a:lnTo>
                  <a:lnTo>
                    <a:pt x="54327" y="18613"/>
                  </a:lnTo>
                  <a:lnTo>
                    <a:pt x="54138" y="18084"/>
                  </a:lnTo>
                  <a:lnTo>
                    <a:pt x="53949" y="17554"/>
                  </a:lnTo>
                  <a:lnTo>
                    <a:pt x="53684" y="17100"/>
                  </a:lnTo>
                  <a:lnTo>
                    <a:pt x="53381" y="16646"/>
                  </a:lnTo>
                  <a:lnTo>
                    <a:pt x="53078" y="16230"/>
                  </a:lnTo>
                  <a:lnTo>
                    <a:pt x="52360" y="15322"/>
                  </a:lnTo>
                  <a:lnTo>
                    <a:pt x="51792" y="14603"/>
                  </a:lnTo>
                  <a:lnTo>
                    <a:pt x="51149" y="13809"/>
                  </a:lnTo>
                  <a:lnTo>
                    <a:pt x="50695" y="13166"/>
                  </a:lnTo>
                  <a:lnTo>
                    <a:pt x="50355" y="12598"/>
                  </a:lnTo>
                  <a:lnTo>
                    <a:pt x="50014" y="12068"/>
                  </a:lnTo>
                  <a:lnTo>
                    <a:pt x="49787" y="11577"/>
                  </a:lnTo>
                  <a:lnTo>
                    <a:pt x="49560" y="11123"/>
                  </a:lnTo>
                  <a:lnTo>
                    <a:pt x="49409" y="10669"/>
                  </a:lnTo>
                  <a:lnTo>
                    <a:pt x="49106" y="9836"/>
                  </a:lnTo>
                  <a:lnTo>
                    <a:pt x="48879" y="9193"/>
                  </a:lnTo>
                  <a:lnTo>
                    <a:pt x="48614" y="8512"/>
                  </a:lnTo>
                  <a:lnTo>
                    <a:pt x="48274" y="7831"/>
                  </a:lnTo>
                  <a:lnTo>
                    <a:pt x="47820" y="7112"/>
                  </a:lnTo>
                  <a:lnTo>
                    <a:pt x="47479" y="6621"/>
                  </a:lnTo>
                  <a:lnTo>
                    <a:pt x="47139" y="6205"/>
                  </a:lnTo>
                  <a:lnTo>
                    <a:pt x="46761" y="5788"/>
                  </a:lnTo>
                  <a:lnTo>
                    <a:pt x="46382" y="5372"/>
                  </a:lnTo>
                  <a:lnTo>
                    <a:pt x="46004" y="4994"/>
                  </a:lnTo>
                  <a:lnTo>
                    <a:pt x="45588" y="4653"/>
                  </a:lnTo>
                  <a:lnTo>
                    <a:pt x="44755" y="3972"/>
                  </a:lnTo>
                  <a:lnTo>
                    <a:pt x="43848" y="3405"/>
                  </a:lnTo>
                  <a:lnTo>
                    <a:pt x="42902" y="2875"/>
                  </a:lnTo>
                  <a:lnTo>
                    <a:pt x="41956" y="2421"/>
                  </a:lnTo>
                  <a:lnTo>
                    <a:pt x="41010" y="2043"/>
                  </a:lnTo>
                  <a:lnTo>
                    <a:pt x="40026" y="1703"/>
                  </a:lnTo>
                  <a:lnTo>
                    <a:pt x="39081" y="1400"/>
                  </a:lnTo>
                  <a:lnTo>
                    <a:pt x="38097" y="1173"/>
                  </a:lnTo>
                  <a:lnTo>
                    <a:pt x="37189" y="946"/>
                  </a:lnTo>
                  <a:lnTo>
                    <a:pt x="35449" y="605"/>
                  </a:lnTo>
                  <a:lnTo>
                    <a:pt x="33898" y="341"/>
                  </a:lnTo>
                  <a:lnTo>
                    <a:pt x="32952" y="227"/>
                  </a:lnTo>
                  <a:lnTo>
                    <a:pt x="32044" y="114"/>
                  </a:lnTo>
                  <a:lnTo>
                    <a:pt x="31136" y="38"/>
                  </a:lnTo>
                  <a:lnTo>
                    <a:pt x="302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5186575" y="3894550"/>
              <a:ext cx="94600" cy="68125"/>
            </a:xfrm>
            <a:custGeom>
              <a:rect b="b" l="l" r="r" t="t"/>
              <a:pathLst>
                <a:path extrusionOk="0" h="2725" w="3784">
                  <a:moveTo>
                    <a:pt x="341" y="1"/>
                  </a:moveTo>
                  <a:lnTo>
                    <a:pt x="190" y="76"/>
                  </a:lnTo>
                  <a:lnTo>
                    <a:pt x="76" y="190"/>
                  </a:lnTo>
                  <a:lnTo>
                    <a:pt x="1" y="341"/>
                  </a:lnTo>
                  <a:lnTo>
                    <a:pt x="1" y="530"/>
                  </a:lnTo>
                  <a:lnTo>
                    <a:pt x="76" y="681"/>
                  </a:lnTo>
                  <a:lnTo>
                    <a:pt x="190" y="795"/>
                  </a:lnTo>
                  <a:lnTo>
                    <a:pt x="3141" y="2649"/>
                  </a:lnTo>
                  <a:lnTo>
                    <a:pt x="3254" y="2687"/>
                  </a:lnTo>
                  <a:lnTo>
                    <a:pt x="3368" y="2724"/>
                  </a:lnTo>
                  <a:lnTo>
                    <a:pt x="3443" y="2687"/>
                  </a:lnTo>
                  <a:lnTo>
                    <a:pt x="3557" y="2649"/>
                  </a:lnTo>
                  <a:lnTo>
                    <a:pt x="3632" y="2611"/>
                  </a:lnTo>
                  <a:lnTo>
                    <a:pt x="3708" y="2497"/>
                  </a:lnTo>
                  <a:lnTo>
                    <a:pt x="3784" y="2346"/>
                  </a:lnTo>
                  <a:lnTo>
                    <a:pt x="3784" y="2195"/>
                  </a:lnTo>
                  <a:lnTo>
                    <a:pt x="3708" y="2043"/>
                  </a:lnTo>
                  <a:lnTo>
                    <a:pt x="3595" y="1930"/>
                  </a:lnTo>
                  <a:lnTo>
                    <a:pt x="644" y="76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5"/>
            <p:cNvSpPr/>
            <p:nvPr/>
          </p:nvSpPr>
          <p:spPr>
            <a:xfrm>
              <a:off x="5342625" y="4113975"/>
              <a:ext cx="29350" cy="219450"/>
            </a:xfrm>
            <a:custGeom>
              <a:rect b="b" l="l" r="r" t="t"/>
              <a:pathLst>
                <a:path extrusionOk="0" h="8778" w="1174">
                  <a:moveTo>
                    <a:pt x="417" y="0"/>
                  </a:moveTo>
                  <a:lnTo>
                    <a:pt x="266" y="38"/>
                  </a:lnTo>
                  <a:lnTo>
                    <a:pt x="114" y="152"/>
                  </a:lnTo>
                  <a:lnTo>
                    <a:pt x="39" y="265"/>
                  </a:lnTo>
                  <a:lnTo>
                    <a:pt x="1" y="454"/>
                  </a:lnTo>
                  <a:lnTo>
                    <a:pt x="303" y="8361"/>
                  </a:lnTo>
                  <a:lnTo>
                    <a:pt x="341" y="8550"/>
                  </a:lnTo>
                  <a:lnTo>
                    <a:pt x="417" y="8664"/>
                  </a:lnTo>
                  <a:lnTo>
                    <a:pt x="568" y="8740"/>
                  </a:lnTo>
                  <a:lnTo>
                    <a:pt x="720" y="8777"/>
                  </a:lnTo>
                  <a:lnTo>
                    <a:pt x="757" y="8777"/>
                  </a:lnTo>
                  <a:lnTo>
                    <a:pt x="909" y="8740"/>
                  </a:lnTo>
                  <a:lnTo>
                    <a:pt x="1060" y="8664"/>
                  </a:lnTo>
                  <a:lnTo>
                    <a:pt x="1136" y="8513"/>
                  </a:lnTo>
                  <a:lnTo>
                    <a:pt x="1174" y="8361"/>
                  </a:lnTo>
                  <a:lnTo>
                    <a:pt x="871" y="417"/>
                  </a:lnTo>
                  <a:lnTo>
                    <a:pt x="833" y="265"/>
                  </a:lnTo>
                  <a:lnTo>
                    <a:pt x="757" y="152"/>
                  </a:lnTo>
                  <a:lnTo>
                    <a:pt x="606" y="38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5508150" y="2096600"/>
              <a:ext cx="160800" cy="427525"/>
            </a:xfrm>
            <a:custGeom>
              <a:rect b="b" l="l" r="r" t="t"/>
              <a:pathLst>
                <a:path extrusionOk="0" h="17101" w="6432">
                  <a:moveTo>
                    <a:pt x="5978" y="0"/>
                  </a:moveTo>
                  <a:lnTo>
                    <a:pt x="5789" y="38"/>
                  </a:lnTo>
                  <a:lnTo>
                    <a:pt x="5675" y="152"/>
                  </a:lnTo>
                  <a:lnTo>
                    <a:pt x="5599" y="303"/>
                  </a:lnTo>
                  <a:lnTo>
                    <a:pt x="38" y="16495"/>
                  </a:lnTo>
                  <a:lnTo>
                    <a:pt x="0" y="16684"/>
                  </a:lnTo>
                  <a:lnTo>
                    <a:pt x="76" y="16835"/>
                  </a:lnTo>
                  <a:lnTo>
                    <a:pt x="190" y="16987"/>
                  </a:lnTo>
                  <a:lnTo>
                    <a:pt x="454" y="17100"/>
                  </a:lnTo>
                  <a:lnTo>
                    <a:pt x="568" y="17062"/>
                  </a:lnTo>
                  <a:lnTo>
                    <a:pt x="681" y="16987"/>
                  </a:lnTo>
                  <a:lnTo>
                    <a:pt x="795" y="16911"/>
                  </a:lnTo>
                  <a:lnTo>
                    <a:pt x="833" y="16798"/>
                  </a:lnTo>
                  <a:lnTo>
                    <a:pt x="6394" y="568"/>
                  </a:lnTo>
                  <a:lnTo>
                    <a:pt x="6432" y="417"/>
                  </a:lnTo>
                  <a:lnTo>
                    <a:pt x="6394" y="265"/>
                  </a:lnTo>
                  <a:lnTo>
                    <a:pt x="6280" y="114"/>
                  </a:lnTo>
                  <a:lnTo>
                    <a:pt x="6129" y="38"/>
                  </a:lnTo>
                  <a:lnTo>
                    <a:pt x="5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1264375" y="1283225"/>
              <a:ext cx="1054575" cy="2440150"/>
            </a:xfrm>
            <a:custGeom>
              <a:rect b="b" l="l" r="r" t="t"/>
              <a:pathLst>
                <a:path extrusionOk="0" h="97606" w="42183">
                  <a:moveTo>
                    <a:pt x="13771" y="0"/>
                  </a:moveTo>
                  <a:lnTo>
                    <a:pt x="13847" y="757"/>
                  </a:lnTo>
                  <a:lnTo>
                    <a:pt x="13885" y="1476"/>
                  </a:lnTo>
                  <a:lnTo>
                    <a:pt x="13885" y="2119"/>
                  </a:lnTo>
                  <a:lnTo>
                    <a:pt x="13847" y="2762"/>
                  </a:lnTo>
                  <a:lnTo>
                    <a:pt x="13771" y="3329"/>
                  </a:lnTo>
                  <a:lnTo>
                    <a:pt x="13695" y="3859"/>
                  </a:lnTo>
                  <a:lnTo>
                    <a:pt x="13506" y="4729"/>
                  </a:lnTo>
                  <a:lnTo>
                    <a:pt x="13317" y="5334"/>
                  </a:lnTo>
                  <a:lnTo>
                    <a:pt x="13166" y="5788"/>
                  </a:lnTo>
                  <a:lnTo>
                    <a:pt x="12863" y="6356"/>
                  </a:lnTo>
                  <a:lnTo>
                    <a:pt x="12485" y="7150"/>
                  </a:lnTo>
                  <a:lnTo>
                    <a:pt x="11993" y="8134"/>
                  </a:lnTo>
                  <a:lnTo>
                    <a:pt x="11312" y="9345"/>
                  </a:lnTo>
                  <a:lnTo>
                    <a:pt x="10442" y="10820"/>
                  </a:lnTo>
                  <a:lnTo>
                    <a:pt x="9421" y="12560"/>
                  </a:lnTo>
                  <a:lnTo>
                    <a:pt x="8588" y="13884"/>
                  </a:lnTo>
                  <a:lnTo>
                    <a:pt x="7491" y="16419"/>
                  </a:lnTo>
                  <a:lnTo>
                    <a:pt x="6432" y="19105"/>
                  </a:lnTo>
                  <a:lnTo>
                    <a:pt x="5373" y="21905"/>
                  </a:lnTo>
                  <a:lnTo>
                    <a:pt x="4881" y="23380"/>
                  </a:lnTo>
                  <a:lnTo>
                    <a:pt x="4389" y="24856"/>
                  </a:lnTo>
                  <a:lnTo>
                    <a:pt x="3935" y="26369"/>
                  </a:lnTo>
                  <a:lnTo>
                    <a:pt x="3481" y="27958"/>
                  </a:lnTo>
                  <a:lnTo>
                    <a:pt x="3027" y="29509"/>
                  </a:lnTo>
                  <a:lnTo>
                    <a:pt x="2649" y="31136"/>
                  </a:lnTo>
                  <a:lnTo>
                    <a:pt x="2232" y="32800"/>
                  </a:lnTo>
                  <a:lnTo>
                    <a:pt x="1892" y="34465"/>
                  </a:lnTo>
                  <a:lnTo>
                    <a:pt x="1552" y="36205"/>
                  </a:lnTo>
                  <a:lnTo>
                    <a:pt x="1211" y="37945"/>
                  </a:lnTo>
                  <a:lnTo>
                    <a:pt x="833" y="40556"/>
                  </a:lnTo>
                  <a:lnTo>
                    <a:pt x="530" y="43128"/>
                  </a:lnTo>
                  <a:lnTo>
                    <a:pt x="265" y="45625"/>
                  </a:lnTo>
                  <a:lnTo>
                    <a:pt x="114" y="48122"/>
                  </a:lnTo>
                  <a:lnTo>
                    <a:pt x="0" y="50581"/>
                  </a:lnTo>
                  <a:lnTo>
                    <a:pt x="0" y="53002"/>
                  </a:lnTo>
                  <a:lnTo>
                    <a:pt x="0" y="55348"/>
                  </a:lnTo>
                  <a:lnTo>
                    <a:pt x="114" y="57656"/>
                  </a:lnTo>
                  <a:lnTo>
                    <a:pt x="265" y="59963"/>
                  </a:lnTo>
                  <a:lnTo>
                    <a:pt x="454" y="62158"/>
                  </a:lnTo>
                  <a:lnTo>
                    <a:pt x="719" y="64352"/>
                  </a:lnTo>
                  <a:lnTo>
                    <a:pt x="984" y="66508"/>
                  </a:lnTo>
                  <a:lnTo>
                    <a:pt x="1325" y="68589"/>
                  </a:lnTo>
                  <a:lnTo>
                    <a:pt x="1703" y="70632"/>
                  </a:lnTo>
                  <a:lnTo>
                    <a:pt x="2119" y="72599"/>
                  </a:lnTo>
                  <a:lnTo>
                    <a:pt x="2573" y="74529"/>
                  </a:lnTo>
                  <a:lnTo>
                    <a:pt x="3065" y="76420"/>
                  </a:lnTo>
                  <a:lnTo>
                    <a:pt x="3557" y="78236"/>
                  </a:lnTo>
                  <a:lnTo>
                    <a:pt x="4086" y="80014"/>
                  </a:lnTo>
                  <a:lnTo>
                    <a:pt x="4616" y="81717"/>
                  </a:lnTo>
                  <a:lnTo>
                    <a:pt x="5183" y="83381"/>
                  </a:lnTo>
                  <a:lnTo>
                    <a:pt x="5751" y="85008"/>
                  </a:lnTo>
                  <a:lnTo>
                    <a:pt x="6318" y="86521"/>
                  </a:lnTo>
                  <a:lnTo>
                    <a:pt x="6924" y="88035"/>
                  </a:lnTo>
                  <a:lnTo>
                    <a:pt x="7491" y="89434"/>
                  </a:lnTo>
                  <a:lnTo>
                    <a:pt x="8096" y="90796"/>
                  </a:lnTo>
                  <a:lnTo>
                    <a:pt x="9231" y="93331"/>
                  </a:lnTo>
                  <a:lnTo>
                    <a:pt x="10328" y="95601"/>
                  </a:lnTo>
                  <a:lnTo>
                    <a:pt x="11388" y="97606"/>
                  </a:lnTo>
                  <a:lnTo>
                    <a:pt x="26785" y="85311"/>
                  </a:lnTo>
                  <a:lnTo>
                    <a:pt x="42183" y="73015"/>
                  </a:lnTo>
                  <a:lnTo>
                    <a:pt x="23645" y="15625"/>
                  </a:lnTo>
                  <a:lnTo>
                    <a:pt x="23872" y="13317"/>
                  </a:lnTo>
                  <a:lnTo>
                    <a:pt x="24099" y="10404"/>
                  </a:lnTo>
                  <a:lnTo>
                    <a:pt x="24364" y="7491"/>
                  </a:lnTo>
                  <a:lnTo>
                    <a:pt x="23267" y="6999"/>
                  </a:lnTo>
                  <a:lnTo>
                    <a:pt x="22132" y="6431"/>
                  </a:lnTo>
                  <a:lnTo>
                    <a:pt x="21300" y="6015"/>
                  </a:lnTo>
                  <a:lnTo>
                    <a:pt x="20505" y="5524"/>
                  </a:lnTo>
                  <a:lnTo>
                    <a:pt x="19408" y="4843"/>
                  </a:lnTo>
                  <a:lnTo>
                    <a:pt x="18424" y="4124"/>
                  </a:lnTo>
                  <a:lnTo>
                    <a:pt x="17479" y="3443"/>
                  </a:lnTo>
                  <a:lnTo>
                    <a:pt x="16609" y="2724"/>
                  </a:lnTo>
                  <a:lnTo>
                    <a:pt x="15814" y="2005"/>
                  </a:lnTo>
                  <a:lnTo>
                    <a:pt x="15057" y="1324"/>
                  </a:lnTo>
                  <a:lnTo>
                    <a:pt x="14376" y="643"/>
                  </a:lnTo>
                  <a:lnTo>
                    <a:pt x="13771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1806300" y="1444000"/>
              <a:ext cx="67200" cy="172150"/>
            </a:xfrm>
            <a:custGeom>
              <a:rect b="b" l="l" r="r" t="t"/>
              <a:pathLst>
                <a:path extrusionOk="0" h="6886" w="2688">
                  <a:moveTo>
                    <a:pt x="455" y="0"/>
                  </a:moveTo>
                  <a:lnTo>
                    <a:pt x="266" y="530"/>
                  </a:lnTo>
                  <a:lnTo>
                    <a:pt x="114" y="1060"/>
                  </a:lnTo>
                  <a:lnTo>
                    <a:pt x="1" y="1665"/>
                  </a:lnTo>
                  <a:lnTo>
                    <a:pt x="1" y="2270"/>
                  </a:lnTo>
                  <a:lnTo>
                    <a:pt x="39" y="2914"/>
                  </a:lnTo>
                  <a:lnTo>
                    <a:pt x="190" y="3557"/>
                  </a:lnTo>
                  <a:lnTo>
                    <a:pt x="379" y="4200"/>
                  </a:lnTo>
                  <a:lnTo>
                    <a:pt x="644" y="4843"/>
                  </a:lnTo>
                  <a:lnTo>
                    <a:pt x="947" y="5448"/>
                  </a:lnTo>
                  <a:lnTo>
                    <a:pt x="1325" y="5978"/>
                  </a:lnTo>
                  <a:lnTo>
                    <a:pt x="1741" y="6470"/>
                  </a:lnTo>
                  <a:lnTo>
                    <a:pt x="2195" y="6886"/>
                  </a:lnTo>
                  <a:lnTo>
                    <a:pt x="2422" y="3973"/>
                  </a:lnTo>
                  <a:lnTo>
                    <a:pt x="2687" y="1060"/>
                  </a:lnTo>
                  <a:lnTo>
                    <a:pt x="1590" y="568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1257750" y="3255200"/>
              <a:ext cx="1669350" cy="706525"/>
            </a:xfrm>
            <a:custGeom>
              <a:rect b="b" l="l" r="r" t="t"/>
              <a:pathLst>
                <a:path extrusionOk="0" h="28261" w="66774">
                  <a:moveTo>
                    <a:pt x="5675" y="0"/>
                  </a:moveTo>
                  <a:lnTo>
                    <a:pt x="5259" y="379"/>
                  </a:lnTo>
                  <a:lnTo>
                    <a:pt x="4881" y="757"/>
                  </a:lnTo>
                  <a:lnTo>
                    <a:pt x="4427" y="1287"/>
                  </a:lnTo>
                  <a:lnTo>
                    <a:pt x="3935" y="1892"/>
                  </a:lnTo>
                  <a:lnTo>
                    <a:pt x="3368" y="2611"/>
                  </a:lnTo>
                  <a:lnTo>
                    <a:pt x="2800" y="3443"/>
                  </a:lnTo>
                  <a:lnTo>
                    <a:pt x="2233" y="4389"/>
                  </a:lnTo>
                  <a:lnTo>
                    <a:pt x="1665" y="5410"/>
                  </a:lnTo>
                  <a:lnTo>
                    <a:pt x="1173" y="6507"/>
                  </a:lnTo>
                  <a:lnTo>
                    <a:pt x="946" y="7113"/>
                  </a:lnTo>
                  <a:lnTo>
                    <a:pt x="719" y="7718"/>
                  </a:lnTo>
                  <a:lnTo>
                    <a:pt x="530" y="8361"/>
                  </a:lnTo>
                  <a:lnTo>
                    <a:pt x="379" y="9004"/>
                  </a:lnTo>
                  <a:lnTo>
                    <a:pt x="228" y="9685"/>
                  </a:lnTo>
                  <a:lnTo>
                    <a:pt x="114" y="10366"/>
                  </a:lnTo>
                  <a:lnTo>
                    <a:pt x="38" y="11085"/>
                  </a:lnTo>
                  <a:lnTo>
                    <a:pt x="1" y="11804"/>
                  </a:lnTo>
                  <a:lnTo>
                    <a:pt x="1" y="12560"/>
                  </a:lnTo>
                  <a:lnTo>
                    <a:pt x="1" y="13317"/>
                  </a:lnTo>
                  <a:lnTo>
                    <a:pt x="76" y="14074"/>
                  </a:lnTo>
                  <a:lnTo>
                    <a:pt x="190" y="14868"/>
                  </a:lnTo>
                  <a:lnTo>
                    <a:pt x="417" y="16003"/>
                  </a:lnTo>
                  <a:lnTo>
                    <a:pt x="719" y="17062"/>
                  </a:lnTo>
                  <a:lnTo>
                    <a:pt x="1098" y="18046"/>
                  </a:lnTo>
                  <a:lnTo>
                    <a:pt x="1476" y="18954"/>
                  </a:lnTo>
                  <a:lnTo>
                    <a:pt x="1930" y="19824"/>
                  </a:lnTo>
                  <a:lnTo>
                    <a:pt x="2422" y="20619"/>
                  </a:lnTo>
                  <a:lnTo>
                    <a:pt x="2914" y="21375"/>
                  </a:lnTo>
                  <a:lnTo>
                    <a:pt x="3443" y="22056"/>
                  </a:lnTo>
                  <a:lnTo>
                    <a:pt x="3935" y="22661"/>
                  </a:lnTo>
                  <a:lnTo>
                    <a:pt x="4427" y="23191"/>
                  </a:lnTo>
                  <a:lnTo>
                    <a:pt x="4919" y="23683"/>
                  </a:lnTo>
                  <a:lnTo>
                    <a:pt x="5373" y="24099"/>
                  </a:lnTo>
                  <a:lnTo>
                    <a:pt x="6129" y="24742"/>
                  </a:lnTo>
                  <a:lnTo>
                    <a:pt x="6659" y="25121"/>
                  </a:lnTo>
                  <a:lnTo>
                    <a:pt x="35752" y="27201"/>
                  </a:lnTo>
                  <a:lnTo>
                    <a:pt x="37227" y="27277"/>
                  </a:lnTo>
                  <a:lnTo>
                    <a:pt x="46344" y="27958"/>
                  </a:lnTo>
                  <a:lnTo>
                    <a:pt x="49976" y="28223"/>
                  </a:lnTo>
                  <a:lnTo>
                    <a:pt x="51073" y="28261"/>
                  </a:lnTo>
                  <a:lnTo>
                    <a:pt x="52965" y="28261"/>
                  </a:lnTo>
                  <a:lnTo>
                    <a:pt x="54100" y="28223"/>
                  </a:lnTo>
                  <a:lnTo>
                    <a:pt x="55386" y="28185"/>
                  </a:lnTo>
                  <a:lnTo>
                    <a:pt x="56710" y="28034"/>
                  </a:lnTo>
                  <a:lnTo>
                    <a:pt x="58072" y="27882"/>
                  </a:lnTo>
                  <a:lnTo>
                    <a:pt x="59434" y="27655"/>
                  </a:lnTo>
                  <a:lnTo>
                    <a:pt x="60758" y="27315"/>
                  </a:lnTo>
                  <a:lnTo>
                    <a:pt x="61439" y="27163"/>
                  </a:lnTo>
                  <a:lnTo>
                    <a:pt x="62045" y="26936"/>
                  </a:lnTo>
                  <a:lnTo>
                    <a:pt x="62650" y="26709"/>
                  </a:lnTo>
                  <a:lnTo>
                    <a:pt x="63255" y="26445"/>
                  </a:lnTo>
                  <a:lnTo>
                    <a:pt x="63785" y="26180"/>
                  </a:lnTo>
                  <a:lnTo>
                    <a:pt x="64315" y="25877"/>
                  </a:lnTo>
                  <a:lnTo>
                    <a:pt x="64806" y="25537"/>
                  </a:lnTo>
                  <a:lnTo>
                    <a:pt x="65222" y="25158"/>
                  </a:lnTo>
                  <a:lnTo>
                    <a:pt x="65601" y="24780"/>
                  </a:lnTo>
                  <a:lnTo>
                    <a:pt x="65941" y="24326"/>
                  </a:lnTo>
                  <a:lnTo>
                    <a:pt x="66244" y="23872"/>
                  </a:lnTo>
                  <a:lnTo>
                    <a:pt x="66471" y="23380"/>
                  </a:lnTo>
                  <a:lnTo>
                    <a:pt x="66584" y="22926"/>
                  </a:lnTo>
                  <a:lnTo>
                    <a:pt x="66698" y="22472"/>
                  </a:lnTo>
                  <a:lnTo>
                    <a:pt x="66736" y="21980"/>
                  </a:lnTo>
                  <a:lnTo>
                    <a:pt x="66774" y="21489"/>
                  </a:lnTo>
                  <a:lnTo>
                    <a:pt x="66736" y="20997"/>
                  </a:lnTo>
                  <a:lnTo>
                    <a:pt x="66660" y="20505"/>
                  </a:lnTo>
                  <a:lnTo>
                    <a:pt x="66547" y="19975"/>
                  </a:lnTo>
                  <a:lnTo>
                    <a:pt x="66433" y="19484"/>
                  </a:lnTo>
                  <a:lnTo>
                    <a:pt x="66282" y="18992"/>
                  </a:lnTo>
                  <a:lnTo>
                    <a:pt x="66093" y="18500"/>
                  </a:lnTo>
                  <a:lnTo>
                    <a:pt x="65866" y="18046"/>
                  </a:lnTo>
                  <a:lnTo>
                    <a:pt x="65639" y="17592"/>
                  </a:lnTo>
                  <a:lnTo>
                    <a:pt x="65412" y="17176"/>
                  </a:lnTo>
                  <a:lnTo>
                    <a:pt x="65147" y="16760"/>
                  </a:lnTo>
                  <a:lnTo>
                    <a:pt x="64882" y="16419"/>
                  </a:lnTo>
                  <a:lnTo>
                    <a:pt x="64579" y="16079"/>
                  </a:lnTo>
                  <a:lnTo>
                    <a:pt x="64315" y="15776"/>
                  </a:lnTo>
                  <a:lnTo>
                    <a:pt x="64012" y="15473"/>
                  </a:lnTo>
                  <a:lnTo>
                    <a:pt x="63407" y="14982"/>
                  </a:lnTo>
                  <a:lnTo>
                    <a:pt x="62726" y="14452"/>
                  </a:lnTo>
                  <a:lnTo>
                    <a:pt x="62158" y="14111"/>
                  </a:lnTo>
                  <a:lnTo>
                    <a:pt x="61628" y="13809"/>
                  </a:lnTo>
                  <a:lnTo>
                    <a:pt x="61137" y="13544"/>
                  </a:lnTo>
                  <a:lnTo>
                    <a:pt x="60683" y="13317"/>
                  </a:lnTo>
                  <a:lnTo>
                    <a:pt x="59888" y="13052"/>
                  </a:lnTo>
                  <a:lnTo>
                    <a:pt x="59359" y="12863"/>
                  </a:lnTo>
                  <a:lnTo>
                    <a:pt x="58602" y="12598"/>
                  </a:lnTo>
                  <a:lnTo>
                    <a:pt x="58261" y="12485"/>
                  </a:lnTo>
                  <a:lnTo>
                    <a:pt x="57959" y="12333"/>
                  </a:lnTo>
                  <a:lnTo>
                    <a:pt x="57353" y="12031"/>
                  </a:lnTo>
                  <a:lnTo>
                    <a:pt x="56067" y="11501"/>
                  </a:lnTo>
                  <a:lnTo>
                    <a:pt x="53759" y="10593"/>
                  </a:lnTo>
                  <a:lnTo>
                    <a:pt x="50052" y="9231"/>
                  </a:lnTo>
                  <a:lnTo>
                    <a:pt x="44566" y="7226"/>
                  </a:lnTo>
                  <a:lnTo>
                    <a:pt x="42410" y="6469"/>
                  </a:lnTo>
                  <a:lnTo>
                    <a:pt x="40178" y="5713"/>
                  </a:lnTo>
                  <a:lnTo>
                    <a:pt x="38097" y="5070"/>
                  </a:lnTo>
                  <a:lnTo>
                    <a:pt x="35979" y="4464"/>
                  </a:lnTo>
                  <a:lnTo>
                    <a:pt x="33784" y="3897"/>
                  </a:lnTo>
                  <a:lnTo>
                    <a:pt x="31552" y="3329"/>
                  </a:lnTo>
                  <a:lnTo>
                    <a:pt x="29282" y="2800"/>
                  </a:lnTo>
                  <a:lnTo>
                    <a:pt x="26937" y="2308"/>
                  </a:lnTo>
                  <a:lnTo>
                    <a:pt x="24591" y="1854"/>
                  </a:lnTo>
                  <a:lnTo>
                    <a:pt x="22170" y="1476"/>
                  </a:lnTo>
                  <a:lnTo>
                    <a:pt x="19976" y="1135"/>
                  </a:lnTo>
                  <a:lnTo>
                    <a:pt x="17819" y="870"/>
                  </a:lnTo>
                  <a:lnTo>
                    <a:pt x="15701" y="606"/>
                  </a:lnTo>
                  <a:lnTo>
                    <a:pt x="13620" y="416"/>
                  </a:lnTo>
                  <a:lnTo>
                    <a:pt x="11577" y="227"/>
                  </a:lnTo>
                  <a:lnTo>
                    <a:pt x="9572" y="114"/>
                  </a:lnTo>
                  <a:lnTo>
                    <a:pt x="7605" y="38"/>
                  </a:lnTo>
                  <a:lnTo>
                    <a:pt x="5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5"/>
            <p:cNvSpPr/>
            <p:nvPr/>
          </p:nvSpPr>
          <p:spPr>
            <a:xfrm>
              <a:off x="1321125" y="324175"/>
              <a:ext cx="1032825" cy="1246575"/>
            </a:xfrm>
            <a:custGeom>
              <a:rect b="b" l="l" r="r" t="t"/>
              <a:pathLst>
                <a:path extrusionOk="0" h="49863" w="41313">
                  <a:moveTo>
                    <a:pt x="21413" y="1"/>
                  </a:moveTo>
                  <a:lnTo>
                    <a:pt x="19975" y="76"/>
                  </a:lnTo>
                  <a:lnTo>
                    <a:pt x="18765" y="190"/>
                  </a:lnTo>
                  <a:lnTo>
                    <a:pt x="17743" y="303"/>
                  </a:lnTo>
                  <a:lnTo>
                    <a:pt x="16835" y="379"/>
                  </a:lnTo>
                  <a:lnTo>
                    <a:pt x="15776" y="530"/>
                  </a:lnTo>
                  <a:lnTo>
                    <a:pt x="14603" y="757"/>
                  </a:lnTo>
                  <a:lnTo>
                    <a:pt x="13317" y="1022"/>
                  </a:lnTo>
                  <a:lnTo>
                    <a:pt x="11879" y="1400"/>
                  </a:lnTo>
                  <a:lnTo>
                    <a:pt x="11123" y="1627"/>
                  </a:lnTo>
                  <a:lnTo>
                    <a:pt x="10366" y="1892"/>
                  </a:lnTo>
                  <a:lnTo>
                    <a:pt x="9572" y="2157"/>
                  </a:lnTo>
                  <a:lnTo>
                    <a:pt x="8777" y="2498"/>
                  </a:lnTo>
                  <a:lnTo>
                    <a:pt x="7945" y="2876"/>
                  </a:lnTo>
                  <a:lnTo>
                    <a:pt x="7113" y="3254"/>
                  </a:lnTo>
                  <a:lnTo>
                    <a:pt x="5675" y="4238"/>
                  </a:lnTo>
                  <a:lnTo>
                    <a:pt x="4200" y="5297"/>
                  </a:lnTo>
                  <a:lnTo>
                    <a:pt x="2649" y="6432"/>
                  </a:lnTo>
                  <a:lnTo>
                    <a:pt x="984" y="7718"/>
                  </a:lnTo>
                  <a:lnTo>
                    <a:pt x="681" y="8437"/>
                  </a:lnTo>
                  <a:lnTo>
                    <a:pt x="416" y="9118"/>
                  </a:lnTo>
                  <a:lnTo>
                    <a:pt x="189" y="9875"/>
                  </a:lnTo>
                  <a:lnTo>
                    <a:pt x="0" y="10594"/>
                  </a:lnTo>
                  <a:lnTo>
                    <a:pt x="38" y="11880"/>
                  </a:lnTo>
                  <a:lnTo>
                    <a:pt x="114" y="13128"/>
                  </a:lnTo>
                  <a:lnTo>
                    <a:pt x="227" y="14377"/>
                  </a:lnTo>
                  <a:lnTo>
                    <a:pt x="341" y="15550"/>
                  </a:lnTo>
                  <a:lnTo>
                    <a:pt x="492" y="16684"/>
                  </a:lnTo>
                  <a:lnTo>
                    <a:pt x="643" y="17782"/>
                  </a:lnTo>
                  <a:lnTo>
                    <a:pt x="1022" y="19900"/>
                  </a:lnTo>
                  <a:lnTo>
                    <a:pt x="1438" y="21867"/>
                  </a:lnTo>
                  <a:lnTo>
                    <a:pt x="1892" y="23683"/>
                  </a:lnTo>
                  <a:lnTo>
                    <a:pt x="2346" y="25310"/>
                  </a:lnTo>
                  <a:lnTo>
                    <a:pt x="2838" y="26823"/>
                  </a:lnTo>
                  <a:lnTo>
                    <a:pt x="3443" y="28601"/>
                  </a:lnTo>
                  <a:lnTo>
                    <a:pt x="3746" y="29434"/>
                  </a:lnTo>
                  <a:lnTo>
                    <a:pt x="4086" y="30266"/>
                  </a:lnTo>
                  <a:lnTo>
                    <a:pt x="4843" y="31023"/>
                  </a:lnTo>
                  <a:lnTo>
                    <a:pt x="5335" y="31590"/>
                  </a:lnTo>
                  <a:lnTo>
                    <a:pt x="5940" y="32271"/>
                  </a:lnTo>
                  <a:lnTo>
                    <a:pt x="6545" y="33103"/>
                  </a:lnTo>
                  <a:lnTo>
                    <a:pt x="7226" y="34049"/>
                  </a:lnTo>
                  <a:lnTo>
                    <a:pt x="7869" y="35109"/>
                  </a:lnTo>
                  <a:lnTo>
                    <a:pt x="8512" y="36319"/>
                  </a:lnTo>
                  <a:lnTo>
                    <a:pt x="8929" y="37151"/>
                  </a:lnTo>
                  <a:lnTo>
                    <a:pt x="9307" y="37984"/>
                  </a:lnTo>
                  <a:lnTo>
                    <a:pt x="9610" y="38816"/>
                  </a:lnTo>
                  <a:lnTo>
                    <a:pt x="9874" y="39573"/>
                  </a:lnTo>
                  <a:lnTo>
                    <a:pt x="10101" y="40291"/>
                  </a:lnTo>
                  <a:lnTo>
                    <a:pt x="10253" y="40972"/>
                  </a:lnTo>
                  <a:lnTo>
                    <a:pt x="10518" y="42145"/>
                  </a:lnTo>
                  <a:lnTo>
                    <a:pt x="11463" y="42826"/>
                  </a:lnTo>
                  <a:lnTo>
                    <a:pt x="12333" y="43432"/>
                  </a:lnTo>
                  <a:lnTo>
                    <a:pt x="13582" y="44264"/>
                  </a:lnTo>
                  <a:lnTo>
                    <a:pt x="14830" y="44983"/>
                  </a:lnTo>
                  <a:lnTo>
                    <a:pt x="16003" y="45664"/>
                  </a:lnTo>
                  <a:lnTo>
                    <a:pt x="17100" y="46269"/>
                  </a:lnTo>
                  <a:lnTo>
                    <a:pt x="18197" y="46799"/>
                  </a:lnTo>
                  <a:lnTo>
                    <a:pt x="19219" y="47290"/>
                  </a:lnTo>
                  <a:lnTo>
                    <a:pt x="20165" y="47707"/>
                  </a:lnTo>
                  <a:lnTo>
                    <a:pt x="21073" y="48085"/>
                  </a:lnTo>
                  <a:lnTo>
                    <a:pt x="21867" y="48387"/>
                  </a:lnTo>
                  <a:lnTo>
                    <a:pt x="22775" y="48728"/>
                  </a:lnTo>
                  <a:lnTo>
                    <a:pt x="23796" y="49031"/>
                  </a:lnTo>
                  <a:lnTo>
                    <a:pt x="24856" y="49333"/>
                  </a:lnTo>
                  <a:lnTo>
                    <a:pt x="26029" y="49560"/>
                  </a:lnTo>
                  <a:lnTo>
                    <a:pt x="27277" y="49749"/>
                  </a:lnTo>
                  <a:lnTo>
                    <a:pt x="27920" y="49787"/>
                  </a:lnTo>
                  <a:lnTo>
                    <a:pt x="28601" y="49825"/>
                  </a:lnTo>
                  <a:lnTo>
                    <a:pt x="29282" y="49863"/>
                  </a:lnTo>
                  <a:lnTo>
                    <a:pt x="30001" y="49825"/>
                  </a:lnTo>
                  <a:lnTo>
                    <a:pt x="30644" y="49787"/>
                  </a:lnTo>
                  <a:lnTo>
                    <a:pt x="31249" y="49712"/>
                  </a:lnTo>
                  <a:lnTo>
                    <a:pt x="31817" y="49636"/>
                  </a:lnTo>
                  <a:lnTo>
                    <a:pt x="32309" y="49522"/>
                  </a:lnTo>
                  <a:lnTo>
                    <a:pt x="32725" y="49409"/>
                  </a:lnTo>
                  <a:lnTo>
                    <a:pt x="33103" y="49295"/>
                  </a:lnTo>
                  <a:lnTo>
                    <a:pt x="33444" y="49144"/>
                  </a:lnTo>
                  <a:lnTo>
                    <a:pt x="33708" y="48993"/>
                  </a:lnTo>
                  <a:lnTo>
                    <a:pt x="34162" y="48690"/>
                  </a:lnTo>
                  <a:lnTo>
                    <a:pt x="34465" y="48425"/>
                  </a:lnTo>
                  <a:lnTo>
                    <a:pt x="34654" y="48198"/>
                  </a:lnTo>
                  <a:lnTo>
                    <a:pt x="34768" y="48009"/>
                  </a:lnTo>
                  <a:lnTo>
                    <a:pt x="34919" y="47782"/>
                  </a:lnTo>
                  <a:lnTo>
                    <a:pt x="34995" y="47555"/>
                  </a:lnTo>
                  <a:lnTo>
                    <a:pt x="35108" y="47139"/>
                  </a:lnTo>
                  <a:lnTo>
                    <a:pt x="35146" y="46685"/>
                  </a:lnTo>
                  <a:lnTo>
                    <a:pt x="35108" y="46307"/>
                  </a:lnTo>
                  <a:lnTo>
                    <a:pt x="35222" y="45891"/>
                  </a:lnTo>
                  <a:lnTo>
                    <a:pt x="35373" y="45437"/>
                  </a:lnTo>
                  <a:lnTo>
                    <a:pt x="35486" y="45247"/>
                  </a:lnTo>
                  <a:lnTo>
                    <a:pt x="35638" y="45058"/>
                  </a:lnTo>
                  <a:lnTo>
                    <a:pt x="35827" y="44907"/>
                  </a:lnTo>
                  <a:lnTo>
                    <a:pt x="36016" y="44793"/>
                  </a:lnTo>
                  <a:lnTo>
                    <a:pt x="36205" y="44756"/>
                  </a:lnTo>
                  <a:lnTo>
                    <a:pt x="36697" y="44756"/>
                  </a:lnTo>
                  <a:lnTo>
                    <a:pt x="37000" y="44793"/>
                  </a:lnTo>
                  <a:lnTo>
                    <a:pt x="37151" y="44756"/>
                  </a:lnTo>
                  <a:lnTo>
                    <a:pt x="37340" y="44680"/>
                  </a:lnTo>
                  <a:lnTo>
                    <a:pt x="37529" y="44529"/>
                  </a:lnTo>
                  <a:lnTo>
                    <a:pt x="37681" y="44339"/>
                  </a:lnTo>
                  <a:lnTo>
                    <a:pt x="37794" y="44112"/>
                  </a:lnTo>
                  <a:lnTo>
                    <a:pt x="37870" y="43886"/>
                  </a:lnTo>
                  <a:lnTo>
                    <a:pt x="37908" y="43621"/>
                  </a:lnTo>
                  <a:lnTo>
                    <a:pt x="37908" y="43394"/>
                  </a:lnTo>
                  <a:lnTo>
                    <a:pt x="37870" y="43167"/>
                  </a:lnTo>
                  <a:lnTo>
                    <a:pt x="37794" y="42978"/>
                  </a:lnTo>
                  <a:lnTo>
                    <a:pt x="38286" y="42599"/>
                  </a:lnTo>
                  <a:lnTo>
                    <a:pt x="38551" y="42372"/>
                  </a:lnTo>
                  <a:lnTo>
                    <a:pt x="38778" y="42107"/>
                  </a:lnTo>
                  <a:lnTo>
                    <a:pt x="38967" y="41843"/>
                  </a:lnTo>
                  <a:lnTo>
                    <a:pt x="39156" y="41540"/>
                  </a:lnTo>
                  <a:lnTo>
                    <a:pt x="39307" y="41237"/>
                  </a:lnTo>
                  <a:lnTo>
                    <a:pt x="39383" y="40859"/>
                  </a:lnTo>
                  <a:lnTo>
                    <a:pt x="39421" y="40556"/>
                  </a:lnTo>
                  <a:lnTo>
                    <a:pt x="39421" y="40291"/>
                  </a:lnTo>
                  <a:lnTo>
                    <a:pt x="39383" y="39989"/>
                  </a:lnTo>
                  <a:lnTo>
                    <a:pt x="39307" y="39762"/>
                  </a:lnTo>
                  <a:lnTo>
                    <a:pt x="39156" y="39308"/>
                  </a:lnTo>
                  <a:lnTo>
                    <a:pt x="38967" y="39005"/>
                  </a:lnTo>
                  <a:lnTo>
                    <a:pt x="38778" y="38665"/>
                  </a:lnTo>
                  <a:lnTo>
                    <a:pt x="38627" y="38324"/>
                  </a:lnTo>
                  <a:lnTo>
                    <a:pt x="38362" y="37568"/>
                  </a:lnTo>
                  <a:lnTo>
                    <a:pt x="38173" y="36811"/>
                  </a:lnTo>
                  <a:lnTo>
                    <a:pt x="38059" y="36017"/>
                  </a:lnTo>
                  <a:lnTo>
                    <a:pt x="37983" y="35222"/>
                  </a:lnTo>
                  <a:lnTo>
                    <a:pt x="37983" y="34428"/>
                  </a:lnTo>
                  <a:lnTo>
                    <a:pt x="37983" y="33633"/>
                  </a:lnTo>
                  <a:lnTo>
                    <a:pt x="38059" y="32839"/>
                  </a:lnTo>
                  <a:lnTo>
                    <a:pt x="38173" y="32082"/>
                  </a:lnTo>
                  <a:lnTo>
                    <a:pt x="38286" y="31401"/>
                  </a:lnTo>
                  <a:lnTo>
                    <a:pt x="38437" y="30720"/>
                  </a:lnTo>
                  <a:lnTo>
                    <a:pt x="38589" y="30115"/>
                  </a:lnTo>
                  <a:lnTo>
                    <a:pt x="38891" y="29131"/>
                  </a:lnTo>
                  <a:lnTo>
                    <a:pt x="39043" y="28791"/>
                  </a:lnTo>
                  <a:lnTo>
                    <a:pt x="39156" y="28526"/>
                  </a:lnTo>
                  <a:lnTo>
                    <a:pt x="39534" y="27845"/>
                  </a:lnTo>
                  <a:lnTo>
                    <a:pt x="39837" y="27202"/>
                  </a:lnTo>
                  <a:lnTo>
                    <a:pt x="40178" y="26445"/>
                  </a:lnTo>
                  <a:lnTo>
                    <a:pt x="40405" y="25840"/>
                  </a:lnTo>
                  <a:lnTo>
                    <a:pt x="40594" y="25234"/>
                  </a:lnTo>
                  <a:lnTo>
                    <a:pt x="40859" y="24251"/>
                  </a:lnTo>
                  <a:lnTo>
                    <a:pt x="41086" y="23343"/>
                  </a:lnTo>
                  <a:lnTo>
                    <a:pt x="41199" y="22473"/>
                  </a:lnTo>
                  <a:lnTo>
                    <a:pt x="41275" y="21640"/>
                  </a:lnTo>
                  <a:lnTo>
                    <a:pt x="41313" y="20846"/>
                  </a:lnTo>
                  <a:lnTo>
                    <a:pt x="41313" y="20127"/>
                  </a:lnTo>
                  <a:lnTo>
                    <a:pt x="41275" y="19446"/>
                  </a:lnTo>
                  <a:lnTo>
                    <a:pt x="41199" y="18841"/>
                  </a:lnTo>
                  <a:lnTo>
                    <a:pt x="41161" y="18425"/>
                  </a:lnTo>
                  <a:lnTo>
                    <a:pt x="41123" y="18046"/>
                  </a:lnTo>
                  <a:lnTo>
                    <a:pt x="41048" y="17252"/>
                  </a:lnTo>
                  <a:lnTo>
                    <a:pt x="40934" y="16495"/>
                  </a:lnTo>
                  <a:lnTo>
                    <a:pt x="40783" y="15777"/>
                  </a:lnTo>
                  <a:lnTo>
                    <a:pt x="40632" y="15096"/>
                  </a:lnTo>
                  <a:lnTo>
                    <a:pt x="40442" y="14415"/>
                  </a:lnTo>
                  <a:lnTo>
                    <a:pt x="40253" y="13771"/>
                  </a:lnTo>
                  <a:lnTo>
                    <a:pt x="39799" y="12561"/>
                  </a:lnTo>
                  <a:lnTo>
                    <a:pt x="39421" y="11653"/>
                  </a:lnTo>
                  <a:lnTo>
                    <a:pt x="39043" y="10821"/>
                  </a:lnTo>
                  <a:lnTo>
                    <a:pt x="38664" y="10064"/>
                  </a:lnTo>
                  <a:lnTo>
                    <a:pt x="38286" y="9383"/>
                  </a:lnTo>
                  <a:lnTo>
                    <a:pt x="37756" y="8475"/>
                  </a:lnTo>
                  <a:lnTo>
                    <a:pt x="37113" y="7491"/>
                  </a:lnTo>
                  <a:lnTo>
                    <a:pt x="36357" y="6394"/>
                  </a:lnTo>
                  <a:lnTo>
                    <a:pt x="35940" y="5865"/>
                  </a:lnTo>
                  <a:lnTo>
                    <a:pt x="35486" y="5297"/>
                  </a:lnTo>
                  <a:lnTo>
                    <a:pt x="34957" y="4767"/>
                  </a:lnTo>
                  <a:lnTo>
                    <a:pt x="34427" y="4200"/>
                  </a:lnTo>
                  <a:lnTo>
                    <a:pt x="33860" y="3633"/>
                  </a:lnTo>
                  <a:lnTo>
                    <a:pt x="33254" y="3103"/>
                  </a:lnTo>
                  <a:lnTo>
                    <a:pt x="32611" y="2573"/>
                  </a:lnTo>
                  <a:lnTo>
                    <a:pt x="31930" y="2044"/>
                  </a:lnTo>
                  <a:lnTo>
                    <a:pt x="31211" y="1552"/>
                  </a:lnTo>
                  <a:lnTo>
                    <a:pt x="30455" y="1060"/>
                  </a:lnTo>
                  <a:lnTo>
                    <a:pt x="29433" y="795"/>
                  </a:lnTo>
                  <a:lnTo>
                    <a:pt x="28450" y="568"/>
                  </a:lnTo>
                  <a:lnTo>
                    <a:pt x="27466" y="417"/>
                  </a:lnTo>
                  <a:lnTo>
                    <a:pt x="26520" y="266"/>
                  </a:lnTo>
                  <a:lnTo>
                    <a:pt x="25575" y="152"/>
                  </a:lnTo>
                  <a:lnTo>
                    <a:pt x="24704" y="76"/>
                  </a:lnTo>
                  <a:lnTo>
                    <a:pt x="23834" y="39"/>
                  </a:lnTo>
                  <a:lnTo>
                    <a:pt x="22964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5"/>
            <p:cNvSpPr/>
            <p:nvPr/>
          </p:nvSpPr>
          <p:spPr>
            <a:xfrm>
              <a:off x="2246100" y="1073250"/>
              <a:ext cx="112575" cy="207150"/>
            </a:xfrm>
            <a:custGeom>
              <a:rect b="b" l="l" r="r" t="t"/>
              <a:pathLst>
                <a:path extrusionOk="0" h="8286" w="4503">
                  <a:moveTo>
                    <a:pt x="1363" y="0"/>
                  </a:moveTo>
                  <a:lnTo>
                    <a:pt x="1" y="4011"/>
                  </a:lnTo>
                  <a:lnTo>
                    <a:pt x="644" y="8286"/>
                  </a:lnTo>
                  <a:lnTo>
                    <a:pt x="909" y="8134"/>
                  </a:lnTo>
                  <a:lnTo>
                    <a:pt x="1174" y="7983"/>
                  </a:lnTo>
                  <a:lnTo>
                    <a:pt x="1514" y="7832"/>
                  </a:lnTo>
                  <a:lnTo>
                    <a:pt x="1892" y="7756"/>
                  </a:lnTo>
                  <a:lnTo>
                    <a:pt x="2271" y="7680"/>
                  </a:lnTo>
                  <a:lnTo>
                    <a:pt x="2573" y="7718"/>
                  </a:lnTo>
                  <a:lnTo>
                    <a:pt x="2876" y="7718"/>
                  </a:lnTo>
                  <a:lnTo>
                    <a:pt x="3179" y="7605"/>
                  </a:lnTo>
                  <a:lnTo>
                    <a:pt x="3368" y="7529"/>
                  </a:lnTo>
                  <a:lnTo>
                    <a:pt x="3633" y="7415"/>
                  </a:lnTo>
                  <a:lnTo>
                    <a:pt x="3897" y="7188"/>
                  </a:lnTo>
                  <a:lnTo>
                    <a:pt x="4124" y="6924"/>
                  </a:lnTo>
                  <a:lnTo>
                    <a:pt x="4238" y="6772"/>
                  </a:lnTo>
                  <a:lnTo>
                    <a:pt x="4351" y="6507"/>
                  </a:lnTo>
                  <a:lnTo>
                    <a:pt x="4465" y="6129"/>
                  </a:lnTo>
                  <a:lnTo>
                    <a:pt x="4503" y="5902"/>
                  </a:lnTo>
                  <a:lnTo>
                    <a:pt x="4503" y="5675"/>
                  </a:lnTo>
                  <a:lnTo>
                    <a:pt x="4427" y="5373"/>
                  </a:lnTo>
                  <a:lnTo>
                    <a:pt x="4351" y="5146"/>
                  </a:lnTo>
                  <a:lnTo>
                    <a:pt x="4200" y="4881"/>
                  </a:lnTo>
                  <a:lnTo>
                    <a:pt x="4049" y="4692"/>
                  </a:lnTo>
                  <a:lnTo>
                    <a:pt x="3746" y="4351"/>
                  </a:lnTo>
                  <a:lnTo>
                    <a:pt x="3481" y="4124"/>
                  </a:lnTo>
                  <a:lnTo>
                    <a:pt x="3254" y="3935"/>
                  </a:lnTo>
                  <a:lnTo>
                    <a:pt x="3027" y="3632"/>
                  </a:lnTo>
                  <a:lnTo>
                    <a:pt x="2762" y="3292"/>
                  </a:lnTo>
                  <a:lnTo>
                    <a:pt x="2498" y="2838"/>
                  </a:lnTo>
                  <a:lnTo>
                    <a:pt x="2233" y="2308"/>
                  </a:lnTo>
                  <a:lnTo>
                    <a:pt x="1930" y="1665"/>
                  </a:lnTo>
                  <a:lnTo>
                    <a:pt x="1665" y="908"/>
                  </a:lnTo>
                  <a:lnTo>
                    <a:pt x="1363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2163825" y="1049600"/>
              <a:ext cx="180675" cy="69075"/>
            </a:xfrm>
            <a:custGeom>
              <a:rect b="b" l="l" r="r" t="t"/>
              <a:pathLst>
                <a:path extrusionOk="0" h="2763" w="7227">
                  <a:moveTo>
                    <a:pt x="4540" y="1"/>
                  </a:moveTo>
                  <a:lnTo>
                    <a:pt x="4048" y="38"/>
                  </a:lnTo>
                  <a:lnTo>
                    <a:pt x="3519" y="114"/>
                  </a:lnTo>
                  <a:lnTo>
                    <a:pt x="2876" y="265"/>
                  </a:lnTo>
                  <a:lnTo>
                    <a:pt x="2308" y="455"/>
                  </a:lnTo>
                  <a:lnTo>
                    <a:pt x="1816" y="719"/>
                  </a:lnTo>
                  <a:lnTo>
                    <a:pt x="1362" y="984"/>
                  </a:lnTo>
                  <a:lnTo>
                    <a:pt x="946" y="1249"/>
                  </a:lnTo>
                  <a:lnTo>
                    <a:pt x="606" y="1552"/>
                  </a:lnTo>
                  <a:lnTo>
                    <a:pt x="341" y="1817"/>
                  </a:lnTo>
                  <a:lnTo>
                    <a:pt x="114" y="2044"/>
                  </a:lnTo>
                  <a:lnTo>
                    <a:pt x="38" y="2195"/>
                  </a:lnTo>
                  <a:lnTo>
                    <a:pt x="0" y="2346"/>
                  </a:lnTo>
                  <a:lnTo>
                    <a:pt x="38" y="2535"/>
                  </a:lnTo>
                  <a:lnTo>
                    <a:pt x="152" y="2649"/>
                  </a:lnTo>
                  <a:lnTo>
                    <a:pt x="265" y="2725"/>
                  </a:lnTo>
                  <a:lnTo>
                    <a:pt x="417" y="2762"/>
                  </a:lnTo>
                  <a:lnTo>
                    <a:pt x="606" y="2725"/>
                  </a:lnTo>
                  <a:lnTo>
                    <a:pt x="757" y="2611"/>
                  </a:lnTo>
                  <a:lnTo>
                    <a:pt x="1173" y="2195"/>
                  </a:lnTo>
                  <a:lnTo>
                    <a:pt x="1476" y="1930"/>
                  </a:lnTo>
                  <a:lnTo>
                    <a:pt x="1816" y="1703"/>
                  </a:lnTo>
                  <a:lnTo>
                    <a:pt x="2195" y="1476"/>
                  </a:lnTo>
                  <a:lnTo>
                    <a:pt x="2649" y="1249"/>
                  </a:lnTo>
                  <a:lnTo>
                    <a:pt x="3140" y="1098"/>
                  </a:lnTo>
                  <a:lnTo>
                    <a:pt x="3670" y="946"/>
                  </a:lnTo>
                  <a:lnTo>
                    <a:pt x="4162" y="871"/>
                  </a:lnTo>
                  <a:lnTo>
                    <a:pt x="5032" y="871"/>
                  </a:lnTo>
                  <a:lnTo>
                    <a:pt x="5448" y="909"/>
                  </a:lnTo>
                  <a:lnTo>
                    <a:pt x="5789" y="984"/>
                  </a:lnTo>
                  <a:lnTo>
                    <a:pt x="6129" y="1060"/>
                  </a:lnTo>
                  <a:lnTo>
                    <a:pt x="6621" y="1249"/>
                  </a:lnTo>
                  <a:lnTo>
                    <a:pt x="6772" y="1287"/>
                  </a:lnTo>
                  <a:lnTo>
                    <a:pt x="6961" y="1249"/>
                  </a:lnTo>
                  <a:lnTo>
                    <a:pt x="7075" y="1173"/>
                  </a:lnTo>
                  <a:lnTo>
                    <a:pt x="7188" y="1022"/>
                  </a:lnTo>
                  <a:lnTo>
                    <a:pt x="7226" y="833"/>
                  </a:lnTo>
                  <a:lnTo>
                    <a:pt x="7188" y="682"/>
                  </a:lnTo>
                  <a:lnTo>
                    <a:pt x="7075" y="530"/>
                  </a:lnTo>
                  <a:lnTo>
                    <a:pt x="6924" y="455"/>
                  </a:lnTo>
                  <a:lnTo>
                    <a:pt x="6280" y="228"/>
                  </a:lnTo>
                  <a:lnTo>
                    <a:pt x="5902" y="114"/>
                  </a:lnTo>
                  <a:lnTo>
                    <a:pt x="5486" y="38"/>
                  </a:lnTo>
                  <a:lnTo>
                    <a:pt x="50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2223400" y="1058125"/>
              <a:ext cx="69075" cy="98375"/>
            </a:xfrm>
            <a:custGeom>
              <a:rect b="b" l="l" r="r" t="t"/>
              <a:pathLst>
                <a:path extrusionOk="0" h="3935" w="2763">
                  <a:moveTo>
                    <a:pt x="1363" y="0"/>
                  </a:moveTo>
                  <a:lnTo>
                    <a:pt x="1098" y="76"/>
                  </a:lnTo>
                  <a:lnTo>
                    <a:pt x="871" y="227"/>
                  </a:lnTo>
                  <a:lnTo>
                    <a:pt x="606" y="454"/>
                  </a:lnTo>
                  <a:lnTo>
                    <a:pt x="417" y="719"/>
                  </a:lnTo>
                  <a:lnTo>
                    <a:pt x="266" y="1022"/>
                  </a:lnTo>
                  <a:lnTo>
                    <a:pt x="114" y="1400"/>
                  </a:lnTo>
                  <a:lnTo>
                    <a:pt x="39" y="1778"/>
                  </a:lnTo>
                  <a:lnTo>
                    <a:pt x="1" y="2194"/>
                  </a:lnTo>
                  <a:lnTo>
                    <a:pt x="39" y="2573"/>
                  </a:lnTo>
                  <a:lnTo>
                    <a:pt x="114" y="2913"/>
                  </a:lnTo>
                  <a:lnTo>
                    <a:pt x="266" y="3254"/>
                  </a:lnTo>
                  <a:lnTo>
                    <a:pt x="417" y="3518"/>
                  </a:lnTo>
                  <a:lnTo>
                    <a:pt x="606" y="3708"/>
                  </a:lnTo>
                  <a:lnTo>
                    <a:pt x="871" y="3859"/>
                  </a:lnTo>
                  <a:lnTo>
                    <a:pt x="1136" y="3935"/>
                  </a:lnTo>
                  <a:lnTo>
                    <a:pt x="1401" y="3935"/>
                  </a:lnTo>
                  <a:lnTo>
                    <a:pt x="1665" y="3859"/>
                  </a:lnTo>
                  <a:lnTo>
                    <a:pt x="1930" y="3708"/>
                  </a:lnTo>
                  <a:lnTo>
                    <a:pt x="2157" y="3481"/>
                  </a:lnTo>
                  <a:lnTo>
                    <a:pt x="2346" y="3216"/>
                  </a:lnTo>
                  <a:lnTo>
                    <a:pt x="2536" y="2913"/>
                  </a:lnTo>
                  <a:lnTo>
                    <a:pt x="2649" y="2535"/>
                  </a:lnTo>
                  <a:lnTo>
                    <a:pt x="2725" y="2157"/>
                  </a:lnTo>
                  <a:lnTo>
                    <a:pt x="2763" y="1740"/>
                  </a:lnTo>
                  <a:lnTo>
                    <a:pt x="2725" y="1362"/>
                  </a:lnTo>
                  <a:lnTo>
                    <a:pt x="2649" y="1022"/>
                  </a:lnTo>
                  <a:lnTo>
                    <a:pt x="2536" y="719"/>
                  </a:lnTo>
                  <a:lnTo>
                    <a:pt x="2346" y="416"/>
                  </a:lnTo>
                  <a:lnTo>
                    <a:pt x="2157" y="227"/>
                  </a:lnTo>
                  <a:lnTo>
                    <a:pt x="1930" y="76"/>
                  </a:lnTo>
                  <a:lnTo>
                    <a:pt x="16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5"/>
            <p:cNvSpPr/>
            <p:nvPr/>
          </p:nvSpPr>
          <p:spPr>
            <a:xfrm>
              <a:off x="2121250" y="911525"/>
              <a:ext cx="202425" cy="69050"/>
            </a:xfrm>
            <a:custGeom>
              <a:rect b="b" l="l" r="r" t="t"/>
              <a:pathLst>
                <a:path extrusionOk="0" h="2762" w="8097">
                  <a:moveTo>
                    <a:pt x="4692" y="0"/>
                  </a:moveTo>
                  <a:lnTo>
                    <a:pt x="4352" y="38"/>
                  </a:lnTo>
                  <a:lnTo>
                    <a:pt x="3860" y="76"/>
                  </a:lnTo>
                  <a:lnTo>
                    <a:pt x="3444" y="189"/>
                  </a:lnTo>
                  <a:lnTo>
                    <a:pt x="2990" y="303"/>
                  </a:lnTo>
                  <a:lnTo>
                    <a:pt x="2574" y="454"/>
                  </a:lnTo>
                  <a:lnTo>
                    <a:pt x="2195" y="643"/>
                  </a:lnTo>
                  <a:lnTo>
                    <a:pt x="1817" y="832"/>
                  </a:lnTo>
                  <a:lnTo>
                    <a:pt x="1476" y="1059"/>
                  </a:lnTo>
                  <a:lnTo>
                    <a:pt x="1174" y="1286"/>
                  </a:lnTo>
                  <a:lnTo>
                    <a:pt x="644" y="1703"/>
                  </a:lnTo>
                  <a:lnTo>
                    <a:pt x="266" y="2119"/>
                  </a:lnTo>
                  <a:lnTo>
                    <a:pt x="114" y="2308"/>
                  </a:lnTo>
                  <a:lnTo>
                    <a:pt x="39" y="2459"/>
                  </a:lnTo>
                  <a:lnTo>
                    <a:pt x="1" y="2611"/>
                  </a:lnTo>
                  <a:lnTo>
                    <a:pt x="39" y="2686"/>
                  </a:lnTo>
                  <a:lnTo>
                    <a:pt x="77" y="2724"/>
                  </a:lnTo>
                  <a:lnTo>
                    <a:pt x="152" y="2762"/>
                  </a:lnTo>
                  <a:lnTo>
                    <a:pt x="379" y="2762"/>
                  </a:lnTo>
                  <a:lnTo>
                    <a:pt x="720" y="2724"/>
                  </a:lnTo>
                  <a:lnTo>
                    <a:pt x="1174" y="2611"/>
                  </a:lnTo>
                  <a:lnTo>
                    <a:pt x="2611" y="2308"/>
                  </a:lnTo>
                  <a:lnTo>
                    <a:pt x="3595" y="2119"/>
                  </a:lnTo>
                  <a:lnTo>
                    <a:pt x="4806" y="1892"/>
                  </a:lnTo>
                  <a:lnTo>
                    <a:pt x="6319" y="1703"/>
                  </a:lnTo>
                  <a:lnTo>
                    <a:pt x="7302" y="1589"/>
                  </a:lnTo>
                  <a:lnTo>
                    <a:pt x="7643" y="1551"/>
                  </a:lnTo>
                  <a:lnTo>
                    <a:pt x="7908" y="1476"/>
                  </a:lnTo>
                  <a:lnTo>
                    <a:pt x="8059" y="1400"/>
                  </a:lnTo>
                  <a:lnTo>
                    <a:pt x="8097" y="1324"/>
                  </a:lnTo>
                  <a:lnTo>
                    <a:pt x="8097" y="1249"/>
                  </a:lnTo>
                  <a:lnTo>
                    <a:pt x="8059" y="1135"/>
                  </a:lnTo>
                  <a:lnTo>
                    <a:pt x="7983" y="1022"/>
                  </a:lnTo>
                  <a:lnTo>
                    <a:pt x="7832" y="908"/>
                  </a:lnTo>
                  <a:lnTo>
                    <a:pt x="7492" y="681"/>
                  </a:lnTo>
                  <a:lnTo>
                    <a:pt x="7000" y="454"/>
                  </a:lnTo>
                  <a:lnTo>
                    <a:pt x="6432" y="265"/>
                  </a:lnTo>
                  <a:lnTo>
                    <a:pt x="5789" y="114"/>
                  </a:lnTo>
                  <a:lnTo>
                    <a:pt x="50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1114950" y="3877525"/>
              <a:ext cx="1412075" cy="247825"/>
            </a:xfrm>
            <a:custGeom>
              <a:rect b="b" l="l" r="r" t="t"/>
              <a:pathLst>
                <a:path extrusionOk="0" h="9913" w="56483">
                  <a:moveTo>
                    <a:pt x="4956" y="1"/>
                  </a:moveTo>
                  <a:lnTo>
                    <a:pt x="4426" y="38"/>
                  </a:lnTo>
                  <a:lnTo>
                    <a:pt x="3935" y="114"/>
                  </a:lnTo>
                  <a:lnTo>
                    <a:pt x="3481" y="228"/>
                  </a:lnTo>
                  <a:lnTo>
                    <a:pt x="3027" y="379"/>
                  </a:lnTo>
                  <a:lnTo>
                    <a:pt x="2610" y="606"/>
                  </a:lnTo>
                  <a:lnTo>
                    <a:pt x="2194" y="833"/>
                  </a:lnTo>
                  <a:lnTo>
                    <a:pt x="1816" y="1135"/>
                  </a:lnTo>
                  <a:lnTo>
                    <a:pt x="1438" y="1438"/>
                  </a:lnTo>
                  <a:lnTo>
                    <a:pt x="1135" y="1816"/>
                  </a:lnTo>
                  <a:lnTo>
                    <a:pt x="832" y="2195"/>
                  </a:lnTo>
                  <a:lnTo>
                    <a:pt x="605" y="2573"/>
                  </a:lnTo>
                  <a:lnTo>
                    <a:pt x="378" y="3027"/>
                  </a:lnTo>
                  <a:lnTo>
                    <a:pt x="227" y="3481"/>
                  </a:lnTo>
                  <a:lnTo>
                    <a:pt x="113" y="3935"/>
                  </a:lnTo>
                  <a:lnTo>
                    <a:pt x="38" y="4427"/>
                  </a:lnTo>
                  <a:lnTo>
                    <a:pt x="0" y="4956"/>
                  </a:lnTo>
                  <a:lnTo>
                    <a:pt x="38" y="5448"/>
                  </a:lnTo>
                  <a:lnTo>
                    <a:pt x="113" y="5940"/>
                  </a:lnTo>
                  <a:lnTo>
                    <a:pt x="227" y="6432"/>
                  </a:lnTo>
                  <a:lnTo>
                    <a:pt x="378" y="6886"/>
                  </a:lnTo>
                  <a:lnTo>
                    <a:pt x="605" y="7302"/>
                  </a:lnTo>
                  <a:lnTo>
                    <a:pt x="832" y="7718"/>
                  </a:lnTo>
                  <a:lnTo>
                    <a:pt x="1135" y="8097"/>
                  </a:lnTo>
                  <a:lnTo>
                    <a:pt x="1438" y="8437"/>
                  </a:lnTo>
                  <a:lnTo>
                    <a:pt x="1816" y="8778"/>
                  </a:lnTo>
                  <a:lnTo>
                    <a:pt x="2194" y="9042"/>
                  </a:lnTo>
                  <a:lnTo>
                    <a:pt x="2610" y="9307"/>
                  </a:lnTo>
                  <a:lnTo>
                    <a:pt x="3027" y="9496"/>
                  </a:lnTo>
                  <a:lnTo>
                    <a:pt x="3481" y="9685"/>
                  </a:lnTo>
                  <a:lnTo>
                    <a:pt x="3935" y="9799"/>
                  </a:lnTo>
                  <a:lnTo>
                    <a:pt x="4426" y="9875"/>
                  </a:lnTo>
                  <a:lnTo>
                    <a:pt x="4956" y="9912"/>
                  </a:lnTo>
                  <a:lnTo>
                    <a:pt x="51527" y="9912"/>
                  </a:lnTo>
                  <a:lnTo>
                    <a:pt x="52056" y="9875"/>
                  </a:lnTo>
                  <a:lnTo>
                    <a:pt x="52548" y="9799"/>
                  </a:lnTo>
                  <a:lnTo>
                    <a:pt x="53002" y="9685"/>
                  </a:lnTo>
                  <a:lnTo>
                    <a:pt x="53456" y="9496"/>
                  </a:lnTo>
                  <a:lnTo>
                    <a:pt x="53910" y="9307"/>
                  </a:lnTo>
                  <a:lnTo>
                    <a:pt x="54289" y="9042"/>
                  </a:lnTo>
                  <a:lnTo>
                    <a:pt x="54705" y="8778"/>
                  </a:lnTo>
                  <a:lnTo>
                    <a:pt x="55045" y="8437"/>
                  </a:lnTo>
                  <a:lnTo>
                    <a:pt x="55348" y="8097"/>
                  </a:lnTo>
                  <a:lnTo>
                    <a:pt x="55650" y="7718"/>
                  </a:lnTo>
                  <a:lnTo>
                    <a:pt x="55877" y="7302"/>
                  </a:lnTo>
                  <a:lnTo>
                    <a:pt x="56104" y="6886"/>
                  </a:lnTo>
                  <a:lnTo>
                    <a:pt x="56256" y="6432"/>
                  </a:lnTo>
                  <a:lnTo>
                    <a:pt x="56407" y="5940"/>
                  </a:lnTo>
                  <a:lnTo>
                    <a:pt x="56483" y="5448"/>
                  </a:lnTo>
                  <a:lnTo>
                    <a:pt x="56483" y="4956"/>
                  </a:lnTo>
                  <a:lnTo>
                    <a:pt x="56483" y="4427"/>
                  </a:lnTo>
                  <a:lnTo>
                    <a:pt x="56407" y="3935"/>
                  </a:lnTo>
                  <a:lnTo>
                    <a:pt x="56256" y="3481"/>
                  </a:lnTo>
                  <a:lnTo>
                    <a:pt x="56104" y="3027"/>
                  </a:lnTo>
                  <a:lnTo>
                    <a:pt x="55877" y="2573"/>
                  </a:lnTo>
                  <a:lnTo>
                    <a:pt x="55650" y="2195"/>
                  </a:lnTo>
                  <a:lnTo>
                    <a:pt x="55348" y="1816"/>
                  </a:lnTo>
                  <a:lnTo>
                    <a:pt x="55045" y="1438"/>
                  </a:lnTo>
                  <a:lnTo>
                    <a:pt x="54705" y="1135"/>
                  </a:lnTo>
                  <a:lnTo>
                    <a:pt x="54289" y="833"/>
                  </a:lnTo>
                  <a:lnTo>
                    <a:pt x="53910" y="606"/>
                  </a:lnTo>
                  <a:lnTo>
                    <a:pt x="53456" y="379"/>
                  </a:lnTo>
                  <a:lnTo>
                    <a:pt x="53002" y="228"/>
                  </a:lnTo>
                  <a:lnTo>
                    <a:pt x="52548" y="114"/>
                  </a:lnTo>
                  <a:lnTo>
                    <a:pt x="52056" y="38"/>
                  </a:lnTo>
                  <a:lnTo>
                    <a:pt x="515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1169800" y="3984400"/>
              <a:ext cx="444550" cy="1487750"/>
            </a:xfrm>
            <a:custGeom>
              <a:rect b="b" l="l" r="r" t="t"/>
              <a:pathLst>
                <a:path extrusionOk="0" h="59510" w="17782">
                  <a:moveTo>
                    <a:pt x="14452" y="1"/>
                  </a:moveTo>
                  <a:lnTo>
                    <a:pt x="14074" y="38"/>
                  </a:lnTo>
                  <a:lnTo>
                    <a:pt x="13695" y="152"/>
                  </a:lnTo>
                  <a:lnTo>
                    <a:pt x="13317" y="341"/>
                  </a:lnTo>
                  <a:lnTo>
                    <a:pt x="12939" y="644"/>
                  </a:lnTo>
                  <a:lnTo>
                    <a:pt x="12560" y="946"/>
                  </a:lnTo>
                  <a:lnTo>
                    <a:pt x="12144" y="1362"/>
                  </a:lnTo>
                  <a:lnTo>
                    <a:pt x="11728" y="1854"/>
                  </a:lnTo>
                  <a:lnTo>
                    <a:pt x="11312" y="2384"/>
                  </a:lnTo>
                  <a:lnTo>
                    <a:pt x="10896" y="2989"/>
                  </a:lnTo>
                  <a:lnTo>
                    <a:pt x="10480" y="3632"/>
                  </a:lnTo>
                  <a:lnTo>
                    <a:pt x="10063" y="4351"/>
                  </a:lnTo>
                  <a:lnTo>
                    <a:pt x="9647" y="5146"/>
                  </a:lnTo>
                  <a:lnTo>
                    <a:pt x="9231" y="5978"/>
                  </a:lnTo>
                  <a:lnTo>
                    <a:pt x="8361" y="7794"/>
                  </a:lnTo>
                  <a:lnTo>
                    <a:pt x="7529" y="9799"/>
                  </a:lnTo>
                  <a:lnTo>
                    <a:pt x="6659" y="12031"/>
                  </a:lnTo>
                  <a:lnTo>
                    <a:pt x="5864" y="14414"/>
                  </a:lnTo>
                  <a:lnTo>
                    <a:pt x="5070" y="16949"/>
                  </a:lnTo>
                  <a:lnTo>
                    <a:pt x="4313" y="19635"/>
                  </a:lnTo>
                  <a:lnTo>
                    <a:pt x="3556" y="22473"/>
                  </a:lnTo>
                  <a:lnTo>
                    <a:pt x="2875" y="25386"/>
                  </a:lnTo>
                  <a:lnTo>
                    <a:pt x="2232" y="28412"/>
                  </a:lnTo>
                  <a:lnTo>
                    <a:pt x="1665" y="31477"/>
                  </a:lnTo>
                  <a:lnTo>
                    <a:pt x="1173" y="34427"/>
                  </a:lnTo>
                  <a:lnTo>
                    <a:pt x="795" y="37340"/>
                  </a:lnTo>
                  <a:lnTo>
                    <a:pt x="454" y="40102"/>
                  </a:lnTo>
                  <a:lnTo>
                    <a:pt x="227" y="42750"/>
                  </a:lnTo>
                  <a:lnTo>
                    <a:pt x="76" y="45285"/>
                  </a:lnTo>
                  <a:lnTo>
                    <a:pt x="0" y="47631"/>
                  </a:lnTo>
                  <a:lnTo>
                    <a:pt x="0" y="49825"/>
                  </a:lnTo>
                  <a:lnTo>
                    <a:pt x="114" y="51830"/>
                  </a:lnTo>
                  <a:lnTo>
                    <a:pt x="189" y="52776"/>
                  </a:lnTo>
                  <a:lnTo>
                    <a:pt x="265" y="53646"/>
                  </a:lnTo>
                  <a:lnTo>
                    <a:pt x="379" y="54478"/>
                  </a:lnTo>
                  <a:lnTo>
                    <a:pt x="530" y="55235"/>
                  </a:lnTo>
                  <a:lnTo>
                    <a:pt x="681" y="55954"/>
                  </a:lnTo>
                  <a:lnTo>
                    <a:pt x="870" y="56635"/>
                  </a:lnTo>
                  <a:lnTo>
                    <a:pt x="1060" y="57202"/>
                  </a:lnTo>
                  <a:lnTo>
                    <a:pt x="1287" y="57732"/>
                  </a:lnTo>
                  <a:lnTo>
                    <a:pt x="1514" y="58186"/>
                  </a:lnTo>
                  <a:lnTo>
                    <a:pt x="1778" y="58602"/>
                  </a:lnTo>
                  <a:lnTo>
                    <a:pt x="2043" y="58942"/>
                  </a:lnTo>
                  <a:lnTo>
                    <a:pt x="2346" y="59169"/>
                  </a:lnTo>
                  <a:lnTo>
                    <a:pt x="2648" y="59359"/>
                  </a:lnTo>
                  <a:lnTo>
                    <a:pt x="2989" y="59472"/>
                  </a:lnTo>
                  <a:lnTo>
                    <a:pt x="3329" y="59510"/>
                  </a:lnTo>
                  <a:lnTo>
                    <a:pt x="3708" y="59434"/>
                  </a:lnTo>
                  <a:lnTo>
                    <a:pt x="4048" y="59321"/>
                  </a:lnTo>
                  <a:lnTo>
                    <a:pt x="4464" y="59132"/>
                  </a:lnTo>
                  <a:lnTo>
                    <a:pt x="4843" y="58867"/>
                  </a:lnTo>
                  <a:lnTo>
                    <a:pt x="5221" y="58526"/>
                  </a:lnTo>
                  <a:lnTo>
                    <a:pt x="5637" y="58110"/>
                  </a:lnTo>
                  <a:lnTo>
                    <a:pt x="6053" y="57656"/>
                  </a:lnTo>
                  <a:lnTo>
                    <a:pt x="6432" y="57126"/>
                  </a:lnTo>
                  <a:lnTo>
                    <a:pt x="6886" y="56521"/>
                  </a:lnTo>
                  <a:lnTo>
                    <a:pt x="7302" y="55840"/>
                  </a:lnTo>
                  <a:lnTo>
                    <a:pt x="7718" y="55121"/>
                  </a:lnTo>
                  <a:lnTo>
                    <a:pt x="8134" y="54365"/>
                  </a:lnTo>
                  <a:lnTo>
                    <a:pt x="8550" y="53532"/>
                  </a:lnTo>
                  <a:lnTo>
                    <a:pt x="9420" y="51679"/>
                  </a:lnTo>
                  <a:lnTo>
                    <a:pt x="10253" y="49674"/>
                  </a:lnTo>
                  <a:lnTo>
                    <a:pt x="11085" y="47442"/>
                  </a:lnTo>
                  <a:lnTo>
                    <a:pt x="11917" y="45058"/>
                  </a:lnTo>
                  <a:lnTo>
                    <a:pt x="12712" y="42523"/>
                  </a:lnTo>
                  <a:lnTo>
                    <a:pt x="13468" y="39837"/>
                  </a:lnTo>
                  <a:lnTo>
                    <a:pt x="14225" y="37038"/>
                  </a:lnTo>
                  <a:lnTo>
                    <a:pt x="14906" y="34087"/>
                  </a:lnTo>
                  <a:lnTo>
                    <a:pt x="15549" y="31060"/>
                  </a:lnTo>
                  <a:lnTo>
                    <a:pt x="16117" y="28034"/>
                  </a:lnTo>
                  <a:lnTo>
                    <a:pt x="16608" y="25045"/>
                  </a:lnTo>
                  <a:lnTo>
                    <a:pt x="16987" y="22170"/>
                  </a:lnTo>
                  <a:lnTo>
                    <a:pt x="17327" y="19408"/>
                  </a:lnTo>
                  <a:lnTo>
                    <a:pt x="17554" y="16722"/>
                  </a:lnTo>
                  <a:lnTo>
                    <a:pt x="17705" y="14225"/>
                  </a:lnTo>
                  <a:lnTo>
                    <a:pt x="17781" y="11842"/>
                  </a:lnTo>
                  <a:lnTo>
                    <a:pt x="17743" y="9648"/>
                  </a:lnTo>
                  <a:lnTo>
                    <a:pt x="17668" y="7643"/>
                  </a:lnTo>
                  <a:lnTo>
                    <a:pt x="17592" y="6697"/>
                  </a:lnTo>
                  <a:lnTo>
                    <a:pt x="17516" y="5827"/>
                  </a:lnTo>
                  <a:lnTo>
                    <a:pt x="17365" y="4994"/>
                  </a:lnTo>
                  <a:lnTo>
                    <a:pt x="17252" y="4238"/>
                  </a:lnTo>
                  <a:lnTo>
                    <a:pt x="17100" y="3519"/>
                  </a:lnTo>
                  <a:lnTo>
                    <a:pt x="16911" y="2876"/>
                  </a:lnTo>
                  <a:lnTo>
                    <a:pt x="16722" y="2270"/>
                  </a:lnTo>
                  <a:lnTo>
                    <a:pt x="16495" y="1741"/>
                  </a:lnTo>
                  <a:lnTo>
                    <a:pt x="16268" y="1287"/>
                  </a:lnTo>
                  <a:lnTo>
                    <a:pt x="16003" y="871"/>
                  </a:lnTo>
                  <a:lnTo>
                    <a:pt x="15738" y="568"/>
                  </a:lnTo>
                  <a:lnTo>
                    <a:pt x="15436" y="303"/>
                  </a:lnTo>
                  <a:lnTo>
                    <a:pt x="15133" y="114"/>
                  </a:lnTo>
                  <a:lnTo>
                    <a:pt x="147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5"/>
            <p:cNvSpPr/>
            <p:nvPr/>
          </p:nvSpPr>
          <p:spPr>
            <a:xfrm>
              <a:off x="2027625" y="3984400"/>
              <a:ext cx="444550" cy="1487750"/>
            </a:xfrm>
            <a:custGeom>
              <a:rect b="b" l="l" r="r" t="t"/>
              <a:pathLst>
                <a:path extrusionOk="0" h="59510" w="17782">
                  <a:moveTo>
                    <a:pt x="2989" y="1"/>
                  </a:moveTo>
                  <a:lnTo>
                    <a:pt x="2649" y="114"/>
                  </a:lnTo>
                  <a:lnTo>
                    <a:pt x="2346" y="303"/>
                  </a:lnTo>
                  <a:lnTo>
                    <a:pt x="2044" y="568"/>
                  </a:lnTo>
                  <a:lnTo>
                    <a:pt x="1779" y="871"/>
                  </a:lnTo>
                  <a:lnTo>
                    <a:pt x="1514" y="1287"/>
                  </a:lnTo>
                  <a:lnTo>
                    <a:pt x="1287" y="1741"/>
                  </a:lnTo>
                  <a:lnTo>
                    <a:pt x="1060" y="2270"/>
                  </a:lnTo>
                  <a:lnTo>
                    <a:pt x="871" y="2876"/>
                  </a:lnTo>
                  <a:lnTo>
                    <a:pt x="682" y="3519"/>
                  </a:lnTo>
                  <a:lnTo>
                    <a:pt x="530" y="4238"/>
                  </a:lnTo>
                  <a:lnTo>
                    <a:pt x="417" y="4994"/>
                  </a:lnTo>
                  <a:lnTo>
                    <a:pt x="303" y="5827"/>
                  </a:lnTo>
                  <a:lnTo>
                    <a:pt x="190" y="6697"/>
                  </a:lnTo>
                  <a:lnTo>
                    <a:pt x="114" y="7643"/>
                  </a:lnTo>
                  <a:lnTo>
                    <a:pt x="38" y="9648"/>
                  </a:lnTo>
                  <a:lnTo>
                    <a:pt x="1" y="11842"/>
                  </a:lnTo>
                  <a:lnTo>
                    <a:pt x="76" y="14225"/>
                  </a:lnTo>
                  <a:lnTo>
                    <a:pt x="228" y="16722"/>
                  </a:lnTo>
                  <a:lnTo>
                    <a:pt x="492" y="19408"/>
                  </a:lnTo>
                  <a:lnTo>
                    <a:pt x="795" y="22170"/>
                  </a:lnTo>
                  <a:lnTo>
                    <a:pt x="1211" y="25045"/>
                  </a:lnTo>
                  <a:lnTo>
                    <a:pt x="1703" y="28034"/>
                  </a:lnTo>
                  <a:lnTo>
                    <a:pt x="2271" y="31060"/>
                  </a:lnTo>
                  <a:lnTo>
                    <a:pt x="2876" y="34087"/>
                  </a:lnTo>
                  <a:lnTo>
                    <a:pt x="3595" y="37038"/>
                  </a:lnTo>
                  <a:lnTo>
                    <a:pt x="4313" y="39837"/>
                  </a:lnTo>
                  <a:lnTo>
                    <a:pt x="5070" y="42523"/>
                  </a:lnTo>
                  <a:lnTo>
                    <a:pt x="5865" y="45058"/>
                  </a:lnTo>
                  <a:lnTo>
                    <a:pt x="6697" y="47442"/>
                  </a:lnTo>
                  <a:lnTo>
                    <a:pt x="7529" y="49674"/>
                  </a:lnTo>
                  <a:lnTo>
                    <a:pt x="8361" y="51679"/>
                  </a:lnTo>
                  <a:lnTo>
                    <a:pt x="9232" y="53532"/>
                  </a:lnTo>
                  <a:lnTo>
                    <a:pt x="9648" y="54365"/>
                  </a:lnTo>
                  <a:lnTo>
                    <a:pt x="10064" y="55121"/>
                  </a:lnTo>
                  <a:lnTo>
                    <a:pt x="10518" y="55840"/>
                  </a:lnTo>
                  <a:lnTo>
                    <a:pt x="10934" y="56521"/>
                  </a:lnTo>
                  <a:lnTo>
                    <a:pt x="11350" y="57126"/>
                  </a:lnTo>
                  <a:lnTo>
                    <a:pt x="11766" y="57656"/>
                  </a:lnTo>
                  <a:lnTo>
                    <a:pt x="12145" y="58110"/>
                  </a:lnTo>
                  <a:lnTo>
                    <a:pt x="12561" y="58526"/>
                  </a:lnTo>
                  <a:lnTo>
                    <a:pt x="12939" y="58867"/>
                  </a:lnTo>
                  <a:lnTo>
                    <a:pt x="13355" y="59132"/>
                  </a:lnTo>
                  <a:lnTo>
                    <a:pt x="13734" y="59321"/>
                  </a:lnTo>
                  <a:lnTo>
                    <a:pt x="14112" y="59434"/>
                  </a:lnTo>
                  <a:lnTo>
                    <a:pt x="14452" y="59510"/>
                  </a:lnTo>
                  <a:lnTo>
                    <a:pt x="14793" y="59472"/>
                  </a:lnTo>
                  <a:lnTo>
                    <a:pt x="15133" y="59359"/>
                  </a:lnTo>
                  <a:lnTo>
                    <a:pt x="15436" y="59169"/>
                  </a:lnTo>
                  <a:lnTo>
                    <a:pt x="15739" y="58942"/>
                  </a:lnTo>
                  <a:lnTo>
                    <a:pt x="16041" y="58602"/>
                  </a:lnTo>
                  <a:lnTo>
                    <a:pt x="16268" y="58186"/>
                  </a:lnTo>
                  <a:lnTo>
                    <a:pt x="16533" y="57732"/>
                  </a:lnTo>
                  <a:lnTo>
                    <a:pt x="16722" y="57202"/>
                  </a:lnTo>
                  <a:lnTo>
                    <a:pt x="16911" y="56635"/>
                  </a:lnTo>
                  <a:lnTo>
                    <a:pt x="17101" y="55954"/>
                  </a:lnTo>
                  <a:lnTo>
                    <a:pt x="17252" y="55235"/>
                  </a:lnTo>
                  <a:lnTo>
                    <a:pt x="17403" y="54478"/>
                  </a:lnTo>
                  <a:lnTo>
                    <a:pt x="17517" y="53646"/>
                  </a:lnTo>
                  <a:lnTo>
                    <a:pt x="17592" y="52776"/>
                  </a:lnTo>
                  <a:lnTo>
                    <a:pt x="17668" y="51830"/>
                  </a:lnTo>
                  <a:lnTo>
                    <a:pt x="17782" y="49825"/>
                  </a:lnTo>
                  <a:lnTo>
                    <a:pt x="17782" y="47631"/>
                  </a:lnTo>
                  <a:lnTo>
                    <a:pt x="17706" y="45285"/>
                  </a:lnTo>
                  <a:lnTo>
                    <a:pt x="17555" y="42750"/>
                  </a:lnTo>
                  <a:lnTo>
                    <a:pt x="17328" y="40102"/>
                  </a:lnTo>
                  <a:lnTo>
                    <a:pt x="16987" y="37340"/>
                  </a:lnTo>
                  <a:lnTo>
                    <a:pt x="16609" y="34427"/>
                  </a:lnTo>
                  <a:lnTo>
                    <a:pt x="16117" y="31477"/>
                  </a:lnTo>
                  <a:lnTo>
                    <a:pt x="15549" y="28412"/>
                  </a:lnTo>
                  <a:lnTo>
                    <a:pt x="14906" y="25386"/>
                  </a:lnTo>
                  <a:lnTo>
                    <a:pt x="14225" y="22473"/>
                  </a:lnTo>
                  <a:lnTo>
                    <a:pt x="13507" y="19635"/>
                  </a:lnTo>
                  <a:lnTo>
                    <a:pt x="12712" y="16949"/>
                  </a:lnTo>
                  <a:lnTo>
                    <a:pt x="11918" y="14414"/>
                  </a:lnTo>
                  <a:lnTo>
                    <a:pt x="11123" y="12031"/>
                  </a:lnTo>
                  <a:lnTo>
                    <a:pt x="10291" y="9799"/>
                  </a:lnTo>
                  <a:lnTo>
                    <a:pt x="9421" y="7794"/>
                  </a:lnTo>
                  <a:lnTo>
                    <a:pt x="8588" y="5978"/>
                  </a:lnTo>
                  <a:lnTo>
                    <a:pt x="8134" y="5146"/>
                  </a:lnTo>
                  <a:lnTo>
                    <a:pt x="7718" y="4351"/>
                  </a:lnTo>
                  <a:lnTo>
                    <a:pt x="7302" y="3632"/>
                  </a:lnTo>
                  <a:lnTo>
                    <a:pt x="6886" y="2989"/>
                  </a:lnTo>
                  <a:lnTo>
                    <a:pt x="6470" y="2384"/>
                  </a:lnTo>
                  <a:lnTo>
                    <a:pt x="6054" y="1854"/>
                  </a:lnTo>
                  <a:lnTo>
                    <a:pt x="5638" y="1362"/>
                  </a:lnTo>
                  <a:lnTo>
                    <a:pt x="5259" y="946"/>
                  </a:lnTo>
                  <a:lnTo>
                    <a:pt x="4843" y="644"/>
                  </a:lnTo>
                  <a:lnTo>
                    <a:pt x="4465" y="341"/>
                  </a:lnTo>
                  <a:lnTo>
                    <a:pt x="4086" y="152"/>
                  </a:lnTo>
                  <a:lnTo>
                    <a:pt x="3708" y="38"/>
                  </a:lnTo>
                  <a:lnTo>
                    <a:pt x="3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5"/>
            <p:cNvSpPr/>
            <p:nvPr/>
          </p:nvSpPr>
          <p:spPr>
            <a:xfrm>
              <a:off x="1393950" y="4113975"/>
              <a:ext cx="199575" cy="21775"/>
            </a:xfrm>
            <a:custGeom>
              <a:rect b="b" l="l" r="r" t="t"/>
              <a:pathLst>
                <a:path extrusionOk="0" h="871" w="7983">
                  <a:moveTo>
                    <a:pt x="417" y="0"/>
                  </a:moveTo>
                  <a:lnTo>
                    <a:pt x="265" y="38"/>
                  </a:lnTo>
                  <a:lnTo>
                    <a:pt x="114" y="114"/>
                  </a:lnTo>
                  <a:lnTo>
                    <a:pt x="38" y="265"/>
                  </a:lnTo>
                  <a:lnTo>
                    <a:pt x="0" y="454"/>
                  </a:lnTo>
                  <a:lnTo>
                    <a:pt x="38" y="606"/>
                  </a:lnTo>
                  <a:lnTo>
                    <a:pt x="114" y="757"/>
                  </a:lnTo>
                  <a:lnTo>
                    <a:pt x="265" y="833"/>
                  </a:lnTo>
                  <a:lnTo>
                    <a:pt x="417" y="871"/>
                  </a:lnTo>
                  <a:lnTo>
                    <a:pt x="7567" y="871"/>
                  </a:lnTo>
                  <a:lnTo>
                    <a:pt x="7718" y="833"/>
                  </a:lnTo>
                  <a:lnTo>
                    <a:pt x="7869" y="757"/>
                  </a:lnTo>
                  <a:lnTo>
                    <a:pt x="7945" y="606"/>
                  </a:lnTo>
                  <a:lnTo>
                    <a:pt x="7983" y="454"/>
                  </a:lnTo>
                  <a:lnTo>
                    <a:pt x="7945" y="265"/>
                  </a:lnTo>
                  <a:lnTo>
                    <a:pt x="7869" y="114"/>
                  </a:lnTo>
                  <a:lnTo>
                    <a:pt x="7718" y="38"/>
                  </a:lnTo>
                  <a:lnTo>
                    <a:pt x="75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5"/>
            <p:cNvSpPr/>
            <p:nvPr/>
          </p:nvSpPr>
          <p:spPr>
            <a:xfrm>
              <a:off x="2052225" y="4123425"/>
              <a:ext cx="174050" cy="21775"/>
            </a:xfrm>
            <a:custGeom>
              <a:rect b="b" l="l" r="r" t="t"/>
              <a:pathLst>
                <a:path extrusionOk="0" h="871" w="6962">
                  <a:moveTo>
                    <a:pt x="416" y="1"/>
                  </a:moveTo>
                  <a:lnTo>
                    <a:pt x="265" y="39"/>
                  </a:lnTo>
                  <a:lnTo>
                    <a:pt x="114" y="152"/>
                  </a:lnTo>
                  <a:lnTo>
                    <a:pt x="38" y="266"/>
                  </a:lnTo>
                  <a:lnTo>
                    <a:pt x="0" y="455"/>
                  </a:lnTo>
                  <a:lnTo>
                    <a:pt x="38" y="606"/>
                  </a:lnTo>
                  <a:lnTo>
                    <a:pt x="114" y="757"/>
                  </a:lnTo>
                  <a:lnTo>
                    <a:pt x="265" y="833"/>
                  </a:lnTo>
                  <a:lnTo>
                    <a:pt x="416" y="871"/>
                  </a:lnTo>
                  <a:lnTo>
                    <a:pt x="6507" y="871"/>
                  </a:lnTo>
                  <a:lnTo>
                    <a:pt x="6696" y="833"/>
                  </a:lnTo>
                  <a:lnTo>
                    <a:pt x="6810" y="757"/>
                  </a:lnTo>
                  <a:lnTo>
                    <a:pt x="6923" y="606"/>
                  </a:lnTo>
                  <a:lnTo>
                    <a:pt x="6961" y="455"/>
                  </a:lnTo>
                  <a:lnTo>
                    <a:pt x="6923" y="266"/>
                  </a:lnTo>
                  <a:lnTo>
                    <a:pt x="6810" y="152"/>
                  </a:lnTo>
                  <a:lnTo>
                    <a:pt x="6696" y="39"/>
                  </a:lnTo>
                  <a:lnTo>
                    <a:pt x="65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5"/>
            <p:cNvSpPr/>
            <p:nvPr/>
          </p:nvSpPr>
          <p:spPr>
            <a:xfrm>
              <a:off x="2593200" y="1505475"/>
              <a:ext cx="991225" cy="842725"/>
            </a:xfrm>
            <a:custGeom>
              <a:rect b="b" l="l" r="r" t="t"/>
              <a:pathLst>
                <a:path extrusionOk="0" h="33709" w="39649">
                  <a:moveTo>
                    <a:pt x="36357" y="1"/>
                  </a:moveTo>
                  <a:lnTo>
                    <a:pt x="35790" y="644"/>
                  </a:lnTo>
                  <a:lnTo>
                    <a:pt x="35033" y="1438"/>
                  </a:lnTo>
                  <a:lnTo>
                    <a:pt x="34050" y="2346"/>
                  </a:lnTo>
                  <a:lnTo>
                    <a:pt x="32839" y="3368"/>
                  </a:lnTo>
                  <a:lnTo>
                    <a:pt x="32082" y="4011"/>
                  </a:lnTo>
                  <a:lnTo>
                    <a:pt x="31326" y="4578"/>
                  </a:lnTo>
                  <a:lnTo>
                    <a:pt x="30569" y="5108"/>
                  </a:lnTo>
                  <a:lnTo>
                    <a:pt x="29812" y="5600"/>
                  </a:lnTo>
                  <a:lnTo>
                    <a:pt x="29056" y="6054"/>
                  </a:lnTo>
                  <a:lnTo>
                    <a:pt x="28299" y="6508"/>
                  </a:lnTo>
                  <a:lnTo>
                    <a:pt x="26786" y="7302"/>
                  </a:lnTo>
                  <a:lnTo>
                    <a:pt x="25310" y="8021"/>
                  </a:lnTo>
                  <a:lnTo>
                    <a:pt x="23797" y="8664"/>
                  </a:lnTo>
                  <a:lnTo>
                    <a:pt x="22322" y="9269"/>
                  </a:lnTo>
                  <a:lnTo>
                    <a:pt x="20808" y="9837"/>
                  </a:lnTo>
                  <a:lnTo>
                    <a:pt x="17782" y="11010"/>
                  </a:lnTo>
                  <a:lnTo>
                    <a:pt x="16269" y="11653"/>
                  </a:lnTo>
                  <a:lnTo>
                    <a:pt x="14718" y="12334"/>
                  </a:lnTo>
                  <a:lnTo>
                    <a:pt x="13129" y="13128"/>
                  </a:lnTo>
                  <a:lnTo>
                    <a:pt x="12334" y="13582"/>
                  </a:lnTo>
                  <a:lnTo>
                    <a:pt x="11540" y="14036"/>
                  </a:lnTo>
                  <a:lnTo>
                    <a:pt x="10745" y="14528"/>
                  </a:lnTo>
                  <a:lnTo>
                    <a:pt x="9913" y="15020"/>
                  </a:lnTo>
                  <a:lnTo>
                    <a:pt x="9118" y="15587"/>
                  </a:lnTo>
                  <a:lnTo>
                    <a:pt x="8286" y="16193"/>
                  </a:lnTo>
                  <a:lnTo>
                    <a:pt x="7378" y="16911"/>
                  </a:lnTo>
                  <a:lnTo>
                    <a:pt x="6243" y="17857"/>
                  </a:lnTo>
                  <a:lnTo>
                    <a:pt x="5411" y="18614"/>
                  </a:lnTo>
                  <a:lnTo>
                    <a:pt x="4654" y="19295"/>
                  </a:lnTo>
                  <a:lnTo>
                    <a:pt x="3519" y="20468"/>
                  </a:lnTo>
                  <a:lnTo>
                    <a:pt x="1" y="32460"/>
                  </a:lnTo>
                  <a:lnTo>
                    <a:pt x="379" y="32801"/>
                  </a:lnTo>
                  <a:lnTo>
                    <a:pt x="871" y="33141"/>
                  </a:lnTo>
                  <a:lnTo>
                    <a:pt x="1174" y="33292"/>
                  </a:lnTo>
                  <a:lnTo>
                    <a:pt x="1514" y="33444"/>
                  </a:lnTo>
                  <a:lnTo>
                    <a:pt x="1893" y="33557"/>
                  </a:lnTo>
                  <a:lnTo>
                    <a:pt x="2309" y="33633"/>
                  </a:lnTo>
                  <a:lnTo>
                    <a:pt x="2801" y="33709"/>
                  </a:lnTo>
                  <a:lnTo>
                    <a:pt x="3292" y="33671"/>
                  </a:lnTo>
                  <a:lnTo>
                    <a:pt x="3746" y="33633"/>
                  </a:lnTo>
                  <a:lnTo>
                    <a:pt x="4200" y="33519"/>
                  </a:lnTo>
                  <a:lnTo>
                    <a:pt x="4616" y="33368"/>
                  </a:lnTo>
                  <a:lnTo>
                    <a:pt x="4995" y="33217"/>
                  </a:lnTo>
                  <a:lnTo>
                    <a:pt x="5373" y="33028"/>
                  </a:lnTo>
                  <a:lnTo>
                    <a:pt x="5714" y="32801"/>
                  </a:lnTo>
                  <a:lnTo>
                    <a:pt x="6281" y="32385"/>
                  </a:lnTo>
                  <a:lnTo>
                    <a:pt x="6697" y="32006"/>
                  </a:lnTo>
                  <a:lnTo>
                    <a:pt x="7000" y="31704"/>
                  </a:lnTo>
                  <a:lnTo>
                    <a:pt x="7113" y="31552"/>
                  </a:lnTo>
                  <a:lnTo>
                    <a:pt x="8551" y="30909"/>
                  </a:lnTo>
                  <a:lnTo>
                    <a:pt x="9989" y="30228"/>
                  </a:lnTo>
                  <a:lnTo>
                    <a:pt x="11464" y="29471"/>
                  </a:lnTo>
                  <a:lnTo>
                    <a:pt x="12939" y="28677"/>
                  </a:lnTo>
                  <a:lnTo>
                    <a:pt x="14415" y="27845"/>
                  </a:lnTo>
                  <a:lnTo>
                    <a:pt x="15928" y="26937"/>
                  </a:lnTo>
                  <a:lnTo>
                    <a:pt x="17479" y="25991"/>
                  </a:lnTo>
                  <a:lnTo>
                    <a:pt x="18993" y="24969"/>
                  </a:lnTo>
                  <a:lnTo>
                    <a:pt x="20884" y="23645"/>
                  </a:lnTo>
                  <a:lnTo>
                    <a:pt x="22700" y="22283"/>
                  </a:lnTo>
                  <a:lnTo>
                    <a:pt x="24402" y="20884"/>
                  </a:lnTo>
                  <a:lnTo>
                    <a:pt x="26029" y="19484"/>
                  </a:lnTo>
                  <a:lnTo>
                    <a:pt x="27580" y="18084"/>
                  </a:lnTo>
                  <a:lnTo>
                    <a:pt x="29056" y="16646"/>
                  </a:lnTo>
                  <a:lnTo>
                    <a:pt x="30456" y="15247"/>
                  </a:lnTo>
                  <a:lnTo>
                    <a:pt x="31742" y="13809"/>
                  </a:lnTo>
                  <a:lnTo>
                    <a:pt x="32990" y="12409"/>
                  </a:lnTo>
                  <a:lnTo>
                    <a:pt x="34125" y="11010"/>
                  </a:lnTo>
                  <a:lnTo>
                    <a:pt x="35222" y="9610"/>
                  </a:lnTo>
                  <a:lnTo>
                    <a:pt x="36244" y="8248"/>
                  </a:lnTo>
                  <a:lnTo>
                    <a:pt x="37190" y="6924"/>
                  </a:lnTo>
                  <a:lnTo>
                    <a:pt x="38060" y="5637"/>
                  </a:lnTo>
                  <a:lnTo>
                    <a:pt x="38892" y="4351"/>
                  </a:lnTo>
                  <a:lnTo>
                    <a:pt x="39649" y="3141"/>
                  </a:lnTo>
                  <a:lnTo>
                    <a:pt x="36357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2086275" y="2841875"/>
              <a:ext cx="3433250" cy="240275"/>
            </a:xfrm>
            <a:custGeom>
              <a:rect b="b" l="l" r="r" t="t"/>
              <a:pathLst>
                <a:path extrusionOk="0" h="9611" w="137330">
                  <a:moveTo>
                    <a:pt x="189" y="1"/>
                  </a:moveTo>
                  <a:lnTo>
                    <a:pt x="114" y="39"/>
                  </a:lnTo>
                  <a:lnTo>
                    <a:pt x="76" y="76"/>
                  </a:lnTo>
                  <a:lnTo>
                    <a:pt x="38" y="152"/>
                  </a:lnTo>
                  <a:lnTo>
                    <a:pt x="0" y="228"/>
                  </a:lnTo>
                  <a:lnTo>
                    <a:pt x="0" y="9421"/>
                  </a:lnTo>
                  <a:lnTo>
                    <a:pt x="38" y="9497"/>
                  </a:lnTo>
                  <a:lnTo>
                    <a:pt x="76" y="9572"/>
                  </a:lnTo>
                  <a:lnTo>
                    <a:pt x="114" y="9610"/>
                  </a:lnTo>
                  <a:lnTo>
                    <a:pt x="137178" y="9610"/>
                  </a:lnTo>
                  <a:lnTo>
                    <a:pt x="137254" y="9572"/>
                  </a:lnTo>
                  <a:lnTo>
                    <a:pt x="137292" y="9497"/>
                  </a:lnTo>
                  <a:lnTo>
                    <a:pt x="137329" y="9421"/>
                  </a:lnTo>
                  <a:lnTo>
                    <a:pt x="137329" y="228"/>
                  </a:lnTo>
                  <a:lnTo>
                    <a:pt x="137292" y="152"/>
                  </a:lnTo>
                  <a:lnTo>
                    <a:pt x="137254" y="76"/>
                  </a:lnTo>
                  <a:lnTo>
                    <a:pt x="137178" y="39"/>
                  </a:lnTo>
                  <a:lnTo>
                    <a:pt x="1371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3631700" y="3030100"/>
              <a:ext cx="342400" cy="2262350"/>
            </a:xfrm>
            <a:custGeom>
              <a:rect b="b" l="l" r="r" t="t"/>
              <a:pathLst>
                <a:path extrusionOk="0" h="90494" w="13696">
                  <a:moveTo>
                    <a:pt x="0" y="0"/>
                  </a:moveTo>
                  <a:lnTo>
                    <a:pt x="0" y="90494"/>
                  </a:lnTo>
                  <a:lnTo>
                    <a:pt x="13695" y="90494"/>
                  </a:lnTo>
                  <a:lnTo>
                    <a:pt x="13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5"/>
            <p:cNvSpPr/>
            <p:nvPr/>
          </p:nvSpPr>
          <p:spPr>
            <a:xfrm>
              <a:off x="3223100" y="5152450"/>
              <a:ext cx="1159575" cy="244050"/>
            </a:xfrm>
            <a:custGeom>
              <a:rect b="b" l="l" r="r" t="t"/>
              <a:pathLst>
                <a:path extrusionOk="0" h="9762" w="46383">
                  <a:moveTo>
                    <a:pt x="23192" y="1"/>
                  </a:moveTo>
                  <a:lnTo>
                    <a:pt x="20808" y="39"/>
                  </a:lnTo>
                  <a:lnTo>
                    <a:pt x="18501" y="114"/>
                  </a:lnTo>
                  <a:lnTo>
                    <a:pt x="16306" y="228"/>
                  </a:lnTo>
                  <a:lnTo>
                    <a:pt x="14150" y="379"/>
                  </a:lnTo>
                  <a:lnTo>
                    <a:pt x="12145" y="606"/>
                  </a:lnTo>
                  <a:lnTo>
                    <a:pt x="10215" y="833"/>
                  </a:lnTo>
                  <a:lnTo>
                    <a:pt x="8437" y="1136"/>
                  </a:lnTo>
                  <a:lnTo>
                    <a:pt x="6811" y="1438"/>
                  </a:lnTo>
                  <a:lnTo>
                    <a:pt x="5297" y="1779"/>
                  </a:lnTo>
                  <a:lnTo>
                    <a:pt x="3973" y="2157"/>
                  </a:lnTo>
                  <a:lnTo>
                    <a:pt x="2800" y="2573"/>
                  </a:lnTo>
                  <a:lnTo>
                    <a:pt x="2309" y="2762"/>
                  </a:lnTo>
                  <a:lnTo>
                    <a:pt x="1817" y="2989"/>
                  </a:lnTo>
                  <a:lnTo>
                    <a:pt x="1401" y="3216"/>
                  </a:lnTo>
                  <a:lnTo>
                    <a:pt x="1060" y="3443"/>
                  </a:lnTo>
                  <a:lnTo>
                    <a:pt x="720" y="3670"/>
                  </a:lnTo>
                  <a:lnTo>
                    <a:pt x="493" y="3897"/>
                  </a:lnTo>
                  <a:lnTo>
                    <a:pt x="266" y="4124"/>
                  </a:lnTo>
                  <a:lnTo>
                    <a:pt x="114" y="4389"/>
                  </a:lnTo>
                  <a:lnTo>
                    <a:pt x="39" y="4616"/>
                  </a:lnTo>
                  <a:lnTo>
                    <a:pt x="1" y="4881"/>
                  </a:lnTo>
                  <a:lnTo>
                    <a:pt x="39" y="5146"/>
                  </a:lnTo>
                  <a:lnTo>
                    <a:pt x="114" y="5373"/>
                  </a:lnTo>
                  <a:lnTo>
                    <a:pt x="266" y="5638"/>
                  </a:lnTo>
                  <a:lnTo>
                    <a:pt x="493" y="5865"/>
                  </a:lnTo>
                  <a:lnTo>
                    <a:pt x="720" y="6092"/>
                  </a:lnTo>
                  <a:lnTo>
                    <a:pt x="1060" y="6319"/>
                  </a:lnTo>
                  <a:lnTo>
                    <a:pt x="1401" y="6546"/>
                  </a:lnTo>
                  <a:lnTo>
                    <a:pt x="1817" y="6773"/>
                  </a:lnTo>
                  <a:lnTo>
                    <a:pt x="2309" y="7000"/>
                  </a:lnTo>
                  <a:lnTo>
                    <a:pt x="2800" y="7227"/>
                  </a:lnTo>
                  <a:lnTo>
                    <a:pt x="3973" y="7605"/>
                  </a:lnTo>
                  <a:lnTo>
                    <a:pt x="5297" y="7983"/>
                  </a:lnTo>
                  <a:lnTo>
                    <a:pt x="6811" y="8324"/>
                  </a:lnTo>
                  <a:lnTo>
                    <a:pt x="8437" y="8664"/>
                  </a:lnTo>
                  <a:lnTo>
                    <a:pt x="10215" y="8929"/>
                  </a:lnTo>
                  <a:lnTo>
                    <a:pt x="12145" y="9156"/>
                  </a:lnTo>
                  <a:lnTo>
                    <a:pt x="14150" y="9383"/>
                  </a:lnTo>
                  <a:lnTo>
                    <a:pt x="16306" y="9534"/>
                  </a:lnTo>
                  <a:lnTo>
                    <a:pt x="18501" y="9648"/>
                  </a:lnTo>
                  <a:lnTo>
                    <a:pt x="20808" y="9723"/>
                  </a:lnTo>
                  <a:lnTo>
                    <a:pt x="23192" y="9761"/>
                  </a:lnTo>
                  <a:lnTo>
                    <a:pt x="25575" y="9723"/>
                  </a:lnTo>
                  <a:lnTo>
                    <a:pt x="27845" y="9648"/>
                  </a:lnTo>
                  <a:lnTo>
                    <a:pt x="30077" y="9534"/>
                  </a:lnTo>
                  <a:lnTo>
                    <a:pt x="32234" y="9383"/>
                  </a:lnTo>
                  <a:lnTo>
                    <a:pt x="34239" y="9156"/>
                  </a:lnTo>
                  <a:lnTo>
                    <a:pt x="36168" y="8929"/>
                  </a:lnTo>
                  <a:lnTo>
                    <a:pt x="37946" y="8664"/>
                  </a:lnTo>
                  <a:lnTo>
                    <a:pt x="39573" y="8324"/>
                  </a:lnTo>
                  <a:lnTo>
                    <a:pt x="41086" y="7983"/>
                  </a:lnTo>
                  <a:lnTo>
                    <a:pt x="42410" y="7605"/>
                  </a:lnTo>
                  <a:lnTo>
                    <a:pt x="43583" y="7227"/>
                  </a:lnTo>
                  <a:lnTo>
                    <a:pt x="44075" y="7000"/>
                  </a:lnTo>
                  <a:lnTo>
                    <a:pt x="44567" y="6773"/>
                  </a:lnTo>
                  <a:lnTo>
                    <a:pt x="44983" y="6546"/>
                  </a:lnTo>
                  <a:lnTo>
                    <a:pt x="45323" y="6319"/>
                  </a:lnTo>
                  <a:lnTo>
                    <a:pt x="45664" y="6092"/>
                  </a:lnTo>
                  <a:lnTo>
                    <a:pt x="45891" y="5865"/>
                  </a:lnTo>
                  <a:lnTo>
                    <a:pt x="46118" y="5638"/>
                  </a:lnTo>
                  <a:lnTo>
                    <a:pt x="46269" y="5373"/>
                  </a:lnTo>
                  <a:lnTo>
                    <a:pt x="46345" y="5146"/>
                  </a:lnTo>
                  <a:lnTo>
                    <a:pt x="46383" y="4881"/>
                  </a:lnTo>
                  <a:lnTo>
                    <a:pt x="46345" y="4616"/>
                  </a:lnTo>
                  <a:lnTo>
                    <a:pt x="46269" y="4389"/>
                  </a:lnTo>
                  <a:lnTo>
                    <a:pt x="46118" y="4124"/>
                  </a:lnTo>
                  <a:lnTo>
                    <a:pt x="45891" y="3897"/>
                  </a:lnTo>
                  <a:lnTo>
                    <a:pt x="45664" y="3670"/>
                  </a:lnTo>
                  <a:lnTo>
                    <a:pt x="45323" y="3443"/>
                  </a:lnTo>
                  <a:lnTo>
                    <a:pt x="44983" y="3216"/>
                  </a:lnTo>
                  <a:lnTo>
                    <a:pt x="44567" y="2989"/>
                  </a:lnTo>
                  <a:lnTo>
                    <a:pt x="44075" y="2762"/>
                  </a:lnTo>
                  <a:lnTo>
                    <a:pt x="43583" y="2573"/>
                  </a:lnTo>
                  <a:lnTo>
                    <a:pt x="42410" y="2157"/>
                  </a:lnTo>
                  <a:lnTo>
                    <a:pt x="41086" y="1779"/>
                  </a:lnTo>
                  <a:lnTo>
                    <a:pt x="39573" y="1438"/>
                  </a:lnTo>
                  <a:lnTo>
                    <a:pt x="37946" y="1136"/>
                  </a:lnTo>
                  <a:lnTo>
                    <a:pt x="36168" y="833"/>
                  </a:lnTo>
                  <a:lnTo>
                    <a:pt x="34239" y="606"/>
                  </a:lnTo>
                  <a:lnTo>
                    <a:pt x="32234" y="379"/>
                  </a:lnTo>
                  <a:lnTo>
                    <a:pt x="30077" y="228"/>
                  </a:lnTo>
                  <a:lnTo>
                    <a:pt x="27845" y="114"/>
                  </a:lnTo>
                  <a:lnTo>
                    <a:pt x="25575" y="39"/>
                  </a:lnTo>
                  <a:lnTo>
                    <a:pt x="231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5"/>
            <p:cNvSpPr/>
            <p:nvPr/>
          </p:nvSpPr>
          <p:spPr>
            <a:xfrm>
              <a:off x="3620350" y="3071700"/>
              <a:ext cx="365100" cy="20850"/>
            </a:xfrm>
            <a:custGeom>
              <a:rect b="b" l="l" r="r" t="t"/>
              <a:pathLst>
                <a:path extrusionOk="0" h="834" w="14604">
                  <a:moveTo>
                    <a:pt x="454" y="1"/>
                  </a:moveTo>
                  <a:lnTo>
                    <a:pt x="265" y="39"/>
                  </a:lnTo>
                  <a:lnTo>
                    <a:pt x="152" y="114"/>
                  </a:lnTo>
                  <a:lnTo>
                    <a:pt x="38" y="266"/>
                  </a:lnTo>
                  <a:lnTo>
                    <a:pt x="0" y="417"/>
                  </a:lnTo>
                  <a:lnTo>
                    <a:pt x="38" y="568"/>
                  </a:lnTo>
                  <a:lnTo>
                    <a:pt x="152" y="720"/>
                  </a:lnTo>
                  <a:lnTo>
                    <a:pt x="265" y="833"/>
                  </a:lnTo>
                  <a:lnTo>
                    <a:pt x="14338" y="833"/>
                  </a:lnTo>
                  <a:lnTo>
                    <a:pt x="14452" y="720"/>
                  </a:lnTo>
                  <a:lnTo>
                    <a:pt x="14565" y="568"/>
                  </a:lnTo>
                  <a:lnTo>
                    <a:pt x="14603" y="417"/>
                  </a:lnTo>
                  <a:lnTo>
                    <a:pt x="14565" y="266"/>
                  </a:lnTo>
                  <a:lnTo>
                    <a:pt x="14452" y="114"/>
                  </a:lnTo>
                  <a:lnTo>
                    <a:pt x="14338" y="39"/>
                  </a:lnTo>
                  <a:lnTo>
                    <a:pt x="14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5"/>
            <p:cNvSpPr/>
            <p:nvPr/>
          </p:nvSpPr>
          <p:spPr>
            <a:xfrm>
              <a:off x="3618450" y="5189350"/>
              <a:ext cx="367950" cy="21775"/>
            </a:xfrm>
            <a:custGeom>
              <a:rect b="b" l="l" r="r" t="t"/>
              <a:pathLst>
                <a:path extrusionOk="0" h="871" w="14718">
                  <a:moveTo>
                    <a:pt x="417" y="0"/>
                  </a:moveTo>
                  <a:lnTo>
                    <a:pt x="265" y="38"/>
                  </a:lnTo>
                  <a:lnTo>
                    <a:pt x="114" y="151"/>
                  </a:lnTo>
                  <a:lnTo>
                    <a:pt x="38" y="265"/>
                  </a:lnTo>
                  <a:lnTo>
                    <a:pt x="1" y="454"/>
                  </a:lnTo>
                  <a:lnTo>
                    <a:pt x="38" y="605"/>
                  </a:lnTo>
                  <a:lnTo>
                    <a:pt x="114" y="757"/>
                  </a:lnTo>
                  <a:lnTo>
                    <a:pt x="265" y="832"/>
                  </a:lnTo>
                  <a:lnTo>
                    <a:pt x="417" y="870"/>
                  </a:lnTo>
                  <a:lnTo>
                    <a:pt x="14263" y="870"/>
                  </a:lnTo>
                  <a:lnTo>
                    <a:pt x="14452" y="832"/>
                  </a:lnTo>
                  <a:lnTo>
                    <a:pt x="14566" y="757"/>
                  </a:lnTo>
                  <a:lnTo>
                    <a:pt x="14679" y="605"/>
                  </a:lnTo>
                  <a:lnTo>
                    <a:pt x="14717" y="454"/>
                  </a:lnTo>
                  <a:lnTo>
                    <a:pt x="14679" y="265"/>
                  </a:lnTo>
                  <a:lnTo>
                    <a:pt x="14566" y="151"/>
                  </a:lnTo>
                  <a:lnTo>
                    <a:pt x="14452" y="38"/>
                  </a:lnTo>
                  <a:lnTo>
                    <a:pt x="14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2575250" y="3609875"/>
              <a:ext cx="1024300" cy="1235225"/>
            </a:xfrm>
            <a:custGeom>
              <a:rect b="b" l="l" r="r" t="t"/>
              <a:pathLst>
                <a:path extrusionOk="0" h="49409" w="40972">
                  <a:moveTo>
                    <a:pt x="8588" y="0"/>
                  </a:moveTo>
                  <a:lnTo>
                    <a:pt x="0" y="12258"/>
                  </a:lnTo>
                  <a:lnTo>
                    <a:pt x="416" y="13809"/>
                  </a:lnTo>
                  <a:lnTo>
                    <a:pt x="908" y="15549"/>
                  </a:lnTo>
                  <a:lnTo>
                    <a:pt x="1211" y="16457"/>
                  </a:lnTo>
                  <a:lnTo>
                    <a:pt x="1551" y="17403"/>
                  </a:lnTo>
                  <a:lnTo>
                    <a:pt x="1930" y="18349"/>
                  </a:lnTo>
                  <a:lnTo>
                    <a:pt x="2346" y="19332"/>
                  </a:lnTo>
                  <a:lnTo>
                    <a:pt x="2800" y="20316"/>
                  </a:lnTo>
                  <a:lnTo>
                    <a:pt x="3329" y="21337"/>
                  </a:lnTo>
                  <a:lnTo>
                    <a:pt x="3859" y="22359"/>
                  </a:lnTo>
                  <a:lnTo>
                    <a:pt x="4464" y="23418"/>
                  </a:lnTo>
                  <a:lnTo>
                    <a:pt x="5145" y="24439"/>
                  </a:lnTo>
                  <a:lnTo>
                    <a:pt x="5826" y="25499"/>
                  </a:lnTo>
                  <a:lnTo>
                    <a:pt x="6583" y="26520"/>
                  </a:lnTo>
                  <a:lnTo>
                    <a:pt x="7415" y="27542"/>
                  </a:lnTo>
                  <a:lnTo>
                    <a:pt x="7983" y="28185"/>
                  </a:lnTo>
                  <a:lnTo>
                    <a:pt x="8550" y="28828"/>
                  </a:lnTo>
                  <a:lnTo>
                    <a:pt x="9118" y="29433"/>
                  </a:lnTo>
                  <a:lnTo>
                    <a:pt x="9761" y="30001"/>
                  </a:lnTo>
                  <a:lnTo>
                    <a:pt x="10404" y="30606"/>
                  </a:lnTo>
                  <a:lnTo>
                    <a:pt x="11123" y="31211"/>
                  </a:lnTo>
                  <a:lnTo>
                    <a:pt x="12712" y="32498"/>
                  </a:lnTo>
                  <a:lnTo>
                    <a:pt x="15549" y="34578"/>
                  </a:lnTo>
                  <a:lnTo>
                    <a:pt x="19294" y="37227"/>
                  </a:lnTo>
                  <a:lnTo>
                    <a:pt x="19521" y="37378"/>
                  </a:lnTo>
                  <a:lnTo>
                    <a:pt x="19711" y="37529"/>
                  </a:lnTo>
                  <a:lnTo>
                    <a:pt x="27769" y="43091"/>
                  </a:lnTo>
                  <a:lnTo>
                    <a:pt x="37075" y="49408"/>
                  </a:lnTo>
                  <a:lnTo>
                    <a:pt x="40972" y="45474"/>
                  </a:lnTo>
                  <a:lnTo>
                    <a:pt x="27466" y="26482"/>
                  </a:lnTo>
                  <a:lnTo>
                    <a:pt x="18008" y="13241"/>
                  </a:lnTo>
                  <a:lnTo>
                    <a:pt x="8588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5"/>
            <p:cNvSpPr/>
            <p:nvPr/>
          </p:nvSpPr>
          <p:spPr>
            <a:xfrm>
              <a:off x="3086925" y="4305025"/>
              <a:ext cx="907975" cy="725450"/>
            </a:xfrm>
            <a:custGeom>
              <a:rect b="b" l="l" r="r" t="t"/>
              <a:pathLst>
                <a:path extrusionOk="0" h="29018" w="36319">
                  <a:moveTo>
                    <a:pt x="8437" y="0"/>
                  </a:moveTo>
                  <a:lnTo>
                    <a:pt x="0" y="10404"/>
                  </a:lnTo>
                  <a:lnTo>
                    <a:pt x="1135" y="11501"/>
                  </a:lnTo>
                  <a:lnTo>
                    <a:pt x="2232" y="12485"/>
                  </a:lnTo>
                  <a:lnTo>
                    <a:pt x="3292" y="13393"/>
                  </a:lnTo>
                  <a:lnTo>
                    <a:pt x="4313" y="14187"/>
                  </a:lnTo>
                  <a:lnTo>
                    <a:pt x="5259" y="14906"/>
                  </a:lnTo>
                  <a:lnTo>
                    <a:pt x="6167" y="15587"/>
                  </a:lnTo>
                  <a:lnTo>
                    <a:pt x="7037" y="16155"/>
                  </a:lnTo>
                  <a:lnTo>
                    <a:pt x="7831" y="16646"/>
                  </a:lnTo>
                  <a:lnTo>
                    <a:pt x="9193" y="17441"/>
                  </a:lnTo>
                  <a:lnTo>
                    <a:pt x="9761" y="17781"/>
                  </a:lnTo>
                  <a:lnTo>
                    <a:pt x="10215" y="18122"/>
                  </a:lnTo>
                  <a:lnTo>
                    <a:pt x="10669" y="18425"/>
                  </a:lnTo>
                  <a:lnTo>
                    <a:pt x="11009" y="18803"/>
                  </a:lnTo>
                  <a:lnTo>
                    <a:pt x="11312" y="19181"/>
                  </a:lnTo>
                  <a:lnTo>
                    <a:pt x="11614" y="19673"/>
                  </a:lnTo>
                  <a:lnTo>
                    <a:pt x="11804" y="20165"/>
                  </a:lnTo>
                  <a:lnTo>
                    <a:pt x="11955" y="20657"/>
                  </a:lnTo>
                  <a:lnTo>
                    <a:pt x="12031" y="21148"/>
                  </a:lnTo>
                  <a:lnTo>
                    <a:pt x="12068" y="21640"/>
                  </a:lnTo>
                  <a:lnTo>
                    <a:pt x="12068" y="22094"/>
                  </a:lnTo>
                  <a:lnTo>
                    <a:pt x="12031" y="22586"/>
                  </a:lnTo>
                  <a:lnTo>
                    <a:pt x="11955" y="23494"/>
                  </a:lnTo>
                  <a:lnTo>
                    <a:pt x="11841" y="24440"/>
                  </a:lnTo>
                  <a:lnTo>
                    <a:pt x="11841" y="24856"/>
                  </a:lnTo>
                  <a:lnTo>
                    <a:pt x="11841" y="25310"/>
                  </a:lnTo>
                  <a:lnTo>
                    <a:pt x="11917" y="25726"/>
                  </a:lnTo>
                  <a:lnTo>
                    <a:pt x="11993" y="26180"/>
                  </a:lnTo>
                  <a:lnTo>
                    <a:pt x="12144" y="26596"/>
                  </a:lnTo>
                  <a:lnTo>
                    <a:pt x="12371" y="27012"/>
                  </a:lnTo>
                  <a:lnTo>
                    <a:pt x="12674" y="27391"/>
                  </a:lnTo>
                  <a:lnTo>
                    <a:pt x="13052" y="27731"/>
                  </a:lnTo>
                  <a:lnTo>
                    <a:pt x="13430" y="28034"/>
                  </a:lnTo>
                  <a:lnTo>
                    <a:pt x="13884" y="28299"/>
                  </a:lnTo>
                  <a:lnTo>
                    <a:pt x="14376" y="28526"/>
                  </a:lnTo>
                  <a:lnTo>
                    <a:pt x="14906" y="28715"/>
                  </a:lnTo>
                  <a:lnTo>
                    <a:pt x="15473" y="28866"/>
                  </a:lnTo>
                  <a:lnTo>
                    <a:pt x="16079" y="29017"/>
                  </a:lnTo>
                  <a:lnTo>
                    <a:pt x="36319" y="12485"/>
                  </a:lnTo>
                  <a:lnTo>
                    <a:pt x="36281" y="12069"/>
                  </a:lnTo>
                  <a:lnTo>
                    <a:pt x="36205" y="11653"/>
                  </a:lnTo>
                  <a:lnTo>
                    <a:pt x="36092" y="11199"/>
                  </a:lnTo>
                  <a:lnTo>
                    <a:pt x="35940" y="10783"/>
                  </a:lnTo>
                  <a:lnTo>
                    <a:pt x="35789" y="10329"/>
                  </a:lnTo>
                  <a:lnTo>
                    <a:pt x="35524" y="9912"/>
                  </a:lnTo>
                  <a:lnTo>
                    <a:pt x="35259" y="9534"/>
                  </a:lnTo>
                  <a:lnTo>
                    <a:pt x="34919" y="9194"/>
                  </a:lnTo>
                  <a:lnTo>
                    <a:pt x="34692" y="9042"/>
                  </a:lnTo>
                  <a:lnTo>
                    <a:pt x="34427" y="8891"/>
                  </a:lnTo>
                  <a:lnTo>
                    <a:pt x="34200" y="8740"/>
                  </a:lnTo>
                  <a:lnTo>
                    <a:pt x="33935" y="8626"/>
                  </a:lnTo>
                  <a:lnTo>
                    <a:pt x="33406" y="8475"/>
                  </a:lnTo>
                  <a:lnTo>
                    <a:pt x="32876" y="8399"/>
                  </a:lnTo>
                  <a:lnTo>
                    <a:pt x="32271" y="8361"/>
                  </a:lnTo>
                  <a:lnTo>
                    <a:pt x="31665" y="8399"/>
                  </a:lnTo>
                  <a:lnTo>
                    <a:pt x="31060" y="8475"/>
                  </a:lnTo>
                  <a:lnTo>
                    <a:pt x="30417" y="8588"/>
                  </a:lnTo>
                  <a:lnTo>
                    <a:pt x="29093" y="8853"/>
                  </a:lnTo>
                  <a:lnTo>
                    <a:pt x="27769" y="9194"/>
                  </a:lnTo>
                  <a:lnTo>
                    <a:pt x="26482" y="9534"/>
                  </a:lnTo>
                  <a:lnTo>
                    <a:pt x="25839" y="9648"/>
                  </a:lnTo>
                  <a:lnTo>
                    <a:pt x="25196" y="9723"/>
                  </a:lnTo>
                  <a:lnTo>
                    <a:pt x="24477" y="9799"/>
                  </a:lnTo>
                  <a:lnTo>
                    <a:pt x="23721" y="9799"/>
                  </a:lnTo>
                  <a:lnTo>
                    <a:pt x="22926" y="9761"/>
                  </a:lnTo>
                  <a:lnTo>
                    <a:pt x="22056" y="9610"/>
                  </a:lnTo>
                  <a:lnTo>
                    <a:pt x="21186" y="9421"/>
                  </a:lnTo>
                  <a:lnTo>
                    <a:pt x="20240" y="9118"/>
                  </a:lnTo>
                  <a:lnTo>
                    <a:pt x="19257" y="8740"/>
                  </a:lnTo>
                  <a:lnTo>
                    <a:pt x="18235" y="8286"/>
                  </a:lnTo>
                  <a:lnTo>
                    <a:pt x="17176" y="7718"/>
                  </a:lnTo>
                  <a:lnTo>
                    <a:pt x="16041" y="6999"/>
                  </a:lnTo>
                  <a:lnTo>
                    <a:pt x="14906" y="6167"/>
                  </a:lnTo>
                  <a:lnTo>
                    <a:pt x="13695" y="5221"/>
                  </a:lnTo>
                  <a:lnTo>
                    <a:pt x="12447" y="4162"/>
                  </a:lnTo>
                  <a:lnTo>
                    <a:pt x="11161" y="2914"/>
                  </a:lnTo>
                  <a:lnTo>
                    <a:pt x="9799" y="1514"/>
                  </a:lnTo>
                  <a:lnTo>
                    <a:pt x="84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5"/>
            <p:cNvSpPr/>
            <p:nvPr/>
          </p:nvSpPr>
          <p:spPr>
            <a:xfrm>
              <a:off x="2893025" y="4271925"/>
              <a:ext cx="368900" cy="268625"/>
            </a:xfrm>
            <a:custGeom>
              <a:rect b="b" l="l" r="r" t="t"/>
              <a:pathLst>
                <a:path extrusionOk="0" h="10745" w="14756">
                  <a:moveTo>
                    <a:pt x="14755" y="0"/>
                  </a:moveTo>
                  <a:lnTo>
                    <a:pt x="7378" y="2119"/>
                  </a:lnTo>
                  <a:lnTo>
                    <a:pt x="1" y="4200"/>
                  </a:lnTo>
                  <a:lnTo>
                    <a:pt x="1" y="6016"/>
                  </a:lnTo>
                  <a:lnTo>
                    <a:pt x="2838" y="8096"/>
                  </a:lnTo>
                  <a:lnTo>
                    <a:pt x="6583" y="10745"/>
                  </a:lnTo>
                  <a:lnTo>
                    <a:pt x="147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5"/>
            <p:cNvSpPr/>
            <p:nvPr/>
          </p:nvSpPr>
          <p:spPr>
            <a:xfrm>
              <a:off x="1231275" y="3202225"/>
              <a:ext cx="2030650" cy="1375225"/>
            </a:xfrm>
            <a:custGeom>
              <a:rect b="b" l="l" r="r" t="t"/>
              <a:pathLst>
                <a:path extrusionOk="0" h="55009" w="81226">
                  <a:moveTo>
                    <a:pt x="3783" y="1"/>
                  </a:moveTo>
                  <a:lnTo>
                    <a:pt x="3367" y="644"/>
                  </a:lnTo>
                  <a:lnTo>
                    <a:pt x="2724" y="1627"/>
                  </a:lnTo>
                  <a:lnTo>
                    <a:pt x="2384" y="2271"/>
                  </a:lnTo>
                  <a:lnTo>
                    <a:pt x="2005" y="2952"/>
                  </a:lnTo>
                  <a:lnTo>
                    <a:pt x="1665" y="3746"/>
                  </a:lnTo>
                  <a:lnTo>
                    <a:pt x="1287" y="4616"/>
                  </a:lnTo>
                  <a:lnTo>
                    <a:pt x="946" y="5562"/>
                  </a:lnTo>
                  <a:lnTo>
                    <a:pt x="681" y="6583"/>
                  </a:lnTo>
                  <a:lnTo>
                    <a:pt x="416" y="7681"/>
                  </a:lnTo>
                  <a:lnTo>
                    <a:pt x="189" y="8815"/>
                  </a:lnTo>
                  <a:lnTo>
                    <a:pt x="38" y="10026"/>
                  </a:lnTo>
                  <a:lnTo>
                    <a:pt x="0" y="11275"/>
                  </a:lnTo>
                  <a:lnTo>
                    <a:pt x="0" y="11956"/>
                  </a:lnTo>
                  <a:lnTo>
                    <a:pt x="0" y="12599"/>
                  </a:lnTo>
                  <a:lnTo>
                    <a:pt x="38" y="13280"/>
                  </a:lnTo>
                  <a:lnTo>
                    <a:pt x="114" y="13961"/>
                  </a:lnTo>
                  <a:lnTo>
                    <a:pt x="227" y="14717"/>
                  </a:lnTo>
                  <a:lnTo>
                    <a:pt x="379" y="15436"/>
                  </a:lnTo>
                  <a:lnTo>
                    <a:pt x="530" y="16155"/>
                  </a:lnTo>
                  <a:lnTo>
                    <a:pt x="681" y="16836"/>
                  </a:lnTo>
                  <a:lnTo>
                    <a:pt x="870" y="17479"/>
                  </a:lnTo>
                  <a:lnTo>
                    <a:pt x="1097" y="18122"/>
                  </a:lnTo>
                  <a:lnTo>
                    <a:pt x="1589" y="19333"/>
                  </a:lnTo>
                  <a:lnTo>
                    <a:pt x="2119" y="20468"/>
                  </a:lnTo>
                  <a:lnTo>
                    <a:pt x="2686" y="21489"/>
                  </a:lnTo>
                  <a:lnTo>
                    <a:pt x="3292" y="22473"/>
                  </a:lnTo>
                  <a:lnTo>
                    <a:pt x="3897" y="23343"/>
                  </a:lnTo>
                  <a:lnTo>
                    <a:pt x="4540" y="24137"/>
                  </a:lnTo>
                  <a:lnTo>
                    <a:pt x="5145" y="24818"/>
                  </a:lnTo>
                  <a:lnTo>
                    <a:pt x="5713" y="25461"/>
                  </a:lnTo>
                  <a:lnTo>
                    <a:pt x="6243" y="25991"/>
                  </a:lnTo>
                  <a:lnTo>
                    <a:pt x="7150" y="26786"/>
                  </a:lnTo>
                  <a:lnTo>
                    <a:pt x="7718" y="27240"/>
                  </a:lnTo>
                  <a:lnTo>
                    <a:pt x="45550" y="27013"/>
                  </a:lnTo>
                  <a:lnTo>
                    <a:pt x="65601" y="55008"/>
                  </a:lnTo>
                  <a:lnTo>
                    <a:pt x="81225" y="42788"/>
                  </a:lnTo>
                  <a:lnTo>
                    <a:pt x="66660" y="17971"/>
                  </a:lnTo>
                  <a:lnTo>
                    <a:pt x="65714" y="17252"/>
                  </a:lnTo>
                  <a:lnTo>
                    <a:pt x="64730" y="16495"/>
                  </a:lnTo>
                  <a:lnTo>
                    <a:pt x="63671" y="15777"/>
                  </a:lnTo>
                  <a:lnTo>
                    <a:pt x="62612" y="15058"/>
                  </a:lnTo>
                  <a:lnTo>
                    <a:pt x="61174" y="14150"/>
                  </a:lnTo>
                  <a:lnTo>
                    <a:pt x="59737" y="13280"/>
                  </a:lnTo>
                  <a:lnTo>
                    <a:pt x="58299" y="12485"/>
                  </a:lnTo>
                  <a:lnTo>
                    <a:pt x="56861" y="11729"/>
                  </a:lnTo>
                  <a:lnTo>
                    <a:pt x="55424" y="11048"/>
                  </a:lnTo>
                  <a:lnTo>
                    <a:pt x="53986" y="10404"/>
                  </a:lnTo>
                  <a:lnTo>
                    <a:pt x="52586" y="9799"/>
                  </a:lnTo>
                  <a:lnTo>
                    <a:pt x="51187" y="9269"/>
                  </a:lnTo>
                  <a:lnTo>
                    <a:pt x="49825" y="8740"/>
                  </a:lnTo>
                  <a:lnTo>
                    <a:pt x="48463" y="8286"/>
                  </a:lnTo>
                  <a:lnTo>
                    <a:pt x="47101" y="7870"/>
                  </a:lnTo>
                  <a:lnTo>
                    <a:pt x="45815" y="7454"/>
                  </a:lnTo>
                  <a:lnTo>
                    <a:pt x="44490" y="7113"/>
                  </a:lnTo>
                  <a:lnTo>
                    <a:pt x="43242" y="6810"/>
                  </a:lnTo>
                  <a:lnTo>
                    <a:pt x="41994" y="6546"/>
                  </a:lnTo>
                  <a:lnTo>
                    <a:pt x="40783" y="6281"/>
                  </a:lnTo>
                  <a:lnTo>
                    <a:pt x="378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5"/>
            <p:cNvSpPr/>
            <p:nvPr/>
          </p:nvSpPr>
          <p:spPr>
            <a:xfrm>
              <a:off x="2505250" y="4073300"/>
              <a:ext cx="268625" cy="344300"/>
            </a:xfrm>
            <a:custGeom>
              <a:rect b="b" l="l" r="r" t="t"/>
              <a:pathLst>
                <a:path extrusionOk="0" h="13772" w="10745">
                  <a:moveTo>
                    <a:pt x="303" y="1"/>
                  </a:moveTo>
                  <a:lnTo>
                    <a:pt x="152" y="76"/>
                  </a:lnTo>
                  <a:lnTo>
                    <a:pt x="38" y="190"/>
                  </a:lnTo>
                  <a:lnTo>
                    <a:pt x="1" y="341"/>
                  </a:lnTo>
                  <a:lnTo>
                    <a:pt x="1" y="530"/>
                  </a:lnTo>
                  <a:lnTo>
                    <a:pt x="76" y="682"/>
                  </a:lnTo>
                  <a:lnTo>
                    <a:pt x="9988" y="13582"/>
                  </a:lnTo>
                  <a:lnTo>
                    <a:pt x="10026" y="13658"/>
                  </a:lnTo>
                  <a:lnTo>
                    <a:pt x="10140" y="13734"/>
                  </a:lnTo>
                  <a:lnTo>
                    <a:pt x="10329" y="13771"/>
                  </a:lnTo>
                  <a:lnTo>
                    <a:pt x="10442" y="13734"/>
                  </a:lnTo>
                  <a:lnTo>
                    <a:pt x="10594" y="13658"/>
                  </a:lnTo>
                  <a:lnTo>
                    <a:pt x="10707" y="13544"/>
                  </a:lnTo>
                  <a:lnTo>
                    <a:pt x="10745" y="13393"/>
                  </a:lnTo>
                  <a:lnTo>
                    <a:pt x="10745" y="13204"/>
                  </a:lnTo>
                  <a:lnTo>
                    <a:pt x="10669" y="13053"/>
                  </a:lnTo>
                  <a:lnTo>
                    <a:pt x="757" y="152"/>
                  </a:lnTo>
                  <a:lnTo>
                    <a:pt x="644" y="39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5"/>
            <p:cNvSpPr/>
            <p:nvPr/>
          </p:nvSpPr>
          <p:spPr>
            <a:xfrm>
              <a:off x="1171675" y="1553700"/>
              <a:ext cx="1182275" cy="1937975"/>
            </a:xfrm>
            <a:custGeom>
              <a:rect b="b" l="l" r="r" t="t"/>
              <a:pathLst>
                <a:path extrusionOk="0" h="77519" w="47291">
                  <a:moveTo>
                    <a:pt x="14150" y="1"/>
                  </a:moveTo>
                  <a:lnTo>
                    <a:pt x="13053" y="1287"/>
                  </a:lnTo>
                  <a:lnTo>
                    <a:pt x="12031" y="2611"/>
                  </a:lnTo>
                  <a:lnTo>
                    <a:pt x="11048" y="3935"/>
                  </a:lnTo>
                  <a:lnTo>
                    <a:pt x="10102" y="5260"/>
                  </a:lnTo>
                  <a:lnTo>
                    <a:pt x="9421" y="6281"/>
                  </a:lnTo>
                  <a:lnTo>
                    <a:pt x="8740" y="7340"/>
                  </a:lnTo>
                  <a:lnTo>
                    <a:pt x="8097" y="8437"/>
                  </a:lnTo>
                  <a:lnTo>
                    <a:pt x="7492" y="9497"/>
                  </a:lnTo>
                  <a:lnTo>
                    <a:pt x="6924" y="10594"/>
                  </a:lnTo>
                  <a:lnTo>
                    <a:pt x="6357" y="11653"/>
                  </a:lnTo>
                  <a:lnTo>
                    <a:pt x="5865" y="12750"/>
                  </a:lnTo>
                  <a:lnTo>
                    <a:pt x="5335" y="13885"/>
                  </a:lnTo>
                  <a:lnTo>
                    <a:pt x="4881" y="14982"/>
                  </a:lnTo>
                  <a:lnTo>
                    <a:pt x="4427" y="16079"/>
                  </a:lnTo>
                  <a:lnTo>
                    <a:pt x="4011" y="17214"/>
                  </a:lnTo>
                  <a:lnTo>
                    <a:pt x="3595" y="18312"/>
                  </a:lnTo>
                  <a:lnTo>
                    <a:pt x="3217" y="19446"/>
                  </a:lnTo>
                  <a:lnTo>
                    <a:pt x="2876" y="20544"/>
                  </a:lnTo>
                  <a:lnTo>
                    <a:pt x="2233" y="22813"/>
                  </a:lnTo>
                  <a:lnTo>
                    <a:pt x="1703" y="25083"/>
                  </a:lnTo>
                  <a:lnTo>
                    <a:pt x="1249" y="27315"/>
                  </a:lnTo>
                  <a:lnTo>
                    <a:pt x="871" y="29585"/>
                  </a:lnTo>
                  <a:lnTo>
                    <a:pt x="568" y="31817"/>
                  </a:lnTo>
                  <a:lnTo>
                    <a:pt x="341" y="34087"/>
                  </a:lnTo>
                  <a:lnTo>
                    <a:pt x="152" y="36282"/>
                  </a:lnTo>
                  <a:lnTo>
                    <a:pt x="77" y="38514"/>
                  </a:lnTo>
                  <a:lnTo>
                    <a:pt x="1" y="40670"/>
                  </a:lnTo>
                  <a:lnTo>
                    <a:pt x="39" y="42864"/>
                  </a:lnTo>
                  <a:lnTo>
                    <a:pt x="77" y="44983"/>
                  </a:lnTo>
                  <a:lnTo>
                    <a:pt x="190" y="47064"/>
                  </a:lnTo>
                  <a:lnTo>
                    <a:pt x="341" y="49144"/>
                  </a:lnTo>
                  <a:lnTo>
                    <a:pt x="568" y="51149"/>
                  </a:lnTo>
                  <a:lnTo>
                    <a:pt x="795" y="53117"/>
                  </a:lnTo>
                  <a:lnTo>
                    <a:pt x="1022" y="55046"/>
                  </a:lnTo>
                  <a:lnTo>
                    <a:pt x="1325" y="56938"/>
                  </a:lnTo>
                  <a:lnTo>
                    <a:pt x="1628" y="58754"/>
                  </a:lnTo>
                  <a:lnTo>
                    <a:pt x="1968" y="60494"/>
                  </a:lnTo>
                  <a:lnTo>
                    <a:pt x="2309" y="62196"/>
                  </a:lnTo>
                  <a:lnTo>
                    <a:pt x="2649" y="63823"/>
                  </a:lnTo>
                  <a:lnTo>
                    <a:pt x="3368" y="66887"/>
                  </a:lnTo>
                  <a:lnTo>
                    <a:pt x="4087" y="69611"/>
                  </a:lnTo>
                  <a:lnTo>
                    <a:pt x="4881" y="70141"/>
                  </a:lnTo>
                  <a:lnTo>
                    <a:pt x="5865" y="70746"/>
                  </a:lnTo>
                  <a:lnTo>
                    <a:pt x="7038" y="71427"/>
                  </a:lnTo>
                  <a:lnTo>
                    <a:pt x="8400" y="72184"/>
                  </a:lnTo>
                  <a:lnTo>
                    <a:pt x="9913" y="72941"/>
                  </a:lnTo>
                  <a:lnTo>
                    <a:pt x="11615" y="73735"/>
                  </a:lnTo>
                  <a:lnTo>
                    <a:pt x="13431" y="74492"/>
                  </a:lnTo>
                  <a:lnTo>
                    <a:pt x="14415" y="74870"/>
                  </a:lnTo>
                  <a:lnTo>
                    <a:pt x="15436" y="75248"/>
                  </a:lnTo>
                  <a:lnTo>
                    <a:pt x="16458" y="75589"/>
                  </a:lnTo>
                  <a:lnTo>
                    <a:pt x="17555" y="75891"/>
                  </a:lnTo>
                  <a:lnTo>
                    <a:pt x="18652" y="76194"/>
                  </a:lnTo>
                  <a:lnTo>
                    <a:pt x="19787" y="76459"/>
                  </a:lnTo>
                  <a:lnTo>
                    <a:pt x="20960" y="76724"/>
                  </a:lnTo>
                  <a:lnTo>
                    <a:pt x="22170" y="76951"/>
                  </a:lnTo>
                  <a:lnTo>
                    <a:pt x="23381" y="77140"/>
                  </a:lnTo>
                  <a:lnTo>
                    <a:pt x="24629" y="77291"/>
                  </a:lnTo>
                  <a:lnTo>
                    <a:pt x="25916" y="77405"/>
                  </a:lnTo>
                  <a:lnTo>
                    <a:pt x="27202" y="77480"/>
                  </a:lnTo>
                  <a:lnTo>
                    <a:pt x="28526" y="77518"/>
                  </a:lnTo>
                  <a:lnTo>
                    <a:pt x="29888" y="77518"/>
                  </a:lnTo>
                  <a:lnTo>
                    <a:pt x="31250" y="77443"/>
                  </a:lnTo>
                  <a:lnTo>
                    <a:pt x="32650" y="77329"/>
                  </a:lnTo>
                  <a:lnTo>
                    <a:pt x="34049" y="77178"/>
                  </a:lnTo>
                  <a:lnTo>
                    <a:pt x="35487" y="76951"/>
                  </a:lnTo>
                  <a:lnTo>
                    <a:pt x="37227" y="76610"/>
                  </a:lnTo>
                  <a:lnTo>
                    <a:pt x="38930" y="76156"/>
                  </a:lnTo>
                  <a:lnTo>
                    <a:pt x="40519" y="75702"/>
                  </a:lnTo>
                  <a:lnTo>
                    <a:pt x="42070" y="75173"/>
                  </a:lnTo>
                  <a:lnTo>
                    <a:pt x="43507" y="74605"/>
                  </a:lnTo>
                  <a:lnTo>
                    <a:pt x="44832" y="74000"/>
                  </a:lnTo>
                  <a:lnTo>
                    <a:pt x="46118" y="73395"/>
                  </a:lnTo>
                  <a:lnTo>
                    <a:pt x="47291" y="72789"/>
                  </a:lnTo>
                  <a:lnTo>
                    <a:pt x="47064" y="69763"/>
                  </a:lnTo>
                  <a:lnTo>
                    <a:pt x="46799" y="66698"/>
                  </a:lnTo>
                  <a:lnTo>
                    <a:pt x="46420" y="63558"/>
                  </a:lnTo>
                  <a:lnTo>
                    <a:pt x="46004" y="60380"/>
                  </a:lnTo>
                  <a:lnTo>
                    <a:pt x="45702" y="58300"/>
                  </a:lnTo>
                  <a:lnTo>
                    <a:pt x="45361" y="56219"/>
                  </a:lnTo>
                  <a:lnTo>
                    <a:pt x="44983" y="54176"/>
                  </a:lnTo>
                  <a:lnTo>
                    <a:pt x="44605" y="52133"/>
                  </a:lnTo>
                  <a:lnTo>
                    <a:pt x="44188" y="50128"/>
                  </a:lnTo>
                  <a:lnTo>
                    <a:pt x="43772" y="48161"/>
                  </a:lnTo>
                  <a:lnTo>
                    <a:pt x="43318" y="46194"/>
                  </a:lnTo>
                  <a:lnTo>
                    <a:pt x="42864" y="44264"/>
                  </a:lnTo>
                  <a:lnTo>
                    <a:pt x="42372" y="42335"/>
                  </a:lnTo>
                  <a:lnTo>
                    <a:pt x="41843" y="40443"/>
                  </a:lnTo>
                  <a:lnTo>
                    <a:pt x="41313" y="38589"/>
                  </a:lnTo>
                  <a:lnTo>
                    <a:pt x="40784" y="36736"/>
                  </a:lnTo>
                  <a:lnTo>
                    <a:pt x="39649" y="33104"/>
                  </a:lnTo>
                  <a:lnTo>
                    <a:pt x="38438" y="29585"/>
                  </a:lnTo>
                  <a:lnTo>
                    <a:pt x="37189" y="26143"/>
                  </a:lnTo>
                  <a:lnTo>
                    <a:pt x="35865" y="22813"/>
                  </a:lnTo>
                  <a:lnTo>
                    <a:pt x="34503" y="19560"/>
                  </a:lnTo>
                  <a:lnTo>
                    <a:pt x="33141" y="16420"/>
                  </a:lnTo>
                  <a:lnTo>
                    <a:pt x="31704" y="13356"/>
                  </a:lnTo>
                  <a:lnTo>
                    <a:pt x="30266" y="10405"/>
                  </a:lnTo>
                  <a:lnTo>
                    <a:pt x="28829" y="7567"/>
                  </a:lnTo>
                  <a:lnTo>
                    <a:pt x="27353" y="4806"/>
                  </a:lnTo>
                  <a:lnTo>
                    <a:pt x="141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5"/>
            <p:cNvSpPr/>
            <p:nvPr/>
          </p:nvSpPr>
          <p:spPr>
            <a:xfrm>
              <a:off x="1644575" y="1728675"/>
              <a:ext cx="1079175" cy="588325"/>
            </a:xfrm>
            <a:custGeom>
              <a:rect b="b" l="l" r="r" t="t"/>
              <a:pathLst>
                <a:path extrusionOk="0" h="23533" w="43167">
                  <a:moveTo>
                    <a:pt x="5638" y="1"/>
                  </a:moveTo>
                  <a:lnTo>
                    <a:pt x="5335" y="190"/>
                  </a:lnTo>
                  <a:lnTo>
                    <a:pt x="4881" y="417"/>
                  </a:lnTo>
                  <a:lnTo>
                    <a:pt x="4314" y="795"/>
                  </a:lnTo>
                  <a:lnTo>
                    <a:pt x="3708" y="1287"/>
                  </a:lnTo>
                  <a:lnTo>
                    <a:pt x="3027" y="1892"/>
                  </a:lnTo>
                  <a:lnTo>
                    <a:pt x="2687" y="2233"/>
                  </a:lnTo>
                  <a:lnTo>
                    <a:pt x="2384" y="2649"/>
                  </a:lnTo>
                  <a:lnTo>
                    <a:pt x="2044" y="3065"/>
                  </a:lnTo>
                  <a:lnTo>
                    <a:pt x="1741" y="3557"/>
                  </a:lnTo>
                  <a:lnTo>
                    <a:pt x="1438" y="4087"/>
                  </a:lnTo>
                  <a:lnTo>
                    <a:pt x="1136" y="4616"/>
                  </a:lnTo>
                  <a:lnTo>
                    <a:pt x="871" y="5222"/>
                  </a:lnTo>
                  <a:lnTo>
                    <a:pt x="644" y="5865"/>
                  </a:lnTo>
                  <a:lnTo>
                    <a:pt x="455" y="6508"/>
                  </a:lnTo>
                  <a:lnTo>
                    <a:pt x="266" y="7151"/>
                  </a:lnTo>
                  <a:lnTo>
                    <a:pt x="152" y="7794"/>
                  </a:lnTo>
                  <a:lnTo>
                    <a:pt x="76" y="8475"/>
                  </a:lnTo>
                  <a:lnTo>
                    <a:pt x="1" y="9118"/>
                  </a:lnTo>
                  <a:lnTo>
                    <a:pt x="1" y="9799"/>
                  </a:lnTo>
                  <a:lnTo>
                    <a:pt x="1" y="10480"/>
                  </a:lnTo>
                  <a:lnTo>
                    <a:pt x="76" y="11123"/>
                  </a:lnTo>
                  <a:lnTo>
                    <a:pt x="152" y="11804"/>
                  </a:lnTo>
                  <a:lnTo>
                    <a:pt x="266" y="12447"/>
                  </a:lnTo>
                  <a:lnTo>
                    <a:pt x="417" y="13091"/>
                  </a:lnTo>
                  <a:lnTo>
                    <a:pt x="606" y="13696"/>
                  </a:lnTo>
                  <a:lnTo>
                    <a:pt x="833" y="14339"/>
                  </a:lnTo>
                  <a:lnTo>
                    <a:pt x="1098" y="14907"/>
                  </a:lnTo>
                  <a:lnTo>
                    <a:pt x="3292" y="15890"/>
                  </a:lnTo>
                  <a:lnTo>
                    <a:pt x="5562" y="16836"/>
                  </a:lnTo>
                  <a:lnTo>
                    <a:pt x="7908" y="17706"/>
                  </a:lnTo>
                  <a:lnTo>
                    <a:pt x="10367" y="18538"/>
                  </a:lnTo>
                  <a:lnTo>
                    <a:pt x="11048" y="18803"/>
                  </a:lnTo>
                  <a:lnTo>
                    <a:pt x="11766" y="19030"/>
                  </a:lnTo>
                  <a:lnTo>
                    <a:pt x="13242" y="19522"/>
                  </a:lnTo>
                  <a:lnTo>
                    <a:pt x="14717" y="19938"/>
                  </a:lnTo>
                  <a:lnTo>
                    <a:pt x="17593" y="20733"/>
                  </a:lnTo>
                  <a:lnTo>
                    <a:pt x="20279" y="21338"/>
                  </a:lnTo>
                  <a:lnTo>
                    <a:pt x="22889" y="21868"/>
                  </a:lnTo>
                  <a:lnTo>
                    <a:pt x="25424" y="22322"/>
                  </a:lnTo>
                  <a:lnTo>
                    <a:pt x="27958" y="22700"/>
                  </a:lnTo>
                  <a:lnTo>
                    <a:pt x="30380" y="23003"/>
                  </a:lnTo>
                  <a:lnTo>
                    <a:pt x="32763" y="23230"/>
                  </a:lnTo>
                  <a:lnTo>
                    <a:pt x="35109" y="23419"/>
                  </a:lnTo>
                  <a:lnTo>
                    <a:pt x="37379" y="23532"/>
                  </a:lnTo>
                  <a:lnTo>
                    <a:pt x="43167" y="11426"/>
                  </a:lnTo>
                  <a:lnTo>
                    <a:pt x="33331" y="8399"/>
                  </a:lnTo>
                  <a:lnTo>
                    <a:pt x="23494" y="5449"/>
                  </a:lnTo>
                  <a:lnTo>
                    <a:pt x="56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5"/>
            <p:cNvSpPr/>
            <p:nvPr/>
          </p:nvSpPr>
          <p:spPr>
            <a:xfrm>
              <a:off x="1509325" y="1715450"/>
              <a:ext cx="1259825" cy="712200"/>
            </a:xfrm>
            <a:custGeom>
              <a:rect b="b" l="l" r="r" t="t"/>
              <a:pathLst>
                <a:path extrusionOk="0" h="28488" w="50393">
                  <a:moveTo>
                    <a:pt x="11123" y="0"/>
                  </a:moveTo>
                  <a:lnTo>
                    <a:pt x="10556" y="189"/>
                  </a:lnTo>
                  <a:lnTo>
                    <a:pt x="9875" y="416"/>
                  </a:lnTo>
                  <a:lnTo>
                    <a:pt x="9194" y="681"/>
                  </a:lnTo>
                  <a:lnTo>
                    <a:pt x="8437" y="1059"/>
                  </a:lnTo>
                  <a:lnTo>
                    <a:pt x="7681" y="1476"/>
                  </a:lnTo>
                  <a:lnTo>
                    <a:pt x="6886" y="1930"/>
                  </a:lnTo>
                  <a:lnTo>
                    <a:pt x="6092" y="2497"/>
                  </a:lnTo>
                  <a:lnTo>
                    <a:pt x="5297" y="3178"/>
                  </a:lnTo>
                  <a:lnTo>
                    <a:pt x="4843" y="3556"/>
                  </a:lnTo>
                  <a:lnTo>
                    <a:pt x="4427" y="3973"/>
                  </a:lnTo>
                  <a:lnTo>
                    <a:pt x="3708" y="4805"/>
                  </a:lnTo>
                  <a:lnTo>
                    <a:pt x="3065" y="5637"/>
                  </a:lnTo>
                  <a:lnTo>
                    <a:pt x="2498" y="6469"/>
                  </a:lnTo>
                  <a:lnTo>
                    <a:pt x="1968" y="7340"/>
                  </a:lnTo>
                  <a:lnTo>
                    <a:pt x="1552" y="8210"/>
                  </a:lnTo>
                  <a:lnTo>
                    <a:pt x="1211" y="9042"/>
                  </a:lnTo>
                  <a:lnTo>
                    <a:pt x="909" y="9836"/>
                  </a:lnTo>
                  <a:lnTo>
                    <a:pt x="644" y="10631"/>
                  </a:lnTo>
                  <a:lnTo>
                    <a:pt x="455" y="11388"/>
                  </a:lnTo>
                  <a:lnTo>
                    <a:pt x="303" y="12069"/>
                  </a:lnTo>
                  <a:lnTo>
                    <a:pt x="190" y="12712"/>
                  </a:lnTo>
                  <a:lnTo>
                    <a:pt x="76" y="13733"/>
                  </a:lnTo>
                  <a:lnTo>
                    <a:pt x="1" y="14452"/>
                  </a:lnTo>
                  <a:lnTo>
                    <a:pt x="1438" y="15284"/>
                  </a:lnTo>
                  <a:lnTo>
                    <a:pt x="2914" y="16154"/>
                  </a:lnTo>
                  <a:lnTo>
                    <a:pt x="4465" y="17024"/>
                  </a:lnTo>
                  <a:lnTo>
                    <a:pt x="6130" y="17857"/>
                  </a:lnTo>
                  <a:lnTo>
                    <a:pt x="7832" y="18727"/>
                  </a:lnTo>
                  <a:lnTo>
                    <a:pt x="9610" y="19597"/>
                  </a:lnTo>
                  <a:lnTo>
                    <a:pt x="11464" y="20429"/>
                  </a:lnTo>
                  <a:lnTo>
                    <a:pt x="13393" y="21224"/>
                  </a:lnTo>
                  <a:lnTo>
                    <a:pt x="15361" y="22056"/>
                  </a:lnTo>
                  <a:lnTo>
                    <a:pt x="17441" y="22813"/>
                  </a:lnTo>
                  <a:lnTo>
                    <a:pt x="19560" y="23569"/>
                  </a:lnTo>
                  <a:lnTo>
                    <a:pt x="21754" y="24288"/>
                  </a:lnTo>
                  <a:lnTo>
                    <a:pt x="24024" y="24969"/>
                  </a:lnTo>
                  <a:lnTo>
                    <a:pt x="26370" y="25574"/>
                  </a:lnTo>
                  <a:lnTo>
                    <a:pt x="28791" y="26180"/>
                  </a:lnTo>
                  <a:lnTo>
                    <a:pt x="31250" y="26709"/>
                  </a:lnTo>
                  <a:lnTo>
                    <a:pt x="33217" y="27088"/>
                  </a:lnTo>
                  <a:lnTo>
                    <a:pt x="35184" y="27390"/>
                  </a:lnTo>
                  <a:lnTo>
                    <a:pt x="37076" y="27693"/>
                  </a:lnTo>
                  <a:lnTo>
                    <a:pt x="38930" y="27920"/>
                  </a:lnTo>
                  <a:lnTo>
                    <a:pt x="40746" y="28109"/>
                  </a:lnTo>
                  <a:lnTo>
                    <a:pt x="42524" y="28298"/>
                  </a:lnTo>
                  <a:lnTo>
                    <a:pt x="44264" y="28412"/>
                  </a:lnTo>
                  <a:lnTo>
                    <a:pt x="45929" y="28487"/>
                  </a:lnTo>
                  <a:lnTo>
                    <a:pt x="46345" y="28450"/>
                  </a:lnTo>
                  <a:lnTo>
                    <a:pt x="46610" y="28412"/>
                  </a:lnTo>
                  <a:lnTo>
                    <a:pt x="46912" y="28336"/>
                  </a:lnTo>
                  <a:lnTo>
                    <a:pt x="47253" y="28223"/>
                  </a:lnTo>
                  <a:lnTo>
                    <a:pt x="47593" y="28071"/>
                  </a:lnTo>
                  <a:lnTo>
                    <a:pt x="47971" y="27844"/>
                  </a:lnTo>
                  <a:lnTo>
                    <a:pt x="48350" y="27580"/>
                  </a:lnTo>
                  <a:lnTo>
                    <a:pt x="48577" y="27390"/>
                  </a:lnTo>
                  <a:lnTo>
                    <a:pt x="48804" y="27163"/>
                  </a:lnTo>
                  <a:lnTo>
                    <a:pt x="49144" y="26709"/>
                  </a:lnTo>
                  <a:lnTo>
                    <a:pt x="49371" y="26293"/>
                  </a:lnTo>
                  <a:lnTo>
                    <a:pt x="49523" y="25991"/>
                  </a:lnTo>
                  <a:lnTo>
                    <a:pt x="49712" y="25499"/>
                  </a:lnTo>
                  <a:lnTo>
                    <a:pt x="49863" y="24931"/>
                  </a:lnTo>
                  <a:lnTo>
                    <a:pt x="50052" y="24364"/>
                  </a:lnTo>
                  <a:lnTo>
                    <a:pt x="50166" y="23759"/>
                  </a:lnTo>
                  <a:lnTo>
                    <a:pt x="50279" y="23078"/>
                  </a:lnTo>
                  <a:lnTo>
                    <a:pt x="50355" y="22397"/>
                  </a:lnTo>
                  <a:lnTo>
                    <a:pt x="50393" y="21678"/>
                  </a:lnTo>
                  <a:lnTo>
                    <a:pt x="50355" y="20921"/>
                  </a:lnTo>
                  <a:lnTo>
                    <a:pt x="50317" y="20316"/>
                  </a:lnTo>
                  <a:lnTo>
                    <a:pt x="50241" y="19711"/>
                  </a:lnTo>
                  <a:lnTo>
                    <a:pt x="50128" y="19143"/>
                  </a:lnTo>
                  <a:lnTo>
                    <a:pt x="49977" y="18576"/>
                  </a:lnTo>
                  <a:lnTo>
                    <a:pt x="49825" y="18008"/>
                  </a:lnTo>
                  <a:lnTo>
                    <a:pt x="49636" y="17478"/>
                  </a:lnTo>
                  <a:lnTo>
                    <a:pt x="49447" y="16987"/>
                  </a:lnTo>
                  <a:lnTo>
                    <a:pt x="49220" y="16495"/>
                  </a:lnTo>
                  <a:lnTo>
                    <a:pt x="48728" y="15549"/>
                  </a:lnTo>
                  <a:lnTo>
                    <a:pt x="48161" y="14679"/>
                  </a:lnTo>
                  <a:lnTo>
                    <a:pt x="47593" y="13884"/>
                  </a:lnTo>
                  <a:lnTo>
                    <a:pt x="46988" y="13166"/>
                  </a:lnTo>
                  <a:lnTo>
                    <a:pt x="46383" y="12485"/>
                  </a:lnTo>
                  <a:lnTo>
                    <a:pt x="45777" y="11917"/>
                  </a:lnTo>
                  <a:lnTo>
                    <a:pt x="45210" y="11388"/>
                  </a:lnTo>
                  <a:lnTo>
                    <a:pt x="44680" y="10971"/>
                  </a:lnTo>
                  <a:lnTo>
                    <a:pt x="43810" y="10328"/>
                  </a:lnTo>
                  <a:lnTo>
                    <a:pt x="43280" y="9950"/>
                  </a:lnTo>
                  <a:lnTo>
                    <a:pt x="111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5"/>
            <p:cNvSpPr/>
            <p:nvPr/>
          </p:nvSpPr>
          <p:spPr>
            <a:xfrm>
              <a:off x="2585650" y="1999175"/>
              <a:ext cx="104050" cy="367950"/>
            </a:xfrm>
            <a:custGeom>
              <a:rect b="b" l="l" r="r" t="t"/>
              <a:pathLst>
                <a:path extrusionOk="0" h="14718" w="4162">
                  <a:moveTo>
                    <a:pt x="341" y="1"/>
                  </a:moveTo>
                  <a:lnTo>
                    <a:pt x="189" y="76"/>
                  </a:lnTo>
                  <a:lnTo>
                    <a:pt x="76" y="190"/>
                  </a:lnTo>
                  <a:lnTo>
                    <a:pt x="0" y="341"/>
                  </a:lnTo>
                  <a:lnTo>
                    <a:pt x="38" y="530"/>
                  </a:lnTo>
                  <a:lnTo>
                    <a:pt x="76" y="682"/>
                  </a:lnTo>
                  <a:lnTo>
                    <a:pt x="530" y="1287"/>
                  </a:lnTo>
                  <a:lnTo>
                    <a:pt x="908" y="1892"/>
                  </a:lnTo>
                  <a:lnTo>
                    <a:pt x="1287" y="2535"/>
                  </a:lnTo>
                  <a:lnTo>
                    <a:pt x="1589" y="3179"/>
                  </a:lnTo>
                  <a:lnTo>
                    <a:pt x="1930" y="3860"/>
                  </a:lnTo>
                  <a:lnTo>
                    <a:pt x="2195" y="4541"/>
                  </a:lnTo>
                  <a:lnTo>
                    <a:pt x="2422" y="5221"/>
                  </a:lnTo>
                  <a:lnTo>
                    <a:pt x="2649" y="5902"/>
                  </a:lnTo>
                  <a:lnTo>
                    <a:pt x="2913" y="6924"/>
                  </a:lnTo>
                  <a:lnTo>
                    <a:pt x="3103" y="7945"/>
                  </a:lnTo>
                  <a:lnTo>
                    <a:pt x="3216" y="8967"/>
                  </a:lnTo>
                  <a:lnTo>
                    <a:pt x="3292" y="10026"/>
                  </a:lnTo>
                  <a:lnTo>
                    <a:pt x="3292" y="11048"/>
                  </a:lnTo>
                  <a:lnTo>
                    <a:pt x="3216" y="12107"/>
                  </a:lnTo>
                  <a:lnTo>
                    <a:pt x="3065" y="13166"/>
                  </a:lnTo>
                  <a:lnTo>
                    <a:pt x="2876" y="14188"/>
                  </a:lnTo>
                  <a:lnTo>
                    <a:pt x="2876" y="14339"/>
                  </a:lnTo>
                  <a:lnTo>
                    <a:pt x="2951" y="14528"/>
                  </a:lnTo>
                  <a:lnTo>
                    <a:pt x="3103" y="14642"/>
                  </a:lnTo>
                  <a:lnTo>
                    <a:pt x="3292" y="14717"/>
                  </a:lnTo>
                  <a:lnTo>
                    <a:pt x="3443" y="14679"/>
                  </a:lnTo>
                  <a:lnTo>
                    <a:pt x="3594" y="14604"/>
                  </a:lnTo>
                  <a:lnTo>
                    <a:pt x="3670" y="14528"/>
                  </a:lnTo>
                  <a:lnTo>
                    <a:pt x="3746" y="14377"/>
                  </a:lnTo>
                  <a:lnTo>
                    <a:pt x="3935" y="13280"/>
                  </a:lnTo>
                  <a:lnTo>
                    <a:pt x="4086" y="12183"/>
                  </a:lnTo>
                  <a:lnTo>
                    <a:pt x="4124" y="11085"/>
                  </a:lnTo>
                  <a:lnTo>
                    <a:pt x="4162" y="9988"/>
                  </a:lnTo>
                  <a:lnTo>
                    <a:pt x="4086" y="8891"/>
                  </a:lnTo>
                  <a:lnTo>
                    <a:pt x="3935" y="7794"/>
                  </a:lnTo>
                  <a:lnTo>
                    <a:pt x="3746" y="6735"/>
                  </a:lnTo>
                  <a:lnTo>
                    <a:pt x="3481" y="5675"/>
                  </a:lnTo>
                  <a:lnTo>
                    <a:pt x="3254" y="4957"/>
                  </a:lnTo>
                  <a:lnTo>
                    <a:pt x="2989" y="4238"/>
                  </a:lnTo>
                  <a:lnTo>
                    <a:pt x="2724" y="3519"/>
                  </a:lnTo>
                  <a:lnTo>
                    <a:pt x="2384" y="2800"/>
                  </a:lnTo>
                  <a:lnTo>
                    <a:pt x="2043" y="2119"/>
                  </a:lnTo>
                  <a:lnTo>
                    <a:pt x="1665" y="1476"/>
                  </a:lnTo>
                  <a:lnTo>
                    <a:pt x="1249" y="795"/>
                  </a:lnTo>
                  <a:lnTo>
                    <a:pt x="795" y="190"/>
                  </a:lnTo>
                  <a:lnTo>
                    <a:pt x="681" y="39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5"/>
            <p:cNvSpPr/>
            <p:nvPr/>
          </p:nvSpPr>
          <p:spPr>
            <a:xfrm>
              <a:off x="2544025" y="1999175"/>
              <a:ext cx="53950" cy="149475"/>
            </a:xfrm>
            <a:custGeom>
              <a:rect b="b" l="l" r="r" t="t"/>
              <a:pathLst>
                <a:path extrusionOk="0" h="5979" w="2158">
                  <a:moveTo>
                    <a:pt x="341" y="1"/>
                  </a:moveTo>
                  <a:lnTo>
                    <a:pt x="190" y="76"/>
                  </a:lnTo>
                  <a:lnTo>
                    <a:pt x="76" y="190"/>
                  </a:lnTo>
                  <a:lnTo>
                    <a:pt x="1" y="379"/>
                  </a:lnTo>
                  <a:lnTo>
                    <a:pt x="1" y="530"/>
                  </a:lnTo>
                  <a:lnTo>
                    <a:pt x="1325" y="5675"/>
                  </a:lnTo>
                  <a:lnTo>
                    <a:pt x="1401" y="5789"/>
                  </a:lnTo>
                  <a:lnTo>
                    <a:pt x="1476" y="5902"/>
                  </a:lnTo>
                  <a:lnTo>
                    <a:pt x="1628" y="5978"/>
                  </a:lnTo>
                  <a:lnTo>
                    <a:pt x="1854" y="5978"/>
                  </a:lnTo>
                  <a:lnTo>
                    <a:pt x="2006" y="5902"/>
                  </a:lnTo>
                  <a:lnTo>
                    <a:pt x="2119" y="5789"/>
                  </a:lnTo>
                  <a:lnTo>
                    <a:pt x="2157" y="5638"/>
                  </a:lnTo>
                  <a:lnTo>
                    <a:pt x="2157" y="5448"/>
                  </a:lnTo>
                  <a:lnTo>
                    <a:pt x="871" y="303"/>
                  </a:lnTo>
                  <a:lnTo>
                    <a:pt x="795" y="152"/>
                  </a:lnTo>
                  <a:lnTo>
                    <a:pt x="644" y="76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5"/>
            <p:cNvSpPr/>
            <p:nvPr/>
          </p:nvSpPr>
          <p:spPr>
            <a:xfrm>
              <a:off x="1534875" y="2199700"/>
              <a:ext cx="581675" cy="149450"/>
            </a:xfrm>
            <a:custGeom>
              <a:rect b="b" l="l" r="r" t="t"/>
              <a:pathLst>
                <a:path extrusionOk="0" h="5978" w="23267">
                  <a:moveTo>
                    <a:pt x="379" y="0"/>
                  </a:moveTo>
                  <a:lnTo>
                    <a:pt x="227" y="38"/>
                  </a:lnTo>
                  <a:lnTo>
                    <a:pt x="76" y="151"/>
                  </a:lnTo>
                  <a:lnTo>
                    <a:pt x="38" y="303"/>
                  </a:lnTo>
                  <a:lnTo>
                    <a:pt x="0" y="492"/>
                  </a:lnTo>
                  <a:lnTo>
                    <a:pt x="76" y="643"/>
                  </a:lnTo>
                  <a:lnTo>
                    <a:pt x="189" y="757"/>
                  </a:lnTo>
                  <a:lnTo>
                    <a:pt x="341" y="832"/>
                  </a:lnTo>
                  <a:lnTo>
                    <a:pt x="22851" y="5977"/>
                  </a:lnTo>
                  <a:lnTo>
                    <a:pt x="23002" y="5940"/>
                  </a:lnTo>
                  <a:lnTo>
                    <a:pt x="23115" y="5864"/>
                  </a:lnTo>
                  <a:lnTo>
                    <a:pt x="23229" y="5788"/>
                  </a:lnTo>
                  <a:lnTo>
                    <a:pt x="23267" y="5637"/>
                  </a:lnTo>
                  <a:lnTo>
                    <a:pt x="23267" y="5448"/>
                  </a:lnTo>
                  <a:lnTo>
                    <a:pt x="23229" y="5296"/>
                  </a:lnTo>
                  <a:lnTo>
                    <a:pt x="23115" y="5183"/>
                  </a:lnTo>
                  <a:lnTo>
                    <a:pt x="22964" y="5107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5"/>
            <p:cNvSpPr/>
            <p:nvPr/>
          </p:nvSpPr>
          <p:spPr>
            <a:xfrm>
              <a:off x="2164775" y="1370225"/>
              <a:ext cx="120125" cy="41650"/>
            </a:xfrm>
            <a:custGeom>
              <a:rect b="b" l="l" r="r" t="t"/>
              <a:pathLst>
                <a:path extrusionOk="0" h="1666" w="4805">
                  <a:moveTo>
                    <a:pt x="416" y="1"/>
                  </a:moveTo>
                  <a:lnTo>
                    <a:pt x="265" y="76"/>
                  </a:lnTo>
                  <a:lnTo>
                    <a:pt x="114" y="152"/>
                  </a:lnTo>
                  <a:lnTo>
                    <a:pt x="38" y="303"/>
                  </a:lnTo>
                  <a:lnTo>
                    <a:pt x="0" y="455"/>
                  </a:lnTo>
                  <a:lnTo>
                    <a:pt x="38" y="644"/>
                  </a:lnTo>
                  <a:lnTo>
                    <a:pt x="152" y="757"/>
                  </a:lnTo>
                  <a:lnTo>
                    <a:pt x="454" y="1022"/>
                  </a:lnTo>
                  <a:lnTo>
                    <a:pt x="681" y="1136"/>
                  </a:lnTo>
                  <a:lnTo>
                    <a:pt x="946" y="1287"/>
                  </a:lnTo>
                  <a:lnTo>
                    <a:pt x="1249" y="1438"/>
                  </a:lnTo>
                  <a:lnTo>
                    <a:pt x="1589" y="1552"/>
                  </a:lnTo>
                  <a:lnTo>
                    <a:pt x="2005" y="1627"/>
                  </a:lnTo>
                  <a:lnTo>
                    <a:pt x="2459" y="1665"/>
                  </a:lnTo>
                  <a:lnTo>
                    <a:pt x="2838" y="1627"/>
                  </a:lnTo>
                  <a:lnTo>
                    <a:pt x="3216" y="1552"/>
                  </a:lnTo>
                  <a:lnTo>
                    <a:pt x="3556" y="1476"/>
                  </a:lnTo>
                  <a:lnTo>
                    <a:pt x="3859" y="1325"/>
                  </a:lnTo>
                  <a:lnTo>
                    <a:pt x="4124" y="1211"/>
                  </a:lnTo>
                  <a:lnTo>
                    <a:pt x="4351" y="1060"/>
                  </a:lnTo>
                  <a:lnTo>
                    <a:pt x="4654" y="833"/>
                  </a:lnTo>
                  <a:lnTo>
                    <a:pt x="4767" y="719"/>
                  </a:lnTo>
                  <a:lnTo>
                    <a:pt x="4805" y="530"/>
                  </a:lnTo>
                  <a:lnTo>
                    <a:pt x="4805" y="379"/>
                  </a:lnTo>
                  <a:lnTo>
                    <a:pt x="4729" y="228"/>
                  </a:lnTo>
                  <a:lnTo>
                    <a:pt x="4578" y="114"/>
                  </a:lnTo>
                  <a:lnTo>
                    <a:pt x="4427" y="76"/>
                  </a:lnTo>
                  <a:lnTo>
                    <a:pt x="4237" y="114"/>
                  </a:lnTo>
                  <a:lnTo>
                    <a:pt x="4086" y="190"/>
                  </a:lnTo>
                  <a:lnTo>
                    <a:pt x="3859" y="341"/>
                  </a:lnTo>
                  <a:lnTo>
                    <a:pt x="3481" y="568"/>
                  </a:lnTo>
                  <a:lnTo>
                    <a:pt x="3254" y="644"/>
                  </a:lnTo>
                  <a:lnTo>
                    <a:pt x="2989" y="719"/>
                  </a:lnTo>
                  <a:lnTo>
                    <a:pt x="2686" y="795"/>
                  </a:lnTo>
                  <a:lnTo>
                    <a:pt x="2346" y="795"/>
                  </a:lnTo>
                  <a:lnTo>
                    <a:pt x="2043" y="757"/>
                  </a:lnTo>
                  <a:lnTo>
                    <a:pt x="1778" y="719"/>
                  </a:lnTo>
                  <a:lnTo>
                    <a:pt x="1513" y="606"/>
                  </a:lnTo>
                  <a:lnTo>
                    <a:pt x="1324" y="530"/>
                  </a:lnTo>
                  <a:lnTo>
                    <a:pt x="946" y="303"/>
                  </a:lnTo>
                  <a:lnTo>
                    <a:pt x="719" y="114"/>
                  </a:lnTo>
                  <a:lnTo>
                    <a:pt x="568" y="38"/>
                  </a:lnTo>
                  <a:lnTo>
                    <a:pt x="4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5"/>
            <p:cNvSpPr/>
            <p:nvPr/>
          </p:nvSpPr>
          <p:spPr>
            <a:xfrm>
              <a:off x="3442525" y="1205650"/>
              <a:ext cx="328225" cy="499425"/>
            </a:xfrm>
            <a:custGeom>
              <a:rect b="b" l="l" r="r" t="t"/>
              <a:pathLst>
                <a:path extrusionOk="0" h="19977" w="13129">
                  <a:moveTo>
                    <a:pt x="13128" y="1"/>
                  </a:moveTo>
                  <a:lnTo>
                    <a:pt x="5865" y="8248"/>
                  </a:lnTo>
                  <a:lnTo>
                    <a:pt x="5411" y="6886"/>
                  </a:lnTo>
                  <a:lnTo>
                    <a:pt x="4995" y="5676"/>
                  </a:lnTo>
                  <a:lnTo>
                    <a:pt x="4579" y="4692"/>
                  </a:lnTo>
                  <a:lnTo>
                    <a:pt x="4238" y="3898"/>
                  </a:lnTo>
                  <a:lnTo>
                    <a:pt x="3898" y="3292"/>
                  </a:lnTo>
                  <a:lnTo>
                    <a:pt x="3595" y="2838"/>
                  </a:lnTo>
                  <a:lnTo>
                    <a:pt x="3444" y="2687"/>
                  </a:lnTo>
                  <a:lnTo>
                    <a:pt x="3330" y="2611"/>
                  </a:lnTo>
                  <a:lnTo>
                    <a:pt x="3217" y="2536"/>
                  </a:lnTo>
                  <a:lnTo>
                    <a:pt x="3103" y="2536"/>
                  </a:lnTo>
                  <a:lnTo>
                    <a:pt x="3027" y="2573"/>
                  </a:lnTo>
                  <a:lnTo>
                    <a:pt x="2952" y="2611"/>
                  </a:lnTo>
                  <a:lnTo>
                    <a:pt x="2800" y="2800"/>
                  </a:lnTo>
                  <a:lnTo>
                    <a:pt x="2687" y="3103"/>
                  </a:lnTo>
                  <a:lnTo>
                    <a:pt x="2611" y="3519"/>
                  </a:lnTo>
                  <a:lnTo>
                    <a:pt x="2536" y="4011"/>
                  </a:lnTo>
                  <a:lnTo>
                    <a:pt x="2460" y="4654"/>
                  </a:lnTo>
                  <a:lnTo>
                    <a:pt x="2422" y="5373"/>
                  </a:lnTo>
                  <a:lnTo>
                    <a:pt x="2422" y="6205"/>
                  </a:lnTo>
                  <a:lnTo>
                    <a:pt x="1" y="15512"/>
                  </a:lnTo>
                  <a:lnTo>
                    <a:pt x="2460" y="19976"/>
                  </a:lnTo>
                  <a:lnTo>
                    <a:pt x="11615" y="7038"/>
                  </a:lnTo>
                  <a:lnTo>
                    <a:pt x="13128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5"/>
            <p:cNvSpPr/>
            <p:nvPr/>
          </p:nvSpPr>
          <p:spPr>
            <a:xfrm>
              <a:off x="3300675" y="1112025"/>
              <a:ext cx="161750" cy="322550"/>
            </a:xfrm>
            <a:custGeom>
              <a:rect b="b" l="l" r="r" t="t"/>
              <a:pathLst>
                <a:path extrusionOk="0" h="12902" w="6470">
                  <a:moveTo>
                    <a:pt x="2951" y="1"/>
                  </a:moveTo>
                  <a:lnTo>
                    <a:pt x="2800" y="38"/>
                  </a:lnTo>
                  <a:lnTo>
                    <a:pt x="2686" y="76"/>
                  </a:lnTo>
                  <a:lnTo>
                    <a:pt x="2535" y="152"/>
                  </a:lnTo>
                  <a:lnTo>
                    <a:pt x="2421" y="265"/>
                  </a:lnTo>
                  <a:lnTo>
                    <a:pt x="2346" y="379"/>
                  </a:lnTo>
                  <a:lnTo>
                    <a:pt x="2270" y="492"/>
                  </a:lnTo>
                  <a:lnTo>
                    <a:pt x="2232" y="644"/>
                  </a:lnTo>
                  <a:lnTo>
                    <a:pt x="2194" y="757"/>
                  </a:lnTo>
                  <a:lnTo>
                    <a:pt x="2194" y="908"/>
                  </a:lnTo>
                  <a:lnTo>
                    <a:pt x="2232" y="1060"/>
                  </a:lnTo>
                  <a:lnTo>
                    <a:pt x="2308" y="1211"/>
                  </a:lnTo>
                  <a:lnTo>
                    <a:pt x="2421" y="1362"/>
                  </a:lnTo>
                  <a:lnTo>
                    <a:pt x="2951" y="1930"/>
                  </a:lnTo>
                  <a:lnTo>
                    <a:pt x="3405" y="2497"/>
                  </a:lnTo>
                  <a:lnTo>
                    <a:pt x="3859" y="3141"/>
                  </a:lnTo>
                  <a:lnTo>
                    <a:pt x="4237" y="3784"/>
                  </a:lnTo>
                  <a:lnTo>
                    <a:pt x="4540" y="4465"/>
                  </a:lnTo>
                  <a:lnTo>
                    <a:pt x="4653" y="4843"/>
                  </a:lnTo>
                  <a:lnTo>
                    <a:pt x="4729" y="5183"/>
                  </a:lnTo>
                  <a:lnTo>
                    <a:pt x="4805" y="5562"/>
                  </a:lnTo>
                  <a:lnTo>
                    <a:pt x="4880" y="5940"/>
                  </a:lnTo>
                  <a:lnTo>
                    <a:pt x="4918" y="6318"/>
                  </a:lnTo>
                  <a:lnTo>
                    <a:pt x="4918" y="6735"/>
                  </a:lnTo>
                  <a:lnTo>
                    <a:pt x="4880" y="7189"/>
                  </a:lnTo>
                  <a:lnTo>
                    <a:pt x="4805" y="7605"/>
                  </a:lnTo>
                  <a:lnTo>
                    <a:pt x="4691" y="8059"/>
                  </a:lnTo>
                  <a:lnTo>
                    <a:pt x="4578" y="8437"/>
                  </a:lnTo>
                  <a:lnTo>
                    <a:pt x="4389" y="8853"/>
                  </a:lnTo>
                  <a:lnTo>
                    <a:pt x="4199" y="9194"/>
                  </a:lnTo>
                  <a:lnTo>
                    <a:pt x="3972" y="9572"/>
                  </a:lnTo>
                  <a:lnTo>
                    <a:pt x="3708" y="9875"/>
                  </a:lnTo>
                  <a:lnTo>
                    <a:pt x="3443" y="10177"/>
                  </a:lnTo>
                  <a:lnTo>
                    <a:pt x="3140" y="10442"/>
                  </a:lnTo>
                  <a:lnTo>
                    <a:pt x="2800" y="10707"/>
                  </a:lnTo>
                  <a:lnTo>
                    <a:pt x="2421" y="10896"/>
                  </a:lnTo>
                  <a:lnTo>
                    <a:pt x="2043" y="11085"/>
                  </a:lnTo>
                  <a:lnTo>
                    <a:pt x="1627" y="11199"/>
                  </a:lnTo>
                  <a:lnTo>
                    <a:pt x="1173" y="11312"/>
                  </a:lnTo>
                  <a:lnTo>
                    <a:pt x="719" y="11350"/>
                  </a:lnTo>
                  <a:lnTo>
                    <a:pt x="568" y="11388"/>
                  </a:lnTo>
                  <a:lnTo>
                    <a:pt x="416" y="11464"/>
                  </a:lnTo>
                  <a:lnTo>
                    <a:pt x="265" y="11539"/>
                  </a:lnTo>
                  <a:lnTo>
                    <a:pt x="189" y="11653"/>
                  </a:lnTo>
                  <a:lnTo>
                    <a:pt x="76" y="11766"/>
                  </a:lnTo>
                  <a:lnTo>
                    <a:pt x="38" y="11880"/>
                  </a:lnTo>
                  <a:lnTo>
                    <a:pt x="0" y="12031"/>
                  </a:lnTo>
                  <a:lnTo>
                    <a:pt x="0" y="12182"/>
                  </a:lnTo>
                  <a:lnTo>
                    <a:pt x="0" y="12334"/>
                  </a:lnTo>
                  <a:lnTo>
                    <a:pt x="38" y="12485"/>
                  </a:lnTo>
                  <a:lnTo>
                    <a:pt x="76" y="12598"/>
                  </a:lnTo>
                  <a:lnTo>
                    <a:pt x="151" y="12712"/>
                  </a:lnTo>
                  <a:lnTo>
                    <a:pt x="265" y="12788"/>
                  </a:lnTo>
                  <a:lnTo>
                    <a:pt x="416" y="12863"/>
                  </a:lnTo>
                  <a:lnTo>
                    <a:pt x="568" y="12901"/>
                  </a:lnTo>
                  <a:lnTo>
                    <a:pt x="719" y="12901"/>
                  </a:lnTo>
                  <a:lnTo>
                    <a:pt x="1249" y="12863"/>
                  </a:lnTo>
                  <a:lnTo>
                    <a:pt x="1703" y="12750"/>
                  </a:lnTo>
                  <a:lnTo>
                    <a:pt x="2194" y="12636"/>
                  </a:lnTo>
                  <a:lnTo>
                    <a:pt x="2648" y="12485"/>
                  </a:lnTo>
                  <a:lnTo>
                    <a:pt x="3064" y="12296"/>
                  </a:lnTo>
                  <a:lnTo>
                    <a:pt x="3481" y="12069"/>
                  </a:lnTo>
                  <a:lnTo>
                    <a:pt x="3859" y="11804"/>
                  </a:lnTo>
                  <a:lnTo>
                    <a:pt x="4237" y="11539"/>
                  </a:lnTo>
                  <a:lnTo>
                    <a:pt x="4578" y="11237"/>
                  </a:lnTo>
                  <a:lnTo>
                    <a:pt x="4918" y="10896"/>
                  </a:lnTo>
                  <a:lnTo>
                    <a:pt x="5221" y="10518"/>
                  </a:lnTo>
                  <a:lnTo>
                    <a:pt x="5486" y="10139"/>
                  </a:lnTo>
                  <a:lnTo>
                    <a:pt x="5713" y="9723"/>
                  </a:lnTo>
                  <a:lnTo>
                    <a:pt x="5940" y="9269"/>
                  </a:lnTo>
                  <a:lnTo>
                    <a:pt x="6091" y="8815"/>
                  </a:lnTo>
                  <a:lnTo>
                    <a:pt x="6242" y="8324"/>
                  </a:lnTo>
                  <a:lnTo>
                    <a:pt x="6356" y="7756"/>
                  </a:lnTo>
                  <a:lnTo>
                    <a:pt x="6432" y="7189"/>
                  </a:lnTo>
                  <a:lnTo>
                    <a:pt x="6469" y="6621"/>
                  </a:lnTo>
                  <a:lnTo>
                    <a:pt x="6432" y="6091"/>
                  </a:lnTo>
                  <a:lnTo>
                    <a:pt x="6394" y="5524"/>
                  </a:lnTo>
                  <a:lnTo>
                    <a:pt x="6280" y="4994"/>
                  </a:lnTo>
                  <a:lnTo>
                    <a:pt x="6129" y="4465"/>
                  </a:lnTo>
                  <a:lnTo>
                    <a:pt x="5978" y="3935"/>
                  </a:lnTo>
                  <a:lnTo>
                    <a:pt x="5751" y="3443"/>
                  </a:lnTo>
                  <a:lnTo>
                    <a:pt x="5524" y="2951"/>
                  </a:lnTo>
                  <a:lnTo>
                    <a:pt x="5259" y="2460"/>
                  </a:lnTo>
                  <a:lnTo>
                    <a:pt x="4956" y="1968"/>
                  </a:lnTo>
                  <a:lnTo>
                    <a:pt x="4616" y="1514"/>
                  </a:lnTo>
                  <a:lnTo>
                    <a:pt x="4275" y="1098"/>
                  </a:lnTo>
                  <a:lnTo>
                    <a:pt x="3897" y="644"/>
                  </a:lnTo>
                  <a:lnTo>
                    <a:pt x="3518" y="265"/>
                  </a:lnTo>
                  <a:lnTo>
                    <a:pt x="3367" y="152"/>
                  </a:lnTo>
                  <a:lnTo>
                    <a:pt x="3216" y="76"/>
                  </a:lnTo>
                  <a:lnTo>
                    <a:pt x="3102" y="38"/>
                  </a:lnTo>
                  <a:lnTo>
                    <a:pt x="29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5"/>
            <p:cNvSpPr/>
            <p:nvPr/>
          </p:nvSpPr>
          <p:spPr>
            <a:xfrm>
              <a:off x="3370650" y="1063800"/>
              <a:ext cx="108800" cy="117300"/>
            </a:xfrm>
            <a:custGeom>
              <a:rect b="b" l="l" r="r" t="t"/>
              <a:pathLst>
                <a:path extrusionOk="0" h="4692" w="4352">
                  <a:moveTo>
                    <a:pt x="2687" y="0"/>
                  </a:moveTo>
                  <a:lnTo>
                    <a:pt x="2422" y="38"/>
                  </a:lnTo>
                  <a:lnTo>
                    <a:pt x="1854" y="189"/>
                  </a:lnTo>
                  <a:lnTo>
                    <a:pt x="1287" y="378"/>
                  </a:lnTo>
                  <a:lnTo>
                    <a:pt x="379" y="795"/>
                  </a:lnTo>
                  <a:lnTo>
                    <a:pt x="228" y="870"/>
                  </a:lnTo>
                  <a:lnTo>
                    <a:pt x="114" y="984"/>
                  </a:lnTo>
                  <a:lnTo>
                    <a:pt x="39" y="1097"/>
                  </a:lnTo>
                  <a:lnTo>
                    <a:pt x="1" y="1249"/>
                  </a:lnTo>
                  <a:lnTo>
                    <a:pt x="1" y="1362"/>
                  </a:lnTo>
                  <a:lnTo>
                    <a:pt x="1" y="1513"/>
                  </a:lnTo>
                  <a:lnTo>
                    <a:pt x="39" y="1627"/>
                  </a:lnTo>
                  <a:lnTo>
                    <a:pt x="114" y="1778"/>
                  </a:lnTo>
                  <a:lnTo>
                    <a:pt x="190" y="1892"/>
                  </a:lnTo>
                  <a:lnTo>
                    <a:pt x="303" y="2005"/>
                  </a:lnTo>
                  <a:lnTo>
                    <a:pt x="417" y="2081"/>
                  </a:lnTo>
                  <a:lnTo>
                    <a:pt x="530" y="2157"/>
                  </a:lnTo>
                  <a:lnTo>
                    <a:pt x="682" y="2194"/>
                  </a:lnTo>
                  <a:lnTo>
                    <a:pt x="984" y="2194"/>
                  </a:lnTo>
                  <a:lnTo>
                    <a:pt x="1173" y="2119"/>
                  </a:lnTo>
                  <a:lnTo>
                    <a:pt x="1779" y="1892"/>
                  </a:lnTo>
                  <a:lnTo>
                    <a:pt x="2308" y="1665"/>
                  </a:lnTo>
                  <a:lnTo>
                    <a:pt x="2498" y="1627"/>
                  </a:lnTo>
                  <a:lnTo>
                    <a:pt x="2611" y="1627"/>
                  </a:lnTo>
                  <a:lnTo>
                    <a:pt x="2611" y="1703"/>
                  </a:lnTo>
                  <a:lnTo>
                    <a:pt x="2611" y="1778"/>
                  </a:lnTo>
                  <a:lnTo>
                    <a:pt x="2460" y="2005"/>
                  </a:lnTo>
                  <a:lnTo>
                    <a:pt x="2233" y="2270"/>
                  </a:lnTo>
                  <a:lnTo>
                    <a:pt x="1968" y="2497"/>
                  </a:lnTo>
                  <a:lnTo>
                    <a:pt x="1400" y="2989"/>
                  </a:lnTo>
                  <a:lnTo>
                    <a:pt x="1060" y="3216"/>
                  </a:lnTo>
                  <a:lnTo>
                    <a:pt x="909" y="3329"/>
                  </a:lnTo>
                  <a:lnTo>
                    <a:pt x="833" y="3481"/>
                  </a:lnTo>
                  <a:lnTo>
                    <a:pt x="757" y="3594"/>
                  </a:lnTo>
                  <a:lnTo>
                    <a:pt x="719" y="3745"/>
                  </a:lnTo>
                  <a:lnTo>
                    <a:pt x="682" y="3897"/>
                  </a:lnTo>
                  <a:lnTo>
                    <a:pt x="719" y="4048"/>
                  </a:lnTo>
                  <a:lnTo>
                    <a:pt x="757" y="4199"/>
                  </a:lnTo>
                  <a:lnTo>
                    <a:pt x="833" y="4313"/>
                  </a:lnTo>
                  <a:lnTo>
                    <a:pt x="909" y="4426"/>
                  </a:lnTo>
                  <a:lnTo>
                    <a:pt x="1022" y="4540"/>
                  </a:lnTo>
                  <a:lnTo>
                    <a:pt x="1136" y="4616"/>
                  </a:lnTo>
                  <a:lnTo>
                    <a:pt x="1249" y="4691"/>
                  </a:lnTo>
                  <a:lnTo>
                    <a:pt x="1514" y="4691"/>
                  </a:lnTo>
                  <a:lnTo>
                    <a:pt x="1665" y="4653"/>
                  </a:lnTo>
                  <a:lnTo>
                    <a:pt x="1854" y="4578"/>
                  </a:lnTo>
                  <a:lnTo>
                    <a:pt x="2271" y="4275"/>
                  </a:lnTo>
                  <a:lnTo>
                    <a:pt x="2725" y="3897"/>
                  </a:lnTo>
                  <a:lnTo>
                    <a:pt x="3216" y="3443"/>
                  </a:lnTo>
                  <a:lnTo>
                    <a:pt x="3670" y="2913"/>
                  </a:lnTo>
                  <a:lnTo>
                    <a:pt x="3860" y="2648"/>
                  </a:lnTo>
                  <a:lnTo>
                    <a:pt x="4049" y="2384"/>
                  </a:lnTo>
                  <a:lnTo>
                    <a:pt x="4162" y="2119"/>
                  </a:lnTo>
                  <a:lnTo>
                    <a:pt x="4276" y="1816"/>
                  </a:lnTo>
                  <a:lnTo>
                    <a:pt x="4351" y="1551"/>
                  </a:lnTo>
                  <a:lnTo>
                    <a:pt x="4351" y="1249"/>
                  </a:lnTo>
                  <a:lnTo>
                    <a:pt x="4313" y="984"/>
                  </a:lnTo>
                  <a:lnTo>
                    <a:pt x="4238" y="681"/>
                  </a:lnTo>
                  <a:lnTo>
                    <a:pt x="4086" y="454"/>
                  </a:lnTo>
                  <a:lnTo>
                    <a:pt x="3935" y="265"/>
                  </a:lnTo>
                  <a:lnTo>
                    <a:pt x="3708" y="151"/>
                  </a:lnTo>
                  <a:lnTo>
                    <a:pt x="3481" y="38"/>
                  </a:lnTo>
                  <a:lnTo>
                    <a:pt x="32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5"/>
            <p:cNvSpPr/>
            <p:nvPr/>
          </p:nvSpPr>
          <p:spPr>
            <a:xfrm>
              <a:off x="3209875" y="1025950"/>
              <a:ext cx="109725" cy="105025"/>
            </a:xfrm>
            <a:custGeom>
              <a:rect b="b" l="l" r="r" t="t"/>
              <a:pathLst>
                <a:path extrusionOk="0" h="4201" w="4389">
                  <a:moveTo>
                    <a:pt x="2232" y="1"/>
                  </a:moveTo>
                  <a:lnTo>
                    <a:pt x="1968" y="39"/>
                  </a:lnTo>
                  <a:lnTo>
                    <a:pt x="1665" y="77"/>
                  </a:lnTo>
                  <a:lnTo>
                    <a:pt x="1400" y="190"/>
                  </a:lnTo>
                  <a:lnTo>
                    <a:pt x="1173" y="341"/>
                  </a:lnTo>
                  <a:lnTo>
                    <a:pt x="946" y="493"/>
                  </a:lnTo>
                  <a:lnTo>
                    <a:pt x="795" y="682"/>
                  </a:lnTo>
                  <a:lnTo>
                    <a:pt x="606" y="871"/>
                  </a:lnTo>
                  <a:lnTo>
                    <a:pt x="492" y="1098"/>
                  </a:lnTo>
                  <a:lnTo>
                    <a:pt x="379" y="1325"/>
                  </a:lnTo>
                  <a:lnTo>
                    <a:pt x="189" y="1855"/>
                  </a:lnTo>
                  <a:lnTo>
                    <a:pt x="76" y="2384"/>
                  </a:lnTo>
                  <a:lnTo>
                    <a:pt x="0" y="2914"/>
                  </a:lnTo>
                  <a:lnTo>
                    <a:pt x="0" y="3444"/>
                  </a:lnTo>
                  <a:lnTo>
                    <a:pt x="0" y="3633"/>
                  </a:lnTo>
                  <a:lnTo>
                    <a:pt x="38" y="3784"/>
                  </a:lnTo>
                  <a:lnTo>
                    <a:pt x="114" y="3935"/>
                  </a:lnTo>
                  <a:lnTo>
                    <a:pt x="227" y="4011"/>
                  </a:lnTo>
                  <a:lnTo>
                    <a:pt x="341" y="4124"/>
                  </a:lnTo>
                  <a:lnTo>
                    <a:pt x="454" y="4162"/>
                  </a:lnTo>
                  <a:lnTo>
                    <a:pt x="606" y="4200"/>
                  </a:lnTo>
                  <a:lnTo>
                    <a:pt x="908" y="4200"/>
                  </a:lnTo>
                  <a:lnTo>
                    <a:pt x="1022" y="4162"/>
                  </a:lnTo>
                  <a:lnTo>
                    <a:pt x="1173" y="4124"/>
                  </a:lnTo>
                  <a:lnTo>
                    <a:pt x="1287" y="4011"/>
                  </a:lnTo>
                  <a:lnTo>
                    <a:pt x="1400" y="3935"/>
                  </a:lnTo>
                  <a:lnTo>
                    <a:pt x="1476" y="3784"/>
                  </a:lnTo>
                  <a:lnTo>
                    <a:pt x="1514" y="3633"/>
                  </a:lnTo>
                  <a:lnTo>
                    <a:pt x="1551" y="3444"/>
                  </a:lnTo>
                  <a:lnTo>
                    <a:pt x="1551" y="2838"/>
                  </a:lnTo>
                  <a:lnTo>
                    <a:pt x="1627" y="2233"/>
                  </a:lnTo>
                  <a:lnTo>
                    <a:pt x="1930" y="2195"/>
                  </a:lnTo>
                  <a:lnTo>
                    <a:pt x="2195" y="2157"/>
                  </a:lnTo>
                  <a:lnTo>
                    <a:pt x="2422" y="2157"/>
                  </a:lnTo>
                  <a:lnTo>
                    <a:pt x="2611" y="2233"/>
                  </a:lnTo>
                  <a:lnTo>
                    <a:pt x="2724" y="2346"/>
                  </a:lnTo>
                  <a:lnTo>
                    <a:pt x="2800" y="2498"/>
                  </a:lnTo>
                  <a:lnTo>
                    <a:pt x="2875" y="2649"/>
                  </a:lnTo>
                  <a:lnTo>
                    <a:pt x="2875" y="2876"/>
                  </a:lnTo>
                  <a:lnTo>
                    <a:pt x="2913" y="3065"/>
                  </a:lnTo>
                  <a:lnTo>
                    <a:pt x="2989" y="3217"/>
                  </a:lnTo>
                  <a:lnTo>
                    <a:pt x="3065" y="3292"/>
                  </a:lnTo>
                  <a:lnTo>
                    <a:pt x="3178" y="3368"/>
                  </a:lnTo>
                  <a:lnTo>
                    <a:pt x="3329" y="3444"/>
                  </a:lnTo>
                  <a:lnTo>
                    <a:pt x="3746" y="3444"/>
                  </a:lnTo>
                  <a:lnTo>
                    <a:pt x="3859" y="3368"/>
                  </a:lnTo>
                  <a:lnTo>
                    <a:pt x="4010" y="3292"/>
                  </a:lnTo>
                  <a:lnTo>
                    <a:pt x="4124" y="3217"/>
                  </a:lnTo>
                  <a:lnTo>
                    <a:pt x="4200" y="3103"/>
                  </a:lnTo>
                  <a:lnTo>
                    <a:pt x="4313" y="2952"/>
                  </a:lnTo>
                  <a:lnTo>
                    <a:pt x="4351" y="2838"/>
                  </a:lnTo>
                  <a:lnTo>
                    <a:pt x="4389" y="2649"/>
                  </a:lnTo>
                  <a:lnTo>
                    <a:pt x="4351" y="2498"/>
                  </a:lnTo>
                  <a:lnTo>
                    <a:pt x="4275" y="2006"/>
                  </a:lnTo>
                  <a:lnTo>
                    <a:pt x="4124" y="1514"/>
                  </a:lnTo>
                  <a:lnTo>
                    <a:pt x="3935" y="1098"/>
                  </a:lnTo>
                  <a:lnTo>
                    <a:pt x="3670" y="682"/>
                  </a:lnTo>
                  <a:lnTo>
                    <a:pt x="3519" y="493"/>
                  </a:lnTo>
                  <a:lnTo>
                    <a:pt x="3367" y="341"/>
                  </a:lnTo>
                  <a:lnTo>
                    <a:pt x="3178" y="228"/>
                  </a:lnTo>
                  <a:lnTo>
                    <a:pt x="2951" y="114"/>
                  </a:lnTo>
                  <a:lnTo>
                    <a:pt x="2724" y="39"/>
                  </a:lnTo>
                  <a:lnTo>
                    <a:pt x="2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2769125" y="1122425"/>
              <a:ext cx="464425" cy="563725"/>
            </a:xfrm>
            <a:custGeom>
              <a:rect b="b" l="l" r="r" t="t"/>
              <a:pathLst>
                <a:path extrusionOk="0" h="22549" w="18577">
                  <a:moveTo>
                    <a:pt x="17744" y="1"/>
                  </a:moveTo>
                  <a:lnTo>
                    <a:pt x="17592" y="39"/>
                  </a:lnTo>
                  <a:lnTo>
                    <a:pt x="17479" y="76"/>
                  </a:lnTo>
                  <a:lnTo>
                    <a:pt x="17328" y="152"/>
                  </a:lnTo>
                  <a:lnTo>
                    <a:pt x="17214" y="228"/>
                  </a:lnTo>
                  <a:lnTo>
                    <a:pt x="17101" y="379"/>
                  </a:lnTo>
                  <a:lnTo>
                    <a:pt x="17025" y="530"/>
                  </a:lnTo>
                  <a:lnTo>
                    <a:pt x="16571" y="1968"/>
                  </a:lnTo>
                  <a:lnTo>
                    <a:pt x="16041" y="3519"/>
                  </a:lnTo>
                  <a:lnTo>
                    <a:pt x="15777" y="4313"/>
                  </a:lnTo>
                  <a:lnTo>
                    <a:pt x="15474" y="5032"/>
                  </a:lnTo>
                  <a:lnTo>
                    <a:pt x="15171" y="5713"/>
                  </a:lnTo>
                  <a:lnTo>
                    <a:pt x="14831" y="6356"/>
                  </a:lnTo>
                  <a:lnTo>
                    <a:pt x="14377" y="7075"/>
                  </a:lnTo>
                  <a:lnTo>
                    <a:pt x="13923" y="7643"/>
                  </a:lnTo>
                  <a:lnTo>
                    <a:pt x="13658" y="7908"/>
                  </a:lnTo>
                  <a:lnTo>
                    <a:pt x="13431" y="8135"/>
                  </a:lnTo>
                  <a:lnTo>
                    <a:pt x="13204" y="8324"/>
                  </a:lnTo>
                  <a:lnTo>
                    <a:pt x="12939" y="8513"/>
                  </a:lnTo>
                  <a:lnTo>
                    <a:pt x="12674" y="8626"/>
                  </a:lnTo>
                  <a:lnTo>
                    <a:pt x="12372" y="8778"/>
                  </a:lnTo>
                  <a:lnTo>
                    <a:pt x="12069" y="8853"/>
                  </a:lnTo>
                  <a:lnTo>
                    <a:pt x="11766" y="8929"/>
                  </a:lnTo>
                  <a:lnTo>
                    <a:pt x="11426" y="8967"/>
                  </a:lnTo>
                  <a:lnTo>
                    <a:pt x="10669" y="8967"/>
                  </a:lnTo>
                  <a:lnTo>
                    <a:pt x="10253" y="8929"/>
                  </a:lnTo>
                  <a:lnTo>
                    <a:pt x="9723" y="8815"/>
                  </a:lnTo>
                  <a:lnTo>
                    <a:pt x="9232" y="8664"/>
                  </a:lnTo>
                  <a:lnTo>
                    <a:pt x="8778" y="8513"/>
                  </a:lnTo>
                  <a:lnTo>
                    <a:pt x="8362" y="8361"/>
                  </a:lnTo>
                  <a:lnTo>
                    <a:pt x="7908" y="8286"/>
                  </a:lnTo>
                  <a:lnTo>
                    <a:pt x="7681" y="8248"/>
                  </a:lnTo>
                  <a:lnTo>
                    <a:pt x="7454" y="8248"/>
                  </a:lnTo>
                  <a:lnTo>
                    <a:pt x="7227" y="8286"/>
                  </a:lnTo>
                  <a:lnTo>
                    <a:pt x="6962" y="8361"/>
                  </a:lnTo>
                  <a:lnTo>
                    <a:pt x="6735" y="8475"/>
                  </a:lnTo>
                  <a:lnTo>
                    <a:pt x="6470" y="8588"/>
                  </a:lnTo>
                  <a:lnTo>
                    <a:pt x="6243" y="8740"/>
                  </a:lnTo>
                  <a:lnTo>
                    <a:pt x="6054" y="8929"/>
                  </a:lnTo>
                  <a:lnTo>
                    <a:pt x="5865" y="9156"/>
                  </a:lnTo>
                  <a:lnTo>
                    <a:pt x="5675" y="9383"/>
                  </a:lnTo>
                  <a:lnTo>
                    <a:pt x="5335" y="9913"/>
                  </a:lnTo>
                  <a:lnTo>
                    <a:pt x="5070" y="10480"/>
                  </a:lnTo>
                  <a:lnTo>
                    <a:pt x="4805" y="11085"/>
                  </a:lnTo>
                  <a:lnTo>
                    <a:pt x="4540" y="11691"/>
                  </a:lnTo>
                  <a:lnTo>
                    <a:pt x="4124" y="12712"/>
                  </a:lnTo>
                  <a:lnTo>
                    <a:pt x="76" y="21376"/>
                  </a:lnTo>
                  <a:lnTo>
                    <a:pt x="1" y="21527"/>
                  </a:lnTo>
                  <a:lnTo>
                    <a:pt x="1" y="21716"/>
                  </a:lnTo>
                  <a:lnTo>
                    <a:pt x="1" y="21867"/>
                  </a:lnTo>
                  <a:lnTo>
                    <a:pt x="39" y="22019"/>
                  </a:lnTo>
                  <a:lnTo>
                    <a:pt x="114" y="22132"/>
                  </a:lnTo>
                  <a:lnTo>
                    <a:pt x="190" y="22246"/>
                  </a:lnTo>
                  <a:lnTo>
                    <a:pt x="303" y="22359"/>
                  </a:lnTo>
                  <a:lnTo>
                    <a:pt x="417" y="22435"/>
                  </a:lnTo>
                  <a:lnTo>
                    <a:pt x="568" y="22511"/>
                  </a:lnTo>
                  <a:lnTo>
                    <a:pt x="682" y="22548"/>
                  </a:lnTo>
                  <a:lnTo>
                    <a:pt x="946" y="22548"/>
                  </a:lnTo>
                  <a:lnTo>
                    <a:pt x="1098" y="22511"/>
                  </a:lnTo>
                  <a:lnTo>
                    <a:pt x="1211" y="22435"/>
                  </a:lnTo>
                  <a:lnTo>
                    <a:pt x="1325" y="22321"/>
                  </a:lnTo>
                  <a:lnTo>
                    <a:pt x="1400" y="22170"/>
                  </a:lnTo>
                  <a:lnTo>
                    <a:pt x="5827" y="12788"/>
                  </a:lnTo>
                  <a:lnTo>
                    <a:pt x="6205" y="11993"/>
                  </a:lnTo>
                  <a:lnTo>
                    <a:pt x="6546" y="11388"/>
                  </a:lnTo>
                  <a:lnTo>
                    <a:pt x="6735" y="11123"/>
                  </a:lnTo>
                  <a:lnTo>
                    <a:pt x="6886" y="10896"/>
                  </a:lnTo>
                  <a:lnTo>
                    <a:pt x="7075" y="10745"/>
                  </a:lnTo>
                  <a:lnTo>
                    <a:pt x="7264" y="10594"/>
                  </a:lnTo>
                  <a:lnTo>
                    <a:pt x="7491" y="10480"/>
                  </a:lnTo>
                  <a:lnTo>
                    <a:pt x="7718" y="10404"/>
                  </a:lnTo>
                  <a:lnTo>
                    <a:pt x="7983" y="10367"/>
                  </a:lnTo>
                  <a:lnTo>
                    <a:pt x="8286" y="10329"/>
                  </a:lnTo>
                  <a:lnTo>
                    <a:pt x="8967" y="10329"/>
                  </a:lnTo>
                  <a:lnTo>
                    <a:pt x="9837" y="10404"/>
                  </a:lnTo>
                  <a:lnTo>
                    <a:pt x="10140" y="10480"/>
                  </a:lnTo>
                  <a:lnTo>
                    <a:pt x="10442" y="10556"/>
                  </a:lnTo>
                  <a:lnTo>
                    <a:pt x="11010" y="10783"/>
                  </a:lnTo>
                  <a:lnTo>
                    <a:pt x="11312" y="10896"/>
                  </a:lnTo>
                  <a:lnTo>
                    <a:pt x="11615" y="10972"/>
                  </a:lnTo>
                  <a:lnTo>
                    <a:pt x="11956" y="11048"/>
                  </a:lnTo>
                  <a:lnTo>
                    <a:pt x="12296" y="11048"/>
                  </a:lnTo>
                  <a:lnTo>
                    <a:pt x="12674" y="11010"/>
                  </a:lnTo>
                  <a:lnTo>
                    <a:pt x="13015" y="10934"/>
                  </a:lnTo>
                  <a:lnTo>
                    <a:pt x="13355" y="10783"/>
                  </a:lnTo>
                  <a:lnTo>
                    <a:pt x="13658" y="10669"/>
                  </a:lnTo>
                  <a:lnTo>
                    <a:pt x="13961" y="10480"/>
                  </a:lnTo>
                  <a:lnTo>
                    <a:pt x="14263" y="10253"/>
                  </a:lnTo>
                  <a:lnTo>
                    <a:pt x="14528" y="10026"/>
                  </a:lnTo>
                  <a:lnTo>
                    <a:pt x="14793" y="9761"/>
                  </a:lnTo>
                  <a:lnTo>
                    <a:pt x="15058" y="9459"/>
                  </a:lnTo>
                  <a:lnTo>
                    <a:pt x="15285" y="9156"/>
                  </a:lnTo>
                  <a:lnTo>
                    <a:pt x="15739" y="8475"/>
                  </a:lnTo>
                  <a:lnTo>
                    <a:pt x="16155" y="7756"/>
                  </a:lnTo>
                  <a:lnTo>
                    <a:pt x="16533" y="6962"/>
                  </a:lnTo>
                  <a:lnTo>
                    <a:pt x="16874" y="6167"/>
                  </a:lnTo>
                  <a:lnTo>
                    <a:pt x="17176" y="5335"/>
                  </a:lnTo>
                  <a:lnTo>
                    <a:pt x="17706" y="3670"/>
                  </a:lnTo>
                  <a:lnTo>
                    <a:pt x="18160" y="2195"/>
                  </a:lnTo>
                  <a:lnTo>
                    <a:pt x="18538" y="946"/>
                  </a:lnTo>
                  <a:lnTo>
                    <a:pt x="18576" y="795"/>
                  </a:lnTo>
                  <a:lnTo>
                    <a:pt x="18576" y="606"/>
                  </a:lnTo>
                  <a:lnTo>
                    <a:pt x="18538" y="492"/>
                  </a:lnTo>
                  <a:lnTo>
                    <a:pt x="18500" y="341"/>
                  </a:lnTo>
                  <a:lnTo>
                    <a:pt x="18425" y="228"/>
                  </a:lnTo>
                  <a:lnTo>
                    <a:pt x="18311" y="152"/>
                  </a:lnTo>
                  <a:lnTo>
                    <a:pt x="18160" y="76"/>
                  </a:lnTo>
                  <a:lnTo>
                    <a:pt x="18046" y="39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5"/>
            <p:cNvSpPr/>
            <p:nvPr/>
          </p:nvSpPr>
          <p:spPr>
            <a:xfrm>
              <a:off x="3053825" y="1409950"/>
              <a:ext cx="274300" cy="352800"/>
            </a:xfrm>
            <a:custGeom>
              <a:rect b="b" l="l" r="r" t="t"/>
              <a:pathLst>
                <a:path extrusionOk="0" h="14112" w="10972">
                  <a:moveTo>
                    <a:pt x="10101" y="1"/>
                  </a:moveTo>
                  <a:lnTo>
                    <a:pt x="9988" y="38"/>
                  </a:lnTo>
                  <a:lnTo>
                    <a:pt x="9836" y="76"/>
                  </a:lnTo>
                  <a:lnTo>
                    <a:pt x="9723" y="152"/>
                  </a:lnTo>
                  <a:lnTo>
                    <a:pt x="9647" y="265"/>
                  </a:lnTo>
                  <a:lnTo>
                    <a:pt x="9534" y="417"/>
                  </a:lnTo>
                  <a:lnTo>
                    <a:pt x="8777" y="2195"/>
                  </a:lnTo>
                  <a:lnTo>
                    <a:pt x="7983" y="3973"/>
                  </a:lnTo>
                  <a:lnTo>
                    <a:pt x="7529" y="4843"/>
                  </a:lnTo>
                  <a:lnTo>
                    <a:pt x="7075" y="5713"/>
                  </a:lnTo>
                  <a:lnTo>
                    <a:pt x="6621" y="6545"/>
                  </a:lnTo>
                  <a:lnTo>
                    <a:pt x="6091" y="7378"/>
                  </a:lnTo>
                  <a:lnTo>
                    <a:pt x="5561" y="8172"/>
                  </a:lnTo>
                  <a:lnTo>
                    <a:pt x="4994" y="8929"/>
                  </a:lnTo>
                  <a:lnTo>
                    <a:pt x="4351" y="9648"/>
                  </a:lnTo>
                  <a:lnTo>
                    <a:pt x="3708" y="10329"/>
                  </a:lnTo>
                  <a:lnTo>
                    <a:pt x="3027" y="11010"/>
                  </a:lnTo>
                  <a:lnTo>
                    <a:pt x="2270" y="11615"/>
                  </a:lnTo>
                  <a:lnTo>
                    <a:pt x="1562" y="12098"/>
                  </a:lnTo>
                  <a:lnTo>
                    <a:pt x="1562" y="12098"/>
                  </a:lnTo>
                  <a:lnTo>
                    <a:pt x="1551" y="11993"/>
                  </a:lnTo>
                  <a:lnTo>
                    <a:pt x="1551" y="11615"/>
                  </a:lnTo>
                  <a:lnTo>
                    <a:pt x="1589" y="11237"/>
                  </a:lnTo>
                  <a:lnTo>
                    <a:pt x="1665" y="10896"/>
                  </a:lnTo>
                  <a:lnTo>
                    <a:pt x="1740" y="10518"/>
                  </a:lnTo>
                  <a:lnTo>
                    <a:pt x="1854" y="10177"/>
                  </a:lnTo>
                  <a:lnTo>
                    <a:pt x="2156" y="9496"/>
                  </a:lnTo>
                  <a:lnTo>
                    <a:pt x="2497" y="8853"/>
                  </a:lnTo>
                  <a:lnTo>
                    <a:pt x="2875" y="8210"/>
                  </a:lnTo>
                  <a:lnTo>
                    <a:pt x="3291" y="7529"/>
                  </a:lnTo>
                  <a:lnTo>
                    <a:pt x="3367" y="7378"/>
                  </a:lnTo>
                  <a:lnTo>
                    <a:pt x="3443" y="7226"/>
                  </a:lnTo>
                  <a:lnTo>
                    <a:pt x="3443" y="7075"/>
                  </a:lnTo>
                  <a:lnTo>
                    <a:pt x="3405" y="6962"/>
                  </a:lnTo>
                  <a:lnTo>
                    <a:pt x="3329" y="6810"/>
                  </a:lnTo>
                  <a:lnTo>
                    <a:pt x="3254" y="6697"/>
                  </a:lnTo>
                  <a:lnTo>
                    <a:pt x="3178" y="6621"/>
                  </a:lnTo>
                  <a:lnTo>
                    <a:pt x="3027" y="6545"/>
                  </a:lnTo>
                  <a:lnTo>
                    <a:pt x="2913" y="6470"/>
                  </a:lnTo>
                  <a:lnTo>
                    <a:pt x="2762" y="6432"/>
                  </a:lnTo>
                  <a:lnTo>
                    <a:pt x="2610" y="6394"/>
                  </a:lnTo>
                  <a:lnTo>
                    <a:pt x="2497" y="6432"/>
                  </a:lnTo>
                  <a:lnTo>
                    <a:pt x="2346" y="6470"/>
                  </a:lnTo>
                  <a:lnTo>
                    <a:pt x="2194" y="6508"/>
                  </a:lnTo>
                  <a:lnTo>
                    <a:pt x="2081" y="6621"/>
                  </a:lnTo>
                  <a:lnTo>
                    <a:pt x="1967" y="6772"/>
                  </a:lnTo>
                  <a:lnTo>
                    <a:pt x="1438" y="7567"/>
                  </a:lnTo>
                  <a:lnTo>
                    <a:pt x="984" y="8361"/>
                  </a:lnTo>
                  <a:lnTo>
                    <a:pt x="605" y="9156"/>
                  </a:lnTo>
                  <a:lnTo>
                    <a:pt x="416" y="9572"/>
                  </a:lnTo>
                  <a:lnTo>
                    <a:pt x="265" y="9988"/>
                  </a:lnTo>
                  <a:lnTo>
                    <a:pt x="151" y="10404"/>
                  </a:lnTo>
                  <a:lnTo>
                    <a:pt x="76" y="10820"/>
                  </a:lnTo>
                  <a:lnTo>
                    <a:pt x="0" y="11274"/>
                  </a:lnTo>
                  <a:lnTo>
                    <a:pt x="0" y="11691"/>
                  </a:lnTo>
                  <a:lnTo>
                    <a:pt x="0" y="12145"/>
                  </a:lnTo>
                  <a:lnTo>
                    <a:pt x="38" y="12598"/>
                  </a:lnTo>
                  <a:lnTo>
                    <a:pt x="114" y="13090"/>
                  </a:lnTo>
                  <a:lnTo>
                    <a:pt x="227" y="13544"/>
                  </a:lnTo>
                  <a:lnTo>
                    <a:pt x="303" y="13733"/>
                  </a:lnTo>
                  <a:lnTo>
                    <a:pt x="416" y="13885"/>
                  </a:lnTo>
                  <a:lnTo>
                    <a:pt x="530" y="13998"/>
                  </a:lnTo>
                  <a:lnTo>
                    <a:pt x="681" y="14074"/>
                  </a:lnTo>
                  <a:lnTo>
                    <a:pt x="870" y="14112"/>
                  </a:lnTo>
                  <a:lnTo>
                    <a:pt x="1021" y="14112"/>
                  </a:lnTo>
                  <a:lnTo>
                    <a:pt x="1211" y="14074"/>
                  </a:lnTo>
                  <a:lnTo>
                    <a:pt x="1362" y="14036"/>
                  </a:lnTo>
                  <a:lnTo>
                    <a:pt x="2270" y="13469"/>
                  </a:lnTo>
                  <a:lnTo>
                    <a:pt x="3140" y="12901"/>
                  </a:lnTo>
                  <a:lnTo>
                    <a:pt x="3935" y="12258"/>
                  </a:lnTo>
                  <a:lnTo>
                    <a:pt x="4691" y="11577"/>
                  </a:lnTo>
                  <a:lnTo>
                    <a:pt x="5372" y="10858"/>
                  </a:lnTo>
                  <a:lnTo>
                    <a:pt x="6015" y="10102"/>
                  </a:lnTo>
                  <a:lnTo>
                    <a:pt x="6621" y="9307"/>
                  </a:lnTo>
                  <a:lnTo>
                    <a:pt x="7226" y="8475"/>
                  </a:lnTo>
                  <a:lnTo>
                    <a:pt x="7756" y="7643"/>
                  </a:lnTo>
                  <a:lnTo>
                    <a:pt x="8247" y="6735"/>
                  </a:lnTo>
                  <a:lnTo>
                    <a:pt x="8739" y="5864"/>
                  </a:lnTo>
                  <a:lnTo>
                    <a:pt x="9193" y="4956"/>
                  </a:lnTo>
                  <a:lnTo>
                    <a:pt x="10063" y="3103"/>
                  </a:lnTo>
                  <a:lnTo>
                    <a:pt x="10896" y="1211"/>
                  </a:lnTo>
                  <a:lnTo>
                    <a:pt x="10933" y="1022"/>
                  </a:lnTo>
                  <a:lnTo>
                    <a:pt x="10971" y="871"/>
                  </a:lnTo>
                  <a:lnTo>
                    <a:pt x="10933" y="719"/>
                  </a:lnTo>
                  <a:lnTo>
                    <a:pt x="10896" y="568"/>
                  </a:lnTo>
                  <a:lnTo>
                    <a:pt x="10820" y="417"/>
                  </a:lnTo>
                  <a:lnTo>
                    <a:pt x="10744" y="303"/>
                  </a:lnTo>
                  <a:lnTo>
                    <a:pt x="10631" y="190"/>
                  </a:lnTo>
                  <a:lnTo>
                    <a:pt x="10517" y="114"/>
                  </a:lnTo>
                  <a:lnTo>
                    <a:pt x="10366" y="76"/>
                  </a:lnTo>
                  <a:lnTo>
                    <a:pt x="10252" y="38"/>
                  </a:lnTo>
                  <a:lnTo>
                    <a:pt x="10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5"/>
            <p:cNvSpPr/>
            <p:nvPr/>
          </p:nvSpPr>
          <p:spPr>
            <a:xfrm>
              <a:off x="2765350" y="1522500"/>
              <a:ext cx="360375" cy="197700"/>
            </a:xfrm>
            <a:custGeom>
              <a:rect b="b" l="l" r="r" t="t"/>
              <a:pathLst>
                <a:path extrusionOk="0" h="7908" w="14415">
                  <a:moveTo>
                    <a:pt x="7642" y="1"/>
                  </a:moveTo>
                  <a:lnTo>
                    <a:pt x="7415" y="76"/>
                  </a:lnTo>
                  <a:lnTo>
                    <a:pt x="7188" y="152"/>
                  </a:lnTo>
                  <a:lnTo>
                    <a:pt x="6999" y="265"/>
                  </a:lnTo>
                  <a:lnTo>
                    <a:pt x="6848" y="379"/>
                  </a:lnTo>
                  <a:lnTo>
                    <a:pt x="6697" y="530"/>
                  </a:lnTo>
                  <a:lnTo>
                    <a:pt x="6583" y="681"/>
                  </a:lnTo>
                  <a:lnTo>
                    <a:pt x="6394" y="984"/>
                  </a:lnTo>
                  <a:lnTo>
                    <a:pt x="6205" y="1362"/>
                  </a:lnTo>
                  <a:lnTo>
                    <a:pt x="5864" y="1968"/>
                  </a:lnTo>
                  <a:lnTo>
                    <a:pt x="5599" y="2611"/>
                  </a:lnTo>
                  <a:lnTo>
                    <a:pt x="5335" y="3254"/>
                  </a:lnTo>
                  <a:lnTo>
                    <a:pt x="5145" y="3595"/>
                  </a:lnTo>
                  <a:lnTo>
                    <a:pt x="4956" y="3897"/>
                  </a:lnTo>
                  <a:lnTo>
                    <a:pt x="4048" y="5032"/>
                  </a:lnTo>
                  <a:lnTo>
                    <a:pt x="3859" y="5297"/>
                  </a:lnTo>
                  <a:lnTo>
                    <a:pt x="3632" y="5524"/>
                  </a:lnTo>
                  <a:lnTo>
                    <a:pt x="3405" y="5675"/>
                  </a:lnTo>
                  <a:lnTo>
                    <a:pt x="3103" y="5789"/>
                  </a:lnTo>
                  <a:lnTo>
                    <a:pt x="2838" y="5827"/>
                  </a:lnTo>
                  <a:lnTo>
                    <a:pt x="2497" y="5827"/>
                  </a:lnTo>
                  <a:lnTo>
                    <a:pt x="2157" y="5789"/>
                  </a:lnTo>
                  <a:lnTo>
                    <a:pt x="1816" y="5675"/>
                  </a:lnTo>
                  <a:lnTo>
                    <a:pt x="1930" y="5524"/>
                  </a:lnTo>
                  <a:lnTo>
                    <a:pt x="2005" y="5410"/>
                  </a:lnTo>
                  <a:lnTo>
                    <a:pt x="2043" y="5259"/>
                  </a:lnTo>
                  <a:lnTo>
                    <a:pt x="2043" y="5108"/>
                  </a:lnTo>
                  <a:lnTo>
                    <a:pt x="2043" y="4994"/>
                  </a:lnTo>
                  <a:lnTo>
                    <a:pt x="1968" y="4843"/>
                  </a:lnTo>
                  <a:lnTo>
                    <a:pt x="1930" y="4729"/>
                  </a:lnTo>
                  <a:lnTo>
                    <a:pt x="1816" y="4616"/>
                  </a:lnTo>
                  <a:lnTo>
                    <a:pt x="1703" y="4540"/>
                  </a:lnTo>
                  <a:lnTo>
                    <a:pt x="1589" y="4465"/>
                  </a:lnTo>
                  <a:lnTo>
                    <a:pt x="1438" y="4389"/>
                  </a:lnTo>
                  <a:lnTo>
                    <a:pt x="1287" y="4351"/>
                  </a:lnTo>
                  <a:lnTo>
                    <a:pt x="1135" y="4351"/>
                  </a:lnTo>
                  <a:lnTo>
                    <a:pt x="984" y="4389"/>
                  </a:lnTo>
                  <a:lnTo>
                    <a:pt x="870" y="4465"/>
                  </a:lnTo>
                  <a:lnTo>
                    <a:pt x="719" y="4578"/>
                  </a:lnTo>
                  <a:lnTo>
                    <a:pt x="417" y="4919"/>
                  </a:lnTo>
                  <a:lnTo>
                    <a:pt x="190" y="5297"/>
                  </a:lnTo>
                  <a:lnTo>
                    <a:pt x="38" y="5675"/>
                  </a:lnTo>
                  <a:lnTo>
                    <a:pt x="0" y="5864"/>
                  </a:lnTo>
                  <a:lnTo>
                    <a:pt x="0" y="6091"/>
                  </a:lnTo>
                  <a:lnTo>
                    <a:pt x="0" y="6281"/>
                  </a:lnTo>
                  <a:lnTo>
                    <a:pt x="38" y="6470"/>
                  </a:lnTo>
                  <a:lnTo>
                    <a:pt x="114" y="6659"/>
                  </a:lnTo>
                  <a:lnTo>
                    <a:pt x="190" y="6848"/>
                  </a:lnTo>
                  <a:lnTo>
                    <a:pt x="303" y="7037"/>
                  </a:lnTo>
                  <a:lnTo>
                    <a:pt x="454" y="7226"/>
                  </a:lnTo>
                  <a:lnTo>
                    <a:pt x="606" y="7378"/>
                  </a:lnTo>
                  <a:lnTo>
                    <a:pt x="795" y="7529"/>
                  </a:lnTo>
                  <a:lnTo>
                    <a:pt x="1022" y="7643"/>
                  </a:lnTo>
                  <a:lnTo>
                    <a:pt x="1211" y="7756"/>
                  </a:lnTo>
                  <a:lnTo>
                    <a:pt x="1400" y="7832"/>
                  </a:lnTo>
                  <a:lnTo>
                    <a:pt x="1627" y="7870"/>
                  </a:lnTo>
                  <a:lnTo>
                    <a:pt x="2043" y="7907"/>
                  </a:lnTo>
                  <a:lnTo>
                    <a:pt x="2459" y="7870"/>
                  </a:lnTo>
                  <a:lnTo>
                    <a:pt x="2876" y="7756"/>
                  </a:lnTo>
                  <a:lnTo>
                    <a:pt x="3292" y="7605"/>
                  </a:lnTo>
                  <a:lnTo>
                    <a:pt x="3670" y="7416"/>
                  </a:lnTo>
                  <a:lnTo>
                    <a:pt x="4048" y="7189"/>
                  </a:lnTo>
                  <a:lnTo>
                    <a:pt x="4540" y="6772"/>
                  </a:lnTo>
                  <a:lnTo>
                    <a:pt x="4994" y="6318"/>
                  </a:lnTo>
                  <a:lnTo>
                    <a:pt x="5410" y="5864"/>
                  </a:lnTo>
                  <a:lnTo>
                    <a:pt x="5826" y="5335"/>
                  </a:lnTo>
                  <a:lnTo>
                    <a:pt x="6053" y="4994"/>
                  </a:lnTo>
                  <a:lnTo>
                    <a:pt x="6280" y="4616"/>
                  </a:lnTo>
                  <a:lnTo>
                    <a:pt x="6659" y="3784"/>
                  </a:lnTo>
                  <a:lnTo>
                    <a:pt x="7037" y="2951"/>
                  </a:lnTo>
                  <a:lnTo>
                    <a:pt x="7264" y="2573"/>
                  </a:lnTo>
                  <a:lnTo>
                    <a:pt x="7491" y="2233"/>
                  </a:lnTo>
                  <a:lnTo>
                    <a:pt x="7680" y="2081"/>
                  </a:lnTo>
                  <a:lnTo>
                    <a:pt x="7869" y="1968"/>
                  </a:lnTo>
                  <a:lnTo>
                    <a:pt x="8021" y="1892"/>
                  </a:lnTo>
                  <a:lnTo>
                    <a:pt x="8210" y="1854"/>
                  </a:lnTo>
                  <a:lnTo>
                    <a:pt x="8399" y="1854"/>
                  </a:lnTo>
                  <a:lnTo>
                    <a:pt x="8588" y="1892"/>
                  </a:lnTo>
                  <a:lnTo>
                    <a:pt x="8966" y="2043"/>
                  </a:lnTo>
                  <a:lnTo>
                    <a:pt x="9345" y="2233"/>
                  </a:lnTo>
                  <a:lnTo>
                    <a:pt x="9723" y="2497"/>
                  </a:lnTo>
                  <a:lnTo>
                    <a:pt x="10101" y="2687"/>
                  </a:lnTo>
                  <a:lnTo>
                    <a:pt x="10480" y="2876"/>
                  </a:lnTo>
                  <a:lnTo>
                    <a:pt x="10858" y="3027"/>
                  </a:lnTo>
                  <a:lnTo>
                    <a:pt x="11274" y="3103"/>
                  </a:lnTo>
                  <a:lnTo>
                    <a:pt x="11653" y="3216"/>
                  </a:lnTo>
                  <a:lnTo>
                    <a:pt x="12069" y="3254"/>
                  </a:lnTo>
                  <a:lnTo>
                    <a:pt x="12863" y="3330"/>
                  </a:lnTo>
                  <a:lnTo>
                    <a:pt x="13658" y="3330"/>
                  </a:lnTo>
                  <a:lnTo>
                    <a:pt x="13847" y="3292"/>
                  </a:lnTo>
                  <a:lnTo>
                    <a:pt x="13998" y="3254"/>
                  </a:lnTo>
                  <a:lnTo>
                    <a:pt x="14112" y="3141"/>
                  </a:lnTo>
                  <a:lnTo>
                    <a:pt x="14225" y="3065"/>
                  </a:lnTo>
                  <a:lnTo>
                    <a:pt x="14301" y="2951"/>
                  </a:lnTo>
                  <a:lnTo>
                    <a:pt x="14376" y="2800"/>
                  </a:lnTo>
                  <a:lnTo>
                    <a:pt x="14414" y="2649"/>
                  </a:lnTo>
                  <a:lnTo>
                    <a:pt x="14414" y="2497"/>
                  </a:lnTo>
                  <a:lnTo>
                    <a:pt x="14414" y="2384"/>
                  </a:lnTo>
                  <a:lnTo>
                    <a:pt x="14376" y="2233"/>
                  </a:lnTo>
                  <a:lnTo>
                    <a:pt x="14301" y="2081"/>
                  </a:lnTo>
                  <a:lnTo>
                    <a:pt x="14225" y="1968"/>
                  </a:lnTo>
                  <a:lnTo>
                    <a:pt x="14149" y="1892"/>
                  </a:lnTo>
                  <a:lnTo>
                    <a:pt x="13998" y="1816"/>
                  </a:lnTo>
                  <a:lnTo>
                    <a:pt x="13847" y="1779"/>
                  </a:lnTo>
                  <a:lnTo>
                    <a:pt x="13317" y="1779"/>
                  </a:lnTo>
                  <a:lnTo>
                    <a:pt x="12977" y="1741"/>
                  </a:lnTo>
                  <a:lnTo>
                    <a:pt x="12334" y="1627"/>
                  </a:lnTo>
                  <a:lnTo>
                    <a:pt x="11728" y="1476"/>
                  </a:lnTo>
                  <a:lnTo>
                    <a:pt x="11161" y="1249"/>
                  </a:lnTo>
                  <a:lnTo>
                    <a:pt x="10064" y="757"/>
                  </a:lnTo>
                  <a:lnTo>
                    <a:pt x="9496" y="492"/>
                  </a:lnTo>
                  <a:lnTo>
                    <a:pt x="8891" y="227"/>
                  </a:lnTo>
                  <a:lnTo>
                    <a:pt x="8475" y="114"/>
                  </a:lnTo>
                  <a:lnTo>
                    <a:pt x="80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5"/>
            <p:cNvSpPr/>
            <p:nvPr/>
          </p:nvSpPr>
          <p:spPr>
            <a:xfrm>
              <a:off x="2938425" y="1198100"/>
              <a:ext cx="87050" cy="157975"/>
            </a:xfrm>
            <a:custGeom>
              <a:rect b="b" l="l" r="r" t="t"/>
              <a:pathLst>
                <a:path extrusionOk="0" h="6319" w="3482">
                  <a:moveTo>
                    <a:pt x="2649" y="0"/>
                  </a:moveTo>
                  <a:lnTo>
                    <a:pt x="2497" y="38"/>
                  </a:lnTo>
                  <a:lnTo>
                    <a:pt x="2346" y="76"/>
                  </a:lnTo>
                  <a:lnTo>
                    <a:pt x="2233" y="152"/>
                  </a:lnTo>
                  <a:lnTo>
                    <a:pt x="2081" y="265"/>
                  </a:lnTo>
                  <a:lnTo>
                    <a:pt x="2006" y="379"/>
                  </a:lnTo>
                  <a:lnTo>
                    <a:pt x="1930" y="530"/>
                  </a:lnTo>
                  <a:lnTo>
                    <a:pt x="38" y="5372"/>
                  </a:lnTo>
                  <a:lnTo>
                    <a:pt x="1" y="5561"/>
                  </a:lnTo>
                  <a:lnTo>
                    <a:pt x="1" y="5713"/>
                  </a:lnTo>
                  <a:lnTo>
                    <a:pt x="38" y="5826"/>
                  </a:lnTo>
                  <a:lnTo>
                    <a:pt x="76" y="5978"/>
                  </a:lnTo>
                  <a:lnTo>
                    <a:pt x="152" y="6053"/>
                  </a:lnTo>
                  <a:lnTo>
                    <a:pt x="265" y="6167"/>
                  </a:lnTo>
                  <a:lnTo>
                    <a:pt x="379" y="6242"/>
                  </a:lnTo>
                  <a:lnTo>
                    <a:pt x="530" y="6280"/>
                  </a:lnTo>
                  <a:lnTo>
                    <a:pt x="682" y="6318"/>
                  </a:lnTo>
                  <a:lnTo>
                    <a:pt x="833" y="6318"/>
                  </a:lnTo>
                  <a:lnTo>
                    <a:pt x="984" y="6280"/>
                  </a:lnTo>
                  <a:lnTo>
                    <a:pt x="1098" y="6242"/>
                  </a:lnTo>
                  <a:lnTo>
                    <a:pt x="1249" y="6167"/>
                  </a:lnTo>
                  <a:lnTo>
                    <a:pt x="1363" y="6091"/>
                  </a:lnTo>
                  <a:lnTo>
                    <a:pt x="1476" y="5940"/>
                  </a:lnTo>
                  <a:lnTo>
                    <a:pt x="1552" y="5788"/>
                  </a:lnTo>
                  <a:lnTo>
                    <a:pt x="3405" y="946"/>
                  </a:lnTo>
                  <a:lnTo>
                    <a:pt x="3481" y="795"/>
                  </a:lnTo>
                  <a:lnTo>
                    <a:pt x="3481" y="606"/>
                  </a:lnTo>
                  <a:lnTo>
                    <a:pt x="3443" y="492"/>
                  </a:lnTo>
                  <a:lnTo>
                    <a:pt x="3368" y="341"/>
                  </a:lnTo>
                  <a:lnTo>
                    <a:pt x="3292" y="265"/>
                  </a:lnTo>
                  <a:lnTo>
                    <a:pt x="3178" y="152"/>
                  </a:lnTo>
                  <a:lnTo>
                    <a:pt x="3065" y="76"/>
                  </a:lnTo>
                  <a:lnTo>
                    <a:pt x="2951" y="38"/>
                  </a:lnTo>
                  <a:lnTo>
                    <a:pt x="2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5"/>
            <p:cNvSpPr/>
            <p:nvPr/>
          </p:nvSpPr>
          <p:spPr>
            <a:xfrm>
              <a:off x="3319575" y="1270925"/>
              <a:ext cx="73800" cy="43525"/>
            </a:xfrm>
            <a:custGeom>
              <a:rect b="b" l="l" r="r" t="t"/>
              <a:pathLst>
                <a:path extrusionOk="0" h="1741" w="2952">
                  <a:moveTo>
                    <a:pt x="644" y="0"/>
                  </a:moveTo>
                  <a:lnTo>
                    <a:pt x="493" y="38"/>
                  </a:lnTo>
                  <a:lnTo>
                    <a:pt x="341" y="114"/>
                  </a:lnTo>
                  <a:lnTo>
                    <a:pt x="266" y="189"/>
                  </a:lnTo>
                  <a:lnTo>
                    <a:pt x="152" y="303"/>
                  </a:lnTo>
                  <a:lnTo>
                    <a:pt x="76" y="416"/>
                  </a:lnTo>
                  <a:lnTo>
                    <a:pt x="39" y="568"/>
                  </a:lnTo>
                  <a:lnTo>
                    <a:pt x="1" y="719"/>
                  </a:lnTo>
                  <a:lnTo>
                    <a:pt x="1" y="870"/>
                  </a:lnTo>
                  <a:lnTo>
                    <a:pt x="39" y="1022"/>
                  </a:lnTo>
                  <a:lnTo>
                    <a:pt x="76" y="1135"/>
                  </a:lnTo>
                  <a:lnTo>
                    <a:pt x="152" y="1249"/>
                  </a:lnTo>
                  <a:lnTo>
                    <a:pt x="266" y="1362"/>
                  </a:lnTo>
                  <a:lnTo>
                    <a:pt x="379" y="1476"/>
                  </a:lnTo>
                  <a:lnTo>
                    <a:pt x="568" y="1514"/>
                  </a:lnTo>
                  <a:lnTo>
                    <a:pt x="947" y="1627"/>
                  </a:lnTo>
                  <a:lnTo>
                    <a:pt x="1363" y="1703"/>
                  </a:lnTo>
                  <a:lnTo>
                    <a:pt x="1779" y="1741"/>
                  </a:lnTo>
                  <a:lnTo>
                    <a:pt x="2195" y="1741"/>
                  </a:lnTo>
                  <a:lnTo>
                    <a:pt x="2384" y="1703"/>
                  </a:lnTo>
                  <a:lnTo>
                    <a:pt x="2535" y="1665"/>
                  </a:lnTo>
                  <a:lnTo>
                    <a:pt x="2649" y="1589"/>
                  </a:lnTo>
                  <a:lnTo>
                    <a:pt x="2762" y="1476"/>
                  </a:lnTo>
                  <a:lnTo>
                    <a:pt x="2838" y="1362"/>
                  </a:lnTo>
                  <a:lnTo>
                    <a:pt x="2876" y="1211"/>
                  </a:lnTo>
                  <a:lnTo>
                    <a:pt x="2914" y="1097"/>
                  </a:lnTo>
                  <a:lnTo>
                    <a:pt x="2952" y="946"/>
                  </a:lnTo>
                  <a:lnTo>
                    <a:pt x="2914" y="795"/>
                  </a:lnTo>
                  <a:lnTo>
                    <a:pt x="2876" y="643"/>
                  </a:lnTo>
                  <a:lnTo>
                    <a:pt x="2838" y="530"/>
                  </a:lnTo>
                  <a:lnTo>
                    <a:pt x="2762" y="416"/>
                  </a:lnTo>
                  <a:lnTo>
                    <a:pt x="2649" y="303"/>
                  </a:lnTo>
                  <a:lnTo>
                    <a:pt x="2535" y="227"/>
                  </a:lnTo>
                  <a:lnTo>
                    <a:pt x="2384" y="189"/>
                  </a:lnTo>
                  <a:lnTo>
                    <a:pt x="1552" y="189"/>
                  </a:lnTo>
                  <a:lnTo>
                    <a:pt x="1249" y="114"/>
                  </a:lnTo>
                  <a:lnTo>
                    <a:pt x="947" y="38"/>
                  </a:lnTo>
                  <a:lnTo>
                    <a:pt x="7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5"/>
            <p:cNvSpPr/>
            <p:nvPr/>
          </p:nvSpPr>
          <p:spPr>
            <a:xfrm>
              <a:off x="3459550" y="2182675"/>
              <a:ext cx="465375" cy="659225"/>
            </a:xfrm>
            <a:custGeom>
              <a:rect b="b" l="l" r="r" t="t"/>
              <a:pathLst>
                <a:path extrusionOk="0" h="26369" w="18615">
                  <a:moveTo>
                    <a:pt x="1" y="0"/>
                  </a:moveTo>
                  <a:lnTo>
                    <a:pt x="1" y="26369"/>
                  </a:lnTo>
                  <a:lnTo>
                    <a:pt x="18614" y="26369"/>
                  </a:lnTo>
                  <a:lnTo>
                    <a:pt x="186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5"/>
            <p:cNvSpPr/>
            <p:nvPr/>
          </p:nvSpPr>
          <p:spPr>
            <a:xfrm>
              <a:off x="1791175" y="385650"/>
              <a:ext cx="721675" cy="409550"/>
            </a:xfrm>
            <a:custGeom>
              <a:rect b="b" l="l" r="r" t="t"/>
              <a:pathLst>
                <a:path extrusionOk="0" h="16382" w="28867">
                  <a:moveTo>
                    <a:pt x="14452" y="1"/>
                  </a:moveTo>
                  <a:lnTo>
                    <a:pt x="12977" y="39"/>
                  </a:lnTo>
                  <a:lnTo>
                    <a:pt x="11539" y="190"/>
                  </a:lnTo>
                  <a:lnTo>
                    <a:pt x="10140" y="379"/>
                  </a:lnTo>
                  <a:lnTo>
                    <a:pt x="8815" y="644"/>
                  </a:lnTo>
                  <a:lnTo>
                    <a:pt x="7567" y="984"/>
                  </a:lnTo>
                  <a:lnTo>
                    <a:pt x="6394" y="1401"/>
                  </a:lnTo>
                  <a:lnTo>
                    <a:pt x="5259" y="1892"/>
                  </a:lnTo>
                  <a:lnTo>
                    <a:pt x="4238" y="2422"/>
                  </a:lnTo>
                  <a:lnTo>
                    <a:pt x="3784" y="2687"/>
                  </a:lnTo>
                  <a:lnTo>
                    <a:pt x="3330" y="2989"/>
                  </a:lnTo>
                  <a:lnTo>
                    <a:pt x="2876" y="3292"/>
                  </a:lnTo>
                  <a:lnTo>
                    <a:pt x="2498" y="3633"/>
                  </a:lnTo>
                  <a:lnTo>
                    <a:pt x="2119" y="3935"/>
                  </a:lnTo>
                  <a:lnTo>
                    <a:pt x="1741" y="4276"/>
                  </a:lnTo>
                  <a:lnTo>
                    <a:pt x="1438" y="4654"/>
                  </a:lnTo>
                  <a:lnTo>
                    <a:pt x="1136" y="4995"/>
                  </a:lnTo>
                  <a:lnTo>
                    <a:pt x="909" y="5373"/>
                  </a:lnTo>
                  <a:lnTo>
                    <a:pt x="682" y="5751"/>
                  </a:lnTo>
                  <a:lnTo>
                    <a:pt x="455" y="6129"/>
                  </a:lnTo>
                  <a:lnTo>
                    <a:pt x="303" y="6546"/>
                  </a:lnTo>
                  <a:lnTo>
                    <a:pt x="190" y="6962"/>
                  </a:lnTo>
                  <a:lnTo>
                    <a:pt x="76" y="7340"/>
                  </a:lnTo>
                  <a:lnTo>
                    <a:pt x="39" y="7756"/>
                  </a:lnTo>
                  <a:lnTo>
                    <a:pt x="1" y="8172"/>
                  </a:lnTo>
                  <a:lnTo>
                    <a:pt x="39" y="8626"/>
                  </a:lnTo>
                  <a:lnTo>
                    <a:pt x="76" y="9043"/>
                  </a:lnTo>
                  <a:lnTo>
                    <a:pt x="190" y="9421"/>
                  </a:lnTo>
                  <a:lnTo>
                    <a:pt x="303" y="9837"/>
                  </a:lnTo>
                  <a:lnTo>
                    <a:pt x="455" y="10253"/>
                  </a:lnTo>
                  <a:lnTo>
                    <a:pt x="682" y="10631"/>
                  </a:lnTo>
                  <a:lnTo>
                    <a:pt x="909" y="11010"/>
                  </a:lnTo>
                  <a:lnTo>
                    <a:pt x="1136" y="11388"/>
                  </a:lnTo>
                  <a:lnTo>
                    <a:pt x="1438" y="11729"/>
                  </a:lnTo>
                  <a:lnTo>
                    <a:pt x="1741" y="12107"/>
                  </a:lnTo>
                  <a:lnTo>
                    <a:pt x="2119" y="12447"/>
                  </a:lnTo>
                  <a:lnTo>
                    <a:pt x="2498" y="12750"/>
                  </a:lnTo>
                  <a:lnTo>
                    <a:pt x="2876" y="13091"/>
                  </a:lnTo>
                  <a:lnTo>
                    <a:pt x="3330" y="13393"/>
                  </a:lnTo>
                  <a:lnTo>
                    <a:pt x="3784" y="13696"/>
                  </a:lnTo>
                  <a:lnTo>
                    <a:pt x="4238" y="13961"/>
                  </a:lnTo>
                  <a:lnTo>
                    <a:pt x="5259" y="14490"/>
                  </a:lnTo>
                  <a:lnTo>
                    <a:pt x="6394" y="14982"/>
                  </a:lnTo>
                  <a:lnTo>
                    <a:pt x="7567" y="15398"/>
                  </a:lnTo>
                  <a:lnTo>
                    <a:pt x="8815" y="15739"/>
                  </a:lnTo>
                  <a:lnTo>
                    <a:pt x="10140" y="16004"/>
                  </a:lnTo>
                  <a:lnTo>
                    <a:pt x="11539" y="16193"/>
                  </a:lnTo>
                  <a:lnTo>
                    <a:pt x="12977" y="16344"/>
                  </a:lnTo>
                  <a:lnTo>
                    <a:pt x="14452" y="16382"/>
                  </a:lnTo>
                  <a:lnTo>
                    <a:pt x="15928" y="16344"/>
                  </a:lnTo>
                  <a:lnTo>
                    <a:pt x="17365" y="16193"/>
                  </a:lnTo>
                  <a:lnTo>
                    <a:pt x="18727" y="16004"/>
                  </a:lnTo>
                  <a:lnTo>
                    <a:pt x="20052" y="15739"/>
                  </a:lnTo>
                  <a:lnTo>
                    <a:pt x="21338" y="15398"/>
                  </a:lnTo>
                  <a:lnTo>
                    <a:pt x="22511" y="14982"/>
                  </a:lnTo>
                  <a:lnTo>
                    <a:pt x="23608" y="14490"/>
                  </a:lnTo>
                  <a:lnTo>
                    <a:pt x="24667" y="13961"/>
                  </a:lnTo>
                  <a:lnTo>
                    <a:pt x="25121" y="13696"/>
                  </a:lnTo>
                  <a:lnTo>
                    <a:pt x="25575" y="13393"/>
                  </a:lnTo>
                  <a:lnTo>
                    <a:pt x="26029" y="13091"/>
                  </a:lnTo>
                  <a:lnTo>
                    <a:pt x="26407" y="12750"/>
                  </a:lnTo>
                  <a:lnTo>
                    <a:pt x="26786" y="12447"/>
                  </a:lnTo>
                  <a:lnTo>
                    <a:pt x="27126" y="12107"/>
                  </a:lnTo>
                  <a:lnTo>
                    <a:pt x="27467" y="11729"/>
                  </a:lnTo>
                  <a:lnTo>
                    <a:pt x="27731" y="11388"/>
                  </a:lnTo>
                  <a:lnTo>
                    <a:pt x="27996" y="11010"/>
                  </a:lnTo>
                  <a:lnTo>
                    <a:pt x="28223" y="10631"/>
                  </a:lnTo>
                  <a:lnTo>
                    <a:pt x="28412" y="10253"/>
                  </a:lnTo>
                  <a:lnTo>
                    <a:pt x="28601" y="9837"/>
                  </a:lnTo>
                  <a:lnTo>
                    <a:pt x="28715" y="9421"/>
                  </a:lnTo>
                  <a:lnTo>
                    <a:pt x="28791" y="9043"/>
                  </a:lnTo>
                  <a:lnTo>
                    <a:pt x="28866" y="8626"/>
                  </a:lnTo>
                  <a:lnTo>
                    <a:pt x="28866" y="8172"/>
                  </a:lnTo>
                  <a:lnTo>
                    <a:pt x="28866" y="7756"/>
                  </a:lnTo>
                  <a:lnTo>
                    <a:pt x="28791" y="7340"/>
                  </a:lnTo>
                  <a:lnTo>
                    <a:pt x="28715" y="6962"/>
                  </a:lnTo>
                  <a:lnTo>
                    <a:pt x="28601" y="6546"/>
                  </a:lnTo>
                  <a:lnTo>
                    <a:pt x="28412" y="6129"/>
                  </a:lnTo>
                  <a:lnTo>
                    <a:pt x="28223" y="5751"/>
                  </a:lnTo>
                  <a:lnTo>
                    <a:pt x="27996" y="5373"/>
                  </a:lnTo>
                  <a:lnTo>
                    <a:pt x="27731" y="4995"/>
                  </a:lnTo>
                  <a:lnTo>
                    <a:pt x="27467" y="4654"/>
                  </a:lnTo>
                  <a:lnTo>
                    <a:pt x="27126" y="4276"/>
                  </a:lnTo>
                  <a:lnTo>
                    <a:pt x="26786" y="3935"/>
                  </a:lnTo>
                  <a:lnTo>
                    <a:pt x="26407" y="3633"/>
                  </a:lnTo>
                  <a:lnTo>
                    <a:pt x="26029" y="3292"/>
                  </a:lnTo>
                  <a:lnTo>
                    <a:pt x="25575" y="2989"/>
                  </a:lnTo>
                  <a:lnTo>
                    <a:pt x="25121" y="2687"/>
                  </a:lnTo>
                  <a:lnTo>
                    <a:pt x="24667" y="2422"/>
                  </a:lnTo>
                  <a:lnTo>
                    <a:pt x="23608" y="1892"/>
                  </a:lnTo>
                  <a:lnTo>
                    <a:pt x="22511" y="1401"/>
                  </a:lnTo>
                  <a:lnTo>
                    <a:pt x="21338" y="984"/>
                  </a:lnTo>
                  <a:lnTo>
                    <a:pt x="20052" y="644"/>
                  </a:lnTo>
                  <a:lnTo>
                    <a:pt x="18727" y="379"/>
                  </a:lnTo>
                  <a:lnTo>
                    <a:pt x="17365" y="190"/>
                  </a:lnTo>
                  <a:lnTo>
                    <a:pt x="15928" y="39"/>
                  </a:lnTo>
                  <a:lnTo>
                    <a:pt x="14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5"/>
            <p:cNvSpPr/>
            <p:nvPr/>
          </p:nvSpPr>
          <p:spPr>
            <a:xfrm>
              <a:off x="1263425" y="309050"/>
              <a:ext cx="969475" cy="1104700"/>
            </a:xfrm>
            <a:custGeom>
              <a:rect b="b" l="l" r="r" t="t"/>
              <a:pathLst>
                <a:path extrusionOk="0" h="44188" w="38779">
                  <a:moveTo>
                    <a:pt x="21565" y="0"/>
                  </a:moveTo>
                  <a:lnTo>
                    <a:pt x="20089" y="76"/>
                  </a:lnTo>
                  <a:lnTo>
                    <a:pt x="18614" y="190"/>
                  </a:lnTo>
                  <a:lnTo>
                    <a:pt x="17138" y="417"/>
                  </a:lnTo>
                  <a:lnTo>
                    <a:pt x="15701" y="681"/>
                  </a:lnTo>
                  <a:lnTo>
                    <a:pt x="14225" y="1022"/>
                  </a:lnTo>
                  <a:lnTo>
                    <a:pt x="12826" y="1476"/>
                  </a:lnTo>
                  <a:lnTo>
                    <a:pt x="12145" y="1703"/>
                  </a:lnTo>
                  <a:lnTo>
                    <a:pt x="11426" y="1968"/>
                  </a:lnTo>
                  <a:lnTo>
                    <a:pt x="10783" y="2270"/>
                  </a:lnTo>
                  <a:lnTo>
                    <a:pt x="10102" y="2573"/>
                  </a:lnTo>
                  <a:lnTo>
                    <a:pt x="9459" y="2913"/>
                  </a:lnTo>
                  <a:lnTo>
                    <a:pt x="8815" y="3292"/>
                  </a:lnTo>
                  <a:lnTo>
                    <a:pt x="8172" y="3670"/>
                  </a:lnTo>
                  <a:lnTo>
                    <a:pt x="7567" y="4086"/>
                  </a:lnTo>
                  <a:lnTo>
                    <a:pt x="6962" y="4502"/>
                  </a:lnTo>
                  <a:lnTo>
                    <a:pt x="6394" y="4994"/>
                  </a:lnTo>
                  <a:lnTo>
                    <a:pt x="5827" y="5448"/>
                  </a:lnTo>
                  <a:lnTo>
                    <a:pt x="5297" y="5978"/>
                  </a:lnTo>
                  <a:lnTo>
                    <a:pt x="4767" y="6507"/>
                  </a:lnTo>
                  <a:lnTo>
                    <a:pt x="4238" y="7113"/>
                  </a:lnTo>
                  <a:lnTo>
                    <a:pt x="3784" y="7680"/>
                  </a:lnTo>
                  <a:lnTo>
                    <a:pt x="3292" y="8323"/>
                  </a:lnTo>
                  <a:lnTo>
                    <a:pt x="2914" y="8929"/>
                  </a:lnTo>
                  <a:lnTo>
                    <a:pt x="2535" y="9534"/>
                  </a:lnTo>
                  <a:lnTo>
                    <a:pt x="2157" y="10177"/>
                  </a:lnTo>
                  <a:lnTo>
                    <a:pt x="1854" y="10820"/>
                  </a:lnTo>
                  <a:lnTo>
                    <a:pt x="1552" y="11463"/>
                  </a:lnTo>
                  <a:lnTo>
                    <a:pt x="1287" y="12107"/>
                  </a:lnTo>
                  <a:lnTo>
                    <a:pt x="1060" y="12750"/>
                  </a:lnTo>
                  <a:lnTo>
                    <a:pt x="833" y="13431"/>
                  </a:lnTo>
                  <a:lnTo>
                    <a:pt x="644" y="14074"/>
                  </a:lnTo>
                  <a:lnTo>
                    <a:pt x="492" y="14755"/>
                  </a:lnTo>
                  <a:lnTo>
                    <a:pt x="341" y="15436"/>
                  </a:lnTo>
                  <a:lnTo>
                    <a:pt x="228" y="16117"/>
                  </a:lnTo>
                  <a:lnTo>
                    <a:pt x="152" y="16798"/>
                  </a:lnTo>
                  <a:lnTo>
                    <a:pt x="76" y="17479"/>
                  </a:lnTo>
                  <a:lnTo>
                    <a:pt x="1" y="18841"/>
                  </a:lnTo>
                  <a:lnTo>
                    <a:pt x="1" y="20240"/>
                  </a:lnTo>
                  <a:lnTo>
                    <a:pt x="114" y="21602"/>
                  </a:lnTo>
                  <a:lnTo>
                    <a:pt x="265" y="22964"/>
                  </a:lnTo>
                  <a:lnTo>
                    <a:pt x="492" y="24326"/>
                  </a:lnTo>
                  <a:lnTo>
                    <a:pt x="795" y="25688"/>
                  </a:lnTo>
                  <a:lnTo>
                    <a:pt x="1173" y="27050"/>
                  </a:lnTo>
                  <a:lnTo>
                    <a:pt x="1590" y="28374"/>
                  </a:lnTo>
                  <a:lnTo>
                    <a:pt x="2081" y="29660"/>
                  </a:lnTo>
                  <a:lnTo>
                    <a:pt x="2611" y="30909"/>
                  </a:lnTo>
                  <a:lnTo>
                    <a:pt x="3178" y="32157"/>
                  </a:lnTo>
                  <a:lnTo>
                    <a:pt x="3784" y="33368"/>
                  </a:lnTo>
                  <a:lnTo>
                    <a:pt x="4465" y="34503"/>
                  </a:lnTo>
                  <a:lnTo>
                    <a:pt x="5146" y="35638"/>
                  </a:lnTo>
                  <a:lnTo>
                    <a:pt x="5827" y="36697"/>
                  </a:lnTo>
                  <a:lnTo>
                    <a:pt x="6583" y="37681"/>
                  </a:lnTo>
                  <a:lnTo>
                    <a:pt x="7340" y="38627"/>
                  </a:lnTo>
                  <a:lnTo>
                    <a:pt x="8097" y="39535"/>
                  </a:lnTo>
                  <a:lnTo>
                    <a:pt x="8891" y="40367"/>
                  </a:lnTo>
                  <a:lnTo>
                    <a:pt x="9686" y="41123"/>
                  </a:lnTo>
                  <a:lnTo>
                    <a:pt x="10480" y="41804"/>
                  </a:lnTo>
                  <a:lnTo>
                    <a:pt x="11237" y="42410"/>
                  </a:lnTo>
                  <a:lnTo>
                    <a:pt x="12031" y="42939"/>
                  </a:lnTo>
                  <a:lnTo>
                    <a:pt x="12788" y="43356"/>
                  </a:lnTo>
                  <a:lnTo>
                    <a:pt x="13544" y="43696"/>
                  </a:lnTo>
                  <a:lnTo>
                    <a:pt x="14112" y="43923"/>
                  </a:lnTo>
                  <a:lnTo>
                    <a:pt x="14755" y="44112"/>
                  </a:lnTo>
                  <a:lnTo>
                    <a:pt x="15133" y="44188"/>
                  </a:lnTo>
                  <a:lnTo>
                    <a:pt x="15890" y="44188"/>
                  </a:lnTo>
                  <a:lnTo>
                    <a:pt x="16306" y="44150"/>
                  </a:lnTo>
                  <a:lnTo>
                    <a:pt x="16609" y="44074"/>
                  </a:lnTo>
                  <a:lnTo>
                    <a:pt x="16949" y="43999"/>
                  </a:lnTo>
                  <a:lnTo>
                    <a:pt x="17214" y="43885"/>
                  </a:lnTo>
                  <a:lnTo>
                    <a:pt x="17517" y="43734"/>
                  </a:lnTo>
                  <a:lnTo>
                    <a:pt x="18084" y="43393"/>
                  </a:lnTo>
                  <a:lnTo>
                    <a:pt x="18614" y="43015"/>
                  </a:lnTo>
                  <a:lnTo>
                    <a:pt x="19143" y="42523"/>
                  </a:lnTo>
                  <a:lnTo>
                    <a:pt x="19597" y="41956"/>
                  </a:lnTo>
                  <a:lnTo>
                    <a:pt x="20089" y="41350"/>
                  </a:lnTo>
                  <a:lnTo>
                    <a:pt x="20505" y="40670"/>
                  </a:lnTo>
                  <a:lnTo>
                    <a:pt x="20922" y="39951"/>
                  </a:lnTo>
                  <a:lnTo>
                    <a:pt x="21338" y="39194"/>
                  </a:lnTo>
                  <a:lnTo>
                    <a:pt x="21716" y="38400"/>
                  </a:lnTo>
                  <a:lnTo>
                    <a:pt x="22056" y="37567"/>
                  </a:lnTo>
                  <a:lnTo>
                    <a:pt x="22397" y="36735"/>
                  </a:lnTo>
                  <a:lnTo>
                    <a:pt x="22737" y="35865"/>
                  </a:lnTo>
                  <a:lnTo>
                    <a:pt x="23343" y="34125"/>
                  </a:lnTo>
                  <a:lnTo>
                    <a:pt x="23872" y="32422"/>
                  </a:lnTo>
                  <a:lnTo>
                    <a:pt x="24364" y="30758"/>
                  </a:lnTo>
                  <a:lnTo>
                    <a:pt x="25197" y="27845"/>
                  </a:lnTo>
                  <a:lnTo>
                    <a:pt x="25575" y="26710"/>
                  </a:lnTo>
                  <a:lnTo>
                    <a:pt x="25764" y="26256"/>
                  </a:lnTo>
                  <a:lnTo>
                    <a:pt x="25915" y="25839"/>
                  </a:lnTo>
                  <a:lnTo>
                    <a:pt x="26104" y="25537"/>
                  </a:lnTo>
                  <a:lnTo>
                    <a:pt x="26256" y="25310"/>
                  </a:lnTo>
                  <a:lnTo>
                    <a:pt x="26407" y="25196"/>
                  </a:lnTo>
                  <a:lnTo>
                    <a:pt x="26521" y="25158"/>
                  </a:lnTo>
                  <a:lnTo>
                    <a:pt x="26596" y="25158"/>
                  </a:lnTo>
                  <a:lnTo>
                    <a:pt x="26710" y="25234"/>
                  </a:lnTo>
                  <a:lnTo>
                    <a:pt x="26823" y="25348"/>
                  </a:lnTo>
                  <a:lnTo>
                    <a:pt x="26937" y="25575"/>
                  </a:lnTo>
                  <a:lnTo>
                    <a:pt x="27012" y="25802"/>
                  </a:lnTo>
                  <a:lnTo>
                    <a:pt x="27164" y="26407"/>
                  </a:lnTo>
                  <a:lnTo>
                    <a:pt x="27277" y="27126"/>
                  </a:lnTo>
                  <a:lnTo>
                    <a:pt x="27391" y="27807"/>
                  </a:lnTo>
                  <a:lnTo>
                    <a:pt x="27542" y="28412"/>
                  </a:lnTo>
                  <a:lnTo>
                    <a:pt x="27656" y="28677"/>
                  </a:lnTo>
                  <a:lnTo>
                    <a:pt x="27769" y="28866"/>
                  </a:lnTo>
                  <a:lnTo>
                    <a:pt x="27883" y="28979"/>
                  </a:lnTo>
                  <a:lnTo>
                    <a:pt x="28034" y="29055"/>
                  </a:lnTo>
                  <a:lnTo>
                    <a:pt x="28147" y="29017"/>
                  </a:lnTo>
                  <a:lnTo>
                    <a:pt x="28261" y="28979"/>
                  </a:lnTo>
                  <a:lnTo>
                    <a:pt x="28412" y="28866"/>
                  </a:lnTo>
                  <a:lnTo>
                    <a:pt x="28526" y="28715"/>
                  </a:lnTo>
                  <a:lnTo>
                    <a:pt x="28828" y="28299"/>
                  </a:lnTo>
                  <a:lnTo>
                    <a:pt x="29093" y="27769"/>
                  </a:lnTo>
                  <a:lnTo>
                    <a:pt x="29358" y="27164"/>
                  </a:lnTo>
                  <a:lnTo>
                    <a:pt x="29623" y="26445"/>
                  </a:lnTo>
                  <a:lnTo>
                    <a:pt x="29812" y="25688"/>
                  </a:lnTo>
                  <a:lnTo>
                    <a:pt x="30001" y="24931"/>
                  </a:lnTo>
                  <a:lnTo>
                    <a:pt x="30077" y="24364"/>
                  </a:lnTo>
                  <a:lnTo>
                    <a:pt x="30115" y="23797"/>
                  </a:lnTo>
                  <a:lnTo>
                    <a:pt x="30152" y="23267"/>
                  </a:lnTo>
                  <a:lnTo>
                    <a:pt x="30152" y="22737"/>
                  </a:lnTo>
                  <a:lnTo>
                    <a:pt x="30115" y="22245"/>
                  </a:lnTo>
                  <a:lnTo>
                    <a:pt x="30077" y="21754"/>
                  </a:lnTo>
                  <a:lnTo>
                    <a:pt x="29925" y="20808"/>
                  </a:lnTo>
                  <a:lnTo>
                    <a:pt x="29698" y="19938"/>
                  </a:lnTo>
                  <a:lnTo>
                    <a:pt x="29396" y="19105"/>
                  </a:lnTo>
                  <a:lnTo>
                    <a:pt x="29055" y="18311"/>
                  </a:lnTo>
                  <a:lnTo>
                    <a:pt x="28715" y="17516"/>
                  </a:lnTo>
                  <a:lnTo>
                    <a:pt x="28034" y="16079"/>
                  </a:lnTo>
                  <a:lnTo>
                    <a:pt x="27731" y="15360"/>
                  </a:lnTo>
                  <a:lnTo>
                    <a:pt x="27504" y="14679"/>
                  </a:lnTo>
                  <a:lnTo>
                    <a:pt x="27315" y="13998"/>
                  </a:lnTo>
                  <a:lnTo>
                    <a:pt x="27239" y="13620"/>
                  </a:lnTo>
                  <a:lnTo>
                    <a:pt x="27202" y="13279"/>
                  </a:lnTo>
                  <a:lnTo>
                    <a:pt x="27202" y="12939"/>
                  </a:lnTo>
                  <a:lnTo>
                    <a:pt x="27202" y="12561"/>
                  </a:lnTo>
                  <a:lnTo>
                    <a:pt x="27239" y="12220"/>
                  </a:lnTo>
                  <a:lnTo>
                    <a:pt x="27315" y="11842"/>
                  </a:lnTo>
                  <a:lnTo>
                    <a:pt x="27429" y="11350"/>
                  </a:lnTo>
                  <a:lnTo>
                    <a:pt x="27656" y="10896"/>
                  </a:lnTo>
                  <a:lnTo>
                    <a:pt x="27883" y="10442"/>
                  </a:lnTo>
                  <a:lnTo>
                    <a:pt x="28147" y="10026"/>
                  </a:lnTo>
                  <a:lnTo>
                    <a:pt x="28488" y="9647"/>
                  </a:lnTo>
                  <a:lnTo>
                    <a:pt x="28828" y="9269"/>
                  </a:lnTo>
                  <a:lnTo>
                    <a:pt x="29245" y="8929"/>
                  </a:lnTo>
                  <a:lnTo>
                    <a:pt x="29661" y="8626"/>
                  </a:lnTo>
                  <a:lnTo>
                    <a:pt x="30077" y="8323"/>
                  </a:lnTo>
                  <a:lnTo>
                    <a:pt x="30569" y="8021"/>
                  </a:lnTo>
                  <a:lnTo>
                    <a:pt x="31552" y="7491"/>
                  </a:lnTo>
                  <a:lnTo>
                    <a:pt x="32574" y="7037"/>
                  </a:lnTo>
                  <a:lnTo>
                    <a:pt x="33595" y="6659"/>
                  </a:lnTo>
                  <a:lnTo>
                    <a:pt x="34617" y="6280"/>
                  </a:lnTo>
                  <a:lnTo>
                    <a:pt x="35562" y="5978"/>
                  </a:lnTo>
                  <a:lnTo>
                    <a:pt x="37265" y="5410"/>
                  </a:lnTo>
                  <a:lnTo>
                    <a:pt x="37908" y="5183"/>
                  </a:lnTo>
                  <a:lnTo>
                    <a:pt x="38400" y="4919"/>
                  </a:lnTo>
                  <a:lnTo>
                    <a:pt x="38551" y="4805"/>
                  </a:lnTo>
                  <a:lnTo>
                    <a:pt x="38702" y="4654"/>
                  </a:lnTo>
                  <a:lnTo>
                    <a:pt x="38740" y="4540"/>
                  </a:lnTo>
                  <a:lnTo>
                    <a:pt x="38778" y="4389"/>
                  </a:lnTo>
                  <a:lnTo>
                    <a:pt x="38740" y="4238"/>
                  </a:lnTo>
                  <a:lnTo>
                    <a:pt x="38627" y="4086"/>
                  </a:lnTo>
                  <a:lnTo>
                    <a:pt x="38551" y="3935"/>
                  </a:lnTo>
                  <a:lnTo>
                    <a:pt x="38400" y="3746"/>
                  </a:lnTo>
                  <a:lnTo>
                    <a:pt x="37984" y="3443"/>
                  </a:lnTo>
                  <a:lnTo>
                    <a:pt x="37492" y="3103"/>
                  </a:lnTo>
                  <a:lnTo>
                    <a:pt x="36849" y="2762"/>
                  </a:lnTo>
                  <a:lnTo>
                    <a:pt x="36130" y="2422"/>
                  </a:lnTo>
                  <a:lnTo>
                    <a:pt x="35298" y="2081"/>
                  </a:lnTo>
                  <a:lnTo>
                    <a:pt x="34352" y="1741"/>
                  </a:lnTo>
                  <a:lnTo>
                    <a:pt x="33330" y="1438"/>
                  </a:lnTo>
                  <a:lnTo>
                    <a:pt x="32271" y="1135"/>
                  </a:lnTo>
                  <a:lnTo>
                    <a:pt x="31098" y="871"/>
                  </a:lnTo>
                  <a:lnTo>
                    <a:pt x="29850" y="644"/>
                  </a:lnTo>
                  <a:lnTo>
                    <a:pt x="28564" y="417"/>
                  </a:lnTo>
                  <a:lnTo>
                    <a:pt x="27239" y="227"/>
                  </a:lnTo>
                  <a:lnTo>
                    <a:pt x="25877" y="114"/>
                  </a:lnTo>
                  <a:lnTo>
                    <a:pt x="24440" y="38"/>
                  </a:lnTo>
                  <a:lnTo>
                    <a:pt x="23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5"/>
            <p:cNvSpPr/>
            <p:nvPr/>
          </p:nvSpPr>
          <p:spPr>
            <a:xfrm>
              <a:off x="1833750" y="904900"/>
              <a:ext cx="173100" cy="230800"/>
            </a:xfrm>
            <a:custGeom>
              <a:rect b="b" l="l" r="r" t="t"/>
              <a:pathLst>
                <a:path extrusionOk="0" h="9232" w="6924">
                  <a:moveTo>
                    <a:pt x="3367" y="0"/>
                  </a:moveTo>
                  <a:lnTo>
                    <a:pt x="3027" y="76"/>
                  </a:lnTo>
                  <a:lnTo>
                    <a:pt x="2686" y="190"/>
                  </a:lnTo>
                  <a:lnTo>
                    <a:pt x="2384" y="341"/>
                  </a:lnTo>
                  <a:lnTo>
                    <a:pt x="2043" y="530"/>
                  </a:lnTo>
                  <a:lnTo>
                    <a:pt x="1778" y="795"/>
                  </a:lnTo>
                  <a:lnTo>
                    <a:pt x="1476" y="1060"/>
                  </a:lnTo>
                  <a:lnTo>
                    <a:pt x="1211" y="1324"/>
                  </a:lnTo>
                  <a:lnTo>
                    <a:pt x="984" y="1665"/>
                  </a:lnTo>
                  <a:lnTo>
                    <a:pt x="757" y="2043"/>
                  </a:lnTo>
                  <a:lnTo>
                    <a:pt x="568" y="2422"/>
                  </a:lnTo>
                  <a:lnTo>
                    <a:pt x="378" y="2800"/>
                  </a:lnTo>
                  <a:lnTo>
                    <a:pt x="265" y="3254"/>
                  </a:lnTo>
                  <a:lnTo>
                    <a:pt x="151" y="3708"/>
                  </a:lnTo>
                  <a:lnTo>
                    <a:pt x="76" y="4162"/>
                  </a:lnTo>
                  <a:lnTo>
                    <a:pt x="0" y="4654"/>
                  </a:lnTo>
                  <a:lnTo>
                    <a:pt x="0" y="5108"/>
                  </a:lnTo>
                  <a:lnTo>
                    <a:pt x="38" y="5562"/>
                  </a:lnTo>
                  <a:lnTo>
                    <a:pt x="76" y="5978"/>
                  </a:lnTo>
                  <a:lnTo>
                    <a:pt x="189" y="6432"/>
                  </a:lnTo>
                  <a:lnTo>
                    <a:pt x="303" y="6810"/>
                  </a:lnTo>
                  <a:lnTo>
                    <a:pt x="454" y="7188"/>
                  </a:lnTo>
                  <a:lnTo>
                    <a:pt x="605" y="7567"/>
                  </a:lnTo>
                  <a:lnTo>
                    <a:pt x="832" y="7869"/>
                  </a:lnTo>
                  <a:lnTo>
                    <a:pt x="1059" y="8172"/>
                  </a:lnTo>
                  <a:lnTo>
                    <a:pt x="1286" y="8437"/>
                  </a:lnTo>
                  <a:lnTo>
                    <a:pt x="1551" y="8702"/>
                  </a:lnTo>
                  <a:lnTo>
                    <a:pt x="1854" y="8891"/>
                  </a:lnTo>
                  <a:lnTo>
                    <a:pt x="2157" y="9042"/>
                  </a:lnTo>
                  <a:lnTo>
                    <a:pt x="2497" y="9156"/>
                  </a:lnTo>
                  <a:lnTo>
                    <a:pt x="2837" y="9231"/>
                  </a:lnTo>
                  <a:lnTo>
                    <a:pt x="3556" y="9231"/>
                  </a:lnTo>
                  <a:lnTo>
                    <a:pt x="3897" y="9156"/>
                  </a:lnTo>
                  <a:lnTo>
                    <a:pt x="4199" y="9042"/>
                  </a:lnTo>
                  <a:lnTo>
                    <a:pt x="4540" y="8891"/>
                  </a:lnTo>
                  <a:lnTo>
                    <a:pt x="4843" y="8702"/>
                  </a:lnTo>
                  <a:lnTo>
                    <a:pt x="5145" y="8475"/>
                  </a:lnTo>
                  <a:lnTo>
                    <a:pt x="5410" y="8210"/>
                  </a:lnTo>
                  <a:lnTo>
                    <a:pt x="5675" y="7907"/>
                  </a:lnTo>
                  <a:lnTo>
                    <a:pt x="5940" y="7567"/>
                  </a:lnTo>
                  <a:lnTo>
                    <a:pt x="6167" y="7226"/>
                  </a:lnTo>
                  <a:lnTo>
                    <a:pt x="6356" y="6810"/>
                  </a:lnTo>
                  <a:lnTo>
                    <a:pt x="6507" y="6432"/>
                  </a:lnTo>
                  <a:lnTo>
                    <a:pt x="6658" y="5978"/>
                  </a:lnTo>
                  <a:lnTo>
                    <a:pt x="6772" y="5524"/>
                  </a:lnTo>
                  <a:lnTo>
                    <a:pt x="6848" y="5070"/>
                  </a:lnTo>
                  <a:lnTo>
                    <a:pt x="6885" y="4578"/>
                  </a:lnTo>
                  <a:lnTo>
                    <a:pt x="6923" y="4124"/>
                  </a:lnTo>
                  <a:lnTo>
                    <a:pt x="6885" y="3670"/>
                  </a:lnTo>
                  <a:lnTo>
                    <a:pt x="6810" y="3254"/>
                  </a:lnTo>
                  <a:lnTo>
                    <a:pt x="6734" y="2838"/>
                  </a:lnTo>
                  <a:lnTo>
                    <a:pt x="6621" y="2422"/>
                  </a:lnTo>
                  <a:lnTo>
                    <a:pt x="6469" y="2043"/>
                  </a:lnTo>
                  <a:lnTo>
                    <a:pt x="6280" y="1665"/>
                  </a:lnTo>
                  <a:lnTo>
                    <a:pt x="6091" y="1362"/>
                  </a:lnTo>
                  <a:lnTo>
                    <a:pt x="5864" y="1060"/>
                  </a:lnTo>
                  <a:lnTo>
                    <a:pt x="5599" y="795"/>
                  </a:lnTo>
                  <a:lnTo>
                    <a:pt x="5334" y="568"/>
                  </a:lnTo>
                  <a:lnTo>
                    <a:pt x="5032" y="341"/>
                  </a:lnTo>
                  <a:lnTo>
                    <a:pt x="4729" y="190"/>
                  </a:lnTo>
                  <a:lnTo>
                    <a:pt x="4426" y="76"/>
                  </a:lnTo>
                  <a:lnTo>
                    <a:pt x="4048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5"/>
            <p:cNvSpPr/>
            <p:nvPr/>
          </p:nvSpPr>
          <p:spPr>
            <a:xfrm>
              <a:off x="1829950" y="1064725"/>
              <a:ext cx="124875" cy="82325"/>
            </a:xfrm>
            <a:custGeom>
              <a:rect b="b" l="l" r="r" t="t"/>
              <a:pathLst>
                <a:path extrusionOk="0" h="3293" w="4995">
                  <a:moveTo>
                    <a:pt x="303" y="1"/>
                  </a:moveTo>
                  <a:lnTo>
                    <a:pt x="152" y="114"/>
                  </a:lnTo>
                  <a:lnTo>
                    <a:pt x="76" y="228"/>
                  </a:lnTo>
                  <a:lnTo>
                    <a:pt x="1" y="379"/>
                  </a:lnTo>
                  <a:lnTo>
                    <a:pt x="39" y="568"/>
                  </a:lnTo>
                  <a:lnTo>
                    <a:pt x="266" y="1098"/>
                  </a:lnTo>
                  <a:lnTo>
                    <a:pt x="530" y="1590"/>
                  </a:lnTo>
                  <a:lnTo>
                    <a:pt x="833" y="2044"/>
                  </a:lnTo>
                  <a:lnTo>
                    <a:pt x="1211" y="2422"/>
                  </a:lnTo>
                  <a:lnTo>
                    <a:pt x="1590" y="2725"/>
                  </a:lnTo>
                  <a:lnTo>
                    <a:pt x="2006" y="2990"/>
                  </a:lnTo>
                  <a:lnTo>
                    <a:pt x="2460" y="3141"/>
                  </a:lnTo>
                  <a:lnTo>
                    <a:pt x="2952" y="3254"/>
                  </a:lnTo>
                  <a:lnTo>
                    <a:pt x="3330" y="3292"/>
                  </a:lnTo>
                  <a:lnTo>
                    <a:pt x="3708" y="3254"/>
                  </a:lnTo>
                  <a:lnTo>
                    <a:pt x="4049" y="3179"/>
                  </a:lnTo>
                  <a:lnTo>
                    <a:pt x="4427" y="3103"/>
                  </a:lnTo>
                  <a:lnTo>
                    <a:pt x="4768" y="2952"/>
                  </a:lnTo>
                  <a:lnTo>
                    <a:pt x="4919" y="2838"/>
                  </a:lnTo>
                  <a:lnTo>
                    <a:pt x="4995" y="2687"/>
                  </a:lnTo>
                  <a:lnTo>
                    <a:pt x="4995" y="2536"/>
                  </a:lnTo>
                  <a:lnTo>
                    <a:pt x="4957" y="2347"/>
                  </a:lnTo>
                  <a:lnTo>
                    <a:pt x="4843" y="2233"/>
                  </a:lnTo>
                  <a:lnTo>
                    <a:pt x="4692" y="2157"/>
                  </a:lnTo>
                  <a:lnTo>
                    <a:pt x="4541" y="2120"/>
                  </a:lnTo>
                  <a:lnTo>
                    <a:pt x="4389" y="2157"/>
                  </a:lnTo>
                  <a:lnTo>
                    <a:pt x="4049" y="2309"/>
                  </a:lnTo>
                  <a:lnTo>
                    <a:pt x="3708" y="2384"/>
                  </a:lnTo>
                  <a:lnTo>
                    <a:pt x="3368" y="2422"/>
                  </a:lnTo>
                  <a:lnTo>
                    <a:pt x="3065" y="2384"/>
                  </a:lnTo>
                  <a:lnTo>
                    <a:pt x="2687" y="2309"/>
                  </a:lnTo>
                  <a:lnTo>
                    <a:pt x="2346" y="2195"/>
                  </a:lnTo>
                  <a:lnTo>
                    <a:pt x="2044" y="2006"/>
                  </a:lnTo>
                  <a:lnTo>
                    <a:pt x="1741" y="1741"/>
                  </a:lnTo>
                  <a:lnTo>
                    <a:pt x="1476" y="1439"/>
                  </a:lnTo>
                  <a:lnTo>
                    <a:pt x="1249" y="1098"/>
                  </a:lnTo>
                  <a:lnTo>
                    <a:pt x="1022" y="720"/>
                  </a:lnTo>
                  <a:lnTo>
                    <a:pt x="871" y="304"/>
                  </a:lnTo>
                  <a:lnTo>
                    <a:pt x="757" y="152"/>
                  </a:lnTo>
                  <a:lnTo>
                    <a:pt x="644" y="39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5"/>
            <p:cNvSpPr/>
            <p:nvPr/>
          </p:nvSpPr>
          <p:spPr>
            <a:xfrm>
              <a:off x="1823325" y="1008000"/>
              <a:ext cx="24625" cy="62425"/>
            </a:xfrm>
            <a:custGeom>
              <a:rect b="b" l="l" r="r" t="t"/>
              <a:pathLst>
                <a:path extrusionOk="0" h="2497" w="985">
                  <a:moveTo>
                    <a:pt x="304" y="0"/>
                  </a:moveTo>
                  <a:lnTo>
                    <a:pt x="152" y="76"/>
                  </a:lnTo>
                  <a:lnTo>
                    <a:pt x="39" y="227"/>
                  </a:lnTo>
                  <a:lnTo>
                    <a:pt x="1" y="378"/>
                  </a:lnTo>
                  <a:lnTo>
                    <a:pt x="1" y="832"/>
                  </a:lnTo>
                  <a:lnTo>
                    <a:pt x="1" y="1286"/>
                  </a:lnTo>
                  <a:lnTo>
                    <a:pt x="39" y="1740"/>
                  </a:lnTo>
                  <a:lnTo>
                    <a:pt x="114" y="2156"/>
                  </a:lnTo>
                  <a:lnTo>
                    <a:pt x="190" y="2308"/>
                  </a:lnTo>
                  <a:lnTo>
                    <a:pt x="266" y="2421"/>
                  </a:lnTo>
                  <a:lnTo>
                    <a:pt x="417" y="2497"/>
                  </a:lnTo>
                  <a:lnTo>
                    <a:pt x="644" y="2497"/>
                  </a:lnTo>
                  <a:lnTo>
                    <a:pt x="795" y="2421"/>
                  </a:lnTo>
                  <a:lnTo>
                    <a:pt x="909" y="2308"/>
                  </a:lnTo>
                  <a:lnTo>
                    <a:pt x="985" y="2156"/>
                  </a:lnTo>
                  <a:lnTo>
                    <a:pt x="985" y="2005"/>
                  </a:lnTo>
                  <a:lnTo>
                    <a:pt x="909" y="1627"/>
                  </a:lnTo>
                  <a:lnTo>
                    <a:pt x="871" y="1248"/>
                  </a:lnTo>
                  <a:lnTo>
                    <a:pt x="833" y="832"/>
                  </a:lnTo>
                  <a:lnTo>
                    <a:pt x="871" y="454"/>
                  </a:lnTo>
                  <a:lnTo>
                    <a:pt x="833" y="265"/>
                  </a:lnTo>
                  <a:lnTo>
                    <a:pt x="758" y="114"/>
                  </a:lnTo>
                  <a:lnTo>
                    <a:pt x="644" y="38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5"/>
            <p:cNvSpPr/>
            <p:nvPr/>
          </p:nvSpPr>
          <p:spPr>
            <a:xfrm>
              <a:off x="1827125" y="893550"/>
              <a:ext cx="146625" cy="113525"/>
            </a:xfrm>
            <a:custGeom>
              <a:rect b="b" l="l" r="r" t="t"/>
              <a:pathLst>
                <a:path extrusionOk="0" h="4541" w="5865">
                  <a:moveTo>
                    <a:pt x="4010" y="0"/>
                  </a:moveTo>
                  <a:lnTo>
                    <a:pt x="3670" y="38"/>
                  </a:lnTo>
                  <a:lnTo>
                    <a:pt x="3292" y="114"/>
                  </a:lnTo>
                  <a:lnTo>
                    <a:pt x="2951" y="190"/>
                  </a:lnTo>
                  <a:lnTo>
                    <a:pt x="2611" y="341"/>
                  </a:lnTo>
                  <a:lnTo>
                    <a:pt x="2270" y="530"/>
                  </a:lnTo>
                  <a:lnTo>
                    <a:pt x="1968" y="757"/>
                  </a:lnTo>
                  <a:lnTo>
                    <a:pt x="1665" y="984"/>
                  </a:lnTo>
                  <a:lnTo>
                    <a:pt x="1362" y="1287"/>
                  </a:lnTo>
                  <a:lnTo>
                    <a:pt x="1097" y="1589"/>
                  </a:lnTo>
                  <a:lnTo>
                    <a:pt x="833" y="1930"/>
                  </a:lnTo>
                  <a:lnTo>
                    <a:pt x="643" y="2308"/>
                  </a:lnTo>
                  <a:lnTo>
                    <a:pt x="416" y="2686"/>
                  </a:lnTo>
                  <a:lnTo>
                    <a:pt x="265" y="3140"/>
                  </a:lnTo>
                  <a:lnTo>
                    <a:pt x="114" y="3557"/>
                  </a:lnTo>
                  <a:lnTo>
                    <a:pt x="0" y="4048"/>
                  </a:lnTo>
                  <a:lnTo>
                    <a:pt x="0" y="4200"/>
                  </a:lnTo>
                  <a:lnTo>
                    <a:pt x="38" y="4351"/>
                  </a:lnTo>
                  <a:lnTo>
                    <a:pt x="189" y="4502"/>
                  </a:lnTo>
                  <a:lnTo>
                    <a:pt x="416" y="4540"/>
                  </a:lnTo>
                  <a:lnTo>
                    <a:pt x="568" y="4540"/>
                  </a:lnTo>
                  <a:lnTo>
                    <a:pt x="681" y="4465"/>
                  </a:lnTo>
                  <a:lnTo>
                    <a:pt x="757" y="4351"/>
                  </a:lnTo>
                  <a:lnTo>
                    <a:pt x="833" y="4200"/>
                  </a:lnTo>
                  <a:lnTo>
                    <a:pt x="908" y="3821"/>
                  </a:lnTo>
                  <a:lnTo>
                    <a:pt x="1060" y="3481"/>
                  </a:lnTo>
                  <a:lnTo>
                    <a:pt x="1173" y="3103"/>
                  </a:lnTo>
                  <a:lnTo>
                    <a:pt x="1362" y="2800"/>
                  </a:lnTo>
                  <a:lnTo>
                    <a:pt x="1514" y="2459"/>
                  </a:lnTo>
                  <a:lnTo>
                    <a:pt x="1703" y="2195"/>
                  </a:lnTo>
                  <a:lnTo>
                    <a:pt x="1930" y="1930"/>
                  </a:lnTo>
                  <a:lnTo>
                    <a:pt x="2157" y="1703"/>
                  </a:lnTo>
                  <a:lnTo>
                    <a:pt x="2384" y="1476"/>
                  </a:lnTo>
                  <a:lnTo>
                    <a:pt x="2649" y="1287"/>
                  </a:lnTo>
                  <a:lnTo>
                    <a:pt x="2913" y="1135"/>
                  </a:lnTo>
                  <a:lnTo>
                    <a:pt x="3178" y="1022"/>
                  </a:lnTo>
                  <a:lnTo>
                    <a:pt x="3443" y="946"/>
                  </a:lnTo>
                  <a:lnTo>
                    <a:pt x="3708" y="908"/>
                  </a:lnTo>
                  <a:lnTo>
                    <a:pt x="4010" y="871"/>
                  </a:lnTo>
                  <a:lnTo>
                    <a:pt x="4275" y="908"/>
                  </a:lnTo>
                  <a:lnTo>
                    <a:pt x="4502" y="946"/>
                  </a:lnTo>
                  <a:lnTo>
                    <a:pt x="4767" y="1022"/>
                  </a:lnTo>
                  <a:lnTo>
                    <a:pt x="4994" y="1135"/>
                  </a:lnTo>
                  <a:lnTo>
                    <a:pt x="5183" y="1249"/>
                  </a:lnTo>
                  <a:lnTo>
                    <a:pt x="5372" y="1325"/>
                  </a:lnTo>
                  <a:lnTo>
                    <a:pt x="5524" y="1325"/>
                  </a:lnTo>
                  <a:lnTo>
                    <a:pt x="5675" y="1249"/>
                  </a:lnTo>
                  <a:lnTo>
                    <a:pt x="5789" y="1135"/>
                  </a:lnTo>
                  <a:lnTo>
                    <a:pt x="5864" y="946"/>
                  </a:lnTo>
                  <a:lnTo>
                    <a:pt x="5864" y="795"/>
                  </a:lnTo>
                  <a:lnTo>
                    <a:pt x="5789" y="644"/>
                  </a:lnTo>
                  <a:lnTo>
                    <a:pt x="5675" y="530"/>
                  </a:lnTo>
                  <a:lnTo>
                    <a:pt x="5372" y="341"/>
                  </a:lnTo>
                  <a:lnTo>
                    <a:pt x="5070" y="190"/>
                  </a:lnTo>
                  <a:lnTo>
                    <a:pt x="4729" y="114"/>
                  </a:lnTo>
                  <a:lnTo>
                    <a:pt x="4389" y="38"/>
                  </a:lnTo>
                  <a:lnTo>
                    <a:pt x="4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5"/>
            <p:cNvSpPr/>
            <p:nvPr/>
          </p:nvSpPr>
          <p:spPr>
            <a:xfrm>
              <a:off x="1891425" y="955975"/>
              <a:ext cx="50150" cy="132425"/>
            </a:xfrm>
            <a:custGeom>
              <a:rect b="b" l="l" r="r" t="t"/>
              <a:pathLst>
                <a:path extrusionOk="0" h="5297" w="2006">
                  <a:moveTo>
                    <a:pt x="304" y="0"/>
                  </a:moveTo>
                  <a:lnTo>
                    <a:pt x="152" y="76"/>
                  </a:lnTo>
                  <a:lnTo>
                    <a:pt x="39" y="227"/>
                  </a:lnTo>
                  <a:lnTo>
                    <a:pt x="1" y="379"/>
                  </a:lnTo>
                  <a:lnTo>
                    <a:pt x="1" y="530"/>
                  </a:lnTo>
                  <a:lnTo>
                    <a:pt x="1136" y="4994"/>
                  </a:lnTo>
                  <a:lnTo>
                    <a:pt x="1211" y="5108"/>
                  </a:lnTo>
                  <a:lnTo>
                    <a:pt x="1287" y="5221"/>
                  </a:lnTo>
                  <a:lnTo>
                    <a:pt x="1438" y="5297"/>
                  </a:lnTo>
                  <a:lnTo>
                    <a:pt x="1665" y="5297"/>
                  </a:lnTo>
                  <a:lnTo>
                    <a:pt x="1817" y="5221"/>
                  </a:lnTo>
                  <a:lnTo>
                    <a:pt x="1930" y="5108"/>
                  </a:lnTo>
                  <a:lnTo>
                    <a:pt x="2006" y="4918"/>
                  </a:lnTo>
                  <a:lnTo>
                    <a:pt x="1968" y="4767"/>
                  </a:lnTo>
                  <a:lnTo>
                    <a:pt x="833" y="303"/>
                  </a:lnTo>
                  <a:lnTo>
                    <a:pt x="757" y="152"/>
                  </a:lnTo>
                  <a:lnTo>
                    <a:pt x="644" y="38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5"/>
            <p:cNvSpPr/>
            <p:nvPr/>
          </p:nvSpPr>
          <p:spPr>
            <a:xfrm>
              <a:off x="1906575" y="972050"/>
              <a:ext cx="46350" cy="52050"/>
            </a:xfrm>
            <a:custGeom>
              <a:rect b="b" l="l" r="r" t="t"/>
              <a:pathLst>
                <a:path extrusionOk="0" h="2082" w="1854">
                  <a:moveTo>
                    <a:pt x="1400" y="0"/>
                  </a:moveTo>
                  <a:lnTo>
                    <a:pt x="1211" y="38"/>
                  </a:lnTo>
                  <a:lnTo>
                    <a:pt x="1097" y="152"/>
                  </a:lnTo>
                  <a:lnTo>
                    <a:pt x="114" y="1362"/>
                  </a:lnTo>
                  <a:lnTo>
                    <a:pt x="0" y="1514"/>
                  </a:lnTo>
                  <a:lnTo>
                    <a:pt x="0" y="1703"/>
                  </a:lnTo>
                  <a:lnTo>
                    <a:pt x="38" y="1854"/>
                  </a:lnTo>
                  <a:lnTo>
                    <a:pt x="151" y="1968"/>
                  </a:lnTo>
                  <a:lnTo>
                    <a:pt x="303" y="2043"/>
                  </a:lnTo>
                  <a:lnTo>
                    <a:pt x="416" y="2081"/>
                  </a:lnTo>
                  <a:lnTo>
                    <a:pt x="605" y="2043"/>
                  </a:lnTo>
                  <a:lnTo>
                    <a:pt x="757" y="1930"/>
                  </a:lnTo>
                  <a:lnTo>
                    <a:pt x="1778" y="681"/>
                  </a:lnTo>
                  <a:lnTo>
                    <a:pt x="1854" y="530"/>
                  </a:lnTo>
                  <a:lnTo>
                    <a:pt x="1854" y="379"/>
                  </a:lnTo>
                  <a:lnTo>
                    <a:pt x="1816" y="227"/>
                  </a:lnTo>
                  <a:lnTo>
                    <a:pt x="1703" y="76"/>
                  </a:lnTo>
                  <a:lnTo>
                    <a:pt x="1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5"/>
            <p:cNvSpPr/>
            <p:nvPr/>
          </p:nvSpPr>
          <p:spPr>
            <a:xfrm>
              <a:off x="918225" y="320400"/>
              <a:ext cx="720700" cy="453050"/>
            </a:xfrm>
            <a:custGeom>
              <a:rect b="b" l="l" r="r" t="t"/>
              <a:pathLst>
                <a:path extrusionOk="0" h="18122" w="28828">
                  <a:moveTo>
                    <a:pt x="13203" y="0"/>
                  </a:moveTo>
                  <a:lnTo>
                    <a:pt x="12409" y="38"/>
                  </a:lnTo>
                  <a:lnTo>
                    <a:pt x="11614" y="76"/>
                  </a:lnTo>
                  <a:lnTo>
                    <a:pt x="10858" y="152"/>
                  </a:lnTo>
                  <a:lnTo>
                    <a:pt x="10139" y="265"/>
                  </a:lnTo>
                  <a:lnTo>
                    <a:pt x="9382" y="379"/>
                  </a:lnTo>
                  <a:lnTo>
                    <a:pt x="8588" y="568"/>
                  </a:lnTo>
                  <a:lnTo>
                    <a:pt x="7756" y="795"/>
                  </a:lnTo>
                  <a:lnTo>
                    <a:pt x="6923" y="1060"/>
                  </a:lnTo>
                  <a:lnTo>
                    <a:pt x="6053" y="1324"/>
                  </a:lnTo>
                  <a:lnTo>
                    <a:pt x="5221" y="1665"/>
                  </a:lnTo>
                  <a:lnTo>
                    <a:pt x="4426" y="2081"/>
                  </a:lnTo>
                  <a:lnTo>
                    <a:pt x="3632" y="2497"/>
                  </a:lnTo>
                  <a:lnTo>
                    <a:pt x="2875" y="2989"/>
                  </a:lnTo>
                  <a:lnTo>
                    <a:pt x="2194" y="3481"/>
                  </a:lnTo>
                  <a:lnTo>
                    <a:pt x="1589" y="4086"/>
                  </a:lnTo>
                  <a:lnTo>
                    <a:pt x="1324" y="4389"/>
                  </a:lnTo>
                  <a:lnTo>
                    <a:pt x="1059" y="4691"/>
                  </a:lnTo>
                  <a:lnTo>
                    <a:pt x="832" y="5032"/>
                  </a:lnTo>
                  <a:lnTo>
                    <a:pt x="643" y="5372"/>
                  </a:lnTo>
                  <a:lnTo>
                    <a:pt x="454" y="5713"/>
                  </a:lnTo>
                  <a:lnTo>
                    <a:pt x="303" y="6091"/>
                  </a:lnTo>
                  <a:lnTo>
                    <a:pt x="189" y="6470"/>
                  </a:lnTo>
                  <a:lnTo>
                    <a:pt x="76" y="6848"/>
                  </a:lnTo>
                  <a:lnTo>
                    <a:pt x="38" y="7264"/>
                  </a:lnTo>
                  <a:lnTo>
                    <a:pt x="0" y="7680"/>
                  </a:lnTo>
                  <a:lnTo>
                    <a:pt x="38" y="8134"/>
                  </a:lnTo>
                  <a:lnTo>
                    <a:pt x="76" y="8550"/>
                  </a:lnTo>
                  <a:lnTo>
                    <a:pt x="151" y="8966"/>
                  </a:lnTo>
                  <a:lnTo>
                    <a:pt x="303" y="9420"/>
                  </a:lnTo>
                  <a:lnTo>
                    <a:pt x="416" y="9837"/>
                  </a:lnTo>
                  <a:lnTo>
                    <a:pt x="605" y="10253"/>
                  </a:lnTo>
                  <a:lnTo>
                    <a:pt x="832" y="10669"/>
                  </a:lnTo>
                  <a:lnTo>
                    <a:pt x="1059" y="11085"/>
                  </a:lnTo>
                  <a:lnTo>
                    <a:pt x="1324" y="11501"/>
                  </a:lnTo>
                  <a:lnTo>
                    <a:pt x="1589" y="11880"/>
                  </a:lnTo>
                  <a:lnTo>
                    <a:pt x="2232" y="12674"/>
                  </a:lnTo>
                  <a:lnTo>
                    <a:pt x="2951" y="13431"/>
                  </a:lnTo>
                  <a:lnTo>
                    <a:pt x="3745" y="14149"/>
                  </a:lnTo>
                  <a:lnTo>
                    <a:pt x="4615" y="14830"/>
                  </a:lnTo>
                  <a:lnTo>
                    <a:pt x="5523" y="15474"/>
                  </a:lnTo>
                  <a:lnTo>
                    <a:pt x="6469" y="16041"/>
                  </a:lnTo>
                  <a:lnTo>
                    <a:pt x="7453" y="16533"/>
                  </a:lnTo>
                  <a:lnTo>
                    <a:pt x="8436" y="16987"/>
                  </a:lnTo>
                  <a:lnTo>
                    <a:pt x="9420" y="17365"/>
                  </a:lnTo>
                  <a:lnTo>
                    <a:pt x="10404" y="17668"/>
                  </a:lnTo>
                  <a:lnTo>
                    <a:pt x="11198" y="17857"/>
                  </a:lnTo>
                  <a:lnTo>
                    <a:pt x="11993" y="17970"/>
                  </a:lnTo>
                  <a:lnTo>
                    <a:pt x="12787" y="18084"/>
                  </a:lnTo>
                  <a:lnTo>
                    <a:pt x="13582" y="18122"/>
                  </a:lnTo>
                  <a:lnTo>
                    <a:pt x="15171" y="18122"/>
                  </a:lnTo>
                  <a:lnTo>
                    <a:pt x="15965" y="18046"/>
                  </a:lnTo>
                  <a:lnTo>
                    <a:pt x="16759" y="17933"/>
                  </a:lnTo>
                  <a:lnTo>
                    <a:pt x="17554" y="17819"/>
                  </a:lnTo>
                  <a:lnTo>
                    <a:pt x="18311" y="17668"/>
                  </a:lnTo>
                  <a:lnTo>
                    <a:pt x="19105" y="17441"/>
                  </a:lnTo>
                  <a:lnTo>
                    <a:pt x="19862" y="17252"/>
                  </a:lnTo>
                  <a:lnTo>
                    <a:pt x="20580" y="16987"/>
                  </a:lnTo>
                  <a:lnTo>
                    <a:pt x="21299" y="16722"/>
                  </a:lnTo>
                  <a:lnTo>
                    <a:pt x="22018" y="16419"/>
                  </a:lnTo>
                  <a:lnTo>
                    <a:pt x="22699" y="16117"/>
                  </a:lnTo>
                  <a:lnTo>
                    <a:pt x="23342" y="15776"/>
                  </a:lnTo>
                  <a:lnTo>
                    <a:pt x="23985" y="15398"/>
                  </a:lnTo>
                  <a:lnTo>
                    <a:pt x="24553" y="15020"/>
                  </a:lnTo>
                  <a:lnTo>
                    <a:pt x="25158" y="14641"/>
                  </a:lnTo>
                  <a:lnTo>
                    <a:pt x="25688" y="14225"/>
                  </a:lnTo>
                  <a:lnTo>
                    <a:pt x="26180" y="13809"/>
                  </a:lnTo>
                  <a:lnTo>
                    <a:pt x="26634" y="13355"/>
                  </a:lnTo>
                  <a:lnTo>
                    <a:pt x="27088" y="12901"/>
                  </a:lnTo>
                  <a:lnTo>
                    <a:pt x="27466" y="12447"/>
                  </a:lnTo>
                  <a:lnTo>
                    <a:pt x="27806" y="11993"/>
                  </a:lnTo>
                  <a:lnTo>
                    <a:pt x="28109" y="11539"/>
                  </a:lnTo>
                  <a:lnTo>
                    <a:pt x="28336" y="11085"/>
                  </a:lnTo>
                  <a:lnTo>
                    <a:pt x="28525" y="10593"/>
                  </a:lnTo>
                  <a:lnTo>
                    <a:pt x="28676" y="10139"/>
                  </a:lnTo>
                  <a:lnTo>
                    <a:pt x="28790" y="9647"/>
                  </a:lnTo>
                  <a:lnTo>
                    <a:pt x="28828" y="9193"/>
                  </a:lnTo>
                  <a:lnTo>
                    <a:pt x="28790" y="8739"/>
                  </a:lnTo>
                  <a:lnTo>
                    <a:pt x="28714" y="8248"/>
                  </a:lnTo>
                  <a:lnTo>
                    <a:pt x="28563" y="7794"/>
                  </a:lnTo>
                  <a:lnTo>
                    <a:pt x="28374" y="7340"/>
                  </a:lnTo>
                  <a:lnTo>
                    <a:pt x="28147" y="6886"/>
                  </a:lnTo>
                  <a:lnTo>
                    <a:pt x="27882" y="6432"/>
                  </a:lnTo>
                  <a:lnTo>
                    <a:pt x="27541" y="5978"/>
                  </a:lnTo>
                  <a:lnTo>
                    <a:pt x="27201" y="5562"/>
                  </a:lnTo>
                  <a:lnTo>
                    <a:pt x="26785" y="5108"/>
                  </a:lnTo>
                  <a:lnTo>
                    <a:pt x="26331" y="4691"/>
                  </a:lnTo>
                  <a:lnTo>
                    <a:pt x="25839" y="4275"/>
                  </a:lnTo>
                  <a:lnTo>
                    <a:pt x="25309" y="3897"/>
                  </a:lnTo>
                  <a:lnTo>
                    <a:pt x="24780" y="3519"/>
                  </a:lnTo>
                  <a:lnTo>
                    <a:pt x="24174" y="3140"/>
                  </a:lnTo>
                  <a:lnTo>
                    <a:pt x="23569" y="2762"/>
                  </a:lnTo>
                  <a:lnTo>
                    <a:pt x="22926" y="2422"/>
                  </a:lnTo>
                  <a:lnTo>
                    <a:pt x="22283" y="2119"/>
                  </a:lnTo>
                  <a:lnTo>
                    <a:pt x="21602" y="1816"/>
                  </a:lnTo>
                  <a:lnTo>
                    <a:pt x="20883" y="1514"/>
                  </a:lnTo>
                  <a:lnTo>
                    <a:pt x="20164" y="1249"/>
                  </a:lnTo>
                  <a:lnTo>
                    <a:pt x="19446" y="1022"/>
                  </a:lnTo>
                  <a:lnTo>
                    <a:pt x="18689" y="795"/>
                  </a:lnTo>
                  <a:lnTo>
                    <a:pt x="17894" y="606"/>
                  </a:lnTo>
                  <a:lnTo>
                    <a:pt x="17138" y="417"/>
                  </a:lnTo>
                  <a:lnTo>
                    <a:pt x="16343" y="303"/>
                  </a:lnTo>
                  <a:lnTo>
                    <a:pt x="15587" y="190"/>
                  </a:lnTo>
                  <a:lnTo>
                    <a:pt x="14792" y="76"/>
                  </a:lnTo>
                  <a:lnTo>
                    <a:pt x="13998" y="38"/>
                  </a:lnTo>
                  <a:lnTo>
                    <a:pt x="132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5"/>
            <p:cNvSpPr/>
            <p:nvPr/>
          </p:nvSpPr>
          <p:spPr>
            <a:xfrm>
              <a:off x="1018475" y="238125"/>
              <a:ext cx="493725" cy="304550"/>
            </a:xfrm>
            <a:custGeom>
              <a:rect b="b" l="l" r="r" t="t"/>
              <a:pathLst>
                <a:path extrusionOk="0" h="12182" w="19749">
                  <a:moveTo>
                    <a:pt x="11085" y="0"/>
                  </a:moveTo>
                  <a:lnTo>
                    <a:pt x="10404" y="76"/>
                  </a:lnTo>
                  <a:lnTo>
                    <a:pt x="9685" y="151"/>
                  </a:lnTo>
                  <a:lnTo>
                    <a:pt x="8966" y="303"/>
                  </a:lnTo>
                  <a:lnTo>
                    <a:pt x="8247" y="492"/>
                  </a:lnTo>
                  <a:lnTo>
                    <a:pt x="7491" y="757"/>
                  </a:lnTo>
                  <a:lnTo>
                    <a:pt x="6734" y="1021"/>
                  </a:lnTo>
                  <a:lnTo>
                    <a:pt x="6015" y="1362"/>
                  </a:lnTo>
                  <a:lnTo>
                    <a:pt x="5259" y="1740"/>
                  </a:lnTo>
                  <a:lnTo>
                    <a:pt x="4691" y="2081"/>
                  </a:lnTo>
                  <a:lnTo>
                    <a:pt x="4124" y="2421"/>
                  </a:lnTo>
                  <a:lnTo>
                    <a:pt x="3594" y="2762"/>
                  </a:lnTo>
                  <a:lnTo>
                    <a:pt x="3102" y="3140"/>
                  </a:lnTo>
                  <a:lnTo>
                    <a:pt x="2648" y="3518"/>
                  </a:lnTo>
                  <a:lnTo>
                    <a:pt x="2194" y="3897"/>
                  </a:lnTo>
                  <a:lnTo>
                    <a:pt x="1816" y="4313"/>
                  </a:lnTo>
                  <a:lnTo>
                    <a:pt x="1438" y="4691"/>
                  </a:lnTo>
                  <a:lnTo>
                    <a:pt x="1097" y="5107"/>
                  </a:lnTo>
                  <a:lnTo>
                    <a:pt x="832" y="5486"/>
                  </a:lnTo>
                  <a:lnTo>
                    <a:pt x="568" y="5902"/>
                  </a:lnTo>
                  <a:lnTo>
                    <a:pt x="378" y="6280"/>
                  </a:lnTo>
                  <a:lnTo>
                    <a:pt x="227" y="6696"/>
                  </a:lnTo>
                  <a:lnTo>
                    <a:pt x="114" y="7075"/>
                  </a:lnTo>
                  <a:lnTo>
                    <a:pt x="38" y="7453"/>
                  </a:lnTo>
                  <a:lnTo>
                    <a:pt x="0" y="7831"/>
                  </a:lnTo>
                  <a:lnTo>
                    <a:pt x="38" y="8096"/>
                  </a:lnTo>
                  <a:lnTo>
                    <a:pt x="76" y="8399"/>
                  </a:lnTo>
                  <a:lnTo>
                    <a:pt x="151" y="8663"/>
                  </a:lnTo>
                  <a:lnTo>
                    <a:pt x="265" y="8928"/>
                  </a:lnTo>
                  <a:lnTo>
                    <a:pt x="378" y="9231"/>
                  </a:lnTo>
                  <a:lnTo>
                    <a:pt x="530" y="9496"/>
                  </a:lnTo>
                  <a:lnTo>
                    <a:pt x="719" y="9761"/>
                  </a:lnTo>
                  <a:lnTo>
                    <a:pt x="946" y="10025"/>
                  </a:lnTo>
                  <a:lnTo>
                    <a:pt x="1476" y="10555"/>
                  </a:lnTo>
                  <a:lnTo>
                    <a:pt x="2081" y="11085"/>
                  </a:lnTo>
                  <a:lnTo>
                    <a:pt x="2838" y="11614"/>
                  </a:lnTo>
                  <a:lnTo>
                    <a:pt x="3708" y="12144"/>
                  </a:lnTo>
                  <a:lnTo>
                    <a:pt x="3783" y="12182"/>
                  </a:lnTo>
                  <a:lnTo>
                    <a:pt x="4010" y="12182"/>
                  </a:lnTo>
                  <a:lnTo>
                    <a:pt x="4124" y="12144"/>
                  </a:lnTo>
                  <a:lnTo>
                    <a:pt x="4199" y="12068"/>
                  </a:lnTo>
                  <a:lnTo>
                    <a:pt x="4275" y="11993"/>
                  </a:lnTo>
                  <a:lnTo>
                    <a:pt x="4351" y="11804"/>
                  </a:lnTo>
                  <a:lnTo>
                    <a:pt x="4313" y="11652"/>
                  </a:lnTo>
                  <a:lnTo>
                    <a:pt x="4237" y="11501"/>
                  </a:lnTo>
                  <a:lnTo>
                    <a:pt x="4124" y="11387"/>
                  </a:lnTo>
                  <a:lnTo>
                    <a:pt x="3367" y="10933"/>
                  </a:lnTo>
                  <a:lnTo>
                    <a:pt x="2724" y="10479"/>
                  </a:lnTo>
                  <a:lnTo>
                    <a:pt x="2157" y="10025"/>
                  </a:lnTo>
                  <a:lnTo>
                    <a:pt x="1703" y="9571"/>
                  </a:lnTo>
                  <a:lnTo>
                    <a:pt x="1324" y="9155"/>
                  </a:lnTo>
                  <a:lnTo>
                    <a:pt x="1097" y="8701"/>
                  </a:lnTo>
                  <a:lnTo>
                    <a:pt x="984" y="8474"/>
                  </a:lnTo>
                  <a:lnTo>
                    <a:pt x="946" y="8247"/>
                  </a:lnTo>
                  <a:lnTo>
                    <a:pt x="870" y="8020"/>
                  </a:lnTo>
                  <a:lnTo>
                    <a:pt x="870" y="7831"/>
                  </a:lnTo>
                  <a:lnTo>
                    <a:pt x="908" y="7529"/>
                  </a:lnTo>
                  <a:lnTo>
                    <a:pt x="946" y="7188"/>
                  </a:lnTo>
                  <a:lnTo>
                    <a:pt x="1059" y="6848"/>
                  </a:lnTo>
                  <a:lnTo>
                    <a:pt x="1211" y="6545"/>
                  </a:lnTo>
                  <a:lnTo>
                    <a:pt x="1400" y="6204"/>
                  </a:lnTo>
                  <a:lnTo>
                    <a:pt x="1627" y="5826"/>
                  </a:lnTo>
                  <a:lnTo>
                    <a:pt x="1892" y="5486"/>
                  </a:lnTo>
                  <a:lnTo>
                    <a:pt x="2194" y="5145"/>
                  </a:lnTo>
                  <a:lnTo>
                    <a:pt x="2535" y="4805"/>
                  </a:lnTo>
                  <a:lnTo>
                    <a:pt x="2913" y="4426"/>
                  </a:lnTo>
                  <a:lnTo>
                    <a:pt x="3292" y="4086"/>
                  </a:lnTo>
                  <a:lnTo>
                    <a:pt x="3708" y="3745"/>
                  </a:lnTo>
                  <a:lnTo>
                    <a:pt x="4162" y="3443"/>
                  </a:lnTo>
                  <a:lnTo>
                    <a:pt x="4653" y="3102"/>
                  </a:lnTo>
                  <a:lnTo>
                    <a:pt x="5145" y="2800"/>
                  </a:lnTo>
                  <a:lnTo>
                    <a:pt x="5675" y="2497"/>
                  </a:lnTo>
                  <a:lnTo>
                    <a:pt x="6205" y="2232"/>
                  </a:lnTo>
                  <a:lnTo>
                    <a:pt x="6772" y="1967"/>
                  </a:lnTo>
                  <a:lnTo>
                    <a:pt x="7377" y="1740"/>
                  </a:lnTo>
                  <a:lnTo>
                    <a:pt x="7983" y="1513"/>
                  </a:lnTo>
                  <a:lnTo>
                    <a:pt x="8626" y="1324"/>
                  </a:lnTo>
                  <a:lnTo>
                    <a:pt x="9269" y="1135"/>
                  </a:lnTo>
                  <a:lnTo>
                    <a:pt x="9912" y="1021"/>
                  </a:lnTo>
                  <a:lnTo>
                    <a:pt x="10555" y="946"/>
                  </a:lnTo>
                  <a:lnTo>
                    <a:pt x="11198" y="870"/>
                  </a:lnTo>
                  <a:lnTo>
                    <a:pt x="11879" y="870"/>
                  </a:lnTo>
                  <a:lnTo>
                    <a:pt x="12522" y="908"/>
                  </a:lnTo>
                  <a:lnTo>
                    <a:pt x="13128" y="1021"/>
                  </a:lnTo>
                  <a:lnTo>
                    <a:pt x="13733" y="1173"/>
                  </a:lnTo>
                  <a:lnTo>
                    <a:pt x="14338" y="1362"/>
                  </a:lnTo>
                  <a:lnTo>
                    <a:pt x="14944" y="1627"/>
                  </a:lnTo>
                  <a:lnTo>
                    <a:pt x="15473" y="1967"/>
                  </a:lnTo>
                  <a:lnTo>
                    <a:pt x="15814" y="2194"/>
                  </a:lnTo>
                  <a:lnTo>
                    <a:pt x="16116" y="2459"/>
                  </a:lnTo>
                  <a:lnTo>
                    <a:pt x="16381" y="2724"/>
                  </a:lnTo>
                  <a:lnTo>
                    <a:pt x="16646" y="2989"/>
                  </a:lnTo>
                  <a:lnTo>
                    <a:pt x="17100" y="3594"/>
                  </a:lnTo>
                  <a:lnTo>
                    <a:pt x="17516" y="4237"/>
                  </a:lnTo>
                  <a:lnTo>
                    <a:pt x="17857" y="4880"/>
                  </a:lnTo>
                  <a:lnTo>
                    <a:pt x="18122" y="5561"/>
                  </a:lnTo>
                  <a:lnTo>
                    <a:pt x="18349" y="6242"/>
                  </a:lnTo>
                  <a:lnTo>
                    <a:pt x="18538" y="6923"/>
                  </a:lnTo>
                  <a:lnTo>
                    <a:pt x="18651" y="7566"/>
                  </a:lnTo>
                  <a:lnTo>
                    <a:pt x="18765" y="8209"/>
                  </a:lnTo>
                  <a:lnTo>
                    <a:pt x="18840" y="9269"/>
                  </a:lnTo>
                  <a:lnTo>
                    <a:pt x="18878" y="10101"/>
                  </a:lnTo>
                  <a:lnTo>
                    <a:pt x="18878" y="10555"/>
                  </a:lnTo>
                  <a:lnTo>
                    <a:pt x="18916" y="10706"/>
                  </a:lnTo>
                  <a:lnTo>
                    <a:pt x="18992" y="10858"/>
                  </a:lnTo>
                  <a:lnTo>
                    <a:pt x="19105" y="10971"/>
                  </a:lnTo>
                  <a:lnTo>
                    <a:pt x="19294" y="11009"/>
                  </a:lnTo>
                  <a:lnTo>
                    <a:pt x="19446" y="10971"/>
                  </a:lnTo>
                  <a:lnTo>
                    <a:pt x="19597" y="10896"/>
                  </a:lnTo>
                  <a:lnTo>
                    <a:pt x="19710" y="10744"/>
                  </a:lnTo>
                  <a:lnTo>
                    <a:pt x="19748" y="10593"/>
                  </a:lnTo>
                  <a:lnTo>
                    <a:pt x="19748" y="9988"/>
                  </a:lnTo>
                  <a:lnTo>
                    <a:pt x="19710" y="9042"/>
                  </a:lnTo>
                  <a:lnTo>
                    <a:pt x="19673" y="8474"/>
                  </a:lnTo>
                  <a:lnTo>
                    <a:pt x="19597" y="7831"/>
                  </a:lnTo>
                  <a:lnTo>
                    <a:pt x="19484" y="7188"/>
                  </a:lnTo>
                  <a:lnTo>
                    <a:pt x="19332" y="6469"/>
                  </a:lnTo>
                  <a:lnTo>
                    <a:pt x="19105" y="5788"/>
                  </a:lnTo>
                  <a:lnTo>
                    <a:pt x="18878" y="5069"/>
                  </a:lnTo>
                  <a:lnTo>
                    <a:pt x="18576" y="4351"/>
                  </a:lnTo>
                  <a:lnTo>
                    <a:pt x="18197" y="3670"/>
                  </a:lnTo>
                  <a:lnTo>
                    <a:pt x="17743" y="2989"/>
                  </a:lnTo>
                  <a:lnTo>
                    <a:pt x="17251" y="2346"/>
                  </a:lnTo>
                  <a:lnTo>
                    <a:pt x="16949" y="2081"/>
                  </a:lnTo>
                  <a:lnTo>
                    <a:pt x="16646" y="1778"/>
                  </a:lnTo>
                  <a:lnTo>
                    <a:pt x="16306" y="1513"/>
                  </a:lnTo>
                  <a:lnTo>
                    <a:pt x="15965" y="1248"/>
                  </a:lnTo>
                  <a:lnTo>
                    <a:pt x="15436" y="946"/>
                  </a:lnTo>
                  <a:lnTo>
                    <a:pt x="14906" y="681"/>
                  </a:lnTo>
                  <a:lnTo>
                    <a:pt x="14301" y="454"/>
                  </a:lnTo>
                  <a:lnTo>
                    <a:pt x="13695" y="265"/>
                  </a:lnTo>
                  <a:lnTo>
                    <a:pt x="13090" y="113"/>
                  </a:lnTo>
                  <a:lnTo>
                    <a:pt x="12447" y="38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35"/>
          <p:cNvGrpSpPr/>
          <p:nvPr/>
        </p:nvGrpSpPr>
        <p:grpSpPr>
          <a:xfrm>
            <a:off x="3903822" y="3725782"/>
            <a:ext cx="1701873" cy="1372514"/>
            <a:chOff x="3903822" y="3725782"/>
            <a:chExt cx="1701873" cy="1372514"/>
          </a:xfrm>
        </p:grpSpPr>
        <p:grpSp>
          <p:nvGrpSpPr>
            <p:cNvPr id="1058" name="Google Shape;1058;p35"/>
            <p:cNvGrpSpPr/>
            <p:nvPr/>
          </p:nvGrpSpPr>
          <p:grpSpPr>
            <a:xfrm rot="-1171317">
              <a:off x="4760084" y="4324309"/>
              <a:ext cx="758722" cy="650558"/>
              <a:chOff x="5293475" y="3633350"/>
              <a:chExt cx="1685775" cy="1445450"/>
            </a:xfrm>
          </p:grpSpPr>
          <p:sp>
            <p:nvSpPr>
              <p:cNvPr id="1059" name="Google Shape;1059;p35"/>
              <p:cNvSpPr/>
              <p:nvPr/>
            </p:nvSpPr>
            <p:spPr>
              <a:xfrm>
                <a:off x="5293475" y="3633350"/>
                <a:ext cx="1685775" cy="1445450"/>
              </a:xfrm>
              <a:custGeom>
                <a:rect b="b" l="l" r="r" t="t"/>
                <a:pathLst>
                  <a:path extrusionOk="0" h="57818" w="67431">
                    <a:moveTo>
                      <a:pt x="13728" y="1"/>
                    </a:moveTo>
                    <a:lnTo>
                      <a:pt x="0" y="38852"/>
                    </a:lnTo>
                    <a:lnTo>
                      <a:pt x="53702" y="57818"/>
                    </a:lnTo>
                    <a:lnTo>
                      <a:pt x="67430" y="18966"/>
                    </a:lnTo>
                    <a:lnTo>
                      <a:pt x="137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35"/>
              <p:cNvSpPr/>
              <p:nvPr/>
            </p:nvSpPr>
            <p:spPr>
              <a:xfrm>
                <a:off x="6227350" y="3954950"/>
                <a:ext cx="369125" cy="997225"/>
              </a:xfrm>
              <a:custGeom>
                <a:rect b="b" l="l" r="r" t="t"/>
                <a:pathLst>
                  <a:path extrusionOk="0" h="39889" w="14765">
                    <a:moveTo>
                      <a:pt x="14103" y="1"/>
                    </a:moveTo>
                    <a:lnTo>
                      <a:pt x="14016" y="30"/>
                    </a:lnTo>
                    <a:lnTo>
                      <a:pt x="13930" y="87"/>
                    </a:lnTo>
                    <a:lnTo>
                      <a:pt x="13844" y="145"/>
                    </a:lnTo>
                    <a:lnTo>
                      <a:pt x="13786" y="231"/>
                    </a:lnTo>
                    <a:lnTo>
                      <a:pt x="13757" y="346"/>
                    </a:lnTo>
                    <a:lnTo>
                      <a:pt x="29" y="39198"/>
                    </a:lnTo>
                    <a:lnTo>
                      <a:pt x="1" y="39313"/>
                    </a:lnTo>
                    <a:lnTo>
                      <a:pt x="1" y="39400"/>
                    </a:lnTo>
                    <a:lnTo>
                      <a:pt x="29" y="39515"/>
                    </a:lnTo>
                    <a:lnTo>
                      <a:pt x="58" y="39601"/>
                    </a:lnTo>
                    <a:lnTo>
                      <a:pt x="145" y="39687"/>
                    </a:lnTo>
                    <a:lnTo>
                      <a:pt x="231" y="39774"/>
                    </a:lnTo>
                    <a:lnTo>
                      <a:pt x="375" y="39831"/>
                    </a:lnTo>
                    <a:lnTo>
                      <a:pt x="519" y="39889"/>
                    </a:lnTo>
                    <a:lnTo>
                      <a:pt x="663" y="39860"/>
                    </a:lnTo>
                    <a:lnTo>
                      <a:pt x="806" y="39803"/>
                    </a:lnTo>
                    <a:lnTo>
                      <a:pt x="922" y="39687"/>
                    </a:lnTo>
                    <a:lnTo>
                      <a:pt x="1008" y="39544"/>
                    </a:lnTo>
                    <a:lnTo>
                      <a:pt x="14736" y="692"/>
                    </a:lnTo>
                    <a:lnTo>
                      <a:pt x="14764" y="576"/>
                    </a:lnTo>
                    <a:lnTo>
                      <a:pt x="14764" y="461"/>
                    </a:lnTo>
                    <a:lnTo>
                      <a:pt x="14736" y="375"/>
                    </a:lnTo>
                    <a:lnTo>
                      <a:pt x="14707" y="289"/>
                    </a:lnTo>
                    <a:lnTo>
                      <a:pt x="14649" y="202"/>
                    </a:lnTo>
                    <a:lnTo>
                      <a:pt x="14592" y="116"/>
                    </a:lnTo>
                    <a:lnTo>
                      <a:pt x="14505" y="58"/>
                    </a:lnTo>
                    <a:lnTo>
                      <a:pt x="14419" y="30"/>
                    </a:lnTo>
                    <a:lnTo>
                      <a:pt x="143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35"/>
              <p:cNvSpPr/>
              <p:nvPr/>
            </p:nvSpPr>
            <p:spPr>
              <a:xfrm>
                <a:off x="5548875" y="3837675"/>
                <a:ext cx="723100" cy="818800"/>
              </a:xfrm>
              <a:custGeom>
                <a:rect b="b" l="l" r="r" t="t"/>
                <a:pathLst>
                  <a:path extrusionOk="0" h="32752" w="28924">
                    <a:moveTo>
                      <a:pt x="13441" y="6419"/>
                    </a:moveTo>
                    <a:lnTo>
                      <a:pt x="16578" y="7541"/>
                    </a:lnTo>
                    <a:lnTo>
                      <a:pt x="19686" y="8663"/>
                    </a:lnTo>
                    <a:lnTo>
                      <a:pt x="20664" y="9038"/>
                    </a:lnTo>
                    <a:lnTo>
                      <a:pt x="21240" y="9297"/>
                    </a:lnTo>
                    <a:lnTo>
                      <a:pt x="21556" y="9440"/>
                    </a:lnTo>
                    <a:lnTo>
                      <a:pt x="21844" y="9642"/>
                    </a:lnTo>
                    <a:lnTo>
                      <a:pt x="22103" y="9815"/>
                    </a:lnTo>
                    <a:lnTo>
                      <a:pt x="22333" y="10016"/>
                    </a:lnTo>
                    <a:lnTo>
                      <a:pt x="22535" y="10246"/>
                    </a:lnTo>
                    <a:lnTo>
                      <a:pt x="22708" y="10476"/>
                    </a:lnTo>
                    <a:lnTo>
                      <a:pt x="22852" y="10707"/>
                    </a:lnTo>
                    <a:lnTo>
                      <a:pt x="22967" y="10966"/>
                    </a:lnTo>
                    <a:lnTo>
                      <a:pt x="23053" y="11225"/>
                    </a:lnTo>
                    <a:lnTo>
                      <a:pt x="23111" y="11484"/>
                    </a:lnTo>
                    <a:lnTo>
                      <a:pt x="23139" y="11772"/>
                    </a:lnTo>
                    <a:lnTo>
                      <a:pt x="23168" y="12059"/>
                    </a:lnTo>
                    <a:lnTo>
                      <a:pt x="23139" y="12347"/>
                    </a:lnTo>
                    <a:lnTo>
                      <a:pt x="23111" y="12635"/>
                    </a:lnTo>
                    <a:lnTo>
                      <a:pt x="23024" y="12951"/>
                    </a:lnTo>
                    <a:lnTo>
                      <a:pt x="22938" y="13239"/>
                    </a:lnTo>
                    <a:lnTo>
                      <a:pt x="22794" y="13556"/>
                    </a:lnTo>
                    <a:lnTo>
                      <a:pt x="22650" y="13844"/>
                    </a:lnTo>
                    <a:lnTo>
                      <a:pt x="22506" y="14131"/>
                    </a:lnTo>
                    <a:lnTo>
                      <a:pt x="22305" y="14362"/>
                    </a:lnTo>
                    <a:lnTo>
                      <a:pt x="22103" y="14592"/>
                    </a:lnTo>
                    <a:lnTo>
                      <a:pt x="21873" y="14765"/>
                    </a:lnTo>
                    <a:lnTo>
                      <a:pt x="21643" y="14937"/>
                    </a:lnTo>
                    <a:lnTo>
                      <a:pt x="21384" y="15081"/>
                    </a:lnTo>
                    <a:lnTo>
                      <a:pt x="21096" y="15196"/>
                    </a:lnTo>
                    <a:lnTo>
                      <a:pt x="20808" y="15283"/>
                    </a:lnTo>
                    <a:lnTo>
                      <a:pt x="20520" y="15340"/>
                    </a:lnTo>
                    <a:lnTo>
                      <a:pt x="20204" y="15398"/>
                    </a:lnTo>
                    <a:lnTo>
                      <a:pt x="19542" y="15398"/>
                    </a:lnTo>
                    <a:lnTo>
                      <a:pt x="19197" y="15340"/>
                    </a:lnTo>
                    <a:lnTo>
                      <a:pt x="18822" y="15283"/>
                    </a:lnTo>
                    <a:lnTo>
                      <a:pt x="18276" y="15110"/>
                    </a:lnTo>
                    <a:lnTo>
                      <a:pt x="17412" y="14851"/>
                    </a:lnTo>
                    <a:lnTo>
                      <a:pt x="14822" y="13959"/>
                    </a:lnTo>
                    <a:lnTo>
                      <a:pt x="11225" y="12692"/>
                    </a:lnTo>
                    <a:lnTo>
                      <a:pt x="13441" y="6419"/>
                    </a:lnTo>
                    <a:close/>
                    <a:moveTo>
                      <a:pt x="9642" y="17211"/>
                    </a:moveTo>
                    <a:lnTo>
                      <a:pt x="14074" y="18765"/>
                    </a:lnTo>
                    <a:lnTo>
                      <a:pt x="15743" y="19398"/>
                    </a:lnTo>
                    <a:lnTo>
                      <a:pt x="16463" y="19686"/>
                    </a:lnTo>
                    <a:lnTo>
                      <a:pt x="17096" y="19945"/>
                    </a:lnTo>
                    <a:lnTo>
                      <a:pt x="17642" y="20204"/>
                    </a:lnTo>
                    <a:lnTo>
                      <a:pt x="18103" y="20434"/>
                    </a:lnTo>
                    <a:lnTo>
                      <a:pt x="18477" y="20664"/>
                    </a:lnTo>
                    <a:lnTo>
                      <a:pt x="18765" y="20866"/>
                    </a:lnTo>
                    <a:lnTo>
                      <a:pt x="19024" y="21067"/>
                    </a:lnTo>
                    <a:lnTo>
                      <a:pt x="19225" y="21269"/>
                    </a:lnTo>
                    <a:lnTo>
                      <a:pt x="19427" y="21499"/>
                    </a:lnTo>
                    <a:lnTo>
                      <a:pt x="19571" y="21729"/>
                    </a:lnTo>
                    <a:lnTo>
                      <a:pt x="19743" y="21959"/>
                    </a:lnTo>
                    <a:lnTo>
                      <a:pt x="19858" y="22190"/>
                    </a:lnTo>
                    <a:lnTo>
                      <a:pt x="19974" y="22449"/>
                    </a:lnTo>
                    <a:lnTo>
                      <a:pt x="20060" y="22708"/>
                    </a:lnTo>
                    <a:lnTo>
                      <a:pt x="20117" y="22967"/>
                    </a:lnTo>
                    <a:lnTo>
                      <a:pt x="20146" y="23254"/>
                    </a:lnTo>
                    <a:lnTo>
                      <a:pt x="20175" y="23513"/>
                    </a:lnTo>
                    <a:lnTo>
                      <a:pt x="20146" y="23801"/>
                    </a:lnTo>
                    <a:lnTo>
                      <a:pt x="20117" y="24089"/>
                    </a:lnTo>
                    <a:lnTo>
                      <a:pt x="20089" y="24377"/>
                    </a:lnTo>
                    <a:lnTo>
                      <a:pt x="20002" y="24693"/>
                    </a:lnTo>
                    <a:lnTo>
                      <a:pt x="19916" y="24981"/>
                    </a:lnTo>
                    <a:lnTo>
                      <a:pt x="19772" y="25327"/>
                    </a:lnTo>
                    <a:lnTo>
                      <a:pt x="19628" y="25643"/>
                    </a:lnTo>
                    <a:lnTo>
                      <a:pt x="19456" y="25960"/>
                    </a:lnTo>
                    <a:lnTo>
                      <a:pt x="19254" y="26219"/>
                    </a:lnTo>
                    <a:lnTo>
                      <a:pt x="19053" y="26449"/>
                    </a:lnTo>
                    <a:lnTo>
                      <a:pt x="18822" y="26679"/>
                    </a:lnTo>
                    <a:lnTo>
                      <a:pt x="18592" y="26852"/>
                    </a:lnTo>
                    <a:lnTo>
                      <a:pt x="18333" y="27025"/>
                    </a:lnTo>
                    <a:lnTo>
                      <a:pt x="18045" y="27140"/>
                    </a:lnTo>
                    <a:lnTo>
                      <a:pt x="17786" y="27255"/>
                    </a:lnTo>
                    <a:lnTo>
                      <a:pt x="17499" y="27341"/>
                    </a:lnTo>
                    <a:lnTo>
                      <a:pt x="17211" y="27399"/>
                    </a:lnTo>
                    <a:lnTo>
                      <a:pt x="16894" y="27427"/>
                    </a:lnTo>
                    <a:lnTo>
                      <a:pt x="16606" y="27456"/>
                    </a:lnTo>
                    <a:lnTo>
                      <a:pt x="16290" y="27427"/>
                    </a:lnTo>
                    <a:lnTo>
                      <a:pt x="15973" y="27399"/>
                    </a:lnTo>
                    <a:lnTo>
                      <a:pt x="15398" y="27284"/>
                    </a:lnTo>
                    <a:lnTo>
                      <a:pt x="14592" y="27053"/>
                    </a:lnTo>
                    <a:lnTo>
                      <a:pt x="13498" y="26708"/>
                    </a:lnTo>
                    <a:lnTo>
                      <a:pt x="12146" y="26247"/>
                    </a:lnTo>
                    <a:lnTo>
                      <a:pt x="7080" y="24434"/>
                    </a:lnTo>
                    <a:lnTo>
                      <a:pt x="9642" y="17211"/>
                    </a:lnTo>
                    <a:close/>
                    <a:moveTo>
                      <a:pt x="9584" y="1"/>
                    </a:moveTo>
                    <a:lnTo>
                      <a:pt x="1" y="27082"/>
                    </a:lnTo>
                    <a:lnTo>
                      <a:pt x="9239" y="30334"/>
                    </a:lnTo>
                    <a:lnTo>
                      <a:pt x="11599" y="31140"/>
                    </a:lnTo>
                    <a:lnTo>
                      <a:pt x="13527" y="31773"/>
                    </a:lnTo>
                    <a:lnTo>
                      <a:pt x="14937" y="32234"/>
                    </a:lnTo>
                    <a:lnTo>
                      <a:pt x="15887" y="32493"/>
                    </a:lnTo>
                    <a:lnTo>
                      <a:pt x="16463" y="32608"/>
                    </a:lnTo>
                    <a:lnTo>
                      <a:pt x="17009" y="32694"/>
                    </a:lnTo>
                    <a:lnTo>
                      <a:pt x="17527" y="32723"/>
                    </a:lnTo>
                    <a:lnTo>
                      <a:pt x="18045" y="32752"/>
                    </a:lnTo>
                    <a:lnTo>
                      <a:pt x="18563" y="32723"/>
                    </a:lnTo>
                    <a:lnTo>
                      <a:pt x="19053" y="32694"/>
                    </a:lnTo>
                    <a:lnTo>
                      <a:pt x="19542" y="32608"/>
                    </a:lnTo>
                    <a:lnTo>
                      <a:pt x="20002" y="32493"/>
                    </a:lnTo>
                    <a:lnTo>
                      <a:pt x="20463" y="32349"/>
                    </a:lnTo>
                    <a:lnTo>
                      <a:pt x="20923" y="32176"/>
                    </a:lnTo>
                    <a:lnTo>
                      <a:pt x="21355" y="31975"/>
                    </a:lnTo>
                    <a:lnTo>
                      <a:pt x="21758" y="31744"/>
                    </a:lnTo>
                    <a:lnTo>
                      <a:pt x="22190" y="31485"/>
                    </a:lnTo>
                    <a:lnTo>
                      <a:pt x="22592" y="31198"/>
                    </a:lnTo>
                    <a:lnTo>
                      <a:pt x="22967" y="30881"/>
                    </a:lnTo>
                    <a:lnTo>
                      <a:pt x="23341" y="30536"/>
                    </a:lnTo>
                    <a:lnTo>
                      <a:pt x="23686" y="30161"/>
                    </a:lnTo>
                    <a:lnTo>
                      <a:pt x="24031" y="29787"/>
                    </a:lnTo>
                    <a:lnTo>
                      <a:pt x="24319" y="29384"/>
                    </a:lnTo>
                    <a:lnTo>
                      <a:pt x="24607" y="28982"/>
                    </a:lnTo>
                    <a:lnTo>
                      <a:pt x="24866" y="28579"/>
                    </a:lnTo>
                    <a:lnTo>
                      <a:pt x="25096" y="28147"/>
                    </a:lnTo>
                    <a:lnTo>
                      <a:pt x="25298" y="27686"/>
                    </a:lnTo>
                    <a:lnTo>
                      <a:pt x="25470" y="27226"/>
                    </a:lnTo>
                    <a:lnTo>
                      <a:pt x="25643" y="26650"/>
                    </a:lnTo>
                    <a:lnTo>
                      <a:pt x="25787" y="26075"/>
                    </a:lnTo>
                    <a:lnTo>
                      <a:pt x="25873" y="25499"/>
                    </a:lnTo>
                    <a:lnTo>
                      <a:pt x="25902" y="24924"/>
                    </a:lnTo>
                    <a:lnTo>
                      <a:pt x="25902" y="24377"/>
                    </a:lnTo>
                    <a:lnTo>
                      <a:pt x="25845" y="23801"/>
                    </a:lnTo>
                    <a:lnTo>
                      <a:pt x="25729" y="23254"/>
                    </a:lnTo>
                    <a:lnTo>
                      <a:pt x="25586" y="22679"/>
                    </a:lnTo>
                    <a:lnTo>
                      <a:pt x="25384" y="22132"/>
                    </a:lnTo>
                    <a:lnTo>
                      <a:pt x="25125" y="21614"/>
                    </a:lnTo>
                    <a:lnTo>
                      <a:pt x="24837" y="21125"/>
                    </a:lnTo>
                    <a:lnTo>
                      <a:pt x="24492" y="20636"/>
                    </a:lnTo>
                    <a:lnTo>
                      <a:pt x="24089" y="20175"/>
                    </a:lnTo>
                    <a:lnTo>
                      <a:pt x="23657" y="19715"/>
                    </a:lnTo>
                    <a:lnTo>
                      <a:pt x="23168" y="19283"/>
                    </a:lnTo>
                    <a:lnTo>
                      <a:pt x="22650" y="18880"/>
                    </a:lnTo>
                    <a:lnTo>
                      <a:pt x="23139" y="18822"/>
                    </a:lnTo>
                    <a:lnTo>
                      <a:pt x="23629" y="18736"/>
                    </a:lnTo>
                    <a:lnTo>
                      <a:pt x="24118" y="18621"/>
                    </a:lnTo>
                    <a:lnTo>
                      <a:pt x="24578" y="18448"/>
                    </a:lnTo>
                    <a:lnTo>
                      <a:pt x="25010" y="18247"/>
                    </a:lnTo>
                    <a:lnTo>
                      <a:pt x="25442" y="18045"/>
                    </a:lnTo>
                    <a:lnTo>
                      <a:pt x="25873" y="17786"/>
                    </a:lnTo>
                    <a:lnTo>
                      <a:pt x="26276" y="17499"/>
                    </a:lnTo>
                    <a:lnTo>
                      <a:pt x="26650" y="17153"/>
                    </a:lnTo>
                    <a:lnTo>
                      <a:pt x="26996" y="16837"/>
                    </a:lnTo>
                    <a:lnTo>
                      <a:pt x="27341" y="16463"/>
                    </a:lnTo>
                    <a:lnTo>
                      <a:pt x="27629" y="16088"/>
                    </a:lnTo>
                    <a:lnTo>
                      <a:pt x="27888" y="15686"/>
                    </a:lnTo>
                    <a:lnTo>
                      <a:pt x="28147" y="15254"/>
                    </a:lnTo>
                    <a:lnTo>
                      <a:pt x="28348" y="14822"/>
                    </a:lnTo>
                    <a:lnTo>
                      <a:pt x="28521" y="14362"/>
                    </a:lnTo>
                    <a:lnTo>
                      <a:pt x="28665" y="13930"/>
                    </a:lnTo>
                    <a:lnTo>
                      <a:pt x="28780" y="13470"/>
                    </a:lnTo>
                    <a:lnTo>
                      <a:pt x="28866" y="13038"/>
                    </a:lnTo>
                    <a:lnTo>
                      <a:pt x="28895" y="12606"/>
                    </a:lnTo>
                    <a:lnTo>
                      <a:pt x="28924" y="12174"/>
                    </a:lnTo>
                    <a:lnTo>
                      <a:pt x="28924" y="11743"/>
                    </a:lnTo>
                    <a:lnTo>
                      <a:pt x="28895" y="11311"/>
                    </a:lnTo>
                    <a:lnTo>
                      <a:pt x="28809" y="10879"/>
                    </a:lnTo>
                    <a:lnTo>
                      <a:pt x="28722" y="10476"/>
                    </a:lnTo>
                    <a:lnTo>
                      <a:pt x="28607" y="10074"/>
                    </a:lnTo>
                    <a:lnTo>
                      <a:pt x="28463" y="9671"/>
                    </a:lnTo>
                    <a:lnTo>
                      <a:pt x="28320" y="9297"/>
                    </a:lnTo>
                    <a:lnTo>
                      <a:pt x="28147" y="8922"/>
                    </a:lnTo>
                    <a:lnTo>
                      <a:pt x="27974" y="8577"/>
                    </a:lnTo>
                    <a:lnTo>
                      <a:pt x="27773" y="8232"/>
                    </a:lnTo>
                    <a:lnTo>
                      <a:pt x="27543" y="7886"/>
                    </a:lnTo>
                    <a:lnTo>
                      <a:pt x="27284" y="7570"/>
                    </a:lnTo>
                    <a:lnTo>
                      <a:pt x="27025" y="7282"/>
                    </a:lnTo>
                    <a:lnTo>
                      <a:pt x="26737" y="6994"/>
                    </a:lnTo>
                    <a:lnTo>
                      <a:pt x="26449" y="6706"/>
                    </a:lnTo>
                    <a:lnTo>
                      <a:pt x="26132" y="6476"/>
                    </a:lnTo>
                    <a:lnTo>
                      <a:pt x="25816" y="6217"/>
                    </a:lnTo>
                    <a:lnTo>
                      <a:pt x="25470" y="5987"/>
                    </a:lnTo>
                    <a:lnTo>
                      <a:pt x="25096" y="5785"/>
                    </a:lnTo>
                    <a:lnTo>
                      <a:pt x="24262" y="5354"/>
                    </a:lnTo>
                    <a:lnTo>
                      <a:pt x="23197" y="4865"/>
                    </a:lnTo>
                    <a:lnTo>
                      <a:pt x="21902" y="4375"/>
                    </a:lnTo>
                    <a:lnTo>
                      <a:pt x="20405" y="3828"/>
                    </a:lnTo>
                    <a:lnTo>
                      <a:pt x="958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2" name="Google Shape;1062;p35"/>
            <p:cNvGrpSpPr/>
            <p:nvPr/>
          </p:nvGrpSpPr>
          <p:grpSpPr>
            <a:xfrm rot="-3599763">
              <a:off x="3993958" y="3990870"/>
              <a:ext cx="1098503" cy="842339"/>
              <a:chOff x="2682925" y="750500"/>
              <a:chExt cx="1916000" cy="1469200"/>
            </a:xfrm>
          </p:grpSpPr>
          <p:sp>
            <p:nvSpPr>
              <p:cNvPr id="1063" name="Google Shape;1063;p35"/>
              <p:cNvSpPr/>
              <p:nvPr/>
            </p:nvSpPr>
            <p:spPr>
              <a:xfrm>
                <a:off x="3123950" y="890775"/>
                <a:ext cx="1429650" cy="920250"/>
              </a:xfrm>
              <a:custGeom>
                <a:rect b="b" l="l" r="r" t="t"/>
                <a:pathLst>
                  <a:path extrusionOk="0" h="36810" w="57186">
                    <a:moveTo>
                      <a:pt x="11426" y="1"/>
                    </a:moveTo>
                    <a:lnTo>
                      <a:pt x="10908" y="30"/>
                    </a:lnTo>
                    <a:lnTo>
                      <a:pt x="10390" y="116"/>
                    </a:lnTo>
                    <a:lnTo>
                      <a:pt x="9872" y="174"/>
                    </a:lnTo>
                    <a:lnTo>
                      <a:pt x="9354" y="289"/>
                    </a:lnTo>
                    <a:lnTo>
                      <a:pt x="8807" y="433"/>
                    </a:lnTo>
                    <a:lnTo>
                      <a:pt x="8289" y="577"/>
                    </a:lnTo>
                    <a:lnTo>
                      <a:pt x="7771" y="749"/>
                    </a:lnTo>
                    <a:lnTo>
                      <a:pt x="7253" y="951"/>
                    </a:lnTo>
                    <a:lnTo>
                      <a:pt x="6764" y="1152"/>
                    </a:lnTo>
                    <a:lnTo>
                      <a:pt x="6275" y="1382"/>
                    </a:lnTo>
                    <a:lnTo>
                      <a:pt x="5786" y="1641"/>
                    </a:lnTo>
                    <a:lnTo>
                      <a:pt x="5296" y="1900"/>
                    </a:lnTo>
                    <a:lnTo>
                      <a:pt x="4836" y="2188"/>
                    </a:lnTo>
                    <a:lnTo>
                      <a:pt x="4375" y="2505"/>
                    </a:lnTo>
                    <a:lnTo>
                      <a:pt x="3944" y="2821"/>
                    </a:lnTo>
                    <a:lnTo>
                      <a:pt x="3512" y="3138"/>
                    </a:lnTo>
                    <a:lnTo>
                      <a:pt x="3109" y="3512"/>
                    </a:lnTo>
                    <a:lnTo>
                      <a:pt x="2735" y="3857"/>
                    </a:lnTo>
                    <a:lnTo>
                      <a:pt x="2361" y="4232"/>
                    </a:lnTo>
                    <a:lnTo>
                      <a:pt x="2044" y="4634"/>
                    </a:lnTo>
                    <a:lnTo>
                      <a:pt x="1699" y="5037"/>
                    </a:lnTo>
                    <a:lnTo>
                      <a:pt x="1411" y="5440"/>
                    </a:lnTo>
                    <a:lnTo>
                      <a:pt x="1152" y="5843"/>
                    </a:lnTo>
                    <a:lnTo>
                      <a:pt x="922" y="6275"/>
                    </a:lnTo>
                    <a:lnTo>
                      <a:pt x="692" y="6735"/>
                    </a:lnTo>
                    <a:lnTo>
                      <a:pt x="519" y="7167"/>
                    </a:lnTo>
                    <a:lnTo>
                      <a:pt x="346" y="7656"/>
                    </a:lnTo>
                    <a:lnTo>
                      <a:pt x="231" y="8145"/>
                    </a:lnTo>
                    <a:lnTo>
                      <a:pt x="116" y="8664"/>
                    </a:lnTo>
                    <a:lnTo>
                      <a:pt x="58" y="9210"/>
                    </a:lnTo>
                    <a:lnTo>
                      <a:pt x="1" y="9757"/>
                    </a:lnTo>
                    <a:lnTo>
                      <a:pt x="1" y="10304"/>
                    </a:lnTo>
                    <a:lnTo>
                      <a:pt x="1" y="10880"/>
                    </a:lnTo>
                    <a:lnTo>
                      <a:pt x="58" y="11484"/>
                    </a:lnTo>
                    <a:lnTo>
                      <a:pt x="116" y="12088"/>
                    </a:lnTo>
                    <a:lnTo>
                      <a:pt x="202" y="12693"/>
                    </a:lnTo>
                    <a:lnTo>
                      <a:pt x="317" y="13297"/>
                    </a:lnTo>
                    <a:lnTo>
                      <a:pt x="461" y="13930"/>
                    </a:lnTo>
                    <a:lnTo>
                      <a:pt x="634" y="14563"/>
                    </a:lnTo>
                    <a:lnTo>
                      <a:pt x="836" y="15225"/>
                    </a:lnTo>
                    <a:lnTo>
                      <a:pt x="1037" y="15858"/>
                    </a:lnTo>
                    <a:lnTo>
                      <a:pt x="1267" y="16520"/>
                    </a:lnTo>
                    <a:lnTo>
                      <a:pt x="1526" y="17182"/>
                    </a:lnTo>
                    <a:lnTo>
                      <a:pt x="1814" y="17844"/>
                    </a:lnTo>
                    <a:lnTo>
                      <a:pt x="2102" y="18506"/>
                    </a:lnTo>
                    <a:lnTo>
                      <a:pt x="2447" y="19168"/>
                    </a:lnTo>
                    <a:lnTo>
                      <a:pt x="2793" y="19830"/>
                    </a:lnTo>
                    <a:lnTo>
                      <a:pt x="3138" y="20492"/>
                    </a:lnTo>
                    <a:lnTo>
                      <a:pt x="3915" y="21844"/>
                    </a:lnTo>
                    <a:lnTo>
                      <a:pt x="4778" y="23139"/>
                    </a:lnTo>
                    <a:lnTo>
                      <a:pt x="5699" y="24435"/>
                    </a:lnTo>
                    <a:lnTo>
                      <a:pt x="6678" y="25730"/>
                    </a:lnTo>
                    <a:lnTo>
                      <a:pt x="7743" y="26967"/>
                    </a:lnTo>
                    <a:lnTo>
                      <a:pt x="8289" y="27571"/>
                    </a:lnTo>
                    <a:lnTo>
                      <a:pt x="8836" y="28147"/>
                    </a:lnTo>
                    <a:lnTo>
                      <a:pt x="9412" y="28751"/>
                    </a:lnTo>
                    <a:lnTo>
                      <a:pt x="9987" y="29298"/>
                    </a:lnTo>
                    <a:lnTo>
                      <a:pt x="10592" y="29874"/>
                    </a:lnTo>
                    <a:lnTo>
                      <a:pt x="11196" y="30392"/>
                    </a:lnTo>
                    <a:lnTo>
                      <a:pt x="11829" y="30939"/>
                    </a:lnTo>
                    <a:lnTo>
                      <a:pt x="12434" y="31428"/>
                    </a:lnTo>
                    <a:lnTo>
                      <a:pt x="13096" y="31917"/>
                    </a:lnTo>
                    <a:lnTo>
                      <a:pt x="13729" y="32406"/>
                    </a:lnTo>
                    <a:lnTo>
                      <a:pt x="14391" y="32867"/>
                    </a:lnTo>
                    <a:lnTo>
                      <a:pt x="15053" y="33299"/>
                    </a:lnTo>
                    <a:lnTo>
                      <a:pt x="15714" y="33701"/>
                    </a:lnTo>
                    <a:lnTo>
                      <a:pt x="16405" y="34104"/>
                    </a:lnTo>
                    <a:lnTo>
                      <a:pt x="17096" y="34478"/>
                    </a:lnTo>
                    <a:lnTo>
                      <a:pt x="17787" y="34824"/>
                    </a:lnTo>
                    <a:lnTo>
                      <a:pt x="18477" y="35140"/>
                    </a:lnTo>
                    <a:lnTo>
                      <a:pt x="19197" y="35428"/>
                    </a:lnTo>
                    <a:lnTo>
                      <a:pt x="19887" y="35687"/>
                    </a:lnTo>
                    <a:lnTo>
                      <a:pt x="20607" y="35946"/>
                    </a:lnTo>
                    <a:lnTo>
                      <a:pt x="21326" y="36148"/>
                    </a:lnTo>
                    <a:lnTo>
                      <a:pt x="22046" y="36349"/>
                    </a:lnTo>
                    <a:lnTo>
                      <a:pt x="22765" y="36493"/>
                    </a:lnTo>
                    <a:lnTo>
                      <a:pt x="23485" y="36608"/>
                    </a:lnTo>
                    <a:lnTo>
                      <a:pt x="24204" y="36723"/>
                    </a:lnTo>
                    <a:lnTo>
                      <a:pt x="24953" y="36781"/>
                    </a:lnTo>
                    <a:lnTo>
                      <a:pt x="25672" y="36810"/>
                    </a:lnTo>
                    <a:lnTo>
                      <a:pt x="26392" y="36810"/>
                    </a:lnTo>
                    <a:lnTo>
                      <a:pt x="27111" y="36752"/>
                    </a:lnTo>
                    <a:lnTo>
                      <a:pt x="27859" y="36666"/>
                    </a:lnTo>
                    <a:lnTo>
                      <a:pt x="28579" y="36551"/>
                    </a:lnTo>
                    <a:lnTo>
                      <a:pt x="29298" y="36407"/>
                    </a:lnTo>
                    <a:lnTo>
                      <a:pt x="29931" y="36234"/>
                    </a:lnTo>
                    <a:lnTo>
                      <a:pt x="30565" y="36033"/>
                    </a:lnTo>
                    <a:lnTo>
                      <a:pt x="31169" y="35831"/>
                    </a:lnTo>
                    <a:lnTo>
                      <a:pt x="31773" y="35572"/>
                    </a:lnTo>
                    <a:lnTo>
                      <a:pt x="32349" y="35313"/>
                    </a:lnTo>
                    <a:lnTo>
                      <a:pt x="32896" y="34997"/>
                    </a:lnTo>
                    <a:lnTo>
                      <a:pt x="33442" y="34709"/>
                    </a:lnTo>
                    <a:lnTo>
                      <a:pt x="33989" y="34363"/>
                    </a:lnTo>
                    <a:lnTo>
                      <a:pt x="34507" y="34018"/>
                    </a:lnTo>
                    <a:lnTo>
                      <a:pt x="34997" y="33644"/>
                    </a:lnTo>
                    <a:lnTo>
                      <a:pt x="35515" y="33270"/>
                    </a:lnTo>
                    <a:lnTo>
                      <a:pt x="35975" y="32867"/>
                    </a:lnTo>
                    <a:lnTo>
                      <a:pt x="36436" y="32435"/>
                    </a:lnTo>
                    <a:lnTo>
                      <a:pt x="36896" y="32003"/>
                    </a:lnTo>
                    <a:lnTo>
                      <a:pt x="37328" y="31572"/>
                    </a:lnTo>
                    <a:lnTo>
                      <a:pt x="37759" y="31111"/>
                    </a:lnTo>
                    <a:lnTo>
                      <a:pt x="38565" y="30190"/>
                    </a:lnTo>
                    <a:lnTo>
                      <a:pt x="39313" y="29241"/>
                    </a:lnTo>
                    <a:lnTo>
                      <a:pt x="40004" y="28262"/>
                    </a:lnTo>
                    <a:lnTo>
                      <a:pt x="40666" y="27284"/>
                    </a:lnTo>
                    <a:lnTo>
                      <a:pt x="41242" y="26305"/>
                    </a:lnTo>
                    <a:lnTo>
                      <a:pt x="41817" y="25327"/>
                    </a:lnTo>
                    <a:lnTo>
                      <a:pt x="42307" y="24348"/>
                    </a:lnTo>
                    <a:lnTo>
                      <a:pt x="42767" y="23427"/>
                    </a:lnTo>
                    <a:lnTo>
                      <a:pt x="42825" y="23312"/>
                    </a:lnTo>
                    <a:lnTo>
                      <a:pt x="42940" y="23226"/>
                    </a:lnTo>
                    <a:lnTo>
                      <a:pt x="43026" y="23168"/>
                    </a:lnTo>
                    <a:lnTo>
                      <a:pt x="43141" y="23111"/>
                    </a:lnTo>
                    <a:lnTo>
                      <a:pt x="43400" y="23111"/>
                    </a:lnTo>
                    <a:lnTo>
                      <a:pt x="43515" y="23168"/>
                    </a:lnTo>
                    <a:lnTo>
                      <a:pt x="43602" y="23226"/>
                    </a:lnTo>
                    <a:lnTo>
                      <a:pt x="43688" y="23312"/>
                    </a:lnTo>
                    <a:lnTo>
                      <a:pt x="43774" y="23398"/>
                    </a:lnTo>
                    <a:lnTo>
                      <a:pt x="43803" y="23514"/>
                    </a:lnTo>
                    <a:lnTo>
                      <a:pt x="43889" y="23686"/>
                    </a:lnTo>
                    <a:lnTo>
                      <a:pt x="44091" y="23945"/>
                    </a:lnTo>
                    <a:lnTo>
                      <a:pt x="44350" y="24291"/>
                    </a:lnTo>
                    <a:lnTo>
                      <a:pt x="44695" y="24722"/>
                    </a:lnTo>
                    <a:lnTo>
                      <a:pt x="45127" y="25183"/>
                    </a:lnTo>
                    <a:lnTo>
                      <a:pt x="45587" y="25672"/>
                    </a:lnTo>
                    <a:lnTo>
                      <a:pt x="46134" y="26190"/>
                    </a:lnTo>
                    <a:lnTo>
                      <a:pt x="46739" y="26679"/>
                    </a:lnTo>
                    <a:lnTo>
                      <a:pt x="47372" y="27169"/>
                    </a:lnTo>
                    <a:lnTo>
                      <a:pt x="48062" y="27629"/>
                    </a:lnTo>
                    <a:lnTo>
                      <a:pt x="48753" y="28061"/>
                    </a:lnTo>
                    <a:lnTo>
                      <a:pt x="49098" y="28233"/>
                    </a:lnTo>
                    <a:lnTo>
                      <a:pt x="49473" y="28377"/>
                    </a:lnTo>
                    <a:lnTo>
                      <a:pt x="49847" y="28521"/>
                    </a:lnTo>
                    <a:lnTo>
                      <a:pt x="50221" y="28636"/>
                    </a:lnTo>
                    <a:lnTo>
                      <a:pt x="50595" y="28723"/>
                    </a:lnTo>
                    <a:lnTo>
                      <a:pt x="50969" y="28780"/>
                    </a:lnTo>
                    <a:lnTo>
                      <a:pt x="51314" y="28838"/>
                    </a:lnTo>
                    <a:lnTo>
                      <a:pt x="51689" y="28838"/>
                    </a:lnTo>
                    <a:lnTo>
                      <a:pt x="52063" y="28809"/>
                    </a:lnTo>
                    <a:lnTo>
                      <a:pt x="52437" y="28723"/>
                    </a:lnTo>
                    <a:lnTo>
                      <a:pt x="52725" y="28636"/>
                    </a:lnTo>
                    <a:lnTo>
                      <a:pt x="53012" y="28521"/>
                    </a:lnTo>
                    <a:lnTo>
                      <a:pt x="53300" y="28406"/>
                    </a:lnTo>
                    <a:lnTo>
                      <a:pt x="53559" y="28262"/>
                    </a:lnTo>
                    <a:lnTo>
                      <a:pt x="53818" y="28089"/>
                    </a:lnTo>
                    <a:lnTo>
                      <a:pt x="54077" y="27888"/>
                    </a:lnTo>
                    <a:lnTo>
                      <a:pt x="54308" y="27687"/>
                    </a:lnTo>
                    <a:lnTo>
                      <a:pt x="54509" y="27456"/>
                    </a:lnTo>
                    <a:lnTo>
                      <a:pt x="54941" y="26967"/>
                    </a:lnTo>
                    <a:lnTo>
                      <a:pt x="55315" y="26420"/>
                    </a:lnTo>
                    <a:lnTo>
                      <a:pt x="55660" y="25845"/>
                    </a:lnTo>
                    <a:lnTo>
                      <a:pt x="55948" y="25240"/>
                    </a:lnTo>
                    <a:lnTo>
                      <a:pt x="56207" y="24578"/>
                    </a:lnTo>
                    <a:lnTo>
                      <a:pt x="56437" y="23945"/>
                    </a:lnTo>
                    <a:lnTo>
                      <a:pt x="56639" y="23283"/>
                    </a:lnTo>
                    <a:lnTo>
                      <a:pt x="56811" y="22621"/>
                    </a:lnTo>
                    <a:lnTo>
                      <a:pt x="56926" y="21988"/>
                    </a:lnTo>
                    <a:lnTo>
                      <a:pt x="57042" y="21384"/>
                    </a:lnTo>
                    <a:lnTo>
                      <a:pt x="57099" y="20808"/>
                    </a:lnTo>
                    <a:lnTo>
                      <a:pt x="57157" y="20262"/>
                    </a:lnTo>
                    <a:lnTo>
                      <a:pt x="57185" y="19484"/>
                    </a:lnTo>
                    <a:lnTo>
                      <a:pt x="57157" y="18679"/>
                    </a:lnTo>
                    <a:lnTo>
                      <a:pt x="57099" y="17844"/>
                    </a:lnTo>
                    <a:lnTo>
                      <a:pt x="56984" y="17009"/>
                    </a:lnTo>
                    <a:lnTo>
                      <a:pt x="56840" y="16175"/>
                    </a:lnTo>
                    <a:lnTo>
                      <a:pt x="56639" y="15340"/>
                    </a:lnTo>
                    <a:lnTo>
                      <a:pt x="56380" y="14534"/>
                    </a:lnTo>
                    <a:lnTo>
                      <a:pt x="56092" y="13729"/>
                    </a:lnTo>
                    <a:lnTo>
                      <a:pt x="55746" y="13009"/>
                    </a:lnTo>
                    <a:lnTo>
                      <a:pt x="55344" y="12318"/>
                    </a:lnTo>
                    <a:lnTo>
                      <a:pt x="55142" y="11973"/>
                    </a:lnTo>
                    <a:lnTo>
                      <a:pt x="54912" y="11685"/>
                    </a:lnTo>
                    <a:lnTo>
                      <a:pt x="54682" y="11398"/>
                    </a:lnTo>
                    <a:lnTo>
                      <a:pt x="54423" y="11110"/>
                    </a:lnTo>
                    <a:lnTo>
                      <a:pt x="54164" y="10851"/>
                    </a:lnTo>
                    <a:lnTo>
                      <a:pt x="53905" y="10620"/>
                    </a:lnTo>
                    <a:lnTo>
                      <a:pt x="53617" y="10419"/>
                    </a:lnTo>
                    <a:lnTo>
                      <a:pt x="53329" y="10246"/>
                    </a:lnTo>
                    <a:lnTo>
                      <a:pt x="53012" y="10074"/>
                    </a:lnTo>
                    <a:lnTo>
                      <a:pt x="52696" y="9959"/>
                    </a:lnTo>
                    <a:lnTo>
                      <a:pt x="52379" y="9843"/>
                    </a:lnTo>
                    <a:lnTo>
                      <a:pt x="52034" y="9757"/>
                    </a:lnTo>
                    <a:lnTo>
                      <a:pt x="51689" y="9728"/>
                    </a:lnTo>
                    <a:lnTo>
                      <a:pt x="51228" y="9700"/>
                    </a:lnTo>
                    <a:lnTo>
                      <a:pt x="49991" y="9728"/>
                    </a:lnTo>
                    <a:lnTo>
                      <a:pt x="48408" y="9786"/>
                    </a:lnTo>
                    <a:lnTo>
                      <a:pt x="46623" y="9930"/>
                    </a:lnTo>
                    <a:lnTo>
                      <a:pt x="44753" y="10102"/>
                    </a:lnTo>
                    <a:lnTo>
                      <a:pt x="42968" y="10333"/>
                    </a:lnTo>
                    <a:lnTo>
                      <a:pt x="42134" y="10477"/>
                    </a:lnTo>
                    <a:lnTo>
                      <a:pt x="41357" y="10592"/>
                    </a:lnTo>
                    <a:lnTo>
                      <a:pt x="40666" y="10736"/>
                    </a:lnTo>
                    <a:lnTo>
                      <a:pt x="40091" y="10880"/>
                    </a:lnTo>
                    <a:lnTo>
                      <a:pt x="39486" y="11081"/>
                    </a:lnTo>
                    <a:lnTo>
                      <a:pt x="38882" y="11282"/>
                    </a:lnTo>
                    <a:lnTo>
                      <a:pt x="38335" y="11484"/>
                    </a:lnTo>
                    <a:lnTo>
                      <a:pt x="37817" y="11714"/>
                    </a:lnTo>
                    <a:lnTo>
                      <a:pt x="37299" y="11944"/>
                    </a:lnTo>
                    <a:lnTo>
                      <a:pt x="36810" y="12203"/>
                    </a:lnTo>
                    <a:lnTo>
                      <a:pt x="35918" y="12721"/>
                    </a:lnTo>
                    <a:lnTo>
                      <a:pt x="35112" y="13268"/>
                    </a:lnTo>
                    <a:lnTo>
                      <a:pt x="34363" y="13815"/>
                    </a:lnTo>
                    <a:lnTo>
                      <a:pt x="33644" y="14391"/>
                    </a:lnTo>
                    <a:lnTo>
                      <a:pt x="33011" y="14909"/>
                    </a:lnTo>
                    <a:lnTo>
                      <a:pt x="32378" y="15427"/>
                    </a:lnTo>
                    <a:lnTo>
                      <a:pt x="31773" y="15887"/>
                    </a:lnTo>
                    <a:lnTo>
                      <a:pt x="31198" y="16319"/>
                    </a:lnTo>
                    <a:lnTo>
                      <a:pt x="30622" y="16664"/>
                    </a:lnTo>
                    <a:lnTo>
                      <a:pt x="30306" y="16808"/>
                    </a:lnTo>
                    <a:lnTo>
                      <a:pt x="30018" y="16923"/>
                    </a:lnTo>
                    <a:lnTo>
                      <a:pt x="29701" y="17038"/>
                    </a:lnTo>
                    <a:lnTo>
                      <a:pt x="29385" y="17125"/>
                    </a:lnTo>
                    <a:lnTo>
                      <a:pt x="29068" y="17182"/>
                    </a:lnTo>
                    <a:lnTo>
                      <a:pt x="28751" y="17211"/>
                    </a:lnTo>
                    <a:lnTo>
                      <a:pt x="28406" y="17211"/>
                    </a:lnTo>
                    <a:lnTo>
                      <a:pt x="28032" y="17182"/>
                    </a:lnTo>
                    <a:lnTo>
                      <a:pt x="27744" y="17125"/>
                    </a:lnTo>
                    <a:lnTo>
                      <a:pt x="27456" y="17067"/>
                    </a:lnTo>
                    <a:lnTo>
                      <a:pt x="27197" y="16981"/>
                    </a:lnTo>
                    <a:lnTo>
                      <a:pt x="26938" y="16894"/>
                    </a:lnTo>
                    <a:lnTo>
                      <a:pt x="26679" y="16779"/>
                    </a:lnTo>
                    <a:lnTo>
                      <a:pt x="26420" y="16635"/>
                    </a:lnTo>
                    <a:lnTo>
                      <a:pt x="25960" y="16319"/>
                    </a:lnTo>
                    <a:lnTo>
                      <a:pt x="25528" y="15945"/>
                    </a:lnTo>
                    <a:lnTo>
                      <a:pt x="25096" y="15542"/>
                    </a:lnTo>
                    <a:lnTo>
                      <a:pt x="24694" y="15081"/>
                    </a:lnTo>
                    <a:lnTo>
                      <a:pt x="24319" y="14563"/>
                    </a:lnTo>
                    <a:lnTo>
                      <a:pt x="23974" y="13988"/>
                    </a:lnTo>
                    <a:lnTo>
                      <a:pt x="23629" y="13412"/>
                    </a:lnTo>
                    <a:lnTo>
                      <a:pt x="23312" y="12779"/>
                    </a:lnTo>
                    <a:lnTo>
                      <a:pt x="22996" y="12146"/>
                    </a:lnTo>
                    <a:lnTo>
                      <a:pt x="22362" y="10793"/>
                    </a:lnTo>
                    <a:lnTo>
                      <a:pt x="21758" y="9383"/>
                    </a:lnTo>
                    <a:lnTo>
                      <a:pt x="21125" y="7944"/>
                    </a:lnTo>
                    <a:lnTo>
                      <a:pt x="20463" y="6534"/>
                    </a:lnTo>
                    <a:lnTo>
                      <a:pt x="20089" y="5843"/>
                    </a:lnTo>
                    <a:lnTo>
                      <a:pt x="19715" y="5181"/>
                    </a:lnTo>
                    <a:lnTo>
                      <a:pt x="19341" y="4519"/>
                    </a:lnTo>
                    <a:lnTo>
                      <a:pt x="18909" y="3886"/>
                    </a:lnTo>
                    <a:lnTo>
                      <a:pt x="18477" y="3311"/>
                    </a:lnTo>
                    <a:lnTo>
                      <a:pt x="17988" y="2735"/>
                    </a:lnTo>
                    <a:lnTo>
                      <a:pt x="17499" y="2217"/>
                    </a:lnTo>
                    <a:lnTo>
                      <a:pt x="16952" y="1756"/>
                    </a:lnTo>
                    <a:lnTo>
                      <a:pt x="16376" y="1325"/>
                    </a:lnTo>
                    <a:lnTo>
                      <a:pt x="15772" y="951"/>
                    </a:lnTo>
                    <a:lnTo>
                      <a:pt x="15455" y="778"/>
                    </a:lnTo>
                    <a:lnTo>
                      <a:pt x="15110" y="634"/>
                    </a:lnTo>
                    <a:lnTo>
                      <a:pt x="14765" y="490"/>
                    </a:lnTo>
                    <a:lnTo>
                      <a:pt x="14419" y="375"/>
                    </a:lnTo>
                    <a:lnTo>
                      <a:pt x="13959" y="231"/>
                    </a:lnTo>
                    <a:lnTo>
                      <a:pt x="13470" y="145"/>
                    </a:lnTo>
                    <a:lnTo>
                      <a:pt x="12980" y="59"/>
                    </a:lnTo>
                    <a:lnTo>
                      <a:pt x="12462" y="30"/>
                    </a:lnTo>
                    <a:lnTo>
                      <a:pt x="119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35"/>
              <p:cNvSpPr/>
              <p:nvPr/>
            </p:nvSpPr>
            <p:spPr>
              <a:xfrm>
                <a:off x="4374425" y="1136125"/>
                <a:ext cx="224500" cy="93550"/>
              </a:xfrm>
              <a:custGeom>
                <a:rect b="b" l="l" r="r" t="t"/>
                <a:pathLst>
                  <a:path extrusionOk="0" h="3742" w="8980">
                    <a:moveTo>
                      <a:pt x="3310" y="1"/>
                    </a:moveTo>
                    <a:lnTo>
                      <a:pt x="2878" y="29"/>
                    </a:lnTo>
                    <a:lnTo>
                      <a:pt x="2475" y="58"/>
                    </a:lnTo>
                    <a:lnTo>
                      <a:pt x="2101" y="145"/>
                    </a:lnTo>
                    <a:lnTo>
                      <a:pt x="1756" y="202"/>
                    </a:lnTo>
                    <a:lnTo>
                      <a:pt x="1411" y="317"/>
                    </a:lnTo>
                    <a:lnTo>
                      <a:pt x="1123" y="404"/>
                    </a:lnTo>
                    <a:lnTo>
                      <a:pt x="864" y="547"/>
                    </a:lnTo>
                    <a:lnTo>
                      <a:pt x="605" y="663"/>
                    </a:lnTo>
                    <a:lnTo>
                      <a:pt x="403" y="806"/>
                    </a:lnTo>
                    <a:lnTo>
                      <a:pt x="259" y="979"/>
                    </a:lnTo>
                    <a:lnTo>
                      <a:pt x="116" y="1123"/>
                    </a:lnTo>
                    <a:lnTo>
                      <a:pt x="58" y="1325"/>
                    </a:lnTo>
                    <a:lnTo>
                      <a:pt x="0" y="1497"/>
                    </a:lnTo>
                    <a:lnTo>
                      <a:pt x="0" y="1699"/>
                    </a:lnTo>
                    <a:lnTo>
                      <a:pt x="58" y="1871"/>
                    </a:lnTo>
                    <a:lnTo>
                      <a:pt x="173" y="2073"/>
                    </a:lnTo>
                    <a:lnTo>
                      <a:pt x="288" y="2245"/>
                    </a:lnTo>
                    <a:lnTo>
                      <a:pt x="461" y="2418"/>
                    </a:lnTo>
                    <a:lnTo>
                      <a:pt x="691" y="2591"/>
                    </a:lnTo>
                    <a:lnTo>
                      <a:pt x="921" y="2763"/>
                    </a:lnTo>
                    <a:lnTo>
                      <a:pt x="1209" y="2907"/>
                    </a:lnTo>
                    <a:lnTo>
                      <a:pt x="1526" y="3051"/>
                    </a:lnTo>
                    <a:lnTo>
                      <a:pt x="1871" y="3195"/>
                    </a:lnTo>
                    <a:lnTo>
                      <a:pt x="2216" y="3310"/>
                    </a:lnTo>
                    <a:lnTo>
                      <a:pt x="2591" y="3425"/>
                    </a:lnTo>
                    <a:lnTo>
                      <a:pt x="3022" y="3512"/>
                    </a:lnTo>
                    <a:lnTo>
                      <a:pt x="3425" y="3598"/>
                    </a:lnTo>
                    <a:lnTo>
                      <a:pt x="3886" y="3656"/>
                    </a:lnTo>
                    <a:lnTo>
                      <a:pt x="4346" y="3713"/>
                    </a:lnTo>
                    <a:lnTo>
                      <a:pt x="4807" y="3742"/>
                    </a:lnTo>
                    <a:lnTo>
                      <a:pt x="5670" y="3742"/>
                    </a:lnTo>
                    <a:lnTo>
                      <a:pt x="6102" y="3713"/>
                    </a:lnTo>
                    <a:lnTo>
                      <a:pt x="6505" y="3656"/>
                    </a:lnTo>
                    <a:lnTo>
                      <a:pt x="6879" y="3598"/>
                    </a:lnTo>
                    <a:lnTo>
                      <a:pt x="7224" y="3512"/>
                    </a:lnTo>
                    <a:lnTo>
                      <a:pt x="7541" y="3425"/>
                    </a:lnTo>
                    <a:lnTo>
                      <a:pt x="7857" y="3310"/>
                    </a:lnTo>
                    <a:lnTo>
                      <a:pt x="8116" y="3195"/>
                    </a:lnTo>
                    <a:lnTo>
                      <a:pt x="8346" y="3051"/>
                    </a:lnTo>
                    <a:lnTo>
                      <a:pt x="8548" y="2907"/>
                    </a:lnTo>
                    <a:lnTo>
                      <a:pt x="8721" y="2763"/>
                    </a:lnTo>
                    <a:lnTo>
                      <a:pt x="8836" y="2591"/>
                    </a:lnTo>
                    <a:lnTo>
                      <a:pt x="8922" y="2418"/>
                    </a:lnTo>
                    <a:lnTo>
                      <a:pt x="8980" y="2217"/>
                    </a:lnTo>
                    <a:lnTo>
                      <a:pt x="8951" y="2044"/>
                    </a:lnTo>
                    <a:lnTo>
                      <a:pt x="8893" y="1843"/>
                    </a:lnTo>
                    <a:lnTo>
                      <a:pt x="8807" y="1670"/>
                    </a:lnTo>
                    <a:lnTo>
                      <a:pt x="8663" y="1497"/>
                    </a:lnTo>
                    <a:lnTo>
                      <a:pt x="8490" y="1296"/>
                    </a:lnTo>
                    <a:lnTo>
                      <a:pt x="8289" y="1123"/>
                    </a:lnTo>
                    <a:lnTo>
                      <a:pt x="8030" y="979"/>
                    </a:lnTo>
                    <a:lnTo>
                      <a:pt x="7771" y="806"/>
                    </a:lnTo>
                    <a:lnTo>
                      <a:pt x="7454" y="663"/>
                    </a:lnTo>
                    <a:lnTo>
                      <a:pt x="7109" y="547"/>
                    </a:lnTo>
                    <a:lnTo>
                      <a:pt x="6764" y="432"/>
                    </a:lnTo>
                    <a:lnTo>
                      <a:pt x="6361" y="317"/>
                    </a:lnTo>
                    <a:lnTo>
                      <a:pt x="5958" y="202"/>
                    </a:lnTo>
                    <a:lnTo>
                      <a:pt x="5526" y="145"/>
                    </a:lnTo>
                    <a:lnTo>
                      <a:pt x="5094" y="58"/>
                    </a:lnTo>
                    <a:lnTo>
                      <a:pt x="4634" y="29"/>
                    </a:lnTo>
                    <a:lnTo>
                      <a:pt x="41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35"/>
              <p:cNvSpPr/>
              <p:nvPr/>
            </p:nvSpPr>
            <p:spPr>
              <a:xfrm>
                <a:off x="3299525" y="1629700"/>
                <a:ext cx="558325" cy="561925"/>
              </a:xfrm>
              <a:custGeom>
                <a:rect b="b" l="l" r="r" t="t"/>
                <a:pathLst>
                  <a:path extrusionOk="0" h="22477" w="22333">
                    <a:moveTo>
                      <a:pt x="12433" y="0"/>
                    </a:moveTo>
                    <a:lnTo>
                      <a:pt x="12087" y="1008"/>
                    </a:lnTo>
                    <a:lnTo>
                      <a:pt x="11627" y="2245"/>
                    </a:lnTo>
                    <a:lnTo>
                      <a:pt x="11051" y="3626"/>
                    </a:lnTo>
                    <a:lnTo>
                      <a:pt x="10706" y="4403"/>
                    </a:lnTo>
                    <a:lnTo>
                      <a:pt x="10332" y="5209"/>
                    </a:lnTo>
                    <a:lnTo>
                      <a:pt x="9929" y="6073"/>
                    </a:lnTo>
                    <a:lnTo>
                      <a:pt x="9468" y="6936"/>
                    </a:lnTo>
                    <a:lnTo>
                      <a:pt x="8950" y="7857"/>
                    </a:lnTo>
                    <a:lnTo>
                      <a:pt x="8432" y="8807"/>
                    </a:lnTo>
                    <a:lnTo>
                      <a:pt x="7828" y="9756"/>
                    </a:lnTo>
                    <a:lnTo>
                      <a:pt x="7195" y="10764"/>
                    </a:lnTo>
                    <a:lnTo>
                      <a:pt x="6533" y="11771"/>
                    </a:lnTo>
                    <a:lnTo>
                      <a:pt x="5785" y="12807"/>
                    </a:lnTo>
                    <a:lnTo>
                      <a:pt x="4777" y="14160"/>
                    </a:lnTo>
                    <a:lnTo>
                      <a:pt x="3770" y="15426"/>
                    </a:lnTo>
                    <a:lnTo>
                      <a:pt x="2792" y="16606"/>
                    </a:lnTo>
                    <a:lnTo>
                      <a:pt x="1813" y="17699"/>
                    </a:lnTo>
                    <a:lnTo>
                      <a:pt x="892" y="18678"/>
                    </a:lnTo>
                    <a:lnTo>
                      <a:pt x="0" y="19570"/>
                    </a:lnTo>
                    <a:lnTo>
                      <a:pt x="1094" y="20059"/>
                    </a:lnTo>
                    <a:lnTo>
                      <a:pt x="2187" y="20520"/>
                    </a:lnTo>
                    <a:lnTo>
                      <a:pt x="3281" y="20923"/>
                    </a:lnTo>
                    <a:lnTo>
                      <a:pt x="4346" y="21297"/>
                    </a:lnTo>
                    <a:lnTo>
                      <a:pt x="5439" y="21642"/>
                    </a:lnTo>
                    <a:lnTo>
                      <a:pt x="6475" y="21959"/>
                    </a:lnTo>
                    <a:lnTo>
                      <a:pt x="7540" y="22218"/>
                    </a:lnTo>
                    <a:lnTo>
                      <a:pt x="8548" y="22477"/>
                    </a:lnTo>
                    <a:lnTo>
                      <a:pt x="9497" y="21470"/>
                    </a:lnTo>
                    <a:lnTo>
                      <a:pt x="10447" y="20376"/>
                    </a:lnTo>
                    <a:lnTo>
                      <a:pt x="11972" y="18620"/>
                    </a:lnTo>
                    <a:lnTo>
                      <a:pt x="12778" y="17671"/>
                    </a:lnTo>
                    <a:lnTo>
                      <a:pt x="13555" y="16663"/>
                    </a:lnTo>
                    <a:lnTo>
                      <a:pt x="14361" y="15627"/>
                    </a:lnTo>
                    <a:lnTo>
                      <a:pt x="15167" y="14563"/>
                    </a:lnTo>
                    <a:lnTo>
                      <a:pt x="15973" y="13440"/>
                    </a:lnTo>
                    <a:lnTo>
                      <a:pt x="16778" y="12289"/>
                    </a:lnTo>
                    <a:lnTo>
                      <a:pt x="17671" y="10965"/>
                    </a:lnTo>
                    <a:lnTo>
                      <a:pt x="18505" y="9670"/>
                    </a:lnTo>
                    <a:lnTo>
                      <a:pt x="19282" y="8404"/>
                    </a:lnTo>
                    <a:lnTo>
                      <a:pt x="19973" y="7195"/>
                    </a:lnTo>
                    <a:lnTo>
                      <a:pt x="20635" y="6044"/>
                    </a:lnTo>
                    <a:lnTo>
                      <a:pt x="21239" y="4921"/>
                    </a:lnTo>
                    <a:lnTo>
                      <a:pt x="21815" y="3857"/>
                    </a:lnTo>
                    <a:lnTo>
                      <a:pt x="22333" y="2849"/>
                    </a:lnTo>
                    <a:lnTo>
                      <a:pt x="1243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35"/>
              <p:cNvSpPr/>
              <p:nvPr/>
            </p:nvSpPr>
            <p:spPr>
              <a:xfrm>
                <a:off x="2764950" y="1130375"/>
                <a:ext cx="533150" cy="610875"/>
              </a:xfrm>
              <a:custGeom>
                <a:rect b="b" l="l" r="r" t="t"/>
                <a:pathLst>
                  <a:path extrusionOk="0" h="24435" w="21326">
                    <a:moveTo>
                      <a:pt x="16980" y="0"/>
                    </a:moveTo>
                    <a:lnTo>
                      <a:pt x="16059" y="662"/>
                    </a:lnTo>
                    <a:lnTo>
                      <a:pt x="15080" y="1382"/>
                    </a:lnTo>
                    <a:lnTo>
                      <a:pt x="14073" y="2159"/>
                    </a:lnTo>
                    <a:lnTo>
                      <a:pt x="13037" y="2993"/>
                    </a:lnTo>
                    <a:lnTo>
                      <a:pt x="11943" y="3886"/>
                    </a:lnTo>
                    <a:lnTo>
                      <a:pt x="10850" y="4864"/>
                    </a:lnTo>
                    <a:lnTo>
                      <a:pt x="9699" y="5871"/>
                    </a:lnTo>
                    <a:lnTo>
                      <a:pt x="8519" y="6965"/>
                    </a:lnTo>
                    <a:lnTo>
                      <a:pt x="7540" y="7886"/>
                    </a:lnTo>
                    <a:lnTo>
                      <a:pt x="6619" y="8836"/>
                    </a:lnTo>
                    <a:lnTo>
                      <a:pt x="5698" y="9757"/>
                    </a:lnTo>
                    <a:lnTo>
                      <a:pt x="4835" y="10678"/>
                    </a:lnTo>
                    <a:lnTo>
                      <a:pt x="4029" y="11570"/>
                    </a:lnTo>
                    <a:lnTo>
                      <a:pt x="3223" y="12462"/>
                    </a:lnTo>
                    <a:lnTo>
                      <a:pt x="1784" y="14189"/>
                    </a:lnTo>
                    <a:lnTo>
                      <a:pt x="863" y="15282"/>
                    </a:lnTo>
                    <a:lnTo>
                      <a:pt x="0" y="16347"/>
                    </a:lnTo>
                    <a:lnTo>
                      <a:pt x="403" y="17326"/>
                    </a:lnTo>
                    <a:lnTo>
                      <a:pt x="835" y="18333"/>
                    </a:lnTo>
                    <a:lnTo>
                      <a:pt x="1295" y="19340"/>
                    </a:lnTo>
                    <a:lnTo>
                      <a:pt x="1784" y="20347"/>
                    </a:lnTo>
                    <a:lnTo>
                      <a:pt x="2331" y="21355"/>
                    </a:lnTo>
                    <a:lnTo>
                      <a:pt x="2878" y="22391"/>
                    </a:lnTo>
                    <a:lnTo>
                      <a:pt x="3482" y="23427"/>
                    </a:lnTo>
                    <a:lnTo>
                      <a:pt x="4144" y="24434"/>
                    </a:lnTo>
                    <a:lnTo>
                      <a:pt x="4893" y="23427"/>
                    </a:lnTo>
                    <a:lnTo>
                      <a:pt x="5727" y="22362"/>
                    </a:lnTo>
                    <a:lnTo>
                      <a:pt x="6619" y="21268"/>
                    </a:lnTo>
                    <a:lnTo>
                      <a:pt x="7569" y="20175"/>
                    </a:lnTo>
                    <a:lnTo>
                      <a:pt x="8605" y="19024"/>
                    </a:lnTo>
                    <a:lnTo>
                      <a:pt x="9727" y="17901"/>
                    </a:lnTo>
                    <a:lnTo>
                      <a:pt x="10648" y="17009"/>
                    </a:lnTo>
                    <a:lnTo>
                      <a:pt x="11541" y="16174"/>
                    </a:lnTo>
                    <a:lnTo>
                      <a:pt x="12404" y="15397"/>
                    </a:lnTo>
                    <a:lnTo>
                      <a:pt x="13296" y="14678"/>
                    </a:lnTo>
                    <a:lnTo>
                      <a:pt x="14131" y="13987"/>
                    </a:lnTo>
                    <a:lnTo>
                      <a:pt x="14965" y="13354"/>
                    </a:lnTo>
                    <a:lnTo>
                      <a:pt x="15742" y="12750"/>
                    </a:lnTo>
                    <a:lnTo>
                      <a:pt x="16519" y="12232"/>
                    </a:lnTo>
                    <a:lnTo>
                      <a:pt x="17268" y="11714"/>
                    </a:lnTo>
                    <a:lnTo>
                      <a:pt x="17958" y="11253"/>
                    </a:lnTo>
                    <a:lnTo>
                      <a:pt x="19253" y="10476"/>
                    </a:lnTo>
                    <a:lnTo>
                      <a:pt x="20405" y="9843"/>
                    </a:lnTo>
                    <a:lnTo>
                      <a:pt x="21326" y="9325"/>
                    </a:lnTo>
                    <a:lnTo>
                      <a:pt x="1698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35"/>
              <p:cNvSpPr/>
              <p:nvPr/>
            </p:nvSpPr>
            <p:spPr>
              <a:xfrm>
                <a:off x="2682925" y="1172100"/>
                <a:ext cx="1168450" cy="1047600"/>
              </a:xfrm>
              <a:custGeom>
                <a:rect b="b" l="l" r="r" t="t"/>
                <a:pathLst>
                  <a:path extrusionOk="0" h="41904" w="46738">
                    <a:moveTo>
                      <a:pt x="1123" y="1"/>
                    </a:moveTo>
                    <a:lnTo>
                      <a:pt x="864" y="29"/>
                    </a:lnTo>
                    <a:lnTo>
                      <a:pt x="662" y="145"/>
                    </a:lnTo>
                    <a:lnTo>
                      <a:pt x="461" y="260"/>
                    </a:lnTo>
                    <a:lnTo>
                      <a:pt x="288" y="432"/>
                    </a:lnTo>
                    <a:lnTo>
                      <a:pt x="144" y="605"/>
                    </a:lnTo>
                    <a:lnTo>
                      <a:pt x="58" y="835"/>
                    </a:lnTo>
                    <a:lnTo>
                      <a:pt x="0" y="1065"/>
                    </a:lnTo>
                    <a:lnTo>
                      <a:pt x="0" y="1324"/>
                    </a:lnTo>
                    <a:lnTo>
                      <a:pt x="87" y="2130"/>
                    </a:lnTo>
                    <a:lnTo>
                      <a:pt x="230" y="3281"/>
                    </a:lnTo>
                    <a:lnTo>
                      <a:pt x="461" y="4663"/>
                    </a:lnTo>
                    <a:lnTo>
                      <a:pt x="777" y="6303"/>
                    </a:lnTo>
                    <a:lnTo>
                      <a:pt x="950" y="7224"/>
                    </a:lnTo>
                    <a:lnTo>
                      <a:pt x="1180" y="8174"/>
                    </a:lnTo>
                    <a:lnTo>
                      <a:pt x="1439" y="9152"/>
                    </a:lnTo>
                    <a:lnTo>
                      <a:pt x="1727" y="10188"/>
                    </a:lnTo>
                    <a:lnTo>
                      <a:pt x="2072" y="11282"/>
                    </a:lnTo>
                    <a:lnTo>
                      <a:pt x="2418" y="12376"/>
                    </a:lnTo>
                    <a:lnTo>
                      <a:pt x="2821" y="13527"/>
                    </a:lnTo>
                    <a:lnTo>
                      <a:pt x="3281" y="14678"/>
                    </a:lnTo>
                    <a:lnTo>
                      <a:pt x="3684" y="15657"/>
                    </a:lnTo>
                    <a:lnTo>
                      <a:pt x="4116" y="16664"/>
                    </a:lnTo>
                    <a:lnTo>
                      <a:pt x="4576" y="17671"/>
                    </a:lnTo>
                    <a:lnTo>
                      <a:pt x="5065" y="18678"/>
                    </a:lnTo>
                    <a:lnTo>
                      <a:pt x="5612" y="19686"/>
                    </a:lnTo>
                    <a:lnTo>
                      <a:pt x="6159" y="20722"/>
                    </a:lnTo>
                    <a:lnTo>
                      <a:pt x="6763" y="21758"/>
                    </a:lnTo>
                    <a:lnTo>
                      <a:pt x="7425" y="22765"/>
                    </a:lnTo>
                    <a:lnTo>
                      <a:pt x="8202" y="23945"/>
                    </a:lnTo>
                    <a:lnTo>
                      <a:pt x="9066" y="25125"/>
                    </a:lnTo>
                    <a:lnTo>
                      <a:pt x="9958" y="26305"/>
                    </a:lnTo>
                    <a:lnTo>
                      <a:pt x="10908" y="27456"/>
                    </a:lnTo>
                    <a:lnTo>
                      <a:pt x="11944" y="28607"/>
                    </a:lnTo>
                    <a:lnTo>
                      <a:pt x="13008" y="29730"/>
                    </a:lnTo>
                    <a:lnTo>
                      <a:pt x="14160" y="30823"/>
                    </a:lnTo>
                    <a:lnTo>
                      <a:pt x="15368" y="31917"/>
                    </a:lnTo>
                    <a:lnTo>
                      <a:pt x="16289" y="32694"/>
                    </a:lnTo>
                    <a:lnTo>
                      <a:pt x="17268" y="33442"/>
                    </a:lnTo>
                    <a:lnTo>
                      <a:pt x="18304" y="34190"/>
                    </a:lnTo>
                    <a:lnTo>
                      <a:pt x="19340" y="34910"/>
                    </a:lnTo>
                    <a:lnTo>
                      <a:pt x="20664" y="35744"/>
                    </a:lnTo>
                    <a:lnTo>
                      <a:pt x="21988" y="36521"/>
                    </a:lnTo>
                    <a:lnTo>
                      <a:pt x="23340" y="37212"/>
                    </a:lnTo>
                    <a:lnTo>
                      <a:pt x="24664" y="37874"/>
                    </a:lnTo>
                    <a:lnTo>
                      <a:pt x="25758" y="38363"/>
                    </a:lnTo>
                    <a:lnTo>
                      <a:pt x="26851" y="38824"/>
                    </a:lnTo>
                    <a:lnTo>
                      <a:pt x="27945" y="39227"/>
                    </a:lnTo>
                    <a:lnTo>
                      <a:pt x="29010" y="39601"/>
                    </a:lnTo>
                    <a:lnTo>
                      <a:pt x="30103" y="39946"/>
                    </a:lnTo>
                    <a:lnTo>
                      <a:pt x="31139" y="40263"/>
                    </a:lnTo>
                    <a:lnTo>
                      <a:pt x="32204" y="40522"/>
                    </a:lnTo>
                    <a:lnTo>
                      <a:pt x="33212" y="40781"/>
                    </a:lnTo>
                    <a:lnTo>
                      <a:pt x="34161" y="40982"/>
                    </a:lnTo>
                    <a:lnTo>
                      <a:pt x="35082" y="41155"/>
                    </a:lnTo>
                    <a:lnTo>
                      <a:pt x="35974" y="41328"/>
                    </a:lnTo>
                    <a:lnTo>
                      <a:pt x="36867" y="41443"/>
                    </a:lnTo>
                    <a:lnTo>
                      <a:pt x="38593" y="41673"/>
                    </a:lnTo>
                    <a:lnTo>
                      <a:pt x="40205" y="41788"/>
                    </a:lnTo>
                    <a:lnTo>
                      <a:pt x="41730" y="41874"/>
                    </a:lnTo>
                    <a:lnTo>
                      <a:pt x="43140" y="41903"/>
                    </a:lnTo>
                    <a:lnTo>
                      <a:pt x="44435" y="41903"/>
                    </a:lnTo>
                    <a:lnTo>
                      <a:pt x="45587" y="41846"/>
                    </a:lnTo>
                    <a:lnTo>
                      <a:pt x="45846" y="41817"/>
                    </a:lnTo>
                    <a:lnTo>
                      <a:pt x="46047" y="41731"/>
                    </a:lnTo>
                    <a:lnTo>
                      <a:pt x="46249" y="41587"/>
                    </a:lnTo>
                    <a:lnTo>
                      <a:pt x="46421" y="41443"/>
                    </a:lnTo>
                    <a:lnTo>
                      <a:pt x="46565" y="41241"/>
                    </a:lnTo>
                    <a:lnTo>
                      <a:pt x="46680" y="41040"/>
                    </a:lnTo>
                    <a:lnTo>
                      <a:pt x="46738" y="40810"/>
                    </a:lnTo>
                    <a:lnTo>
                      <a:pt x="46738" y="40551"/>
                    </a:lnTo>
                    <a:lnTo>
                      <a:pt x="46709" y="40320"/>
                    </a:lnTo>
                    <a:lnTo>
                      <a:pt x="46623" y="40090"/>
                    </a:lnTo>
                    <a:lnTo>
                      <a:pt x="46508" y="39889"/>
                    </a:lnTo>
                    <a:lnTo>
                      <a:pt x="46335" y="39716"/>
                    </a:lnTo>
                    <a:lnTo>
                      <a:pt x="46162" y="39572"/>
                    </a:lnTo>
                    <a:lnTo>
                      <a:pt x="45932" y="39486"/>
                    </a:lnTo>
                    <a:lnTo>
                      <a:pt x="45702" y="39428"/>
                    </a:lnTo>
                    <a:lnTo>
                      <a:pt x="45443" y="39399"/>
                    </a:lnTo>
                    <a:lnTo>
                      <a:pt x="44464" y="39457"/>
                    </a:lnTo>
                    <a:lnTo>
                      <a:pt x="42191" y="39457"/>
                    </a:lnTo>
                    <a:lnTo>
                      <a:pt x="40924" y="39399"/>
                    </a:lnTo>
                    <a:lnTo>
                      <a:pt x="39572" y="39313"/>
                    </a:lnTo>
                    <a:lnTo>
                      <a:pt x="38162" y="39169"/>
                    </a:lnTo>
                    <a:lnTo>
                      <a:pt x="36665" y="38968"/>
                    </a:lnTo>
                    <a:lnTo>
                      <a:pt x="35111" y="38680"/>
                    </a:lnTo>
                    <a:lnTo>
                      <a:pt x="34104" y="38478"/>
                    </a:lnTo>
                    <a:lnTo>
                      <a:pt x="33039" y="38248"/>
                    </a:lnTo>
                    <a:lnTo>
                      <a:pt x="31974" y="37960"/>
                    </a:lnTo>
                    <a:lnTo>
                      <a:pt x="30909" y="37644"/>
                    </a:lnTo>
                    <a:lnTo>
                      <a:pt x="29816" y="37299"/>
                    </a:lnTo>
                    <a:lnTo>
                      <a:pt x="28693" y="36924"/>
                    </a:lnTo>
                    <a:lnTo>
                      <a:pt x="27600" y="36493"/>
                    </a:lnTo>
                    <a:lnTo>
                      <a:pt x="26477" y="36003"/>
                    </a:lnTo>
                    <a:lnTo>
                      <a:pt x="25009" y="35342"/>
                    </a:lnTo>
                    <a:lnTo>
                      <a:pt x="24290" y="34996"/>
                    </a:lnTo>
                    <a:lnTo>
                      <a:pt x="23570" y="34593"/>
                    </a:lnTo>
                    <a:lnTo>
                      <a:pt x="22851" y="34190"/>
                    </a:lnTo>
                    <a:lnTo>
                      <a:pt x="22131" y="33787"/>
                    </a:lnTo>
                    <a:lnTo>
                      <a:pt x="21412" y="33327"/>
                    </a:lnTo>
                    <a:lnTo>
                      <a:pt x="20693" y="32867"/>
                    </a:lnTo>
                    <a:lnTo>
                      <a:pt x="19714" y="32205"/>
                    </a:lnTo>
                    <a:lnTo>
                      <a:pt x="18764" y="31514"/>
                    </a:lnTo>
                    <a:lnTo>
                      <a:pt x="17872" y="30823"/>
                    </a:lnTo>
                    <a:lnTo>
                      <a:pt x="17009" y="30104"/>
                    </a:lnTo>
                    <a:lnTo>
                      <a:pt x="16174" y="29384"/>
                    </a:lnTo>
                    <a:lnTo>
                      <a:pt x="15368" y="28636"/>
                    </a:lnTo>
                    <a:lnTo>
                      <a:pt x="14591" y="27888"/>
                    </a:lnTo>
                    <a:lnTo>
                      <a:pt x="13872" y="27111"/>
                    </a:lnTo>
                    <a:lnTo>
                      <a:pt x="13152" y="26334"/>
                    </a:lnTo>
                    <a:lnTo>
                      <a:pt x="12462" y="25557"/>
                    </a:lnTo>
                    <a:lnTo>
                      <a:pt x="11828" y="24751"/>
                    </a:lnTo>
                    <a:lnTo>
                      <a:pt x="11195" y="23945"/>
                    </a:lnTo>
                    <a:lnTo>
                      <a:pt x="10620" y="23139"/>
                    </a:lnTo>
                    <a:lnTo>
                      <a:pt x="10044" y="22333"/>
                    </a:lnTo>
                    <a:lnTo>
                      <a:pt x="9497" y="21528"/>
                    </a:lnTo>
                    <a:lnTo>
                      <a:pt x="9008" y="20693"/>
                    </a:lnTo>
                    <a:lnTo>
                      <a:pt x="8375" y="19657"/>
                    </a:lnTo>
                    <a:lnTo>
                      <a:pt x="7771" y="18621"/>
                    </a:lnTo>
                    <a:lnTo>
                      <a:pt x="7224" y="17556"/>
                    </a:lnTo>
                    <a:lnTo>
                      <a:pt x="6735" y="16520"/>
                    </a:lnTo>
                    <a:lnTo>
                      <a:pt x="6245" y="15513"/>
                    </a:lnTo>
                    <a:lnTo>
                      <a:pt x="5814" y="14505"/>
                    </a:lnTo>
                    <a:lnTo>
                      <a:pt x="5411" y="13498"/>
                    </a:lnTo>
                    <a:lnTo>
                      <a:pt x="5065" y="12520"/>
                    </a:lnTo>
                    <a:lnTo>
                      <a:pt x="4691" y="11512"/>
                    </a:lnTo>
                    <a:lnTo>
                      <a:pt x="4375" y="10534"/>
                    </a:lnTo>
                    <a:lnTo>
                      <a:pt x="4087" y="9584"/>
                    </a:lnTo>
                    <a:lnTo>
                      <a:pt x="3828" y="8692"/>
                    </a:lnTo>
                    <a:lnTo>
                      <a:pt x="3396" y="6965"/>
                    </a:lnTo>
                    <a:lnTo>
                      <a:pt x="3051" y="5382"/>
                    </a:lnTo>
                    <a:lnTo>
                      <a:pt x="2792" y="4001"/>
                    </a:lnTo>
                    <a:lnTo>
                      <a:pt x="2619" y="2792"/>
                    </a:lnTo>
                    <a:lnTo>
                      <a:pt x="2504" y="1843"/>
                    </a:lnTo>
                    <a:lnTo>
                      <a:pt x="2446" y="1123"/>
                    </a:lnTo>
                    <a:lnTo>
                      <a:pt x="2389" y="864"/>
                    </a:lnTo>
                    <a:lnTo>
                      <a:pt x="2303" y="634"/>
                    </a:lnTo>
                    <a:lnTo>
                      <a:pt x="2159" y="461"/>
                    </a:lnTo>
                    <a:lnTo>
                      <a:pt x="2015" y="288"/>
                    </a:lnTo>
                    <a:lnTo>
                      <a:pt x="1813" y="145"/>
                    </a:lnTo>
                    <a:lnTo>
                      <a:pt x="1583" y="58"/>
                    </a:lnTo>
                    <a:lnTo>
                      <a:pt x="135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35"/>
              <p:cNvSpPr/>
              <p:nvPr/>
            </p:nvSpPr>
            <p:spPr>
              <a:xfrm>
                <a:off x="3061375" y="750500"/>
                <a:ext cx="415875" cy="208650"/>
              </a:xfrm>
              <a:custGeom>
                <a:rect b="b" l="l" r="r" t="t"/>
                <a:pathLst>
                  <a:path extrusionOk="0" h="8346" w="16635">
                    <a:moveTo>
                      <a:pt x="8576" y="0"/>
                    </a:moveTo>
                    <a:lnTo>
                      <a:pt x="8173" y="29"/>
                    </a:lnTo>
                    <a:lnTo>
                      <a:pt x="7799" y="86"/>
                    </a:lnTo>
                    <a:lnTo>
                      <a:pt x="7396" y="173"/>
                    </a:lnTo>
                    <a:lnTo>
                      <a:pt x="6993" y="259"/>
                    </a:lnTo>
                    <a:lnTo>
                      <a:pt x="6591" y="345"/>
                    </a:lnTo>
                    <a:lnTo>
                      <a:pt x="6216" y="489"/>
                    </a:lnTo>
                    <a:lnTo>
                      <a:pt x="5468" y="777"/>
                    </a:lnTo>
                    <a:lnTo>
                      <a:pt x="4720" y="1122"/>
                    </a:lnTo>
                    <a:lnTo>
                      <a:pt x="4029" y="1525"/>
                    </a:lnTo>
                    <a:lnTo>
                      <a:pt x="3367" y="1986"/>
                    </a:lnTo>
                    <a:lnTo>
                      <a:pt x="2734" y="2504"/>
                    </a:lnTo>
                    <a:lnTo>
                      <a:pt x="2187" y="3051"/>
                    </a:lnTo>
                    <a:lnTo>
                      <a:pt x="1669" y="3626"/>
                    </a:lnTo>
                    <a:lnTo>
                      <a:pt x="1209" y="4231"/>
                    </a:lnTo>
                    <a:lnTo>
                      <a:pt x="1007" y="4547"/>
                    </a:lnTo>
                    <a:lnTo>
                      <a:pt x="835" y="4864"/>
                    </a:lnTo>
                    <a:lnTo>
                      <a:pt x="489" y="5497"/>
                    </a:lnTo>
                    <a:lnTo>
                      <a:pt x="317" y="5929"/>
                    </a:lnTo>
                    <a:lnTo>
                      <a:pt x="144" y="6360"/>
                    </a:lnTo>
                    <a:lnTo>
                      <a:pt x="29" y="6821"/>
                    </a:lnTo>
                    <a:lnTo>
                      <a:pt x="0" y="7051"/>
                    </a:lnTo>
                    <a:lnTo>
                      <a:pt x="0" y="7252"/>
                    </a:lnTo>
                    <a:lnTo>
                      <a:pt x="0" y="7483"/>
                    </a:lnTo>
                    <a:lnTo>
                      <a:pt x="29" y="7655"/>
                    </a:lnTo>
                    <a:lnTo>
                      <a:pt x="115" y="7857"/>
                    </a:lnTo>
                    <a:lnTo>
                      <a:pt x="202" y="8001"/>
                    </a:lnTo>
                    <a:lnTo>
                      <a:pt x="317" y="8116"/>
                    </a:lnTo>
                    <a:lnTo>
                      <a:pt x="461" y="8231"/>
                    </a:lnTo>
                    <a:lnTo>
                      <a:pt x="604" y="8288"/>
                    </a:lnTo>
                    <a:lnTo>
                      <a:pt x="777" y="8317"/>
                    </a:lnTo>
                    <a:lnTo>
                      <a:pt x="950" y="8346"/>
                    </a:lnTo>
                    <a:lnTo>
                      <a:pt x="1151" y="8346"/>
                    </a:lnTo>
                    <a:lnTo>
                      <a:pt x="1583" y="8288"/>
                    </a:lnTo>
                    <a:lnTo>
                      <a:pt x="2101" y="8173"/>
                    </a:lnTo>
                    <a:lnTo>
                      <a:pt x="2648" y="8029"/>
                    </a:lnTo>
                    <a:lnTo>
                      <a:pt x="3972" y="7627"/>
                    </a:lnTo>
                    <a:lnTo>
                      <a:pt x="4691" y="7396"/>
                    </a:lnTo>
                    <a:lnTo>
                      <a:pt x="5468" y="7195"/>
                    </a:lnTo>
                    <a:lnTo>
                      <a:pt x="6332" y="6993"/>
                    </a:lnTo>
                    <a:lnTo>
                      <a:pt x="7224" y="6849"/>
                    </a:lnTo>
                    <a:lnTo>
                      <a:pt x="8145" y="6734"/>
                    </a:lnTo>
                    <a:lnTo>
                      <a:pt x="8634" y="6706"/>
                    </a:lnTo>
                    <a:lnTo>
                      <a:pt x="9123" y="6677"/>
                    </a:lnTo>
                    <a:lnTo>
                      <a:pt x="10159" y="6677"/>
                    </a:lnTo>
                    <a:lnTo>
                      <a:pt x="10706" y="6734"/>
                    </a:lnTo>
                    <a:lnTo>
                      <a:pt x="11224" y="6792"/>
                    </a:lnTo>
                    <a:lnTo>
                      <a:pt x="11800" y="6878"/>
                    </a:lnTo>
                    <a:lnTo>
                      <a:pt x="12318" y="6993"/>
                    </a:lnTo>
                    <a:lnTo>
                      <a:pt x="12836" y="7108"/>
                    </a:lnTo>
                    <a:lnTo>
                      <a:pt x="13267" y="7252"/>
                    </a:lnTo>
                    <a:lnTo>
                      <a:pt x="14073" y="7511"/>
                    </a:lnTo>
                    <a:lnTo>
                      <a:pt x="14764" y="7770"/>
                    </a:lnTo>
                    <a:lnTo>
                      <a:pt x="15311" y="7972"/>
                    </a:lnTo>
                    <a:lnTo>
                      <a:pt x="15541" y="8029"/>
                    </a:lnTo>
                    <a:lnTo>
                      <a:pt x="15771" y="8087"/>
                    </a:lnTo>
                    <a:lnTo>
                      <a:pt x="16117" y="8087"/>
                    </a:lnTo>
                    <a:lnTo>
                      <a:pt x="16260" y="8029"/>
                    </a:lnTo>
                    <a:lnTo>
                      <a:pt x="16376" y="7914"/>
                    </a:lnTo>
                    <a:lnTo>
                      <a:pt x="16462" y="7799"/>
                    </a:lnTo>
                    <a:lnTo>
                      <a:pt x="16519" y="7684"/>
                    </a:lnTo>
                    <a:lnTo>
                      <a:pt x="16577" y="7540"/>
                    </a:lnTo>
                    <a:lnTo>
                      <a:pt x="16606" y="7367"/>
                    </a:lnTo>
                    <a:lnTo>
                      <a:pt x="16635" y="6993"/>
                    </a:lnTo>
                    <a:lnTo>
                      <a:pt x="16577" y="6562"/>
                    </a:lnTo>
                    <a:lnTo>
                      <a:pt x="16462" y="6072"/>
                    </a:lnTo>
                    <a:lnTo>
                      <a:pt x="16318" y="5554"/>
                    </a:lnTo>
                    <a:lnTo>
                      <a:pt x="16088" y="5008"/>
                    </a:lnTo>
                    <a:lnTo>
                      <a:pt x="15800" y="4432"/>
                    </a:lnTo>
                    <a:lnTo>
                      <a:pt x="15483" y="3856"/>
                    </a:lnTo>
                    <a:lnTo>
                      <a:pt x="15080" y="3281"/>
                    </a:lnTo>
                    <a:lnTo>
                      <a:pt x="14649" y="2734"/>
                    </a:lnTo>
                    <a:lnTo>
                      <a:pt x="14160" y="2216"/>
                    </a:lnTo>
                    <a:lnTo>
                      <a:pt x="13613" y="1727"/>
                    </a:lnTo>
                    <a:lnTo>
                      <a:pt x="13037" y="1266"/>
                    </a:lnTo>
                    <a:lnTo>
                      <a:pt x="12721" y="1065"/>
                    </a:lnTo>
                    <a:lnTo>
                      <a:pt x="12404" y="863"/>
                    </a:lnTo>
                    <a:lnTo>
                      <a:pt x="12059" y="691"/>
                    </a:lnTo>
                    <a:lnTo>
                      <a:pt x="11742" y="547"/>
                    </a:lnTo>
                    <a:lnTo>
                      <a:pt x="11339" y="403"/>
                    </a:lnTo>
                    <a:lnTo>
                      <a:pt x="10965" y="259"/>
                    </a:lnTo>
                    <a:lnTo>
                      <a:pt x="10562" y="173"/>
                    </a:lnTo>
                    <a:lnTo>
                      <a:pt x="10188" y="86"/>
                    </a:lnTo>
                    <a:lnTo>
                      <a:pt x="9785" y="29"/>
                    </a:lnTo>
                    <a:lnTo>
                      <a:pt x="938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5"/>
              <p:cNvSpPr/>
              <p:nvPr/>
            </p:nvSpPr>
            <p:spPr>
              <a:xfrm>
                <a:off x="4430550" y="1334700"/>
                <a:ext cx="36700" cy="38175"/>
              </a:xfrm>
              <a:custGeom>
                <a:rect b="b" l="l" r="r" t="t"/>
                <a:pathLst>
                  <a:path extrusionOk="0" h="1527" w="1468">
                    <a:moveTo>
                      <a:pt x="950" y="1"/>
                    </a:moveTo>
                    <a:lnTo>
                      <a:pt x="806" y="30"/>
                    </a:lnTo>
                    <a:lnTo>
                      <a:pt x="662" y="58"/>
                    </a:lnTo>
                    <a:lnTo>
                      <a:pt x="518" y="145"/>
                    </a:lnTo>
                    <a:lnTo>
                      <a:pt x="403" y="231"/>
                    </a:lnTo>
                    <a:lnTo>
                      <a:pt x="259" y="375"/>
                    </a:lnTo>
                    <a:lnTo>
                      <a:pt x="173" y="519"/>
                    </a:lnTo>
                    <a:lnTo>
                      <a:pt x="87" y="663"/>
                    </a:lnTo>
                    <a:lnTo>
                      <a:pt x="29" y="807"/>
                    </a:lnTo>
                    <a:lnTo>
                      <a:pt x="0" y="950"/>
                    </a:lnTo>
                    <a:lnTo>
                      <a:pt x="0" y="1094"/>
                    </a:lnTo>
                    <a:lnTo>
                      <a:pt x="29" y="1209"/>
                    </a:lnTo>
                    <a:lnTo>
                      <a:pt x="87" y="1325"/>
                    </a:lnTo>
                    <a:lnTo>
                      <a:pt x="173" y="1411"/>
                    </a:lnTo>
                    <a:lnTo>
                      <a:pt x="288" y="1497"/>
                    </a:lnTo>
                    <a:lnTo>
                      <a:pt x="403" y="1526"/>
                    </a:lnTo>
                    <a:lnTo>
                      <a:pt x="518" y="1526"/>
                    </a:lnTo>
                    <a:lnTo>
                      <a:pt x="662" y="1497"/>
                    </a:lnTo>
                    <a:lnTo>
                      <a:pt x="806" y="1468"/>
                    </a:lnTo>
                    <a:lnTo>
                      <a:pt x="950" y="1382"/>
                    </a:lnTo>
                    <a:lnTo>
                      <a:pt x="1065" y="1296"/>
                    </a:lnTo>
                    <a:lnTo>
                      <a:pt x="1209" y="1152"/>
                    </a:lnTo>
                    <a:lnTo>
                      <a:pt x="1295" y="1008"/>
                    </a:lnTo>
                    <a:lnTo>
                      <a:pt x="1382" y="864"/>
                    </a:lnTo>
                    <a:lnTo>
                      <a:pt x="1439" y="720"/>
                    </a:lnTo>
                    <a:lnTo>
                      <a:pt x="1468" y="576"/>
                    </a:lnTo>
                    <a:lnTo>
                      <a:pt x="1468" y="432"/>
                    </a:lnTo>
                    <a:lnTo>
                      <a:pt x="1439" y="317"/>
                    </a:lnTo>
                    <a:lnTo>
                      <a:pt x="1382" y="202"/>
                    </a:lnTo>
                    <a:lnTo>
                      <a:pt x="1295" y="116"/>
                    </a:lnTo>
                    <a:lnTo>
                      <a:pt x="1180" y="30"/>
                    </a:lnTo>
                    <a:lnTo>
                      <a:pt x="10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35"/>
              <p:cNvSpPr/>
              <p:nvPr/>
            </p:nvSpPr>
            <p:spPr>
              <a:xfrm>
                <a:off x="4288800" y="1244775"/>
                <a:ext cx="66950" cy="66925"/>
              </a:xfrm>
              <a:custGeom>
                <a:rect b="b" l="l" r="r" t="t"/>
                <a:pathLst>
                  <a:path extrusionOk="0" h="2677" w="2678">
                    <a:moveTo>
                      <a:pt x="1238" y="0"/>
                    </a:moveTo>
                    <a:lnTo>
                      <a:pt x="979" y="29"/>
                    </a:lnTo>
                    <a:lnTo>
                      <a:pt x="720" y="144"/>
                    </a:lnTo>
                    <a:lnTo>
                      <a:pt x="519" y="288"/>
                    </a:lnTo>
                    <a:lnTo>
                      <a:pt x="317" y="461"/>
                    </a:lnTo>
                    <a:lnTo>
                      <a:pt x="145" y="691"/>
                    </a:lnTo>
                    <a:lnTo>
                      <a:pt x="58" y="921"/>
                    </a:lnTo>
                    <a:lnTo>
                      <a:pt x="1" y="1180"/>
                    </a:lnTo>
                    <a:lnTo>
                      <a:pt x="1" y="1439"/>
                    </a:lnTo>
                    <a:lnTo>
                      <a:pt x="29" y="1698"/>
                    </a:lnTo>
                    <a:lnTo>
                      <a:pt x="145" y="1957"/>
                    </a:lnTo>
                    <a:lnTo>
                      <a:pt x="260" y="2159"/>
                    </a:lnTo>
                    <a:lnTo>
                      <a:pt x="461" y="2360"/>
                    </a:lnTo>
                    <a:lnTo>
                      <a:pt x="691" y="2533"/>
                    </a:lnTo>
                    <a:lnTo>
                      <a:pt x="922" y="2619"/>
                    </a:lnTo>
                    <a:lnTo>
                      <a:pt x="1181" y="2677"/>
                    </a:lnTo>
                    <a:lnTo>
                      <a:pt x="1440" y="2677"/>
                    </a:lnTo>
                    <a:lnTo>
                      <a:pt x="1699" y="2648"/>
                    </a:lnTo>
                    <a:lnTo>
                      <a:pt x="1929" y="2533"/>
                    </a:lnTo>
                    <a:lnTo>
                      <a:pt x="2159" y="2389"/>
                    </a:lnTo>
                    <a:lnTo>
                      <a:pt x="2361" y="2216"/>
                    </a:lnTo>
                    <a:lnTo>
                      <a:pt x="2504" y="1986"/>
                    </a:lnTo>
                    <a:lnTo>
                      <a:pt x="2620" y="1756"/>
                    </a:lnTo>
                    <a:lnTo>
                      <a:pt x="2677" y="1497"/>
                    </a:lnTo>
                    <a:lnTo>
                      <a:pt x="2677" y="1238"/>
                    </a:lnTo>
                    <a:lnTo>
                      <a:pt x="2620" y="979"/>
                    </a:lnTo>
                    <a:lnTo>
                      <a:pt x="2533" y="749"/>
                    </a:lnTo>
                    <a:lnTo>
                      <a:pt x="2389" y="518"/>
                    </a:lnTo>
                    <a:lnTo>
                      <a:pt x="2217" y="317"/>
                    </a:lnTo>
                    <a:lnTo>
                      <a:pt x="1986" y="173"/>
                    </a:lnTo>
                    <a:lnTo>
                      <a:pt x="1727" y="58"/>
                    </a:lnTo>
                    <a:lnTo>
                      <a:pt x="14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35"/>
              <p:cNvSpPr/>
              <p:nvPr/>
            </p:nvSpPr>
            <p:spPr>
              <a:xfrm>
                <a:off x="3544850" y="1990150"/>
                <a:ext cx="66950" cy="66950"/>
              </a:xfrm>
              <a:custGeom>
                <a:rect b="b" l="l" r="r" t="t"/>
                <a:pathLst>
                  <a:path extrusionOk="0" h="2678" w="2678">
                    <a:moveTo>
                      <a:pt x="1238" y="1"/>
                    </a:moveTo>
                    <a:lnTo>
                      <a:pt x="979" y="29"/>
                    </a:lnTo>
                    <a:lnTo>
                      <a:pt x="749" y="145"/>
                    </a:lnTo>
                    <a:lnTo>
                      <a:pt x="519" y="260"/>
                    </a:lnTo>
                    <a:lnTo>
                      <a:pt x="317" y="461"/>
                    </a:lnTo>
                    <a:lnTo>
                      <a:pt x="173" y="691"/>
                    </a:lnTo>
                    <a:lnTo>
                      <a:pt x="58" y="922"/>
                    </a:lnTo>
                    <a:lnTo>
                      <a:pt x="1" y="1181"/>
                    </a:lnTo>
                    <a:lnTo>
                      <a:pt x="1" y="1440"/>
                    </a:lnTo>
                    <a:lnTo>
                      <a:pt x="58" y="1699"/>
                    </a:lnTo>
                    <a:lnTo>
                      <a:pt x="145" y="1929"/>
                    </a:lnTo>
                    <a:lnTo>
                      <a:pt x="289" y="2159"/>
                    </a:lnTo>
                    <a:lnTo>
                      <a:pt x="461" y="2361"/>
                    </a:lnTo>
                    <a:lnTo>
                      <a:pt x="692" y="2504"/>
                    </a:lnTo>
                    <a:lnTo>
                      <a:pt x="951" y="2620"/>
                    </a:lnTo>
                    <a:lnTo>
                      <a:pt x="1181" y="2677"/>
                    </a:lnTo>
                    <a:lnTo>
                      <a:pt x="1440" y="2677"/>
                    </a:lnTo>
                    <a:lnTo>
                      <a:pt x="1699" y="2620"/>
                    </a:lnTo>
                    <a:lnTo>
                      <a:pt x="1958" y="2533"/>
                    </a:lnTo>
                    <a:lnTo>
                      <a:pt x="2159" y="2389"/>
                    </a:lnTo>
                    <a:lnTo>
                      <a:pt x="2361" y="2217"/>
                    </a:lnTo>
                    <a:lnTo>
                      <a:pt x="2533" y="1986"/>
                    </a:lnTo>
                    <a:lnTo>
                      <a:pt x="2620" y="1756"/>
                    </a:lnTo>
                    <a:lnTo>
                      <a:pt x="2677" y="1497"/>
                    </a:lnTo>
                    <a:lnTo>
                      <a:pt x="2677" y="1238"/>
                    </a:lnTo>
                    <a:lnTo>
                      <a:pt x="2649" y="979"/>
                    </a:lnTo>
                    <a:lnTo>
                      <a:pt x="2562" y="720"/>
                    </a:lnTo>
                    <a:lnTo>
                      <a:pt x="2418" y="519"/>
                    </a:lnTo>
                    <a:lnTo>
                      <a:pt x="2217" y="317"/>
                    </a:lnTo>
                    <a:lnTo>
                      <a:pt x="1987" y="145"/>
                    </a:lnTo>
                    <a:lnTo>
                      <a:pt x="1756" y="58"/>
                    </a:lnTo>
                    <a:lnTo>
                      <a:pt x="149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35"/>
              <p:cNvSpPr/>
              <p:nvPr/>
            </p:nvSpPr>
            <p:spPr>
              <a:xfrm>
                <a:off x="4325500" y="1436150"/>
                <a:ext cx="33850" cy="144650"/>
              </a:xfrm>
              <a:custGeom>
                <a:rect b="b" l="l" r="r" t="t"/>
                <a:pathLst>
                  <a:path extrusionOk="0" h="5786" w="1354">
                    <a:moveTo>
                      <a:pt x="1065" y="1"/>
                    </a:moveTo>
                    <a:lnTo>
                      <a:pt x="979" y="29"/>
                    </a:lnTo>
                    <a:lnTo>
                      <a:pt x="893" y="116"/>
                    </a:lnTo>
                    <a:lnTo>
                      <a:pt x="749" y="375"/>
                    </a:lnTo>
                    <a:lnTo>
                      <a:pt x="576" y="720"/>
                    </a:lnTo>
                    <a:lnTo>
                      <a:pt x="403" y="1123"/>
                    </a:lnTo>
                    <a:lnTo>
                      <a:pt x="231" y="1555"/>
                    </a:lnTo>
                    <a:lnTo>
                      <a:pt x="116" y="2044"/>
                    </a:lnTo>
                    <a:lnTo>
                      <a:pt x="29" y="2591"/>
                    </a:lnTo>
                    <a:lnTo>
                      <a:pt x="0" y="3166"/>
                    </a:lnTo>
                    <a:lnTo>
                      <a:pt x="0" y="3454"/>
                    </a:lnTo>
                    <a:lnTo>
                      <a:pt x="29" y="3771"/>
                    </a:lnTo>
                    <a:lnTo>
                      <a:pt x="116" y="4260"/>
                    </a:lnTo>
                    <a:lnTo>
                      <a:pt x="231" y="4749"/>
                    </a:lnTo>
                    <a:lnTo>
                      <a:pt x="403" y="5210"/>
                    </a:lnTo>
                    <a:lnTo>
                      <a:pt x="634" y="5670"/>
                    </a:lnTo>
                    <a:lnTo>
                      <a:pt x="662" y="5728"/>
                    </a:lnTo>
                    <a:lnTo>
                      <a:pt x="720" y="5756"/>
                    </a:lnTo>
                    <a:lnTo>
                      <a:pt x="777" y="5785"/>
                    </a:lnTo>
                    <a:lnTo>
                      <a:pt x="835" y="5785"/>
                    </a:lnTo>
                    <a:lnTo>
                      <a:pt x="950" y="5756"/>
                    </a:lnTo>
                    <a:lnTo>
                      <a:pt x="1036" y="5699"/>
                    </a:lnTo>
                    <a:lnTo>
                      <a:pt x="1094" y="5613"/>
                    </a:lnTo>
                    <a:lnTo>
                      <a:pt x="1094" y="5526"/>
                    </a:lnTo>
                    <a:lnTo>
                      <a:pt x="1065" y="5440"/>
                    </a:lnTo>
                    <a:lnTo>
                      <a:pt x="864" y="5008"/>
                    </a:lnTo>
                    <a:lnTo>
                      <a:pt x="720" y="4577"/>
                    </a:lnTo>
                    <a:lnTo>
                      <a:pt x="605" y="4145"/>
                    </a:lnTo>
                    <a:lnTo>
                      <a:pt x="518" y="3713"/>
                    </a:lnTo>
                    <a:lnTo>
                      <a:pt x="490" y="3166"/>
                    </a:lnTo>
                    <a:lnTo>
                      <a:pt x="518" y="2648"/>
                    </a:lnTo>
                    <a:lnTo>
                      <a:pt x="605" y="2159"/>
                    </a:lnTo>
                    <a:lnTo>
                      <a:pt x="720" y="1699"/>
                    </a:lnTo>
                    <a:lnTo>
                      <a:pt x="864" y="1296"/>
                    </a:lnTo>
                    <a:lnTo>
                      <a:pt x="1008" y="950"/>
                    </a:lnTo>
                    <a:lnTo>
                      <a:pt x="1180" y="634"/>
                    </a:lnTo>
                    <a:lnTo>
                      <a:pt x="1324" y="375"/>
                    </a:lnTo>
                    <a:lnTo>
                      <a:pt x="1353" y="288"/>
                    </a:lnTo>
                    <a:lnTo>
                      <a:pt x="1353" y="202"/>
                    </a:lnTo>
                    <a:lnTo>
                      <a:pt x="1324" y="116"/>
                    </a:lnTo>
                    <a:lnTo>
                      <a:pt x="1238" y="29"/>
                    </a:lnTo>
                    <a:lnTo>
                      <a:pt x="115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35"/>
              <p:cNvSpPr/>
              <p:nvPr/>
            </p:nvSpPr>
            <p:spPr>
              <a:xfrm>
                <a:off x="4442775" y="1469975"/>
                <a:ext cx="46800" cy="50375"/>
              </a:xfrm>
              <a:custGeom>
                <a:rect b="b" l="l" r="r" t="t"/>
                <a:pathLst>
                  <a:path extrusionOk="0" h="2015" w="1872">
                    <a:moveTo>
                      <a:pt x="1353" y="461"/>
                    </a:moveTo>
                    <a:lnTo>
                      <a:pt x="1353" y="547"/>
                    </a:lnTo>
                    <a:lnTo>
                      <a:pt x="1324" y="691"/>
                    </a:lnTo>
                    <a:lnTo>
                      <a:pt x="1209" y="892"/>
                    </a:lnTo>
                    <a:lnTo>
                      <a:pt x="1065" y="1123"/>
                    </a:lnTo>
                    <a:lnTo>
                      <a:pt x="864" y="1324"/>
                    </a:lnTo>
                    <a:lnTo>
                      <a:pt x="691" y="1439"/>
                    </a:lnTo>
                    <a:lnTo>
                      <a:pt x="490" y="1554"/>
                    </a:lnTo>
                    <a:lnTo>
                      <a:pt x="490" y="1468"/>
                    </a:lnTo>
                    <a:lnTo>
                      <a:pt x="547" y="1324"/>
                    </a:lnTo>
                    <a:lnTo>
                      <a:pt x="634" y="1123"/>
                    </a:lnTo>
                    <a:lnTo>
                      <a:pt x="806" y="921"/>
                    </a:lnTo>
                    <a:lnTo>
                      <a:pt x="1008" y="720"/>
                    </a:lnTo>
                    <a:lnTo>
                      <a:pt x="1180" y="576"/>
                    </a:lnTo>
                    <a:lnTo>
                      <a:pt x="1353" y="461"/>
                    </a:lnTo>
                    <a:close/>
                    <a:moveTo>
                      <a:pt x="1353" y="0"/>
                    </a:moveTo>
                    <a:lnTo>
                      <a:pt x="1123" y="58"/>
                    </a:lnTo>
                    <a:lnTo>
                      <a:pt x="893" y="173"/>
                    </a:lnTo>
                    <a:lnTo>
                      <a:pt x="662" y="346"/>
                    </a:lnTo>
                    <a:lnTo>
                      <a:pt x="432" y="576"/>
                    </a:lnTo>
                    <a:lnTo>
                      <a:pt x="231" y="835"/>
                    </a:lnTo>
                    <a:lnTo>
                      <a:pt x="87" y="1094"/>
                    </a:lnTo>
                    <a:lnTo>
                      <a:pt x="29" y="1353"/>
                    </a:lnTo>
                    <a:lnTo>
                      <a:pt x="0" y="1583"/>
                    </a:lnTo>
                    <a:lnTo>
                      <a:pt x="29" y="1698"/>
                    </a:lnTo>
                    <a:lnTo>
                      <a:pt x="58" y="1785"/>
                    </a:lnTo>
                    <a:lnTo>
                      <a:pt x="173" y="1928"/>
                    </a:lnTo>
                    <a:lnTo>
                      <a:pt x="288" y="1986"/>
                    </a:lnTo>
                    <a:lnTo>
                      <a:pt x="461" y="2015"/>
                    </a:lnTo>
                    <a:lnTo>
                      <a:pt x="576" y="2015"/>
                    </a:lnTo>
                    <a:lnTo>
                      <a:pt x="691" y="1986"/>
                    </a:lnTo>
                    <a:lnTo>
                      <a:pt x="950" y="1871"/>
                    </a:lnTo>
                    <a:lnTo>
                      <a:pt x="1209" y="1669"/>
                    </a:lnTo>
                    <a:lnTo>
                      <a:pt x="1439" y="1439"/>
                    </a:lnTo>
                    <a:lnTo>
                      <a:pt x="1641" y="1180"/>
                    </a:lnTo>
                    <a:lnTo>
                      <a:pt x="1756" y="921"/>
                    </a:lnTo>
                    <a:lnTo>
                      <a:pt x="1842" y="662"/>
                    </a:lnTo>
                    <a:lnTo>
                      <a:pt x="1871" y="432"/>
                    </a:lnTo>
                    <a:lnTo>
                      <a:pt x="1842" y="317"/>
                    </a:lnTo>
                    <a:lnTo>
                      <a:pt x="1814" y="230"/>
                    </a:lnTo>
                    <a:lnTo>
                      <a:pt x="1698" y="115"/>
                    </a:lnTo>
                    <a:lnTo>
                      <a:pt x="1583" y="29"/>
                    </a:lnTo>
                    <a:lnTo>
                      <a:pt x="1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6"/>
          <p:cNvSpPr txBox="1"/>
          <p:nvPr>
            <p:ph type="title"/>
          </p:nvPr>
        </p:nvSpPr>
        <p:spPr>
          <a:xfrm>
            <a:off x="603831" y="-132475"/>
            <a:ext cx="7704000" cy="83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Introduction</a:t>
            </a:r>
            <a:endParaRPr sz="2500"/>
          </a:p>
        </p:txBody>
      </p:sp>
      <p:sp>
        <p:nvSpPr>
          <p:cNvPr id="1079" name="Google Shape;1079;p36"/>
          <p:cNvSpPr txBox="1"/>
          <p:nvPr/>
        </p:nvSpPr>
        <p:spPr>
          <a:xfrm>
            <a:off x="385275" y="626078"/>
            <a:ext cx="81795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5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"In some counties, families spend more on childcare than on housing. Yet we treat all counties the same." </a:t>
            </a:r>
            <a:r>
              <a:rPr i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Motivated by: U.S. Dept. of Labor Women's Bureau, 2023 Issue Brief</a:t>
            </a:r>
            <a:endParaRPr i="1" sz="155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080" name="Google Shape;1080;p36"/>
          <p:cNvSpPr txBox="1"/>
          <p:nvPr/>
        </p:nvSpPr>
        <p:spPr>
          <a:xfrm>
            <a:off x="843827" y="2233129"/>
            <a:ext cx="20208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Cost Crisis </a:t>
            </a:r>
            <a:endParaRPr sz="18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081" name="Google Shape;1081;p36"/>
          <p:cNvSpPr txBox="1"/>
          <p:nvPr/>
        </p:nvSpPr>
        <p:spPr>
          <a:xfrm>
            <a:off x="6155527" y="2212225"/>
            <a:ext cx="20208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Only 16% Get Help</a:t>
            </a:r>
            <a:endParaRPr b="1" sz="1500">
              <a:solidFill>
                <a:srgbClr val="1E0A0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2" name="Google Shape;1082;p36"/>
          <p:cNvSpPr txBox="1"/>
          <p:nvPr/>
        </p:nvSpPr>
        <p:spPr>
          <a:xfrm>
            <a:off x="3049663" y="2233141"/>
            <a:ext cx="29208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Mothers leaving workforce</a:t>
            </a:r>
            <a:endParaRPr sz="22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083" name="Google Shape;1083;p36"/>
          <p:cNvSpPr txBox="1"/>
          <p:nvPr/>
        </p:nvSpPr>
        <p:spPr>
          <a:xfrm>
            <a:off x="355511" y="2683167"/>
            <a:ext cx="27591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D1515"/>
                </a:solidFill>
                <a:latin typeface="Figtree"/>
                <a:ea typeface="Figtree"/>
                <a:cs typeface="Figtree"/>
                <a:sym typeface="Figtree"/>
              </a:rPr>
              <a:t>Childcare costs range from 8% to over 20% of family income depending on county</a:t>
            </a:r>
            <a:endParaRPr sz="1150">
              <a:solidFill>
                <a:srgbClr val="3D1515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4" name="Google Shape;1084;p36"/>
          <p:cNvSpPr txBox="1"/>
          <p:nvPr/>
        </p:nvSpPr>
        <p:spPr>
          <a:xfrm>
            <a:off x="6072075" y="2627165"/>
            <a:ext cx="27591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Despite federal subsidies, only 16% of eligible families receive childcare assistance. States ration limited funds, and many parents don't know they qualify.</a:t>
            </a:r>
            <a:endParaRPr sz="11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85" name="Google Shape;1085;p36"/>
          <p:cNvSpPr txBox="1"/>
          <p:nvPr/>
        </p:nvSpPr>
        <p:spPr>
          <a:xfrm>
            <a:off x="3101863" y="2636789"/>
            <a:ext cx="28164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D1515"/>
                </a:solidFill>
                <a:latin typeface="Figtree"/>
                <a:ea typeface="Figtree"/>
                <a:cs typeface="Figtree"/>
                <a:sym typeface="Figtree"/>
              </a:rPr>
              <a:t>Mothers in high-cost counties are quietly exiting the workforce. Not by choice, but because the math no longer works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86" name="Google Shape;1086;p36"/>
          <p:cNvSpPr txBox="1"/>
          <p:nvPr/>
        </p:nvSpPr>
        <p:spPr>
          <a:xfrm flipH="1">
            <a:off x="3101779" y="1224407"/>
            <a:ext cx="2816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0A0A"/>
                </a:solidFill>
                <a:latin typeface="Georgia"/>
                <a:ea typeface="Georgia"/>
                <a:cs typeface="Georgia"/>
                <a:sym typeface="Georgia"/>
              </a:rPr>
              <a:t>   </a:t>
            </a:r>
            <a:r>
              <a:rPr b="1" lang="en" sz="1300">
                <a:solidFill>
                  <a:srgbClr val="1E0A0A"/>
                </a:solidFill>
                <a:latin typeface="Georgia"/>
                <a:ea typeface="Georgia"/>
                <a:cs typeface="Georgia"/>
                <a:sym typeface="Georgia"/>
              </a:rPr>
              <a:t>Why this research matters</a:t>
            </a:r>
            <a:endParaRPr b="1" sz="1300">
              <a:solidFill>
                <a:srgbClr val="1E0A0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087" name="Google Shape;1087;p36"/>
          <p:cNvCxnSpPr>
            <a:stCxn id="1086" idx="2"/>
            <a:endCxn id="1088" idx="0"/>
          </p:cNvCxnSpPr>
          <p:nvPr/>
        </p:nvCxnSpPr>
        <p:spPr>
          <a:xfrm rot="5400000">
            <a:off x="3012679" y="389807"/>
            <a:ext cx="338700" cy="26559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8" name="Google Shape;1088;p36"/>
          <p:cNvSpPr/>
          <p:nvPr/>
        </p:nvSpPr>
        <p:spPr>
          <a:xfrm>
            <a:off x="1692201" y="1887079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089" name="Google Shape;1089;p36"/>
          <p:cNvCxnSpPr>
            <a:stCxn id="1088" idx="4"/>
            <a:endCxn id="1080" idx="0"/>
          </p:cNvCxnSpPr>
          <p:nvPr/>
        </p:nvCxnSpPr>
        <p:spPr>
          <a:xfrm flipH="1" rot="-5400000">
            <a:off x="1843401" y="2221879"/>
            <a:ext cx="22200" cy="600"/>
          </a:xfrm>
          <a:prstGeom prst="bentConnector3">
            <a:avLst>
              <a:gd fmla="val 4966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0" name="Google Shape;1090;p36"/>
          <p:cNvSpPr/>
          <p:nvPr/>
        </p:nvSpPr>
        <p:spPr>
          <a:xfrm>
            <a:off x="4348077" y="1887079"/>
            <a:ext cx="324000" cy="32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1" name="Google Shape;1091;p36"/>
          <p:cNvSpPr/>
          <p:nvPr/>
        </p:nvSpPr>
        <p:spPr>
          <a:xfrm>
            <a:off x="7003952" y="1887079"/>
            <a:ext cx="324000" cy="32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092" name="Google Shape;1092;p36"/>
          <p:cNvCxnSpPr>
            <a:stCxn id="1086" idx="2"/>
            <a:endCxn id="1091" idx="0"/>
          </p:cNvCxnSpPr>
          <p:nvPr/>
        </p:nvCxnSpPr>
        <p:spPr>
          <a:xfrm flipH="1" rot="-5400000">
            <a:off x="5668579" y="389807"/>
            <a:ext cx="338700" cy="26559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36"/>
          <p:cNvCxnSpPr>
            <a:stCxn id="1086" idx="2"/>
            <a:endCxn id="1090" idx="0"/>
          </p:cNvCxnSpPr>
          <p:nvPr/>
        </p:nvCxnSpPr>
        <p:spPr>
          <a:xfrm flipH="1" rot="-5400000">
            <a:off x="4340929" y="1717457"/>
            <a:ext cx="338700" cy="6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36"/>
          <p:cNvCxnSpPr>
            <a:stCxn id="1090" idx="4"/>
            <a:endCxn id="1082" idx="0"/>
          </p:cNvCxnSpPr>
          <p:nvPr/>
        </p:nvCxnSpPr>
        <p:spPr>
          <a:xfrm flipH="1" rot="-5400000">
            <a:off x="4499277" y="2221879"/>
            <a:ext cx="22200" cy="600"/>
          </a:xfrm>
          <a:prstGeom prst="bentConnector3">
            <a:avLst>
              <a:gd fmla="val 4969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5" name="Google Shape;1095;p36"/>
          <p:cNvCxnSpPr>
            <a:stCxn id="1091" idx="4"/>
          </p:cNvCxnSpPr>
          <p:nvPr/>
        </p:nvCxnSpPr>
        <p:spPr>
          <a:xfrm flipH="1" rot="-5400000">
            <a:off x="7119002" y="2258029"/>
            <a:ext cx="945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6" name="Google Shape;1096;p36"/>
          <p:cNvSpPr txBox="1"/>
          <p:nvPr/>
        </p:nvSpPr>
        <p:spPr>
          <a:xfrm>
            <a:off x="114125" y="3698726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0A0A"/>
                </a:solidFill>
                <a:latin typeface="Georgia"/>
                <a:ea typeface="Georgia"/>
                <a:cs typeface="Georgia"/>
                <a:sym typeface="Georgia"/>
              </a:rPr>
              <a:t>Stakeholder:</a:t>
            </a:r>
            <a:endParaRPr b="1" sz="1500">
              <a:solidFill>
                <a:srgbClr val="1E0A0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097" name="Google Shape;1097;p36"/>
          <p:cNvGrpSpPr/>
          <p:nvPr/>
        </p:nvGrpSpPr>
        <p:grpSpPr>
          <a:xfrm>
            <a:off x="1105276" y="4069200"/>
            <a:ext cx="2123375" cy="764100"/>
            <a:chOff x="633307" y="4069200"/>
            <a:chExt cx="2123375" cy="764100"/>
          </a:xfrm>
        </p:grpSpPr>
        <p:pic>
          <p:nvPicPr>
            <p:cNvPr id="1098" name="Google Shape;109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3307" y="4069200"/>
              <a:ext cx="2123375" cy="76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9" name="Google Shape;109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3307" y="4069200"/>
              <a:ext cx="2123375" cy="150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0" name="Google Shape;1100;p36"/>
          <p:cNvGrpSpPr/>
          <p:nvPr/>
        </p:nvGrpSpPr>
        <p:grpSpPr>
          <a:xfrm>
            <a:off x="3385539" y="4069200"/>
            <a:ext cx="2132188" cy="764100"/>
            <a:chOff x="2913570" y="4069200"/>
            <a:chExt cx="2132188" cy="764100"/>
          </a:xfrm>
        </p:grpSpPr>
        <p:pic>
          <p:nvPicPr>
            <p:cNvPr id="1101" name="Google Shape;110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22382" y="4069200"/>
              <a:ext cx="2123375" cy="76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13570" y="4069200"/>
              <a:ext cx="2123375" cy="150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3" name="Google Shape;1103;p36"/>
          <p:cNvGrpSpPr/>
          <p:nvPr/>
        </p:nvGrpSpPr>
        <p:grpSpPr>
          <a:xfrm>
            <a:off x="5665801" y="4069200"/>
            <a:ext cx="2123400" cy="764100"/>
            <a:chOff x="5193832" y="4069200"/>
            <a:chExt cx="2123400" cy="764100"/>
          </a:xfrm>
        </p:grpSpPr>
        <p:pic>
          <p:nvPicPr>
            <p:cNvPr id="1104" name="Google Shape;110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93832" y="4069200"/>
              <a:ext cx="2123375" cy="76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93857" y="4069200"/>
              <a:ext cx="2123375" cy="150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6" name="Google Shape;1106;p36"/>
          <p:cNvSpPr txBox="1"/>
          <p:nvPr/>
        </p:nvSpPr>
        <p:spPr>
          <a:xfrm>
            <a:off x="1105276" y="4161150"/>
            <a:ext cx="154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E0A0A"/>
                </a:solidFill>
                <a:latin typeface="Georgia"/>
                <a:ea typeface="Georgia"/>
                <a:cs typeface="Georgia"/>
                <a:sym typeface="Georgia"/>
              </a:rPr>
              <a:t>Parents</a:t>
            </a:r>
            <a:endParaRPr/>
          </a:p>
        </p:txBody>
      </p:sp>
      <p:sp>
        <p:nvSpPr>
          <p:cNvPr id="1107" name="Google Shape;1107;p36"/>
          <p:cNvSpPr txBox="1"/>
          <p:nvPr/>
        </p:nvSpPr>
        <p:spPr>
          <a:xfrm>
            <a:off x="3361576" y="4140130"/>
            <a:ext cx="13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E0A0A"/>
                </a:solidFill>
                <a:latin typeface="Georgia"/>
                <a:ea typeface="Georgia"/>
                <a:cs typeface="Georgia"/>
                <a:sym typeface="Georgia"/>
              </a:rPr>
              <a:t>Employers</a:t>
            </a:r>
            <a:endParaRPr/>
          </a:p>
        </p:txBody>
      </p:sp>
      <p:sp>
        <p:nvSpPr>
          <p:cNvPr id="1108" name="Google Shape;1108;p36"/>
          <p:cNvSpPr txBox="1"/>
          <p:nvPr/>
        </p:nvSpPr>
        <p:spPr>
          <a:xfrm>
            <a:off x="1105275" y="4389540"/>
            <a:ext cx="2202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1A2344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1 in 4 mothers reduces work hours due to childcare costs (Census, 2025)</a:t>
            </a:r>
            <a:endParaRPr i="1" sz="900">
              <a:solidFill>
                <a:srgbClr val="1A2344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09" name="Google Shape;1109;p36"/>
          <p:cNvSpPr txBox="1"/>
          <p:nvPr/>
        </p:nvSpPr>
        <p:spPr>
          <a:xfrm>
            <a:off x="3478225" y="4389550"/>
            <a:ext cx="20394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1A2344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High childcare burden reduces local workforce participation rates</a:t>
            </a:r>
            <a:endParaRPr i="1" sz="900">
              <a:solidFill>
                <a:srgbClr val="1A2344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10" name="Google Shape;1110;p36"/>
          <p:cNvSpPr txBox="1"/>
          <p:nvPr/>
        </p:nvSpPr>
        <p:spPr>
          <a:xfrm>
            <a:off x="5636725" y="4166030"/>
            <a:ext cx="22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E0A0A"/>
                </a:solidFill>
                <a:latin typeface="Georgia"/>
                <a:ea typeface="Georgia"/>
                <a:cs typeface="Georgia"/>
                <a:sym typeface="Georgia"/>
              </a:rPr>
              <a:t>Policymakers</a:t>
            </a:r>
            <a:endParaRPr/>
          </a:p>
        </p:txBody>
      </p:sp>
      <p:sp>
        <p:nvSpPr>
          <p:cNvPr id="1111" name="Google Shape;1111;p36"/>
          <p:cNvSpPr txBox="1"/>
          <p:nvPr/>
        </p:nvSpPr>
        <p:spPr>
          <a:xfrm>
            <a:off x="5674625" y="4389550"/>
            <a:ext cx="21234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1A2344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State averages underestimate urban costs by up to 40% (DoL, 2023)</a:t>
            </a:r>
            <a:endParaRPr i="1" sz="900">
              <a:solidFill>
                <a:srgbClr val="1A2344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12" name="Google Shape;1112;p36"/>
          <p:cNvSpPr txBox="1"/>
          <p:nvPr/>
        </p:nvSpPr>
        <p:spPr>
          <a:xfrm>
            <a:off x="792500" y="3350025"/>
            <a:ext cx="228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Figtree"/>
                <a:ea typeface="Figtree"/>
                <a:cs typeface="Figtree"/>
                <a:sym typeface="Figtree"/>
              </a:rPr>
              <a:t>-</a:t>
            </a:r>
            <a:r>
              <a:rPr lang="en" sz="700">
                <a:latin typeface="Figtree"/>
                <a:ea typeface="Figtree"/>
                <a:cs typeface="Figtree"/>
                <a:sym typeface="Figtree"/>
              </a:rPr>
              <a:t>U.S. Department of Labor Women's Bureau 2023</a:t>
            </a:r>
            <a:endParaRPr sz="7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13" name="Google Shape;1113;p36"/>
          <p:cNvSpPr txBox="1"/>
          <p:nvPr/>
        </p:nvSpPr>
        <p:spPr>
          <a:xfrm>
            <a:off x="3585963" y="3350025"/>
            <a:ext cx="228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Figtree"/>
                <a:ea typeface="Figtree"/>
                <a:cs typeface="Figtree"/>
                <a:sym typeface="Figtree"/>
              </a:rPr>
              <a:t>-U.S. Department of Labor Women's Bureau 2023</a:t>
            </a:r>
            <a:endParaRPr sz="7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14" name="Google Shape;1114;p36"/>
          <p:cNvSpPr txBox="1"/>
          <p:nvPr/>
        </p:nvSpPr>
        <p:spPr>
          <a:xfrm>
            <a:off x="6707163" y="3457197"/>
            <a:ext cx="228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Figtree"/>
                <a:ea typeface="Figtree"/>
                <a:cs typeface="Figtree"/>
                <a:sym typeface="Figtree"/>
              </a:rPr>
              <a:t>- </a:t>
            </a:r>
            <a:r>
              <a:rPr lang="en" sz="700">
                <a:latin typeface="Figtree"/>
                <a:ea typeface="Figtree"/>
                <a:cs typeface="Figtree"/>
                <a:sym typeface="Figtree"/>
              </a:rPr>
              <a:t>the Federal Register (2023)</a:t>
            </a:r>
            <a:endParaRPr sz="700"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37"/>
          <p:cNvSpPr txBox="1"/>
          <p:nvPr>
            <p:ph type="title"/>
          </p:nvPr>
        </p:nvSpPr>
        <p:spPr>
          <a:xfrm>
            <a:off x="632736" y="-48528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Data Overview</a:t>
            </a:r>
            <a:endParaRPr sz="2500"/>
          </a:p>
        </p:txBody>
      </p:sp>
      <p:grpSp>
        <p:nvGrpSpPr>
          <p:cNvPr id="1120" name="Google Shape;1120;p37"/>
          <p:cNvGrpSpPr/>
          <p:nvPr/>
        </p:nvGrpSpPr>
        <p:grpSpPr>
          <a:xfrm>
            <a:off x="7495146" y="3856668"/>
            <a:ext cx="1714701" cy="1340877"/>
            <a:chOff x="460975" y="239075"/>
            <a:chExt cx="6698050" cy="5237800"/>
          </a:xfrm>
        </p:grpSpPr>
        <p:sp>
          <p:nvSpPr>
            <p:cNvPr id="1121" name="Google Shape;1121;p37"/>
            <p:cNvSpPr/>
            <p:nvPr/>
          </p:nvSpPr>
          <p:spPr>
            <a:xfrm>
              <a:off x="4353750" y="2120150"/>
              <a:ext cx="936700" cy="214250"/>
            </a:xfrm>
            <a:custGeom>
              <a:rect b="b" l="l" r="r" t="t"/>
              <a:pathLst>
                <a:path extrusionOk="0" h="8570" w="37468">
                  <a:moveTo>
                    <a:pt x="35393" y="0"/>
                  </a:moveTo>
                  <a:lnTo>
                    <a:pt x="33971" y="116"/>
                  </a:lnTo>
                  <a:lnTo>
                    <a:pt x="30051" y="461"/>
                  </a:lnTo>
                  <a:lnTo>
                    <a:pt x="27515" y="653"/>
                  </a:lnTo>
                  <a:lnTo>
                    <a:pt x="24633" y="807"/>
                  </a:lnTo>
                  <a:lnTo>
                    <a:pt x="22058" y="884"/>
                  </a:lnTo>
                  <a:lnTo>
                    <a:pt x="17408" y="884"/>
                  </a:lnTo>
                  <a:lnTo>
                    <a:pt x="15372" y="807"/>
                  </a:lnTo>
                  <a:lnTo>
                    <a:pt x="11683" y="653"/>
                  </a:lnTo>
                  <a:lnTo>
                    <a:pt x="10069" y="577"/>
                  </a:lnTo>
                  <a:lnTo>
                    <a:pt x="8608" y="500"/>
                  </a:lnTo>
                  <a:lnTo>
                    <a:pt x="7263" y="500"/>
                  </a:lnTo>
                  <a:lnTo>
                    <a:pt x="6072" y="538"/>
                  </a:lnTo>
                  <a:lnTo>
                    <a:pt x="4958" y="653"/>
                  </a:lnTo>
                  <a:lnTo>
                    <a:pt x="4458" y="730"/>
                  </a:lnTo>
                  <a:lnTo>
                    <a:pt x="3997" y="846"/>
                  </a:lnTo>
                  <a:lnTo>
                    <a:pt x="3536" y="961"/>
                  </a:lnTo>
                  <a:lnTo>
                    <a:pt x="3113" y="1115"/>
                  </a:lnTo>
                  <a:lnTo>
                    <a:pt x="2729" y="1307"/>
                  </a:lnTo>
                  <a:lnTo>
                    <a:pt x="2345" y="1537"/>
                  </a:lnTo>
                  <a:lnTo>
                    <a:pt x="1999" y="1768"/>
                  </a:lnTo>
                  <a:lnTo>
                    <a:pt x="1691" y="2037"/>
                  </a:lnTo>
                  <a:lnTo>
                    <a:pt x="1384" y="2344"/>
                  </a:lnTo>
                  <a:lnTo>
                    <a:pt x="1115" y="2690"/>
                  </a:lnTo>
                  <a:lnTo>
                    <a:pt x="807" y="3190"/>
                  </a:lnTo>
                  <a:lnTo>
                    <a:pt x="500" y="3728"/>
                  </a:lnTo>
                  <a:lnTo>
                    <a:pt x="269" y="4343"/>
                  </a:lnTo>
                  <a:lnTo>
                    <a:pt x="116" y="4919"/>
                  </a:lnTo>
                  <a:lnTo>
                    <a:pt x="0" y="5495"/>
                  </a:lnTo>
                  <a:lnTo>
                    <a:pt x="0" y="5764"/>
                  </a:lnTo>
                  <a:lnTo>
                    <a:pt x="0" y="6072"/>
                  </a:lnTo>
                  <a:lnTo>
                    <a:pt x="39" y="6302"/>
                  </a:lnTo>
                  <a:lnTo>
                    <a:pt x="116" y="6571"/>
                  </a:lnTo>
                  <a:lnTo>
                    <a:pt x="231" y="6764"/>
                  </a:lnTo>
                  <a:lnTo>
                    <a:pt x="346" y="6994"/>
                  </a:lnTo>
                  <a:lnTo>
                    <a:pt x="538" y="7186"/>
                  </a:lnTo>
                  <a:lnTo>
                    <a:pt x="731" y="7340"/>
                  </a:lnTo>
                  <a:lnTo>
                    <a:pt x="1000" y="7494"/>
                  </a:lnTo>
                  <a:lnTo>
                    <a:pt x="1269" y="7609"/>
                  </a:lnTo>
                  <a:lnTo>
                    <a:pt x="1576" y="7686"/>
                  </a:lnTo>
                  <a:lnTo>
                    <a:pt x="1922" y="7763"/>
                  </a:lnTo>
                  <a:lnTo>
                    <a:pt x="2268" y="7763"/>
                  </a:lnTo>
                  <a:lnTo>
                    <a:pt x="2690" y="7801"/>
                  </a:lnTo>
                  <a:lnTo>
                    <a:pt x="3113" y="7763"/>
                  </a:lnTo>
                  <a:lnTo>
                    <a:pt x="3536" y="7686"/>
                  </a:lnTo>
                  <a:lnTo>
                    <a:pt x="3997" y="7609"/>
                  </a:lnTo>
                  <a:lnTo>
                    <a:pt x="4458" y="7494"/>
                  </a:lnTo>
                  <a:lnTo>
                    <a:pt x="4958" y="7378"/>
                  </a:lnTo>
                  <a:lnTo>
                    <a:pt x="5457" y="7186"/>
                  </a:lnTo>
                  <a:lnTo>
                    <a:pt x="6533" y="6764"/>
                  </a:lnTo>
                  <a:lnTo>
                    <a:pt x="7494" y="7071"/>
                  </a:lnTo>
                  <a:lnTo>
                    <a:pt x="8570" y="7340"/>
                  </a:lnTo>
                  <a:lnTo>
                    <a:pt x="9684" y="7609"/>
                  </a:lnTo>
                  <a:lnTo>
                    <a:pt x="10837" y="7878"/>
                  </a:lnTo>
                  <a:lnTo>
                    <a:pt x="12028" y="8109"/>
                  </a:lnTo>
                  <a:lnTo>
                    <a:pt x="13297" y="8262"/>
                  </a:lnTo>
                  <a:lnTo>
                    <a:pt x="14603" y="8416"/>
                  </a:lnTo>
                  <a:lnTo>
                    <a:pt x="15948" y="8531"/>
                  </a:lnTo>
                  <a:lnTo>
                    <a:pt x="17332" y="8570"/>
                  </a:lnTo>
                  <a:lnTo>
                    <a:pt x="18753" y="8570"/>
                  </a:lnTo>
                  <a:lnTo>
                    <a:pt x="20175" y="8493"/>
                  </a:lnTo>
                  <a:lnTo>
                    <a:pt x="21674" y="8339"/>
                  </a:lnTo>
                  <a:lnTo>
                    <a:pt x="23173" y="8109"/>
                  </a:lnTo>
                  <a:lnTo>
                    <a:pt x="24671" y="7801"/>
                  </a:lnTo>
                  <a:lnTo>
                    <a:pt x="26209" y="7417"/>
                  </a:lnTo>
                  <a:lnTo>
                    <a:pt x="27746" y="6917"/>
                  </a:lnTo>
                  <a:lnTo>
                    <a:pt x="28668" y="6571"/>
                  </a:lnTo>
                  <a:lnTo>
                    <a:pt x="29590" y="6187"/>
                  </a:lnTo>
                  <a:lnTo>
                    <a:pt x="30512" y="5803"/>
                  </a:lnTo>
                  <a:lnTo>
                    <a:pt x="31396" y="5380"/>
                  </a:lnTo>
                  <a:lnTo>
                    <a:pt x="32280" y="4919"/>
                  </a:lnTo>
                  <a:lnTo>
                    <a:pt x="33087" y="4496"/>
                  </a:lnTo>
                  <a:lnTo>
                    <a:pt x="33894" y="4035"/>
                  </a:lnTo>
                  <a:lnTo>
                    <a:pt x="34624" y="3574"/>
                  </a:lnTo>
                  <a:lnTo>
                    <a:pt x="35278" y="3113"/>
                  </a:lnTo>
                  <a:lnTo>
                    <a:pt x="35854" y="2652"/>
                  </a:lnTo>
                  <a:lnTo>
                    <a:pt x="36392" y="2229"/>
                  </a:lnTo>
                  <a:lnTo>
                    <a:pt x="36815" y="1806"/>
                  </a:lnTo>
                  <a:lnTo>
                    <a:pt x="37122" y="1460"/>
                  </a:lnTo>
                  <a:lnTo>
                    <a:pt x="37353" y="1076"/>
                  </a:lnTo>
                  <a:lnTo>
                    <a:pt x="37430" y="922"/>
                  </a:lnTo>
                  <a:lnTo>
                    <a:pt x="37468" y="769"/>
                  </a:lnTo>
                  <a:lnTo>
                    <a:pt x="37468" y="653"/>
                  </a:lnTo>
                  <a:lnTo>
                    <a:pt x="37430" y="500"/>
                  </a:lnTo>
                  <a:lnTo>
                    <a:pt x="37391" y="423"/>
                  </a:lnTo>
                  <a:lnTo>
                    <a:pt x="37314" y="308"/>
                  </a:lnTo>
                  <a:lnTo>
                    <a:pt x="37122" y="192"/>
                  </a:lnTo>
                  <a:lnTo>
                    <a:pt x="36815" y="77"/>
                  </a:lnTo>
                  <a:lnTo>
                    <a:pt x="36430" y="39"/>
                  </a:lnTo>
                  <a:lnTo>
                    <a:pt x="35969" y="0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7"/>
            <p:cNvSpPr/>
            <p:nvPr/>
          </p:nvSpPr>
          <p:spPr>
            <a:xfrm>
              <a:off x="1918350" y="1977000"/>
              <a:ext cx="2030975" cy="3163650"/>
            </a:xfrm>
            <a:custGeom>
              <a:rect b="b" l="l" r="r" t="t"/>
              <a:pathLst>
                <a:path extrusionOk="0" h="126546" w="81239">
                  <a:moveTo>
                    <a:pt x="27246" y="0"/>
                  </a:moveTo>
                  <a:lnTo>
                    <a:pt x="26286" y="39"/>
                  </a:lnTo>
                  <a:lnTo>
                    <a:pt x="25287" y="77"/>
                  </a:lnTo>
                  <a:lnTo>
                    <a:pt x="24326" y="154"/>
                  </a:lnTo>
                  <a:lnTo>
                    <a:pt x="23288" y="269"/>
                  </a:lnTo>
                  <a:lnTo>
                    <a:pt x="22289" y="423"/>
                  </a:lnTo>
                  <a:lnTo>
                    <a:pt x="21252" y="615"/>
                  </a:lnTo>
                  <a:lnTo>
                    <a:pt x="20252" y="884"/>
                  </a:lnTo>
                  <a:lnTo>
                    <a:pt x="19215" y="1192"/>
                  </a:lnTo>
                  <a:lnTo>
                    <a:pt x="18177" y="1576"/>
                  </a:lnTo>
                  <a:lnTo>
                    <a:pt x="17140" y="1999"/>
                  </a:lnTo>
                  <a:lnTo>
                    <a:pt x="16102" y="2460"/>
                  </a:lnTo>
                  <a:lnTo>
                    <a:pt x="14834" y="3152"/>
                  </a:lnTo>
                  <a:lnTo>
                    <a:pt x="13681" y="3882"/>
                  </a:lnTo>
                  <a:lnTo>
                    <a:pt x="12605" y="4612"/>
                  </a:lnTo>
                  <a:lnTo>
                    <a:pt x="11606" y="5380"/>
                  </a:lnTo>
                  <a:lnTo>
                    <a:pt x="10722" y="6187"/>
                  </a:lnTo>
                  <a:lnTo>
                    <a:pt x="9877" y="6956"/>
                  </a:lnTo>
                  <a:lnTo>
                    <a:pt x="9147" y="7724"/>
                  </a:lnTo>
                  <a:lnTo>
                    <a:pt x="8493" y="8493"/>
                  </a:lnTo>
                  <a:lnTo>
                    <a:pt x="10223" y="17601"/>
                  </a:lnTo>
                  <a:lnTo>
                    <a:pt x="9877" y="18062"/>
                  </a:lnTo>
                  <a:lnTo>
                    <a:pt x="9492" y="18484"/>
                  </a:lnTo>
                  <a:lnTo>
                    <a:pt x="9147" y="18946"/>
                  </a:lnTo>
                  <a:lnTo>
                    <a:pt x="8839" y="19445"/>
                  </a:lnTo>
                  <a:lnTo>
                    <a:pt x="8532" y="19945"/>
                  </a:lnTo>
                  <a:lnTo>
                    <a:pt x="8263" y="20444"/>
                  </a:lnTo>
                  <a:lnTo>
                    <a:pt x="8032" y="20944"/>
                  </a:lnTo>
                  <a:lnTo>
                    <a:pt x="7802" y="21482"/>
                  </a:lnTo>
                  <a:lnTo>
                    <a:pt x="7571" y="22020"/>
                  </a:lnTo>
                  <a:lnTo>
                    <a:pt x="7417" y="22596"/>
                  </a:lnTo>
                  <a:lnTo>
                    <a:pt x="7264" y="23134"/>
                  </a:lnTo>
                  <a:lnTo>
                    <a:pt x="7110" y="23711"/>
                  </a:lnTo>
                  <a:lnTo>
                    <a:pt x="7033" y="24287"/>
                  </a:lnTo>
                  <a:lnTo>
                    <a:pt x="6956" y="24902"/>
                  </a:lnTo>
                  <a:lnTo>
                    <a:pt x="6918" y="25478"/>
                  </a:lnTo>
                  <a:lnTo>
                    <a:pt x="6879" y="26093"/>
                  </a:lnTo>
                  <a:lnTo>
                    <a:pt x="6918" y="27016"/>
                  </a:lnTo>
                  <a:lnTo>
                    <a:pt x="7033" y="27938"/>
                  </a:lnTo>
                  <a:lnTo>
                    <a:pt x="7187" y="28783"/>
                  </a:lnTo>
                  <a:lnTo>
                    <a:pt x="7417" y="29667"/>
                  </a:lnTo>
                  <a:lnTo>
                    <a:pt x="7686" y="30513"/>
                  </a:lnTo>
                  <a:lnTo>
                    <a:pt x="8032" y="31320"/>
                  </a:lnTo>
                  <a:lnTo>
                    <a:pt x="8417" y="32088"/>
                  </a:lnTo>
                  <a:lnTo>
                    <a:pt x="8878" y="32818"/>
                  </a:lnTo>
                  <a:lnTo>
                    <a:pt x="9377" y="33548"/>
                  </a:lnTo>
                  <a:lnTo>
                    <a:pt x="9915" y="34240"/>
                  </a:lnTo>
                  <a:lnTo>
                    <a:pt x="10492" y="34893"/>
                  </a:lnTo>
                  <a:lnTo>
                    <a:pt x="11145" y="35470"/>
                  </a:lnTo>
                  <a:lnTo>
                    <a:pt x="11798" y="36046"/>
                  </a:lnTo>
                  <a:lnTo>
                    <a:pt x="12528" y="36584"/>
                  </a:lnTo>
                  <a:lnTo>
                    <a:pt x="13258" y="37045"/>
                  </a:lnTo>
                  <a:lnTo>
                    <a:pt x="14065" y="37468"/>
                  </a:lnTo>
                  <a:lnTo>
                    <a:pt x="20714" y="72015"/>
                  </a:lnTo>
                  <a:lnTo>
                    <a:pt x="19407" y="73437"/>
                  </a:lnTo>
                  <a:lnTo>
                    <a:pt x="18100" y="74936"/>
                  </a:lnTo>
                  <a:lnTo>
                    <a:pt x="16755" y="76550"/>
                  </a:lnTo>
                  <a:lnTo>
                    <a:pt x="15410" y="78241"/>
                  </a:lnTo>
                  <a:lnTo>
                    <a:pt x="14065" y="80047"/>
                  </a:lnTo>
                  <a:lnTo>
                    <a:pt x="12720" y="82007"/>
                  </a:lnTo>
                  <a:lnTo>
                    <a:pt x="11375" y="84043"/>
                  </a:lnTo>
                  <a:lnTo>
                    <a:pt x="10069" y="86195"/>
                  </a:lnTo>
                  <a:lnTo>
                    <a:pt x="9416" y="87348"/>
                  </a:lnTo>
                  <a:lnTo>
                    <a:pt x="8801" y="88501"/>
                  </a:lnTo>
                  <a:lnTo>
                    <a:pt x="7610" y="90807"/>
                  </a:lnTo>
                  <a:lnTo>
                    <a:pt x="6534" y="93112"/>
                  </a:lnTo>
                  <a:lnTo>
                    <a:pt x="5534" y="95341"/>
                  </a:lnTo>
                  <a:lnTo>
                    <a:pt x="4689" y="97570"/>
                  </a:lnTo>
                  <a:lnTo>
                    <a:pt x="3882" y="99760"/>
                  </a:lnTo>
                  <a:lnTo>
                    <a:pt x="3190" y="101874"/>
                  </a:lnTo>
                  <a:lnTo>
                    <a:pt x="2575" y="103949"/>
                  </a:lnTo>
                  <a:lnTo>
                    <a:pt x="2037" y="105986"/>
                  </a:lnTo>
                  <a:lnTo>
                    <a:pt x="1576" y="107946"/>
                  </a:lnTo>
                  <a:lnTo>
                    <a:pt x="1192" y="109829"/>
                  </a:lnTo>
                  <a:lnTo>
                    <a:pt x="846" y="111635"/>
                  </a:lnTo>
                  <a:lnTo>
                    <a:pt x="577" y="113364"/>
                  </a:lnTo>
                  <a:lnTo>
                    <a:pt x="347" y="115017"/>
                  </a:lnTo>
                  <a:lnTo>
                    <a:pt x="154" y="116592"/>
                  </a:lnTo>
                  <a:lnTo>
                    <a:pt x="1" y="118052"/>
                  </a:lnTo>
                  <a:lnTo>
                    <a:pt x="2575" y="119090"/>
                  </a:lnTo>
                  <a:lnTo>
                    <a:pt x="5304" y="120089"/>
                  </a:lnTo>
                  <a:lnTo>
                    <a:pt x="8186" y="121050"/>
                  </a:lnTo>
                  <a:lnTo>
                    <a:pt x="11222" y="122011"/>
                  </a:lnTo>
                  <a:lnTo>
                    <a:pt x="12797" y="122472"/>
                  </a:lnTo>
                  <a:lnTo>
                    <a:pt x="14450" y="122894"/>
                  </a:lnTo>
                  <a:lnTo>
                    <a:pt x="16102" y="123317"/>
                  </a:lnTo>
                  <a:lnTo>
                    <a:pt x="17793" y="123740"/>
                  </a:lnTo>
                  <a:lnTo>
                    <a:pt x="19522" y="124124"/>
                  </a:lnTo>
                  <a:lnTo>
                    <a:pt x="21290" y="124470"/>
                  </a:lnTo>
                  <a:lnTo>
                    <a:pt x="23096" y="124816"/>
                  </a:lnTo>
                  <a:lnTo>
                    <a:pt x="24941" y="125123"/>
                  </a:lnTo>
                  <a:lnTo>
                    <a:pt x="26977" y="125431"/>
                  </a:lnTo>
                  <a:lnTo>
                    <a:pt x="28976" y="125700"/>
                  </a:lnTo>
                  <a:lnTo>
                    <a:pt x="30897" y="125930"/>
                  </a:lnTo>
                  <a:lnTo>
                    <a:pt x="32818" y="126122"/>
                  </a:lnTo>
                  <a:lnTo>
                    <a:pt x="34663" y="126276"/>
                  </a:lnTo>
                  <a:lnTo>
                    <a:pt x="36508" y="126391"/>
                  </a:lnTo>
                  <a:lnTo>
                    <a:pt x="38275" y="126468"/>
                  </a:lnTo>
                  <a:lnTo>
                    <a:pt x="40005" y="126545"/>
                  </a:lnTo>
                  <a:lnTo>
                    <a:pt x="40081" y="125700"/>
                  </a:lnTo>
                  <a:lnTo>
                    <a:pt x="40158" y="125354"/>
                  </a:lnTo>
                  <a:lnTo>
                    <a:pt x="40235" y="125085"/>
                  </a:lnTo>
                  <a:lnTo>
                    <a:pt x="40312" y="124854"/>
                  </a:lnTo>
                  <a:lnTo>
                    <a:pt x="40427" y="124701"/>
                  </a:lnTo>
                  <a:lnTo>
                    <a:pt x="40504" y="124624"/>
                  </a:lnTo>
                  <a:lnTo>
                    <a:pt x="40619" y="124585"/>
                  </a:lnTo>
                  <a:lnTo>
                    <a:pt x="40696" y="124624"/>
                  </a:lnTo>
                  <a:lnTo>
                    <a:pt x="40812" y="124701"/>
                  </a:lnTo>
                  <a:lnTo>
                    <a:pt x="40888" y="124854"/>
                  </a:lnTo>
                  <a:lnTo>
                    <a:pt x="40965" y="125085"/>
                  </a:lnTo>
                  <a:lnTo>
                    <a:pt x="41042" y="125354"/>
                  </a:lnTo>
                  <a:lnTo>
                    <a:pt x="41119" y="125700"/>
                  </a:lnTo>
                  <a:lnTo>
                    <a:pt x="41234" y="126545"/>
                  </a:lnTo>
                  <a:lnTo>
                    <a:pt x="42964" y="126468"/>
                  </a:lnTo>
                  <a:lnTo>
                    <a:pt x="44731" y="126391"/>
                  </a:lnTo>
                  <a:lnTo>
                    <a:pt x="46537" y="126276"/>
                  </a:lnTo>
                  <a:lnTo>
                    <a:pt x="48420" y="126122"/>
                  </a:lnTo>
                  <a:lnTo>
                    <a:pt x="50303" y="125930"/>
                  </a:lnTo>
                  <a:lnTo>
                    <a:pt x="52263" y="125700"/>
                  </a:lnTo>
                  <a:lnTo>
                    <a:pt x="54261" y="125431"/>
                  </a:lnTo>
                  <a:lnTo>
                    <a:pt x="56260" y="125123"/>
                  </a:lnTo>
                  <a:lnTo>
                    <a:pt x="58104" y="124816"/>
                  </a:lnTo>
                  <a:lnTo>
                    <a:pt x="59910" y="124470"/>
                  </a:lnTo>
                  <a:lnTo>
                    <a:pt x="61678" y="124124"/>
                  </a:lnTo>
                  <a:lnTo>
                    <a:pt x="63446" y="123740"/>
                  </a:lnTo>
                  <a:lnTo>
                    <a:pt x="65137" y="123317"/>
                  </a:lnTo>
                  <a:lnTo>
                    <a:pt x="66789" y="122894"/>
                  </a:lnTo>
                  <a:lnTo>
                    <a:pt x="68403" y="122472"/>
                  </a:lnTo>
                  <a:lnTo>
                    <a:pt x="69979" y="122011"/>
                  </a:lnTo>
                  <a:lnTo>
                    <a:pt x="73053" y="121050"/>
                  </a:lnTo>
                  <a:lnTo>
                    <a:pt x="75935" y="120089"/>
                  </a:lnTo>
                  <a:lnTo>
                    <a:pt x="78663" y="119090"/>
                  </a:lnTo>
                  <a:lnTo>
                    <a:pt x="81238" y="118052"/>
                  </a:lnTo>
                  <a:lnTo>
                    <a:pt x="81084" y="116592"/>
                  </a:lnTo>
                  <a:lnTo>
                    <a:pt x="80892" y="115017"/>
                  </a:lnTo>
                  <a:lnTo>
                    <a:pt x="80662" y="113364"/>
                  </a:lnTo>
                  <a:lnTo>
                    <a:pt x="80354" y="111635"/>
                  </a:lnTo>
                  <a:lnTo>
                    <a:pt x="80047" y="109829"/>
                  </a:lnTo>
                  <a:lnTo>
                    <a:pt x="79624" y="107946"/>
                  </a:lnTo>
                  <a:lnTo>
                    <a:pt x="79163" y="105986"/>
                  </a:lnTo>
                  <a:lnTo>
                    <a:pt x="78625" y="103949"/>
                  </a:lnTo>
                  <a:lnTo>
                    <a:pt x="78010" y="101874"/>
                  </a:lnTo>
                  <a:lnTo>
                    <a:pt x="77318" y="99760"/>
                  </a:lnTo>
                  <a:lnTo>
                    <a:pt x="76550" y="97570"/>
                  </a:lnTo>
                  <a:lnTo>
                    <a:pt x="75666" y="95341"/>
                  </a:lnTo>
                  <a:lnTo>
                    <a:pt x="74705" y="93112"/>
                  </a:lnTo>
                  <a:lnTo>
                    <a:pt x="73629" y="90807"/>
                  </a:lnTo>
                  <a:lnTo>
                    <a:pt x="72438" y="88501"/>
                  </a:lnTo>
                  <a:lnTo>
                    <a:pt x="71785" y="87348"/>
                  </a:lnTo>
                  <a:lnTo>
                    <a:pt x="71131" y="86195"/>
                  </a:lnTo>
                  <a:lnTo>
                    <a:pt x="69825" y="84043"/>
                  </a:lnTo>
                  <a:lnTo>
                    <a:pt x="68518" y="82007"/>
                  </a:lnTo>
                  <a:lnTo>
                    <a:pt x="67173" y="80047"/>
                  </a:lnTo>
                  <a:lnTo>
                    <a:pt x="65828" y="78241"/>
                  </a:lnTo>
                  <a:lnTo>
                    <a:pt x="64483" y="76550"/>
                  </a:lnTo>
                  <a:lnTo>
                    <a:pt x="63138" y="74936"/>
                  </a:lnTo>
                  <a:lnTo>
                    <a:pt x="61832" y="73437"/>
                  </a:lnTo>
                  <a:lnTo>
                    <a:pt x="60525" y="72015"/>
                  </a:lnTo>
                  <a:lnTo>
                    <a:pt x="67173" y="37468"/>
                  </a:lnTo>
                  <a:lnTo>
                    <a:pt x="67942" y="37045"/>
                  </a:lnTo>
                  <a:lnTo>
                    <a:pt x="68710" y="36584"/>
                  </a:lnTo>
                  <a:lnTo>
                    <a:pt x="69402" y="36046"/>
                  </a:lnTo>
                  <a:lnTo>
                    <a:pt x="70094" y="35470"/>
                  </a:lnTo>
                  <a:lnTo>
                    <a:pt x="70709" y="34893"/>
                  </a:lnTo>
                  <a:lnTo>
                    <a:pt x="71285" y="34240"/>
                  </a:lnTo>
                  <a:lnTo>
                    <a:pt x="71862" y="33548"/>
                  </a:lnTo>
                  <a:lnTo>
                    <a:pt x="72323" y="32818"/>
                  </a:lnTo>
                  <a:lnTo>
                    <a:pt x="72784" y="32088"/>
                  </a:lnTo>
                  <a:lnTo>
                    <a:pt x="73168" y="31320"/>
                  </a:lnTo>
                  <a:lnTo>
                    <a:pt x="73514" y="30513"/>
                  </a:lnTo>
                  <a:lnTo>
                    <a:pt x="73821" y="29667"/>
                  </a:lnTo>
                  <a:lnTo>
                    <a:pt x="74014" y="28783"/>
                  </a:lnTo>
                  <a:lnTo>
                    <a:pt x="74206" y="27938"/>
                  </a:lnTo>
                  <a:lnTo>
                    <a:pt x="74283" y="27016"/>
                  </a:lnTo>
                  <a:lnTo>
                    <a:pt x="74321" y="26093"/>
                  </a:lnTo>
                  <a:lnTo>
                    <a:pt x="74321" y="25478"/>
                  </a:lnTo>
                  <a:lnTo>
                    <a:pt x="74283" y="24902"/>
                  </a:lnTo>
                  <a:lnTo>
                    <a:pt x="74206" y="24287"/>
                  </a:lnTo>
                  <a:lnTo>
                    <a:pt x="74090" y="23711"/>
                  </a:lnTo>
                  <a:lnTo>
                    <a:pt x="73975" y="23134"/>
                  </a:lnTo>
                  <a:lnTo>
                    <a:pt x="73821" y="22596"/>
                  </a:lnTo>
                  <a:lnTo>
                    <a:pt x="73629" y="22020"/>
                  </a:lnTo>
                  <a:lnTo>
                    <a:pt x="73437" y="21482"/>
                  </a:lnTo>
                  <a:lnTo>
                    <a:pt x="73207" y="20944"/>
                  </a:lnTo>
                  <a:lnTo>
                    <a:pt x="72938" y="20444"/>
                  </a:lnTo>
                  <a:lnTo>
                    <a:pt x="72669" y="19945"/>
                  </a:lnTo>
                  <a:lnTo>
                    <a:pt x="72400" y="19445"/>
                  </a:lnTo>
                  <a:lnTo>
                    <a:pt x="72054" y="18946"/>
                  </a:lnTo>
                  <a:lnTo>
                    <a:pt x="71708" y="18484"/>
                  </a:lnTo>
                  <a:lnTo>
                    <a:pt x="71362" y="18062"/>
                  </a:lnTo>
                  <a:lnTo>
                    <a:pt x="70978" y="17601"/>
                  </a:lnTo>
                  <a:lnTo>
                    <a:pt x="72745" y="8493"/>
                  </a:lnTo>
                  <a:lnTo>
                    <a:pt x="72054" y="7724"/>
                  </a:lnTo>
                  <a:lnTo>
                    <a:pt x="71324" y="6956"/>
                  </a:lnTo>
                  <a:lnTo>
                    <a:pt x="70517" y="6187"/>
                  </a:lnTo>
                  <a:lnTo>
                    <a:pt x="69594" y="5380"/>
                  </a:lnTo>
                  <a:lnTo>
                    <a:pt x="68634" y="4612"/>
                  </a:lnTo>
                  <a:lnTo>
                    <a:pt x="67558" y="3882"/>
                  </a:lnTo>
                  <a:lnTo>
                    <a:pt x="66366" y="3152"/>
                  </a:lnTo>
                  <a:lnTo>
                    <a:pt x="65137" y="2460"/>
                  </a:lnTo>
                  <a:lnTo>
                    <a:pt x="64099" y="1999"/>
                  </a:lnTo>
                  <a:lnTo>
                    <a:pt x="63062" y="1576"/>
                  </a:lnTo>
                  <a:lnTo>
                    <a:pt x="62024" y="1192"/>
                  </a:lnTo>
                  <a:lnTo>
                    <a:pt x="60986" y="884"/>
                  </a:lnTo>
                  <a:lnTo>
                    <a:pt x="59949" y="615"/>
                  </a:lnTo>
                  <a:lnTo>
                    <a:pt x="58911" y="423"/>
                  </a:lnTo>
                  <a:lnTo>
                    <a:pt x="57912" y="269"/>
                  </a:lnTo>
                  <a:lnTo>
                    <a:pt x="56913" y="154"/>
                  </a:lnTo>
                  <a:lnTo>
                    <a:pt x="55914" y="77"/>
                  </a:lnTo>
                  <a:lnTo>
                    <a:pt x="54953" y="39"/>
                  </a:lnTo>
                  <a:lnTo>
                    <a:pt x="53992" y="0"/>
                  </a:lnTo>
                  <a:lnTo>
                    <a:pt x="53032" y="39"/>
                  </a:lnTo>
                  <a:lnTo>
                    <a:pt x="52109" y="116"/>
                  </a:lnTo>
                  <a:lnTo>
                    <a:pt x="51187" y="193"/>
                  </a:lnTo>
                  <a:lnTo>
                    <a:pt x="50303" y="308"/>
                  </a:lnTo>
                  <a:lnTo>
                    <a:pt x="49458" y="423"/>
                  </a:lnTo>
                  <a:lnTo>
                    <a:pt x="47844" y="731"/>
                  </a:lnTo>
                  <a:lnTo>
                    <a:pt x="46345" y="1115"/>
                  </a:lnTo>
                  <a:lnTo>
                    <a:pt x="44962" y="1499"/>
                  </a:lnTo>
                  <a:lnTo>
                    <a:pt x="43732" y="1922"/>
                  </a:lnTo>
                  <a:lnTo>
                    <a:pt x="42695" y="2306"/>
                  </a:lnTo>
                  <a:lnTo>
                    <a:pt x="41811" y="2690"/>
                  </a:lnTo>
                  <a:lnTo>
                    <a:pt x="40696" y="3190"/>
                  </a:lnTo>
                  <a:lnTo>
                    <a:pt x="39505" y="2690"/>
                  </a:lnTo>
                  <a:lnTo>
                    <a:pt x="38621" y="2306"/>
                  </a:lnTo>
                  <a:lnTo>
                    <a:pt x="37545" y="1922"/>
                  </a:lnTo>
                  <a:lnTo>
                    <a:pt x="36315" y="1499"/>
                  </a:lnTo>
                  <a:lnTo>
                    <a:pt x="34932" y="1115"/>
                  </a:lnTo>
                  <a:lnTo>
                    <a:pt x="33395" y="731"/>
                  </a:lnTo>
                  <a:lnTo>
                    <a:pt x="31781" y="423"/>
                  </a:lnTo>
                  <a:lnTo>
                    <a:pt x="30897" y="308"/>
                  </a:lnTo>
                  <a:lnTo>
                    <a:pt x="30013" y="193"/>
                  </a:lnTo>
                  <a:lnTo>
                    <a:pt x="29129" y="116"/>
                  </a:lnTo>
                  <a:lnTo>
                    <a:pt x="28207" y="39"/>
                  </a:lnTo>
                  <a:lnTo>
                    <a:pt x="27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7"/>
            <p:cNvSpPr/>
            <p:nvPr/>
          </p:nvSpPr>
          <p:spPr>
            <a:xfrm>
              <a:off x="3473750" y="2066350"/>
              <a:ext cx="561075" cy="1467975"/>
            </a:xfrm>
            <a:custGeom>
              <a:rect b="b" l="l" r="r" t="t"/>
              <a:pathLst>
                <a:path extrusionOk="0" h="58719" w="22443">
                  <a:moveTo>
                    <a:pt x="8723" y="0"/>
                  </a:moveTo>
                  <a:lnTo>
                    <a:pt x="8032" y="77"/>
                  </a:lnTo>
                  <a:lnTo>
                    <a:pt x="7340" y="192"/>
                  </a:lnTo>
                  <a:lnTo>
                    <a:pt x="6648" y="346"/>
                  </a:lnTo>
                  <a:lnTo>
                    <a:pt x="5956" y="577"/>
                  </a:lnTo>
                  <a:lnTo>
                    <a:pt x="5303" y="846"/>
                  </a:lnTo>
                  <a:lnTo>
                    <a:pt x="4688" y="1153"/>
                  </a:lnTo>
                  <a:lnTo>
                    <a:pt x="4112" y="1461"/>
                  </a:lnTo>
                  <a:lnTo>
                    <a:pt x="3574" y="1806"/>
                  </a:lnTo>
                  <a:lnTo>
                    <a:pt x="3074" y="2191"/>
                  </a:lnTo>
                  <a:lnTo>
                    <a:pt x="2652" y="2575"/>
                  </a:lnTo>
                  <a:lnTo>
                    <a:pt x="2229" y="2959"/>
                  </a:lnTo>
                  <a:lnTo>
                    <a:pt x="1845" y="3343"/>
                  </a:lnTo>
                  <a:lnTo>
                    <a:pt x="1537" y="3728"/>
                  </a:lnTo>
                  <a:lnTo>
                    <a:pt x="961" y="4496"/>
                  </a:lnTo>
                  <a:lnTo>
                    <a:pt x="538" y="5188"/>
                  </a:lnTo>
                  <a:lnTo>
                    <a:pt x="192" y="5764"/>
                  </a:lnTo>
                  <a:lnTo>
                    <a:pt x="0" y="6187"/>
                  </a:lnTo>
                  <a:lnTo>
                    <a:pt x="6341" y="43078"/>
                  </a:lnTo>
                  <a:lnTo>
                    <a:pt x="9031" y="58719"/>
                  </a:lnTo>
                  <a:lnTo>
                    <a:pt x="15717" y="55798"/>
                  </a:lnTo>
                  <a:lnTo>
                    <a:pt x="22365" y="52839"/>
                  </a:lnTo>
                  <a:lnTo>
                    <a:pt x="22442" y="50841"/>
                  </a:lnTo>
                  <a:lnTo>
                    <a:pt x="22442" y="48843"/>
                  </a:lnTo>
                  <a:lnTo>
                    <a:pt x="22442" y="46768"/>
                  </a:lnTo>
                  <a:lnTo>
                    <a:pt x="22442" y="44654"/>
                  </a:lnTo>
                  <a:lnTo>
                    <a:pt x="22404" y="42886"/>
                  </a:lnTo>
                  <a:lnTo>
                    <a:pt x="22327" y="41042"/>
                  </a:lnTo>
                  <a:lnTo>
                    <a:pt x="22250" y="39197"/>
                  </a:lnTo>
                  <a:lnTo>
                    <a:pt x="22135" y="37314"/>
                  </a:lnTo>
                  <a:lnTo>
                    <a:pt x="21981" y="34970"/>
                  </a:lnTo>
                  <a:lnTo>
                    <a:pt x="21789" y="32587"/>
                  </a:lnTo>
                  <a:lnTo>
                    <a:pt x="21520" y="30167"/>
                  </a:lnTo>
                  <a:lnTo>
                    <a:pt x="21251" y="27707"/>
                  </a:lnTo>
                  <a:lnTo>
                    <a:pt x="20944" y="25209"/>
                  </a:lnTo>
                  <a:lnTo>
                    <a:pt x="20559" y="22673"/>
                  </a:lnTo>
                  <a:lnTo>
                    <a:pt x="20175" y="20098"/>
                  </a:lnTo>
                  <a:lnTo>
                    <a:pt x="19714" y="17485"/>
                  </a:lnTo>
                  <a:lnTo>
                    <a:pt x="19330" y="15487"/>
                  </a:lnTo>
                  <a:lnTo>
                    <a:pt x="18945" y="13527"/>
                  </a:lnTo>
                  <a:lnTo>
                    <a:pt x="18100" y="9684"/>
                  </a:lnTo>
                  <a:lnTo>
                    <a:pt x="17216" y="5995"/>
                  </a:lnTo>
                  <a:lnTo>
                    <a:pt x="16255" y="2421"/>
                  </a:lnTo>
                  <a:lnTo>
                    <a:pt x="15640" y="1960"/>
                  </a:lnTo>
                  <a:lnTo>
                    <a:pt x="14987" y="1576"/>
                  </a:lnTo>
                  <a:lnTo>
                    <a:pt x="14334" y="1230"/>
                  </a:lnTo>
                  <a:lnTo>
                    <a:pt x="13642" y="884"/>
                  </a:lnTo>
                  <a:lnTo>
                    <a:pt x="12989" y="615"/>
                  </a:lnTo>
                  <a:lnTo>
                    <a:pt x="12297" y="423"/>
                  </a:lnTo>
                  <a:lnTo>
                    <a:pt x="11567" y="231"/>
                  </a:lnTo>
                  <a:lnTo>
                    <a:pt x="10875" y="116"/>
                  </a:lnTo>
                  <a:lnTo>
                    <a:pt x="10145" y="39"/>
                  </a:lnTo>
                  <a:lnTo>
                    <a:pt x="9453" y="0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3632250" y="2930025"/>
              <a:ext cx="402575" cy="252700"/>
            </a:xfrm>
            <a:custGeom>
              <a:rect b="b" l="l" r="r" t="t"/>
              <a:pathLst>
                <a:path extrusionOk="0" h="10108" w="16103">
                  <a:moveTo>
                    <a:pt x="14450" y="0"/>
                  </a:moveTo>
                  <a:lnTo>
                    <a:pt x="7225" y="4266"/>
                  </a:lnTo>
                  <a:lnTo>
                    <a:pt x="1" y="8531"/>
                  </a:lnTo>
                  <a:lnTo>
                    <a:pt x="4036" y="8916"/>
                  </a:lnTo>
                  <a:lnTo>
                    <a:pt x="8071" y="9300"/>
                  </a:lnTo>
                  <a:lnTo>
                    <a:pt x="16102" y="10107"/>
                  </a:lnTo>
                  <a:lnTo>
                    <a:pt x="16102" y="10107"/>
                  </a:lnTo>
                  <a:lnTo>
                    <a:pt x="16064" y="8339"/>
                  </a:lnTo>
                  <a:lnTo>
                    <a:pt x="15987" y="6495"/>
                  </a:lnTo>
                  <a:lnTo>
                    <a:pt x="15910" y="4650"/>
                  </a:lnTo>
                  <a:lnTo>
                    <a:pt x="15795" y="2767"/>
                  </a:lnTo>
                  <a:lnTo>
                    <a:pt x="14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7"/>
            <p:cNvSpPr/>
            <p:nvPr/>
          </p:nvSpPr>
          <p:spPr>
            <a:xfrm>
              <a:off x="3400725" y="2018300"/>
              <a:ext cx="817600" cy="1137525"/>
            </a:xfrm>
            <a:custGeom>
              <a:rect b="b" l="l" r="r" t="t"/>
              <a:pathLst>
                <a:path extrusionOk="0" h="45501" w="32704">
                  <a:moveTo>
                    <a:pt x="12413" y="1"/>
                  </a:moveTo>
                  <a:lnTo>
                    <a:pt x="11875" y="39"/>
                  </a:lnTo>
                  <a:lnTo>
                    <a:pt x="11337" y="116"/>
                  </a:lnTo>
                  <a:lnTo>
                    <a:pt x="10799" y="231"/>
                  </a:lnTo>
                  <a:lnTo>
                    <a:pt x="10261" y="385"/>
                  </a:lnTo>
                  <a:lnTo>
                    <a:pt x="9723" y="577"/>
                  </a:lnTo>
                  <a:lnTo>
                    <a:pt x="9185" y="769"/>
                  </a:lnTo>
                  <a:lnTo>
                    <a:pt x="8647" y="1000"/>
                  </a:lnTo>
                  <a:lnTo>
                    <a:pt x="8147" y="1307"/>
                  </a:lnTo>
                  <a:lnTo>
                    <a:pt x="7609" y="1576"/>
                  </a:lnTo>
                  <a:lnTo>
                    <a:pt x="7110" y="1922"/>
                  </a:lnTo>
                  <a:lnTo>
                    <a:pt x="6610" y="2307"/>
                  </a:lnTo>
                  <a:lnTo>
                    <a:pt x="6111" y="2691"/>
                  </a:lnTo>
                  <a:lnTo>
                    <a:pt x="5611" y="3114"/>
                  </a:lnTo>
                  <a:lnTo>
                    <a:pt x="5150" y="3575"/>
                  </a:lnTo>
                  <a:lnTo>
                    <a:pt x="4689" y="4036"/>
                  </a:lnTo>
                  <a:lnTo>
                    <a:pt x="4228" y="4574"/>
                  </a:lnTo>
                  <a:lnTo>
                    <a:pt x="3805" y="5112"/>
                  </a:lnTo>
                  <a:lnTo>
                    <a:pt x="3382" y="5650"/>
                  </a:lnTo>
                  <a:lnTo>
                    <a:pt x="2998" y="6265"/>
                  </a:lnTo>
                  <a:lnTo>
                    <a:pt x="2614" y="6879"/>
                  </a:lnTo>
                  <a:lnTo>
                    <a:pt x="2229" y="7494"/>
                  </a:lnTo>
                  <a:lnTo>
                    <a:pt x="1884" y="8186"/>
                  </a:lnTo>
                  <a:lnTo>
                    <a:pt x="1576" y="8839"/>
                  </a:lnTo>
                  <a:lnTo>
                    <a:pt x="1269" y="9569"/>
                  </a:lnTo>
                  <a:lnTo>
                    <a:pt x="1000" y="10300"/>
                  </a:lnTo>
                  <a:lnTo>
                    <a:pt x="731" y="11068"/>
                  </a:lnTo>
                  <a:lnTo>
                    <a:pt x="500" y="11837"/>
                  </a:lnTo>
                  <a:lnTo>
                    <a:pt x="308" y="12644"/>
                  </a:lnTo>
                  <a:lnTo>
                    <a:pt x="154" y="13451"/>
                  </a:lnTo>
                  <a:lnTo>
                    <a:pt x="1" y="14296"/>
                  </a:lnTo>
                  <a:lnTo>
                    <a:pt x="6341" y="45500"/>
                  </a:lnTo>
                  <a:lnTo>
                    <a:pt x="32703" y="40658"/>
                  </a:lnTo>
                  <a:lnTo>
                    <a:pt x="21021" y="4920"/>
                  </a:lnTo>
                  <a:lnTo>
                    <a:pt x="20598" y="4382"/>
                  </a:lnTo>
                  <a:lnTo>
                    <a:pt x="20022" y="3690"/>
                  </a:lnTo>
                  <a:lnTo>
                    <a:pt x="19292" y="2921"/>
                  </a:lnTo>
                  <a:lnTo>
                    <a:pt x="18830" y="2537"/>
                  </a:lnTo>
                  <a:lnTo>
                    <a:pt x="18369" y="2114"/>
                  </a:lnTo>
                  <a:lnTo>
                    <a:pt x="17870" y="1769"/>
                  </a:lnTo>
                  <a:lnTo>
                    <a:pt x="17332" y="1384"/>
                  </a:lnTo>
                  <a:lnTo>
                    <a:pt x="16794" y="1038"/>
                  </a:lnTo>
                  <a:lnTo>
                    <a:pt x="16179" y="769"/>
                  </a:lnTo>
                  <a:lnTo>
                    <a:pt x="15526" y="500"/>
                  </a:lnTo>
                  <a:lnTo>
                    <a:pt x="14872" y="270"/>
                  </a:lnTo>
                  <a:lnTo>
                    <a:pt x="14181" y="116"/>
                  </a:lnTo>
                  <a:lnTo>
                    <a:pt x="134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7"/>
            <p:cNvSpPr/>
            <p:nvPr/>
          </p:nvSpPr>
          <p:spPr>
            <a:xfrm>
              <a:off x="1765600" y="2094200"/>
              <a:ext cx="682125" cy="1461275"/>
            </a:xfrm>
            <a:custGeom>
              <a:rect b="b" l="l" r="r" t="t"/>
              <a:pathLst>
                <a:path extrusionOk="0" h="58451" w="27285">
                  <a:moveTo>
                    <a:pt x="17140" y="1"/>
                  </a:moveTo>
                  <a:lnTo>
                    <a:pt x="16448" y="39"/>
                  </a:lnTo>
                  <a:lnTo>
                    <a:pt x="15718" y="154"/>
                  </a:lnTo>
                  <a:lnTo>
                    <a:pt x="14988" y="308"/>
                  </a:lnTo>
                  <a:lnTo>
                    <a:pt x="14296" y="462"/>
                  </a:lnTo>
                  <a:lnTo>
                    <a:pt x="13604" y="731"/>
                  </a:lnTo>
                  <a:lnTo>
                    <a:pt x="12913" y="1000"/>
                  </a:lnTo>
                  <a:lnTo>
                    <a:pt x="12221" y="1346"/>
                  </a:lnTo>
                  <a:lnTo>
                    <a:pt x="11568" y="1691"/>
                  </a:lnTo>
                  <a:lnTo>
                    <a:pt x="10223" y="5150"/>
                  </a:lnTo>
                  <a:lnTo>
                    <a:pt x="8916" y="8724"/>
                  </a:lnTo>
                  <a:lnTo>
                    <a:pt x="7686" y="12451"/>
                  </a:lnTo>
                  <a:lnTo>
                    <a:pt x="7071" y="14373"/>
                  </a:lnTo>
                  <a:lnTo>
                    <a:pt x="6457" y="16333"/>
                  </a:lnTo>
                  <a:lnTo>
                    <a:pt x="5726" y="18869"/>
                  </a:lnTo>
                  <a:lnTo>
                    <a:pt x="5035" y="21367"/>
                  </a:lnTo>
                  <a:lnTo>
                    <a:pt x="4420" y="23826"/>
                  </a:lnTo>
                  <a:lnTo>
                    <a:pt x="3843" y="26286"/>
                  </a:lnTo>
                  <a:lnTo>
                    <a:pt x="3267" y="28707"/>
                  </a:lnTo>
                  <a:lnTo>
                    <a:pt x="2767" y="31089"/>
                  </a:lnTo>
                  <a:lnTo>
                    <a:pt x="2345" y="33433"/>
                  </a:lnTo>
                  <a:lnTo>
                    <a:pt x="1922" y="35777"/>
                  </a:lnTo>
                  <a:lnTo>
                    <a:pt x="1576" y="37622"/>
                  </a:lnTo>
                  <a:lnTo>
                    <a:pt x="1307" y="39467"/>
                  </a:lnTo>
                  <a:lnTo>
                    <a:pt x="1038" y="41273"/>
                  </a:lnTo>
                  <a:lnTo>
                    <a:pt x="808" y="43040"/>
                  </a:lnTo>
                  <a:lnTo>
                    <a:pt x="577" y="45116"/>
                  </a:lnTo>
                  <a:lnTo>
                    <a:pt x="346" y="47152"/>
                  </a:lnTo>
                  <a:lnTo>
                    <a:pt x="154" y="49189"/>
                  </a:lnTo>
                  <a:lnTo>
                    <a:pt x="1" y="51149"/>
                  </a:lnTo>
                  <a:lnTo>
                    <a:pt x="6264" y="54800"/>
                  </a:lnTo>
                  <a:lnTo>
                    <a:pt x="12605" y="58450"/>
                  </a:lnTo>
                  <a:lnTo>
                    <a:pt x="16986" y="43194"/>
                  </a:lnTo>
                  <a:lnTo>
                    <a:pt x="27285" y="7187"/>
                  </a:lnTo>
                  <a:lnTo>
                    <a:pt x="27131" y="6764"/>
                  </a:lnTo>
                  <a:lnTo>
                    <a:pt x="26900" y="6188"/>
                  </a:lnTo>
                  <a:lnTo>
                    <a:pt x="26516" y="5457"/>
                  </a:lnTo>
                  <a:lnTo>
                    <a:pt x="26055" y="4612"/>
                  </a:lnTo>
                  <a:lnTo>
                    <a:pt x="25748" y="4189"/>
                  </a:lnTo>
                  <a:lnTo>
                    <a:pt x="25440" y="3767"/>
                  </a:lnTo>
                  <a:lnTo>
                    <a:pt x="25056" y="3344"/>
                  </a:lnTo>
                  <a:lnTo>
                    <a:pt x="24672" y="2921"/>
                  </a:lnTo>
                  <a:lnTo>
                    <a:pt x="24210" y="2498"/>
                  </a:lnTo>
                  <a:lnTo>
                    <a:pt x="23749" y="2076"/>
                  </a:lnTo>
                  <a:lnTo>
                    <a:pt x="23211" y="1691"/>
                  </a:lnTo>
                  <a:lnTo>
                    <a:pt x="22635" y="1346"/>
                  </a:lnTo>
                  <a:lnTo>
                    <a:pt x="21982" y="1000"/>
                  </a:lnTo>
                  <a:lnTo>
                    <a:pt x="21328" y="692"/>
                  </a:lnTo>
                  <a:lnTo>
                    <a:pt x="20675" y="462"/>
                  </a:lnTo>
                  <a:lnTo>
                    <a:pt x="19983" y="270"/>
                  </a:lnTo>
                  <a:lnTo>
                    <a:pt x="19292" y="154"/>
                  </a:lnTo>
                  <a:lnTo>
                    <a:pt x="18561" y="39"/>
                  </a:lnTo>
                  <a:lnTo>
                    <a:pt x="178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7"/>
            <p:cNvSpPr/>
            <p:nvPr/>
          </p:nvSpPr>
          <p:spPr>
            <a:xfrm>
              <a:off x="1785775" y="2923300"/>
              <a:ext cx="404475" cy="250775"/>
            </a:xfrm>
            <a:custGeom>
              <a:rect b="b" l="l" r="r" t="t"/>
              <a:pathLst>
                <a:path extrusionOk="0" h="10031" w="16179">
                  <a:moveTo>
                    <a:pt x="2767" y="0"/>
                  </a:moveTo>
                  <a:lnTo>
                    <a:pt x="1115" y="2613"/>
                  </a:lnTo>
                  <a:lnTo>
                    <a:pt x="769" y="4458"/>
                  </a:lnTo>
                  <a:lnTo>
                    <a:pt x="500" y="6303"/>
                  </a:lnTo>
                  <a:lnTo>
                    <a:pt x="231" y="8109"/>
                  </a:lnTo>
                  <a:lnTo>
                    <a:pt x="1" y="9876"/>
                  </a:lnTo>
                  <a:lnTo>
                    <a:pt x="8071" y="9915"/>
                  </a:lnTo>
                  <a:lnTo>
                    <a:pt x="12106" y="9992"/>
                  </a:lnTo>
                  <a:lnTo>
                    <a:pt x="16179" y="10030"/>
                  </a:lnTo>
                  <a:lnTo>
                    <a:pt x="9454" y="4996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7"/>
            <p:cNvSpPr/>
            <p:nvPr/>
          </p:nvSpPr>
          <p:spPr>
            <a:xfrm>
              <a:off x="1619575" y="2045200"/>
              <a:ext cx="884825" cy="1150000"/>
            </a:xfrm>
            <a:custGeom>
              <a:rect b="b" l="l" r="r" t="t"/>
              <a:pathLst>
                <a:path extrusionOk="0" h="46000" w="35393">
                  <a:moveTo>
                    <a:pt x="22827" y="1"/>
                  </a:moveTo>
                  <a:lnTo>
                    <a:pt x="22097" y="78"/>
                  </a:lnTo>
                  <a:lnTo>
                    <a:pt x="21405" y="231"/>
                  </a:lnTo>
                  <a:lnTo>
                    <a:pt x="20752" y="424"/>
                  </a:lnTo>
                  <a:lnTo>
                    <a:pt x="20137" y="654"/>
                  </a:lnTo>
                  <a:lnTo>
                    <a:pt x="19522" y="923"/>
                  </a:lnTo>
                  <a:lnTo>
                    <a:pt x="18946" y="1231"/>
                  </a:lnTo>
                  <a:lnTo>
                    <a:pt x="18408" y="1576"/>
                  </a:lnTo>
                  <a:lnTo>
                    <a:pt x="17908" y="1884"/>
                  </a:lnTo>
                  <a:lnTo>
                    <a:pt x="17447" y="2230"/>
                  </a:lnTo>
                  <a:lnTo>
                    <a:pt x="16640" y="2921"/>
                  </a:lnTo>
                  <a:lnTo>
                    <a:pt x="15948" y="3536"/>
                  </a:lnTo>
                  <a:lnTo>
                    <a:pt x="15487" y="4036"/>
                  </a:lnTo>
                  <a:lnTo>
                    <a:pt x="1" y="38275"/>
                  </a:lnTo>
                  <a:lnTo>
                    <a:pt x="25671" y="46000"/>
                  </a:lnTo>
                  <a:lnTo>
                    <a:pt x="35393" y="15641"/>
                  </a:lnTo>
                  <a:lnTo>
                    <a:pt x="35316" y="14796"/>
                  </a:lnTo>
                  <a:lnTo>
                    <a:pt x="35239" y="13950"/>
                  </a:lnTo>
                  <a:lnTo>
                    <a:pt x="35124" y="13143"/>
                  </a:lnTo>
                  <a:lnTo>
                    <a:pt x="34970" y="12336"/>
                  </a:lnTo>
                  <a:lnTo>
                    <a:pt x="34817" y="11568"/>
                  </a:lnTo>
                  <a:lnTo>
                    <a:pt x="34624" y="10799"/>
                  </a:lnTo>
                  <a:lnTo>
                    <a:pt x="34394" y="10069"/>
                  </a:lnTo>
                  <a:lnTo>
                    <a:pt x="34163" y="9339"/>
                  </a:lnTo>
                  <a:lnTo>
                    <a:pt x="33894" y="8647"/>
                  </a:lnTo>
                  <a:lnTo>
                    <a:pt x="33587" y="7994"/>
                  </a:lnTo>
                  <a:lnTo>
                    <a:pt x="33279" y="7341"/>
                  </a:lnTo>
                  <a:lnTo>
                    <a:pt x="32934" y="6687"/>
                  </a:lnTo>
                  <a:lnTo>
                    <a:pt x="32588" y="6111"/>
                  </a:lnTo>
                  <a:lnTo>
                    <a:pt x="32203" y="5496"/>
                  </a:lnTo>
                  <a:lnTo>
                    <a:pt x="31819" y="4958"/>
                  </a:lnTo>
                  <a:lnTo>
                    <a:pt x="31435" y="4420"/>
                  </a:lnTo>
                  <a:lnTo>
                    <a:pt x="31012" y="3920"/>
                  </a:lnTo>
                  <a:lnTo>
                    <a:pt x="30551" y="3459"/>
                  </a:lnTo>
                  <a:lnTo>
                    <a:pt x="30128" y="2998"/>
                  </a:lnTo>
                  <a:lnTo>
                    <a:pt x="29667" y="2576"/>
                  </a:lnTo>
                  <a:lnTo>
                    <a:pt x="29168" y="2191"/>
                  </a:lnTo>
                  <a:lnTo>
                    <a:pt x="28706" y="1845"/>
                  </a:lnTo>
                  <a:lnTo>
                    <a:pt x="28207" y="1500"/>
                  </a:lnTo>
                  <a:lnTo>
                    <a:pt x="27707" y="1192"/>
                  </a:lnTo>
                  <a:lnTo>
                    <a:pt x="27208" y="923"/>
                  </a:lnTo>
                  <a:lnTo>
                    <a:pt x="26708" y="693"/>
                  </a:lnTo>
                  <a:lnTo>
                    <a:pt x="26170" y="500"/>
                  </a:lnTo>
                  <a:lnTo>
                    <a:pt x="25671" y="347"/>
                  </a:lnTo>
                  <a:lnTo>
                    <a:pt x="25133" y="193"/>
                  </a:lnTo>
                  <a:lnTo>
                    <a:pt x="24595" y="78"/>
                  </a:lnTo>
                  <a:lnTo>
                    <a:pt x="24095" y="39"/>
                  </a:lnTo>
                  <a:lnTo>
                    <a:pt x="235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7"/>
            <p:cNvSpPr/>
            <p:nvPr/>
          </p:nvSpPr>
          <p:spPr>
            <a:xfrm>
              <a:off x="3699500" y="2200850"/>
              <a:ext cx="801250" cy="1515050"/>
            </a:xfrm>
            <a:custGeom>
              <a:rect b="b" l="l" r="r" t="t"/>
              <a:pathLst>
                <a:path extrusionOk="0" h="60602" w="32050">
                  <a:moveTo>
                    <a:pt x="27170" y="0"/>
                  </a:moveTo>
                  <a:lnTo>
                    <a:pt x="26824" y="1230"/>
                  </a:lnTo>
                  <a:lnTo>
                    <a:pt x="26286" y="2882"/>
                  </a:lnTo>
                  <a:lnTo>
                    <a:pt x="25594" y="4881"/>
                  </a:lnTo>
                  <a:lnTo>
                    <a:pt x="25210" y="5957"/>
                  </a:lnTo>
                  <a:lnTo>
                    <a:pt x="24749" y="7109"/>
                  </a:lnTo>
                  <a:lnTo>
                    <a:pt x="24172" y="8493"/>
                  </a:lnTo>
                  <a:lnTo>
                    <a:pt x="23596" y="9799"/>
                  </a:lnTo>
                  <a:lnTo>
                    <a:pt x="22981" y="11068"/>
                  </a:lnTo>
                  <a:lnTo>
                    <a:pt x="22366" y="12297"/>
                  </a:lnTo>
                  <a:lnTo>
                    <a:pt x="21751" y="13450"/>
                  </a:lnTo>
                  <a:lnTo>
                    <a:pt x="21098" y="14565"/>
                  </a:lnTo>
                  <a:lnTo>
                    <a:pt x="20483" y="15679"/>
                  </a:lnTo>
                  <a:lnTo>
                    <a:pt x="19830" y="16717"/>
                  </a:lnTo>
                  <a:lnTo>
                    <a:pt x="18485" y="18753"/>
                  </a:lnTo>
                  <a:lnTo>
                    <a:pt x="17140" y="20675"/>
                  </a:lnTo>
                  <a:lnTo>
                    <a:pt x="15756" y="22519"/>
                  </a:lnTo>
                  <a:lnTo>
                    <a:pt x="14335" y="24364"/>
                  </a:lnTo>
                  <a:lnTo>
                    <a:pt x="12951" y="26208"/>
                  </a:lnTo>
                  <a:lnTo>
                    <a:pt x="11529" y="28091"/>
                  </a:lnTo>
                  <a:lnTo>
                    <a:pt x="10146" y="30051"/>
                  </a:lnTo>
                  <a:lnTo>
                    <a:pt x="8762" y="32088"/>
                  </a:lnTo>
                  <a:lnTo>
                    <a:pt x="8071" y="33164"/>
                  </a:lnTo>
                  <a:lnTo>
                    <a:pt x="7379" y="34278"/>
                  </a:lnTo>
                  <a:lnTo>
                    <a:pt x="6687" y="35393"/>
                  </a:lnTo>
                  <a:lnTo>
                    <a:pt x="5996" y="36584"/>
                  </a:lnTo>
                  <a:lnTo>
                    <a:pt x="5342" y="37814"/>
                  </a:lnTo>
                  <a:lnTo>
                    <a:pt x="4689" y="39120"/>
                  </a:lnTo>
                  <a:lnTo>
                    <a:pt x="4036" y="40465"/>
                  </a:lnTo>
                  <a:lnTo>
                    <a:pt x="3382" y="41849"/>
                  </a:lnTo>
                  <a:lnTo>
                    <a:pt x="2652" y="43501"/>
                  </a:lnTo>
                  <a:lnTo>
                    <a:pt x="1845" y="45576"/>
                  </a:lnTo>
                  <a:lnTo>
                    <a:pt x="1384" y="46806"/>
                  </a:lnTo>
                  <a:lnTo>
                    <a:pt x="923" y="48151"/>
                  </a:lnTo>
                  <a:lnTo>
                    <a:pt x="462" y="49573"/>
                  </a:lnTo>
                  <a:lnTo>
                    <a:pt x="1" y="51072"/>
                  </a:lnTo>
                  <a:lnTo>
                    <a:pt x="692" y="56336"/>
                  </a:lnTo>
                  <a:lnTo>
                    <a:pt x="769" y="56567"/>
                  </a:lnTo>
                  <a:lnTo>
                    <a:pt x="1000" y="56990"/>
                  </a:lnTo>
                  <a:lnTo>
                    <a:pt x="1346" y="57566"/>
                  </a:lnTo>
                  <a:lnTo>
                    <a:pt x="1576" y="57873"/>
                  </a:lnTo>
                  <a:lnTo>
                    <a:pt x="1845" y="58219"/>
                  </a:lnTo>
                  <a:lnTo>
                    <a:pt x="2114" y="58565"/>
                  </a:lnTo>
                  <a:lnTo>
                    <a:pt x="2460" y="58911"/>
                  </a:lnTo>
                  <a:lnTo>
                    <a:pt x="2844" y="59218"/>
                  </a:lnTo>
                  <a:lnTo>
                    <a:pt x="3267" y="59526"/>
                  </a:lnTo>
                  <a:lnTo>
                    <a:pt x="3728" y="59833"/>
                  </a:lnTo>
                  <a:lnTo>
                    <a:pt x="4228" y="60064"/>
                  </a:lnTo>
                  <a:lnTo>
                    <a:pt x="4766" y="60294"/>
                  </a:lnTo>
                  <a:lnTo>
                    <a:pt x="5381" y="60448"/>
                  </a:lnTo>
                  <a:lnTo>
                    <a:pt x="5842" y="60563"/>
                  </a:lnTo>
                  <a:lnTo>
                    <a:pt x="6341" y="60602"/>
                  </a:lnTo>
                  <a:lnTo>
                    <a:pt x="6841" y="60602"/>
                  </a:lnTo>
                  <a:lnTo>
                    <a:pt x="7341" y="60563"/>
                  </a:lnTo>
                  <a:lnTo>
                    <a:pt x="7802" y="60525"/>
                  </a:lnTo>
                  <a:lnTo>
                    <a:pt x="8301" y="60410"/>
                  </a:lnTo>
                  <a:lnTo>
                    <a:pt x="8762" y="60294"/>
                  </a:lnTo>
                  <a:lnTo>
                    <a:pt x="9224" y="60102"/>
                  </a:lnTo>
                  <a:lnTo>
                    <a:pt x="9685" y="59910"/>
                  </a:lnTo>
                  <a:lnTo>
                    <a:pt x="10107" y="59641"/>
                  </a:lnTo>
                  <a:lnTo>
                    <a:pt x="10530" y="59372"/>
                  </a:lnTo>
                  <a:lnTo>
                    <a:pt x="10914" y="59103"/>
                  </a:lnTo>
                  <a:lnTo>
                    <a:pt x="11299" y="58757"/>
                  </a:lnTo>
                  <a:lnTo>
                    <a:pt x="11683" y="58373"/>
                  </a:lnTo>
                  <a:lnTo>
                    <a:pt x="11990" y="57989"/>
                  </a:lnTo>
                  <a:lnTo>
                    <a:pt x="12298" y="57566"/>
                  </a:lnTo>
                  <a:lnTo>
                    <a:pt x="13950" y="55030"/>
                  </a:lnTo>
                  <a:lnTo>
                    <a:pt x="15564" y="52378"/>
                  </a:lnTo>
                  <a:lnTo>
                    <a:pt x="17178" y="49573"/>
                  </a:lnTo>
                  <a:lnTo>
                    <a:pt x="18715" y="46691"/>
                  </a:lnTo>
                  <a:lnTo>
                    <a:pt x="19522" y="45154"/>
                  </a:lnTo>
                  <a:lnTo>
                    <a:pt x="20291" y="43616"/>
                  </a:lnTo>
                  <a:lnTo>
                    <a:pt x="21021" y="42118"/>
                  </a:lnTo>
                  <a:lnTo>
                    <a:pt x="21713" y="40581"/>
                  </a:lnTo>
                  <a:lnTo>
                    <a:pt x="23019" y="37545"/>
                  </a:lnTo>
                  <a:lnTo>
                    <a:pt x="24249" y="34547"/>
                  </a:lnTo>
                  <a:lnTo>
                    <a:pt x="25325" y="31588"/>
                  </a:lnTo>
                  <a:lnTo>
                    <a:pt x="26363" y="28629"/>
                  </a:lnTo>
                  <a:lnTo>
                    <a:pt x="27285" y="25747"/>
                  </a:lnTo>
                  <a:lnTo>
                    <a:pt x="28092" y="22904"/>
                  </a:lnTo>
                  <a:lnTo>
                    <a:pt x="28822" y="20098"/>
                  </a:lnTo>
                  <a:lnTo>
                    <a:pt x="29514" y="17331"/>
                  </a:lnTo>
                  <a:lnTo>
                    <a:pt x="30090" y="14641"/>
                  </a:lnTo>
                  <a:lnTo>
                    <a:pt x="30590" y="11990"/>
                  </a:lnTo>
                  <a:lnTo>
                    <a:pt x="31051" y="9415"/>
                  </a:lnTo>
                  <a:lnTo>
                    <a:pt x="31435" y="6879"/>
                  </a:lnTo>
                  <a:lnTo>
                    <a:pt x="31781" y="4458"/>
                  </a:lnTo>
                  <a:lnTo>
                    <a:pt x="32050" y="2075"/>
                  </a:lnTo>
                  <a:lnTo>
                    <a:pt x="27170" y="0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7"/>
            <p:cNvSpPr/>
            <p:nvPr/>
          </p:nvSpPr>
          <p:spPr>
            <a:xfrm>
              <a:off x="2154700" y="2099000"/>
              <a:ext cx="1506400" cy="99950"/>
            </a:xfrm>
            <a:custGeom>
              <a:rect b="b" l="l" r="r" t="t"/>
              <a:pathLst>
                <a:path extrusionOk="0" h="3998" w="60256">
                  <a:moveTo>
                    <a:pt x="45076" y="1"/>
                  </a:moveTo>
                  <a:lnTo>
                    <a:pt x="43693" y="78"/>
                  </a:lnTo>
                  <a:lnTo>
                    <a:pt x="42694" y="155"/>
                  </a:lnTo>
                  <a:lnTo>
                    <a:pt x="41733" y="270"/>
                  </a:lnTo>
                  <a:lnTo>
                    <a:pt x="39927" y="500"/>
                  </a:lnTo>
                  <a:lnTo>
                    <a:pt x="36507" y="1000"/>
                  </a:lnTo>
                  <a:lnTo>
                    <a:pt x="34739" y="1230"/>
                  </a:lnTo>
                  <a:lnTo>
                    <a:pt x="33817" y="1346"/>
                  </a:lnTo>
                  <a:lnTo>
                    <a:pt x="32818" y="1423"/>
                  </a:lnTo>
                  <a:lnTo>
                    <a:pt x="31819" y="1461"/>
                  </a:lnTo>
                  <a:lnTo>
                    <a:pt x="29590" y="1461"/>
                  </a:lnTo>
                  <a:lnTo>
                    <a:pt x="28322" y="1423"/>
                  </a:lnTo>
                  <a:lnTo>
                    <a:pt x="27015" y="1346"/>
                  </a:lnTo>
                  <a:lnTo>
                    <a:pt x="25939" y="1230"/>
                  </a:lnTo>
                  <a:lnTo>
                    <a:pt x="24978" y="1115"/>
                  </a:lnTo>
                  <a:lnTo>
                    <a:pt x="24095" y="962"/>
                  </a:lnTo>
                  <a:lnTo>
                    <a:pt x="22327" y="654"/>
                  </a:lnTo>
                  <a:lnTo>
                    <a:pt x="21328" y="500"/>
                  </a:lnTo>
                  <a:lnTo>
                    <a:pt x="20136" y="385"/>
                  </a:lnTo>
                  <a:lnTo>
                    <a:pt x="18446" y="231"/>
                  </a:lnTo>
                  <a:lnTo>
                    <a:pt x="16563" y="155"/>
                  </a:lnTo>
                  <a:lnTo>
                    <a:pt x="15564" y="116"/>
                  </a:lnTo>
                  <a:lnTo>
                    <a:pt x="14526" y="116"/>
                  </a:lnTo>
                  <a:lnTo>
                    <a:pt x="13450" y="155"/>
                  </a:lnTo>
                  <a:lnTo>
                    <a:pt x="12297" y="231"/>
                  </a:lnTo>
                  <a:lnTo>
                    <a:pt x="11106" y="308"/>
                  </a:lnTo>
                  <a:lnTo>
                    <a:pt x="9915" y="424"/>
                  </a:lnTo>
                  <a:lnTo>
                    <a:pt x="8646" y="577"/>
                  </a:lnTo>
                  <a:lnTo>
                    <a:pt x="7340" y="769"/>
                  </a:lnTo>
                  <a:lnTo>
                    <a:pt x="5956" y="1000"/>
                  </a:lnTo>
                  <a:lnTo>
                    <a:pt x="4573" y="1269"/>
                  </a:lnTo>
                  <a:lnTo>
                    <a:pt x="3151" y="1576"/>
                  </a:lnTo>
                  <a:lnTo>
                    <a:pt x="1691" y="1961"/>
                  </a:lnTo>
                  <a:lnTo>
                    <a:pt x="1230" y="1961"/>
                  </a:lnTo>
                  <a:lnTo>
                    <a:pt x="1038" y="1999"/>
                  </a:lnTo>
                  <a:lnTo>
                    <a:pt x="845" y="2037"/>
                  </a:lnTo>
                  <a:lnTo>
                    <a:pt x="653" y="2153"/>
                  </a:lnTo>
                  <a:lnTo>
                    <a:pt x="461" y="2268"/>
                  </a:lnTo>
                  <a:lnTo>
                    <a:pt x="307" y="2460"/>
                  </a:lnTo>
                  <a:lnTo>
                    <a:pt x="192" y="2614"/>
                  </a:lnTo>
                  <a:lnTo>
                    <a:pt x="77" y="2844"/>
                  </a:lnTo>
                  <a:lnTo>
                    <a:pt x="0" y="3037"/>
                  </a:lnTo>
                  <a:lnTo>
                    <a:pt x="0" y="3267"/>
                  </a:lnTo>
                  <a:lnTo>
                    <a:pt x="0" y="3536"/>
                  </a:lnTo>
                  <a:lnTo>
                    <a:pt x="0" y="3767"/>
                  </a:lnTo>
                  <a:lnTo>
                    <a:pt x="77" y="3997"/>
                  </a:lnTo>
                  <a:lnTo>
                    <a:pt x="60140" y="3997"/>
                  </a:lnTo>
                  <a:lnTo>
                    <a:pt x="60217" y="3690"/>
                  </a:lnTo>
                  <a:lnTo>
                    <a:pt x="60256" y="3421"/>
                  </a:lnTo>
                  <a:lnTo>
                    <a:pt x="60256" y="3113"/>
                  </a:lnTo>
                  <a:lnTo>
                    <a:pt x="60217" y="2844"/>
                  </a:lnTo>
                  <a:lnTo>
                    <a:pt x="60140" y="2575"/>
                  </a:lnTo>
                  <a:lnTo>
                    <a:pt x="60025" y="2345"/>
                  </a:lnTo>
                  <a:lnTo>
                    <a:pt x="59871" y="2153"/>
                  </a:lnTo>
                  <a:lnTo>
                    <a:pt x="59718" y="1961"/>
                  </a:lnTo>
                  <a:lnTo>
                    <a:pt x="59410" y="1768"/>
                  </a:lnTo>
                  <a:lnTo>
                    <a:pt x="59103" y="1692"/>
                  </a:lnTo>
                  <a:lnTo>
                    <a:pt x="58872" y="1653"/>
                  </a:lnTo>
                  <a:lnTo>
                    <a:pt x="58680" y="1653"/>
                  </a:lnTo>
                  <a:lnTo>
                    <a:pt x="57489" y="1346"/>
                  </a:lnTo>
                  <a:lnTo>
                    <a:pt x="56336" y="1077"/>
                  </a:lnTo>
                  <a:lnTo>
                    <a:pt x="55222" y="846"/>
                  </a:lnTo>
                  <a:lnTo>
                    <a:pt x="54107" y="654"/>
                  </a:lnTo>
                  <a:lnTo>
                    <a:pt x="53070" y="462"/>
                  </a:lnTo>
                  <a:lnTo>
                    <a:pt x="52032" y="347"/>
                  </a:lnTo>
                  <a:lnTo>
                    <a:pt x="50072" y="155"/>
                  </a:lnTo>
                  <a:lnTo>
                    <a:pt x="48266" y="39"/>
                  </a:lnTo>
                  <a:lnTo>
                    <a:pt x="465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7"/>
            <p:cNvSpPr/>
            <p:nvPr/>
          </p:nvSpPr>
          <p:spPr>
            <a:xfrm>
              <a:off x="984550" y="3494925"/>
              <a:ext cx="2126075" cy="1727375"/>
            </a:xfrm>
            <a:custGeom>
              <a:rect b="b" l="l" r="r" t="t"/>
              <a:pathLst>
                <a:path extrusionOk="0" h="69095" w="85043">
                  <a:moveTo>
                    <a:pt x="10991" y="0"/>
                  </a:moveTo>
                  <a:lnTo>
                    <a:pt x="10453" y="39"/>
                  </a:lnTo>
                  <a:lnTo>
                    <a:pt x="9915" y="39"/>
                  </a:lnTo>
                  <a:lnTo>
                    <a:pt x="9377" y="116"/>
                  </a:lnTo>
                  <a:lnTo>
                    <a:pt x="8877" y="192"/>
                  </a:lnTo>
                  <a:lnTo>
                    <a:pt x="8339" y="308"/>
                  </a:lnTo>
                  <a:lnTo>
                    <a:pt x="7840" y="423"/>
                  </a:lnTo>
                  <a:lnTo>
                    <a:pt x="7340" y="615"/>
                  </a:lnTo>
                  <a:lnTo>
                    <a:pt x="6841" y="769"/>
                  </a:lnTo>
                  <a:lnTo>
                    <a:pt x="6380" y="961"/>
                  </a:lnTo>
                  <a:lnTo>
                    <a:pt x="5918" y="1192"/>
                  </a:lnTo>
                  <a:lnTo>
                    <a:pt x="5457" y="1422"/>
                  </a:lnTo>
                  <a:lnTo>
                    <a:pt x="4996" y="1691"/>
                  </a:lnTo>
                  <a:lnTo>
                    <a:pt x="4573" y="1999"/>
                  </a:lnTo>
                  <a:lnTo>
                    <a:pt x="4151" y="2306"/>
                  </a:lnTo>
                  <a:lnTo>
                    <a:pt x="3728" y="2613"/>
                  </a:lnTo>
                  <a:lnTo>
                    <a:pt x="3344" y="2959"/>
                  </a:lnTo>
                  <a:lnTo>
                    <a:pt x="2998" y="3344"/>
                  </a:lnTo>
                  <a:lnTo>
                    <a:pt x="2614" y="3728"/>
                  </a:lnTo>
                  <a:lnTo>
                    <a:pt x="2306" y="4151"/>
                  </a:lnTo>
                  <a:lnTo>
                    <a:pt x="1960" y="4573"/>
                  </a:lnTo>
                  <a:lnTo>
                    <a:pt x="1691" y="4996"/>
                  </a:lnTo>
                  <a:lnTo>
                    <a:pt x="1422" y="5457"/>
                  </a:lnTo>
                  <a:lnTo>
                    <a:pt x="1153" y="5957"/>
                  </a:lnTo>
                  <a:lnTo>
                    <a:pt x="923" y="6456"/>
                  </a:lnTo>
                  <a:lnTo>
                    <a:pt x="731" y="6956"/>
                  </a:lnTo>
                  <a:lnTo>
                    <a:pt x="692" y="7148"/>
                  </a:lnTo>
                  <a:lnTo>
                    <a:pt x="500" y="7763"/>
                  </a:lnTo>
                  <a:lnTo>
                    <a:pt x="308" y="8378"/>
                  </a:lnTo>
                  <a:lnTo>
                    <a:pt x="193" y="8992"/>
                  </a:lnTo>
                  <a:lnTo>
                    <a:pt x="116" y="9569"/>
                  </a:lnTo>
                  <a:lnTo>
                    <a:pt x="39" y="10145"/>
                  </a:lnTo>
                  <a:lnTo>
                    <a:pt x="0" y="10722"/>
                  </a:lnTo>
                  <a:lnTo>
                    <a:pt x="0" y="11298"/>
                  </a:lnTo>
                  <a:lnTo>
                    <a:pt x="0" y="11836"/>
                  </a:lnTo>
                  <a:lnTo>
                    <a:pt x="116" y="12912"/>
                  </a:lnTo>
                  <a:lnTo>
                    <a:pt x="269" y="13911"/>
                  </a:lnTo>
                  <a:lnTo>
                    <a:pt x="500" y="14872"/>
                  </a:lnTo>
                  <a:lnTo>
                    <a:pt x="769" y="15717"/>
                  </a:lnTo>
                  <a:lnTo>
                    <a:pt x="1076" y="16524"/>
                  </a:lnTo>
                  <a:lnTo>
                    <a:pt x="1422" y="17255"/>
                  </a:lnTo>
                  <a:lnTo>
                    <a:pt x="1730" y="17908"/>
                  </a:lnTo>
                  <a:lnTo>
                    <a:pt x="2037" y="18446"/>
                  </a:lnTo>
                  <a:lnTo>
                    <a:pt x="2537" y="19253"/>
                  </a:lnTo>
                  <a:lnTo>
                    <a:pt x="2844" y="19637"/>
                  </a:lnTo>
                  <a:lnTo>
                    <a:pt x="3536" y="21328"/>
                  </a:lnTo>
                  <a:lnTo>
                    <a:pt x="4420" y="23288"/>
                  </a:lnTo>
                  <a:lnTo>
                    <a:pt x="5419" y="25363"/>
                  </a:lnTo>
                  <a:lnTo>
                    <a:pt x="6572" y="27630"/>
                  </a:lnTo>
                  <a:lnTo>
                    <a:pt x="7878" y="30051"/>
                  </a:lnTo>
                  <a:lnTo>
                    <a:pt x="8608" y="31281"/>
                  </a:lnTo>
                  <a:lnTo>
                    <a:pt x="9377" y="32549"/>
                  </a:lnTo>
                  <a:lnTo>
                    <a:pt x="10222" y="33856"/>
                  </a:lnTo>
                  <a:lnTo>
                    <a:pt x="11068" y="35162"/>
                  </a:lnTo>
                  <a:lnTo>
                    <a:pt x="11952" y="36507"/>
                  </a:lnTo>
                  <a:lnTo>
                    <a:pt x="12912" y="37814"/>
                  </a:lnTo>
                  <a:lnTo>
                    <a:pt x="13911" y="39159"/>
                  </a:lnTo>
                  <a:lnTo>
                    <a:pt x="14987" y="40542"/>
                  </a:lnTo>
                  <a:lnTo>
                    <a:pt x="16063" y="41887"/>
                  </a:lnTo>
                  <a:lnTo>
                    <a:pt x="17216" y="43232"/>
                  </a:lnTo>
                  <a:lnTo>
                    <a:pt x="18446" y="44577"/>
                  </a:lnTo>
                  <a:lnTo>
                    <a:pt x="19676" y="45922"/>
                  </a:lnTo>
                  <a:lnTo>
                    <a:pt x="21021" y="47267"/>
                  </a:lnTo>
                  <a:lnTo>
                    <a:pt x="22366" y="48612"/>
                  </a:lnTo>
                  <a:lnTo>
                    <a:pt x="23788" y="49919"/>
                  </a:lnTo>
                  <a:lnTo>
                    <a:pt x="25286" y="51187"/>
                  </a:lnTo>
                  <a:lnTo>
                    <a:pt x="26823" y="52455"/>
                  </a:lnTo>
                  <a:lnTo>
                    <a:pt x="28437" y="53723"/>
                  </a:lnTo>
                  <a:lnTo>
                    <a:pt x="30090" y="54914"/>
                  </a:lnTo>
                  <a:lnTo>
                    <a:pt x="31819" y="56106"/>
                  </a:lnTo>
                  <a:lnTo>
                    <a:pt x="33587" y="57259"/>
                  </a:lnTo>
                  <a:lnTo>
                    <a:pt x="35431" y="58373"/>
                  </a:lnTo>
                  <a:lnTo>
                    <a:pt x="36699" y="59103"/>
                  </a:lnTo>
                  <a:lnTo>
                    <a:pt x="38313" y="59987"/>
                  </a:lnTo>
                  <a:lnTo>
                    <a:pt x="40273" y="61063"/>
                  </a:lnTo>
                  <a:lnTo>
                    <a:pt x="42579" y="62216"/>
                  </a:lnTo>
                  <a:lnTo>
                    <a:pt x="43809" y="62831"/>
                  </a:lnTo>
                  <a:lnTo>
                    <a:pt x="45154" y="63446"/>
                  </a:lnTo>
                  <a:lnTo>
                    <a:pt x="46499" y="64022"/>
                  </a:lnTo>
                  <a:lnTo>
                    <a:pt x="47959" y="64637"/>
                  </a:lnTo>
                  <a:lnTo>
                    <a:pt x="49419" y="65213"/>
                  </a:lnTo>
                  <a:lnTo>
                    <a:pt x="50956" y="65790"/>
                  </a:lnTo>
                  <a:lnTo>
                    <a:pt x="52532" y="66328"/>
                  </a:lnTo>
                  <a:lnTo>
                    <a:pt x="54107" y="66866"/>
                  </a:lnTo>
                  <a:lnTo>
                    <a:pt x="55760" y="67327"/>
                  </a:lnTo>
                  <a:lnTo>
                    <a:pt x="57412" y="67749"/>
                  </a:lnTo>
                  <a:lnTo>
                    <a:pt x="59103" y="68134"/>
                  </a:lnTo>
                  <a:lnTo>
                    <a:pt x="60794" y="68480"/>
                  </a:lnTo>
                  <a:lnTo>
                    <a:pt x="62523" y="68749"/>
                  </a:lnTo>
                  <a:lnTo>
                    <a:pt x="64253" y="68941"/>
                  </a:lnTo>
                  <a:lnTo>
                    <a:pt x="65982" y="69056"/>
                  </a:lnTo>
                  <a:lnTo>
                    <a:pt x="67711" y="69094"/>
                  </a:lnTo>
                  <a:lnTo>
                    <a:pt x="69440" y="69018"/>
                  </a:lnTo>
                  <a:lnTo>
                    <a:pt x="70286" y="68979"/>
                  </a:lnTo>
                  <a:lnTo>
                    <a:pt x="71131" y="68902"/>
                  </a:lnTo>
                  <a:lnTo>
                    <a:pt x="71977" y="68787"/>
                  </a:lnTo>
                  <a:lnTo>
                    <a:pt x="72860" y="68672"/>
                  </a:lnTo>
                  <a:lnTo>
                    <a:pt x="73667" y="68480"/>
                  </a:lnTo>
                  <a:lnTo>
                    <a:pt x="74513" y="68326"/>
                  </a:lnTo>
                  <a:lnTo>
                    <a:pt x="75358" y="68095"/>
                  </a:lnTo>
                  <a:lnTo>
                    <a:pt x="76165" y="67865"/>
                  </a:lnTo>
                  <a:lnTo>
                    <a:pt x="77011" y="67557"/>
                  </a:lnTo>
                  <a:lnTo>
                    <a:pt x="77818" y="67288"/>
                  </a:lnTo>
                  <a:lnTo>
                    <a:pt x="78625" y="66942"/>
                  </a:lnTo>
                  <a:lnTo>
                    <a:pt x="79393" y="66558"/>
                  </a:lnTo>
                  <a:lnTo>
                    <a:pt x="80162" y="66174"/>
                  </a:lnTo>
                  <a:lnTo>
                    <a:pt x="80969" y="65751"/>
                  </a:lnTo>
                  <a:lnTo>
                    <a:pt x="81622" y="65329"/>
                  </a:lnTo>
                  <a:lnTo>
                    <a:pt x="82237" y="64944"/>
                  </a:lnTo>
                  <a:lnTo>
                    <a:pt x="83313" y="64137"/>
                  </a:lnTo>
                  <a:lnTo>
                    <a:pt x="84274" y="63369"/>
                  </a:lnTo>
                  <a:lnTo>
                    <a:pt x="85042" y="62715"/>
                  </a:lnTo>
                  <a:lnTo>
                    <a:pt x="83889" y="61063"/>
                  </a:lnTo>
                  <a:lnTo>
                    <a:pt x="82775" y="59334"/>
                  </a:lnTo>
                  <a:lnTo>
                    <a:pt x="81699" y="57528"/>
                  </a:lnTo>
                  <a:lnTo>
                    <a:pt x="80661" y="55683"/>
                  </a:lnTo>
                  <a:lnTo>
                    <a:pt x="79662" y="53762"/>
                  </a:lnTo>
                  <a:lnTo>
                    <a:pt x="78778" y="51802"/>
                  </a:lnTo>
                  <a:lnTo>
                    <a:pt x="78356" y="50841"/>
                  </a:lnTo>
                  <a:lnTo>
                    <a:pt x="77933" y="49842"/>
                  </a:lnTo>
                  <a:lnTo>
                    <a:pt x="77549" y="48804"/>
                  </a:lnTo>
                  <a:lnTo>
                    <a:pt x="77203" y="47805"/>
                  </a:lnTo>
                  <a:lnTo>
                    <a:pt x="76895" y="46768"/>
                  </a:lnTo>
                  <a:lnTo>
                    <a:pt x="76588" y="45730"/>
                  </a:lnTo>
                  <a:lnTo>
                    <a:pt x="76319" y="44692"/>
                  </a:lnTo>
                  <a:lnTo>
                    <a:pt x="76088" y="43655"/>
                  </a:lnTo>
                  <a:lnTo>
                    <a:pt x="75896" y="42579"/>
                  </a:lnTo>
                  <a:lnTo>
                    <a:pt x="75743" y="41541"/>
                  </a:lnTo>
                  <a:lnTo>
                    <a:pt x="75627" y="40504"/>
                  </a:lnTo>
                  <a:lnTo>
                    <a:pt x="75550" y="39428"/>
                  </a:lnTo>
                  <a:lnTo>
                    <a:pt x="75512" y="38352"/>
                  </a:lnTo>
                  <a:lnTo>
                    <a:pt x="75512" y="37314"/>
                  </a:lnTo>
                  <a:lnTo>
                    <a:pt x="75589" y="36238"/>
                  </a:lnTo>
                  <a:lnTo>
                    <a:pt x="75666" y="35162"/>
                  </a:lnTo>
                  <a:lnTo>
                    <a:pt x="75819" y="34125"/>
                  </a:lnTo>
                  <a:lnTo>
                    <a:pt x="76012" y="33049"/>
                  </a:lnTo>
                  <a:lnTo>
                    <a:pt x="76242" y="32011"/>
                  </a:lnTo>
                  <a:lnTo>
                    <a:pt x="76550" y="30974"/>
                  </a:lnTo>
                  <a:lnTo>
                    <a:pt x="76934" y="29821"/>
                  </a:lnTo>
                  <a:lnTo>
                    <a:pt x="73014" y="27477"/>
                  </a:lnTo>
                  <a:lnTo>
                    <a:pt x="68979" y="25171"/>
                  </a:lnTo>
                  <a:lnTo>
                    <a:pt x="64829" y="22865"/>
                  </a:lnTo>
                  <a:lnTo>
                    <a:pt x="60602" y="20598"/>
                  </a:lnTo>
                  <a:lnTo>
                    <a:pt x="57604" y="19022"/>
                  </a:lnTo>
                  <a:lnTo>
                    <a:pt x="54607" y="17485"/>
                  </a:lnTo>
                  <a:lnTo>
                    <a:pt x="51648" y="16025"/>
                  </a:lnTo>
                  <a:lnTo>
                    <a:pt x="48689" y="14603"/>
                  </a:lnTo>
                  <a:lnTo>
                    <a:pt x="45769" y="13220"/>
                  </a:lnTo>
                  <a:lnTo>
                    <a:pt x="42848" y="11875"/>
                  </a:lnTo>
                  <a:lnTo>
                    <a:pt x="39927" y="10568"/>
                  </a:lnTo>
                  <a:lnTo>
                    <a:pt x="37045" y="9300"/>
                  </a:lnTo>
                  <a:lnTo>
                    <a:pt x="34202" y="8070"/>
                  </a:lnTo>
                  <a:lnTo>
                    <a:pt x="31358" y="6917"/>
                  </a:lnTo>
                  <a:lnTo>
                    <a:pt x="28514" y="5765"/>
                  </a:lnTo>
                  <a:lnTo>
                    <a:pt x="25709" y="4689"/>
                  </a:lnTo>
                  <a:lnTo>
                    <a:pt x="22942" y="3613"/>
                  </a:lnTo>
                  <a:lnTo>
                    <a:pt x="20175" y="2575"/>
                  </a:lnTo>
                  <a:lnTo>
                    <a:pt x="17447" y="1576"/>
                  </a:lnTo>
                  <a:lnTo>
                    <a:pt x="14718" y="654"/>
                  </a:lnTo>
                  <a:lnTo>
                    <a:pt x="14180" y="461"/>
                  </a:lnTo>
                  <a:lnTo>
                    <a:pt x="13642" y="346"/>
                  </a:lnTo>
                  <a:lnTo>
                    <a:pt x="13104" y="231"/>
                  </a:lnTo>
                  <a:lnTo>
                    <a:pt x="12605" y="116"/>
                  </a:lnTo>
                  <a:lnTo>
                    <a:pt x="12067" y="77"/>
                  </a:lnTo>
                  <a:lnTo>
                    <a:pt x="11529" y="39"/>
                  </a:lnTo>
                  <a:lnTo>
                    <a:pt x="10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7"/>
            <p:cNvSpPr/>
            <p:nvPr/>
          </p:nvSpPr>
          <p:spPr>
            <a:xfrm>
              <a:off x="2672500" y="3494925"/>
              <a:ext cx="2152975" cy="1727375"/>
            </a:xfrm>
            <a:custGeom>
              <a:rect b="b" l="l" r="r" t="t"/>
              <a:pathLst>
                <a:path extrusionOk="0" h="69095" w="86119">
                  <a:moveTo>
                    <a:pt x="75128" y="0"/>
                  </a:moveTo>
                  <a:lnTo>
                    <a:pt x="74590" y="39"/>
                  </a:lnTo>
                  <a:lnTo>
                    <a:pt x="74052" y="77"/>
                  </a:lnTo>
                  <a:lnTo>
                    <a:pt x="73514" y="116"/>
                  </a:lnTo>
                  <a:lnTo>
                    <a:pt x="72976" y="231"/>
                  </a:lnTo>
                  <a:lnTo>
                    <a:pt x="72477" y="346"/>
                  </a:lnTo>
                  <a:lnTo>
                    <a:pt x="71939" y="461"/>
                  </a:lnTo>
                  <a:lnTo>
                    <a:pt x="71401" y="654"/>
                  </a:lnTo>
                  <a:lnTo>
                    <a:pt x="68672" y="1576"/>
                  </a:lnTo>
                  <a:lnTo>
                    <a:pt x="65944" y="2575"/>
                  </a:lnTo>
                  <a:lnTo>
                    <a:pt x="63177" y="3613"/>
                  </a:lnTo>
                  <a:lnTo>
                    <a:pt x="60410" y="4689"/>
                  </a:lnTo>
                  <a:lnTo>
                    <a:pt x="57605" y="5765"/>
                  </a:lnTo>
                  <a:lnTo>
                    <a:pt x="54761" y="6917"/>
                  </a:lnTo>
                  <a:lnTo>
                    <a:pt x="51918" y="8070"/>
                  </a:lnTo>
                  <a:lnTo>
                    <a:pt x="49074" y="9300"/>
                  </a:lnTo>
                  <a:lnTo>
                    <a:pt x="46192" y="10568"/>
                  </a:lnTo>
                  <a:lnTo>
                    <a:pt x="43271" y="11875"/>
                  </a:lnTo>
                  <a:lnTo>
                    <a:pt x="40351" y="13220"/>
                  </a:lnTo>
                  <a:lnTo>
                    <a:pt x="37430" y="14603"/>
                  </a:lnTo>
                  <a:lnTo>
                    <a:pt x="34471" y="16025"/>
                  </a:lnTo>
                  <a:lnTo>
                    <a:pt x="31474" y="17485"/>
                  </a:lnTo>
                  <a:lnTo>
                    <a:pt x="28515" y="19022"/>
                  </a:lnTo>
                  <a:lnTo>
                    <a:pt x="25517" y="20598"/>
                  </a:lnTo>
                  <a:lnTo>
                    <a:pt x="21290" y="22865"/>
                  </a:lnTo>
                  <a:lnTo>
                    <a:pt x="17140" y="25171"/>
                  </a:lnTo>
                  <a:lnTo>
                    <a:pt x="13105" y="27477"/>
                  </a:lnTo>
                  <a:lnTo>
                    <a:pt x="9185" y="29821"/>
                  </a:lnTo>
                  <a:lnTo>
                    <a:pt x="8225" y="30743"/>
                  </a:lnTo>
                  <a:lnTo>
                    <a:pt x="7341" y="31665"/>
                  </a:lnTo>
                  <a:lnTo>
                    <a:pt x="6572" y="32588"/>
                  </a:lnTo>
                  <a:lnTo>
                    <a:pt x="5842" y="33471"/>
                  </a:lnTo>
                  <a:lnTo>
                    <a:pt x="5112" y="34471"/>
                  </a:lnTo>
                  <a:lnTo>
                    <a:pt x="4459" y="35508"/>
                  </a:lnTo>
                  <a:lnTo>
                    <a:pt x="3844" y="36546"/>
                  </a:lnTo>
                  <a:lnTo>
                    <a:pt x="3306" y="37583"/>
                  </a:lnTo>
                  <a:lnTo>
                    <a:pt x="2806" y="38621"/>
                  </a:lnTo>
                  <a:lnTo>
                    <a:pt x="2345" y="39697"/>
                  </a:lnTo>
                  <a:lnTo>
                    <a:pt x="1922" y="40734"/>
                  </a:lnTo>
                  <a:lnTo>
                    <a:pt x="1576" y="41810"/>
                  </a:lnTo>
                  <a:lnTo>
                    <a:pt x="1269" y="42886"/>
                  </a:lnTo>
                  <a:lnTo>
                    <a:pt x="962" y="43962"/>
                  </a:lnTo>
                  <a:lnTo>
                    <a:pt x="731" y="45000"/>
                  </a:lnTo>
                  <a:lnTo>
                    <a:pt x="539" y="46076"/>
                  </a:lnTo>
                  <a:lnTo>
                    <a:pt x="385" y="47113"/>
                  </a:lnTo>
                  <a:lnTo>
                    <a:pt x="231" y="48151"/>
                  </a:lnTo>
                  <a:lnTo>
                    <a:pt x="155" y="49189"/>
                  </a:lnTo>
                  <a:lnTo>
                    <a:pt x="78" y="50188"/>
                  </a:lnTo>
                  <a:lnTo>
                    <a:pt x="1" y="51187"/>
                  </a:lnTo>
                  <a:lnTo>
                    <a:pt x="1" y="52186"/>
                  </a:lnTo>
                  <a:lnTo>
                    <a:pt x="1" y="54069"/>
                  </a:lnTo>
                  <a:lnTo>
                    <a:pt x="116" y="55837"/>
                  </a:lnTo>
                  <a:lnTo>
                    <a:pt x="270" y="57528"/>
                  </a:lnTo>
                  <a:lnTo>
                    <a:pt x="462" y="59065"/>
                  </a:lnTo>
                  <a:lnTo>
                    <a:pt x="654" y="60448"/>
                  </a:lnTo>
                  <a:lnTo>
                    <a:pt x="885" y="61678"/>
                  </a:lnTo>
                  <a:lnTo>
                    <a:pt x="1077" y="62715"/>
                  </a:lnTo>
                  <a:lnTo>
                    <a:pt x="1845" y="63369"/>
                  </a:lnTo>
                  <a:lnTo>
                    <a:pt x="2806" y="64137"/>
                  </a:lnTo>
                  <a:lnTo>
                    <a:pt x="3882" y="64944"/>
                  </a:lnTo>
                  <a:lnTo>
                    <a:pt x="4497" y="65329"/>
                  </a:lnTo>
                  <a:lnTo>
                    <a:pt x="5150" y="65751"/>
                  </a:lnTo>
                  <a:lnTo>
                    <a:pt x="5919" y="66174"/>
                  </a:lnTo>
                  <a:lnTo>
                    <a:pt x="6726" y="66558"/>
                  </a:lnTo>
                  <a:lnTo>
                    <a:pt x="7494" y="66942"/>
                  </a:lnTo>
                  <a:lnTo>
                    <a:pt x="8301" y="67288"/>
                  </a:lnTo>
                  <a:lnTo>
                    <a:pt x="9108" y="67557"/>
                  </a:lnTo>
                  <a:lnTo>
                    <a:pt x="9954" y="67865"/>
                  </a:lnTo>
                  <a:lnTo>
                    <a:pt x="10761" y="68095"/>
                  </a:lnTo>
                  <a:lnTo>
                    <a:pt x="11606" y="68326"/>
                  </a:lnTo>
                  <a:lnTo>
                    <a:pt x="12413" y="68480"/>
                  </a:lnTo>
                  <a:lnTo>
                    <a:pt x="13259" y="68672"/>
                  </a:lnTo>
                  <a:lnTo>
                    <a:pt x="14104" y="68787"/>
                  </a:lnTo>
                  <a:lnTo>
                    <a:pt x="14988" y="68902"/>
                  </a:lnTo>
                  <a:lnTo>
                    <a:pt x="15833" y="68979"/>
                  </a:lnTo>
                  <a:lnTo>
                    <a:pt x="16679" y="69018"/>
                  </a:lnTo>
                  <a:lnTo>
                    <a:pt x="18408" y="69094"/>
                  </a:lnTo>
                  <a:lnTo>
                    <a:pt x="20137" y="69056"/>
                  </a:lnTo>
                  <a:lnTo>
                    <a:pt x="21867" y="68941"/>
                  </a:lnTo>
                  <a:lnTo>
                    <a:pt x="23596" y="68749"/>
                  </a:lnTo>
                  <a:lnTo>
                    <a:pt x="25325" y="68480"/>
                  </a:lnTo>
                  <a:lnTo>
                    <a:pt x="27016" y="68134"/>
                  </a:lnTo>
                  <a:lnTo>
                    <a:pt x="28707" y="67749"/>
                  </a:lnTo>
                  <a:lnTo>
                    <a:pt x="30359" y="67327"/>
                  </a:lnTo>
                  <a:lnTo>
                    <a:pt x="32012" y="66866"/>
                  </a:lnTo>
                  <a:lnTo>
                    <a:pt x="33587" y="66328"/>
                  </a:lnTo>
                  <a:lnTo>
                    <a:pt x="35163" y="65790"/>
                  </a:lnTo>
                  <a:lnTo>
                    <a:pt x="36700" y="65213"/>
                  </a:lnTo>
                  <a:lnTo>
                    <a:pt x="38160" y="64637"/>
                  </a:lnTo>
                  <a:lnTo>
                    <a:pt x="39620" y="64022"/>
                  </a:lnTo>
                  <a:lnTo>
                    <a:pt x="40965" y="63446"/>
                  </a:lnTo>
                  <a:lnTo>
                    <a:pt x="42310" y="62831"/>
                  </a:lnTo>
                  <a:lnTo>
                    <a:pt x="43540" y="62216"/>
                  </a:lnTo>
                  <a:lnTo>
                    <a:pt x="45846" y="61063"/>
                  </a:lnTo>
                  <a:lnTo>
                    <a:pt x="47806" y="59987"/>
                  </a:lnTo>
                  <a:lnTo>
                    <a:pt x="49420" y="59103"/>
                  </a:lnTo>
                  <a:lnTo>
                    <a:pt x="50688" y="58373"/>
                  </a:lnTo>
                  <a:lnTo>
                    <a:pt x="52532" y="57259"/>
                  </a:lnTo>
                  <a:lnTo>
                    <a:pt x="54300" y="56106"/>
                  </a:lnTo>
                  <a:lnTo>
                    <a:pt x="56029" y="54914"/>
                  </a:lnTo>
                  <a:lnTo>
                    <a:pt x="57682" y="53723"/>
                  </a:lnTo>
                  <a:lnTo>
                    <a:pt x="59296" y="52455"/>
                  </a:lnTo>
                  <a:lnTo>
                    <a:pt x="60833" y="51187"/>
                  </a:lnTo>
                  <a:lnTo>
                    <a:pt x="62332" y="49919"/>
                  </a:lnTo>
                  <a:lnTo>
                    <a:pt x="63753" y="48612"/>
                  </a:lnTo>
                  <a:lnTo>
                    <a:pt x="65098" y="47267"/>
                  </a:lnTo>
                  <a:lnTo>
                    <a:pt x="66443" y="45922"/>
                  </a:lnTo>
                  <a:lnTo>
                    <a:pt x="67673" y="44577"/>
                  </a:lnTo>
                  <a:lnTo>
                    <a:pt x="68903" y="43232"/>
                  </a:lnTo>
                  <a:lnTo>
                    <a:pt x="70056" y="41887"/>
                  </a:lnTo>
                  <a:lnTo>
                    <a:pt x="71132" y="40542"/>
                  </a:lnTo>
                  <a:lnTo>
                    <a:pt x="72208" y="39159"/>
                  </a:lnTo>
                  <a:lnTo>
                    <a:pt x="73207" y="37814"/>
                  </a:lnTo>
                  <a:lnTo>
                    <a:pt x="74168" y="36507"/>
                  </a:lnTo>
                  <a:lnTo>
                    <a:pt x="75051" y="35162"/>
                  </a:lnTo>
                  <a:lnTo>
                    <a:pt x="75897" y="33856"/>
                  </a:lnTo>
                  <a:lnTo>
                    <a:pt x="76742" y="32549"/>
                  </a:lnTo>
                  <a:lnTo>
                    <a:pt x="77511" y="31281"/>
                  </a:lnTo>
                  <a:lnTo>
                    <a:pt x="78202" y="30051"/>
                  </a:lnTo>
                  <a:lnTo>
                    <a:pt x="79547" y="27630"/>
                  </a:lnTo>
                  <a:lnTo>
                    <a:pt x="80700" y="25363"/>
                  </a:lnTo>
                  <a:lnTo>
                    <a:pt x="81699" y="23288"/>
                  </a:lnTo>
                  <a:lnTo>
                    <a:pt x="82583" y="21328"/>
                  </a:lnTo>
                  <a:lnTo>
                    <a:pt x="83275" y="19637"/>
                  </a:lnTo>
                  <a:lnTo>
                    <a:pt x="83544" y="19253"/>
                  </a:lnTo>
                  <a:lnTo>
                    <a:pt x="84082" y="18446"/>
                  </a:lnTo>
                  <a:lnTo>
                    <a:pt x="84389" y="17908"/>
                  </a:lnTo>
                  <a:lnTo>
                    <a:pt x="84697" y="17255"/>
                  </a:lnTo>
                  <a:lnTo>
                    <a:pt x="85043" y="16524"/>
                  </a:lnTo>
                  <a:lnTo>
                    <a:pt x="85312" y="15717"/>
                  </a:lnTo>
                  <a:lnTo>
                    <a:pt x="85619" y="14872"/>
                  </a:lnTo>
                  <a:lnTo>
                    <a:pt x="85850" y="13911"/>
                  </a:lnTo>
                  <a:lnTo>
                    <a:pt x="86003" y="12912"/>
                  </a:lnTo>
                  <a:lnTo>
                    <a:pt x="86119" y="11836"/>
                  </a:lnTo>
                  <a:lnTo>
                    <a:pt x="86119" y="11298"/>
                  </a:lnTo>
                  <a:lnTo>
                    <a:pt x="86119" y="10722"/>
                  </a:lnTo>
                  <a:lnTo>
                    <a:pt x="86080" y="10145"/>
                  </a:lnTo>
                  <a:lnTo>
                    <a:pt x="86003" y="9569"/>
                  </a:lnTo>
                  <a:lnTo>
                    <a:pt x="85927" y="8992"/>
                  </a:lnTo>
                  <a:lnTo>
                    <a:pt x="85811" y="8378"/>
                  </a:lnTo>
                  <a:lnTo>
                    <a:pt x="85619" y="7763"/>
                  </a:lnTo>
                  <a:lnTo>
                    <a:pt x="85427" y="7148"/>
                  </a:lnTo>
                  <a:lnTo>
                    <a:pt x="85389" y="6956"/>
                  </a:lnTo>
                  <a:lnTo>
                    <a:pt x="85158" y="6456"/>
                  </a:lnTo>
                  <a:lnTo>
                    <a:pt x="84966" y="5957"/>
                  </a:lnTo>
                  <a:lnTo>
                    <a:pt x="84697" y="5457"/>
                  </a:lnTo>
                  <a:lnTo>
                    <a:pt x="84428" y="4996"/>
                  </a:lnTo>
                  <a:lnTo>
                    <a:pt x="84120" y="4573"/>
                  </a:lnTo>
                  <a:lnTo>
                    <a:pt x="83813" y="4151"/>
                  </a:lnTo>
                  <a:lnTo>
                    <a:pt x="83506" y="3728"/>
                  </a:lnTo>
                  <a:lnTo>
                    <a:pt x="83121" y="3344"/>
                  </a:lnTo>
                  <a:lnTo>
                    <a:pt x="82775" y="2959"/>
                  </a:lnTo>
                  <a:lnTo>
                    <a:pt x="82391" y="2613"/>
                  </a:lnTo>
                  <a:lnTo>
                    <a:pt x="81968" y="2306"/>
                  </a:lnTo>
                  <a:lnTo>
                    <a:pt x="81546" y="1999"/>
                  </a:lnTo>
                  <a:lnTo>
                    <a:pt x="81123" y="1691"/>
                  </a:lnTo>
                  <a:lnTo>
                    <a:pt x="80662" y="1422"/>
                  </a:lnTo>
                  <a:lnTo>
                    <a:pt x="80201" y="1192"/>
                  </a:lnTo>
                  <a:lnTo>
                    <a:pt x="79740" y="961"/>
                  </a:lnTo>
                  <a:lnTo>
                    <a:pt x="79278" y="769"/>
                  </a:lnTo>
                  <a:lnTo>
                    <a:pt x="78779" y="615"/>
                  </a:lnTo>
                  <a:lnTo>
                    <a:pt x="78279" y="423"/>
                  </a:lnTo>
                  <a:lnTo>
                    <a:pt x="77741" y="308"/>
                  </a:lnTo>
                  <a:lnTo>
                    <a:pt x="77242" y="192"/>
                  </a:lnTo>
                  <a:lnTo>
                    <a:pt x="76742" y="116"/>
                  </a:lnTo>
                  <a:lnTo>
                    <a:pt x="76204" y="39"/>
                  </a:lnTo>
                  <a:lnTo>
                    <a:pt x="75666" y="39"/>
                  </a:lnTo>
                  <a:lnTo>
                    <a:pt x="751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7"/>
            <p:cNvSpPr/>
            <p:nvPr/>
          </p:nvSpPr>
          <p:spPr>
            <a:xfrm>
              <a:off x="1128650" y="3671700"/>
              <a:ext cx="2570875" cy="1490075"/>
            </a:xfrm>
            <a:custGeom>
              <a:rect b="b" l="l" r="r" t="t"/>
              <a:pathLst>
                <a:path extrusionOk="0" h="59603" w="102835">
                  <a:moveTo>
                    <a:pt x="6303" y="0"/>
                  </a:moveTo>
                  <a:lnTo>
                    <a:pt x="5534" y="77"/>
                  </a:lnTo>
                  <a:lnTo>
                    <a:pt x="4804" y="192"/>
                  </a:lnTo>
                  <a:lnTo>
                    <a:pt x="4112" y="423"/>
                  </a:lnTo>
                  <a:lnTo>
                    <a:pt x="3767" y="538"/>
                  </a:lnTo>
                  <a:lnTo>
                    <a:pt x="3421" y="692"/>
                  </a:lnTo>
                  <a:lnTo>
                    <a:pt x="3075" y="884"/>
                  </a:lnTo>
                  <a:lnTo>
                    <a:pt x="2767" y="1114"/>
                  </a:lnTo>
                  <a:lnTo>
                    <a:pt x="2422" y="1383"/>
                  </a:lnTo>
                  <a:lnTo>
                    <a:pt x="2076" y="1729"/>
                  </a:lnTo>
                  <a:lnTo>
                    <a:pt x="1768" y="2075"/>
                  </a:lnTo>
                  <a:lnTo>
                    <a:pt x="1499" y="2498"/>
                  </a:lnTo>
                  <a:lnTo>
                    <a:pt x="1230" y="2921"/>
                  </a:lnTo>
                  <a:lnTo>
                    <a:pt x="961" y="3382"/>
                  </a:lnTo>
                  <a:lnTo>
                    <a:pt x="769" y="3881"/>
                  </a:lnTo>
                  <a:lnTo>
                    <a:pt x="577" y="4381"/>
                  </a:lnTo>
                  <a:lnTo>
                    <a:pt x="385" y="4919"/>
                  </a:lnTo>
                  <a:lnTo>
                    <a:pt x="270" y="5495"/>
                  </a:lnTo>
                  <a:lnTo>
                    <a:pt x="154" y="6110"/>
                  </a:lnTo>
                  <a:lnTo>
                    <a:pt x="78" y="6725"/>
                  </a:lnTo>
                  <a:lnTo>
                    <a:pt x="1" y="7378"/>
                  </a:lnTo>
                  <a:lnTo>
                    <a:pt x="1" y="8070"/>
                  </a:lnTo>
                  <a:lnTo>
                    <a:pt x="1" y="8762"/>
                  </a:lnTo>
                  <a:lnTo>
                    <a:pt x="39" y="9492"/>
                  </a:lnTo>
                  <a:lnTo>
                    <a:pt x="116" y="10222"/>
                  </a:lnTo>
                  <a:lnTo>
                    <a:pt x="193" y="10952"/>
                  </a:lnTo>
                  <a:lnTo>
                    <a:pt x="347" y="11721"/>
                  </a:lnTo>
                  <a:lnTo>
                    <a:pt x="500" y="12528"/>
                  </a:lnTo>
                  <a:lnTo>
                    <a:pt x="692" y="13335"/>
                  </a:lnTo>
                  <a:lnTo>
                    <a:pt x="923" y="14142"/>
                  </a:lnTo>
                  <a:lnTo>
                    <a:pt x="1192" y="14949"/>
                  </a:lnTo>
                  <a:lnTo>
                    <a:pt x="1499" y="15794"/>
                  </a:lnTo>
                  <a:lnTo>
                    <a:pt x="1845" y="16640"/>
                  </a:lnTo>
                  <a:lnTo>
                    <a:pt x="2230" y="17485"/>
                  </a:lnTo>
                  <a:lnTo>
                    <a:pt x="2652" y="18369"/>
                  </a:lnTo>
                  <a:lnTo>
                    <a:pt x="3075" y="19214"/>
                  </a:lnTo>
                  <a:lnTo>
                    <a:pt x="3574" y="20098"/>
                  </a:lnTo>
                  <a:lnTo>
                    <a:pt x="4112" y="20982"/>
                  </a:lnTo>
                  <a:lnTo>
                    <a:pt x="4689" y="21866"/>
                  </a:lnTo>
                  <a:lnTo>
                    <a:pt x="5265" y="22750"/>
                  </a:lnTo>
                  <a:lnTo>
                    <a:pt x="6649" y="24133"/>
                  </a:lnTo>
                  <a:lnTo>
                    <a:pt x="7994" y="25440"/>
                  </a:lnTo>
                  <a:lnTo>
                    <a:pt x="9339" y="26669"/>
                  </a:lnTo>
                  <a:lnTo>
                    <a:pt x="10645" y="27822"/>
                  </a:lnTo>
                  <a:lnTo>
                    <a:pt x="11952" y="28937"/>
                  </a:lnTo>
                  <a:lnTo>
                    <a:pt x="13220" y="29974"/>
                  </a:lnTo>
                  <a:lnTo>
                    <a:pt x="14488" y="30935"/>
                  </a:lnTo>
                  <a:lnTo>
                    <a:pt x="15718" y="31857"/>
                  </a:lnTo>
                  <a:lnTo>
                    <a:pt x="16909" y="32703"/>
                  </a:lnTo>
                  <a:lnTo>
                    <a:pt x="18100" y="33471"/>
                  </a:lnTo>
                  <a:lnTo>
                    <a:pt x="19253" y="34240"/>
                  </a:lnTo>
                  <a:lnTo>
                    <a:pt x="20368" y="34893"/>
                  </a:lnTo>
                  <a:lnTo>
                    <a:pt x="21444" y="35546"/>
                  </a:lnTo>
                  <a:lnTo>
                    <a:pt x="22481" y="36123"/>
                  </a:lnTo>
                  <a:lnTo>
                    <a:pt x="24403" y="37160"/>
                  </a:lnTo>
                  <a:lnTo>
                    <a:pt x="26324" y="38121"/>
                  </a:lnTo>
                  <a:lnTo>
                    <a:pt x="28245" y="38966"/>
                  </a:lnTo>
                  <a:lnTo>
                    <a:pt x="30128" y="39773"/>
                  </a:lnTo>
                  <a:lnTo>
                    <a:pt x="32011" y="40465"/>
                  </a:lnTo>
                  <a:lnTo>
                    <a:pt x="33894" y="41118"/>
                  </a:lnTo>
                  <a:lnTo>
                    <a:pt x="35739" y="41695"/>
                  </a:lnTo>
                  <a:lnTo>
                    <a:pt x="37584" y="42233"/>
                  </a:lnTo>
                  <a:lnTo>
                    <a:pt x="39390" y="42694"/>
                  </a:lnTo>
                  <a:lnTo>
                    <a:pt x="41234" y="43117"/>
                  </a:lnTo>
                  <a:lnTo>
                    <a:pt x="43040" y="43501"/>
                  </a:lnTo>
                  <a:lnTo>
                    <a:pt x="44885" y="43885"/>
                  </a:lnTo>
                  <a:lnTo>
                    <a:pt x="46691" y="44231"/>
                  </a:lnTo>
                  <a:lnTo>
                    <a:pt x="50380" y="44846"/>
                  </a:lnTo>
                  <a:lnTo>
                    <a:pt x="54108" y="45461"/>
                  </a:lnTo>
                  <a:lnTo>
                    <a:pt x="57912" y="46076"/>
                  </a:lnTo>
                  <a:lnTo>
                    <a:pt x="61793" y="46767"/>
                  </a:lnTo>
                  <a:lnTo>
                    <a:pt x="63792" y="47152"/>
                  </a:lnTo>
                  <a:lnTo>
                    <a:pt x="65828" y="47613"/>
                  </a:lnTo>
                  <a:lnTo>
                    <a:pt x="67865" y="48074"/>
                  </a:lnTo>
                  <a:lnTo>
                    <a:pt x="69979" y="48612"/>
                  </a:lnTo>
                  <a:lnTo>
                    <a:pt x="72092" y="49188"/>
                  </a:lnTo>
                  <a:lnTo>
                    <a:pt x="74283" y="49842"/>
                  </a:lnTo>
                  <a:lnTo>
                    <a:pt x="76511" y="50533"/>
                  </a:lnTo>
                  <a:lnTo>
                    <a:pt x="78779" y="51340"/>
                  </a:lnTo>
                  <a:lnTo>
                    <a:pt x="81084" y="52224"/>
                  </a:lnTo>
                  <a:lnTo>
                    <a:pt x="83467" y="53185"/>
                  </a:lnTo>
                  <a:lnTo>
                    <a:pt x="85888" y="54223"/>
                  </a:lnTo>
                  <a:lnTo>
                    <a:pt x="88347" y="55375"/>
                  </a:lnTo>
                  <a:lnTo>
                    <a:pt x="90845" y="56605"/>
                  </a:lnTo>
                  <a:lnTo>
                    <a:pt x="92997" y="57720"/>
                  </a:lnTo>
                  <a:lnTo>
                    <a:pt x="94842" y="58757"/>
                  </a:lnTo>
                  <a:lnTo>
                    <a:pt x="96340" y="59602"/>
                  </a:lnTo>
                  <a:lnTo>
                    <a:pt x="102835" y="52647"/>
                  </a:lnTo>
                  <a:lnTo>
                    <a:pt x="99184" y="50956"/>
                  </a:lnTo>
                  <a:lnTo>
                    <a:pt x="94842" y="48843"/>
                  </a:lnTo>
                  <a:lnTo>
                    <a:pt x="92421" y="47651"/>
                  </a:lnTo>
                  <a:lnTo>
                    <a:pt x="89884" y="46345"/>
                  </a:lnTo>
                  <a:lnTo>
                    <a:pt x="87233" y="44961"/>
                  </a:lnTo>
                  <a:lnTo>
                    <a:pt x="84428" y="43501"/>
                  </a:lnTo>
                  <a:lnTo>
                    <a:pt x="79624" y="40849"/>
                  </a:lnTo>
                  <a:lnTo>
                    <a:pt x="75205" y="38352"/>
                  </a:lnTo>
                  <a:lnTo>
                    <a:pt x="71170" y="35969"/>
                  </a:lnTo>
                  <a:lnTo>
                    <a:pt x="67481" y="33779"/>
                  </a:lnTo>
                  <a:lnTo>
                    <a:pt x="64176" y="31742"/>
                  </a:lnTo>
                  <a:lnTo>
                    <a:pt x="61255" y="29859"/>
                  </a:lnTo>
                  <a:lnTo>
                    <a:pt x="56452" y="26785"/>
                  </a:lnTo>
                  <a:lnTo>
                    <a:pt x="52532" y="24287"/>
                  </a:lnTo>
                  <a:lnTo>
                    <a:pt x="48190" y="21597"/>
                  </a:lnTo>
                  <a:lnTo>
                    <a:pt x="43425" y="18676"/>
                  </a:lnTo>
                  <a:lnTo>
                    <a:pt x="38198" y="15564"/>
                  </a:lnTo>
                  <a:lnTo>
                    <a:pt x="32549" y="12297"/>
                  </a:lnTo>
                  <a:lnTo>
                    <a:pt x="26478" y="8839"/>
                  </a:lnTo>
                  <a:lnTo>
                    <a:pt x="19945" y="5265"/>
                  </a:lnTo>
                  <a:lnTo>
                    <a:pt x="16525" y="3382"/>
                  </a:lnTo>
                  <a:lnTo>
                    <a:pt x="12989" y="1499"/>
                  </a:lnTo>
                  <a:lnTo>
                    <a:pt x="12259" y="1230"/>
                  </a:lnTo>
                  <a:lnTo>
                    <a:pt x="11222" y="845"/>
                  </a:lnTo>
                  <a:lnTo>
                    <a:pt x="10645" y="653"/>
                  </a:lnTo>
                  <a:lnTo>
                    <a:pt x="9992" y="461"/>
                  </a:lnTo>
                  <a:lnTo>
                    <a:pt x="9300" y="307"/>
                  </a:lnTo>
                  <a:lnTo>
                    <a:pt x="8570" y="192"/>
                  </a:lnTo>
                  <a:lnTo>
                    <a:pt x="7802" y="77"/>
                  </a:lnTo>
                  <a:lnTo>
                    <a:pt x="7071" y="0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7"/>
            <p:cNvSpPr/>
            <p:nvPr/>
          </p:nvSpPr>
          <p:spPr>
            <a:xfrm>
              <a:off x="3065450" y="4793800"/>
              <a:ext cx="697500" cy="683075"/>
            </a:xfrm>
            <a:custGeom>
              <a:rect b="b" l="l" r="r" t="t"/>
              <a:pathLst>
                <a:path extrusionOk="0" h="27323" w="27900">
                  <a:moveTo>
                    <a:pt x="5649" y="0"/>
                  </a:moveTo>
                  <a:lnTo>
                    <a:pt x="0" y="7571"/>
                  </a:lnTo>
                  <a:lnTo>
                    <a:pt x="1652" y="9070"/>
                  </a:lnTo>
                  <a:lnTo>
                    <a:pt x="3113" y="10491"/>
                  </a:lnTo>
                  <a:lnTo>
                    <a:pt x="4458" y="11836"/>
                  </a:lnTo>
                  <a:lnTo>
                    <a:pt x="5687" y="13105"/>
                  </a:lnTo>
                  <a:lnTo>
                    <a:pt x="6763" y="14296"/>
                  </a:lnTo>
                  <a:lnTo>
                    <a:pt x="7724" y="15410"/>
                  </a:lnTo>
                  <a:lnTo>
                    <a:pt x="8570" y="16448"/>
                  </a:lnTo>
                  <a:lnTo>
                    <a:pt x="9300" y="17408"/>
                  </a:lnTo>
                  <a:lnTo>
                    <a:pt x="9953" y="18331"/>
                  </a:lnTo>
                  <a:lnTo>
                    <a:pt x="10491" y="19176"/>
                  </a:lnTo>
                  <a:lnTo>
                    <a:pt x="10952" y="19983"/>
                  </a:lnTo>
                  <a:lnTo>
                    <a:pt x="11336" y="20713"/>
                  </a:lnTo>
                  <a:lnTo>
                    <a:pt x="11644" y="21405"/>
                  </a:lnTo>
                  <a:lnTo>
                    <a:pt x="11874" y="22020"/>
                  </a:lnTo>
                  <a:lnTo>
                    <a:pt x="12067" y="22596"/>
                  </a:lnTo>
                  <a:lnTo>
                    <a:pt x="12182" y="23134"/>
                  </a:lnTo>
                  <a:lnTo>
                    <a:pt x="12336" y="23826"/>
                  </a:lnTo>
                  <a:lnTo>
                    <a:pt x="12451" y="24326"/>
                  </a:lnTo>
                  <a:lnTo>
                    <a:pt x="12643" y="24825"/>
                  </a:lnTo>
                  <a:lnTo>
                    <a:pt x="12912" y="25402"/>
                  </a:lnTo>
                  <a:lnTo>
                    <a:pt x="13066" y="25671"/>
                  </a:lnTo>
                  <a:lnTo>
                    <a:pt x="13258" y="25901"/>
                  </a:lnTo>
                  <a:lnTo>
                    <a:pt x="13450" y="26170"/>
                  </a:lnTo>
                  <a:lnTo>
                    <a:pt x="13681" y="26401"/>
                  </a:lnTo>
                  <a:lnTo>
                    <a:pt x="13950" y="26631"/>
                  </a:lnTo>
                  <a:lnTo>
                    <a:pt x="14219" y="26823"/>
                  </a:lnTo>
                  <a:lnTo>
                    <a:pt x="14488" y="26939"/>
                  </a:lnTo>
                  <a:lnTo>
                    <a:pt x="14757" y="27092"/>
                  </a:lnTo>
                  <a:lnTo>
                    <a:pt x="15064" y="27169"/>
                  </a:lnTo>
                  <a:lnTo>
                    <a:pt x="15333" y="27246"/>
                  </a:lnTo>
                  <a:lnTo>
                    <a:pt x="15948" y="27323"/>
                  </a:lnTo>
                  <a:lnTo>
                    <a:pt x="16563" y="27323"/>
                  </a:lnTo>
                  <a:lnTo>
                    <a:pt x="17139" y="27246"/>
                  </a:lnTo>
                  <a:lnTo>
                    <a:pt x="17716" y="27131"/>
                  </a:lnTo>
                  <a:lnTo>
                    <a:pt x="18292" y="26977"/>
                  </a:lnTo>
                  <a:lnTo>
                    <a:pt x="18792" y="26823"/>
                  </a:lnTo>
                  <a:lnTo>
                    <a:pt x="27899" y="3766"/>
                  </a:lnTo>
                  <a:lnTo>
                    <a:pt x="26900" y="3190"/>
                  </a:lnTo>
                  <a:lnTo>
                    <a:pt x="26285" y="2883"/>
                  </a:lnTo>
                  <a:lnTo>
                    <a:pt x="25593" y="2537"/>
                  </a:lnTo>
                  <a:lnTo>
                    <a:pt x="24440" y="2076"/>
                  </a:lnTo>
                  <a:lnTo>
                    <a:pt x="23326" y="1730"/>
                  </a:lnTo>
                  <a:lnTo>
                    <a:pt x="22288" y="1422"/>
                  </a:lnTo>
                  <a:lnTo>
                    <a:pt x="21251" y="1230"/>
                  </a:lnTo>
                  <a:lnTo>
                    <a:pt x="20290" y="1038"/>
                  </a:lnTo>
                  <a:lnTo>
                    <a:pt x="19368" y="961"/>
                  </a:lnTo>
                  <a:lnTo>
                    <a:pt x="17600" y="807"/>
                  </a:lnTo>
                  <a:lnTo>
                    <a:pt x="11759" y="385"/>
                  </a:lnTo>
                  <a:lnTo>
                    <a:pt x="56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7"/>
            <p:cNvSpPr/>
            <p:nvPr/>
          </p:nvSpPr>
          <p:spPr>
            <a:xfrm>
              <a:off x="2021150" y="3703400"/>
              <a:ext cx="2570875" cy="1489125"/>
            </a:xfrm>
            <a:custGeom>
              <a:rect b="b" l="l" r="r" t="t"/>
              <a:pathLst>
                <a:path extrusionOk="0" h="59565" w="102835">
                  <a:moveTo>
                    <a:pt x="95764" y="0"/>
                  </a:moveTo>
                  <a:lnTo>
                    <a:pt x="94995" y="39"/>
                  </a:lnTo>
                  <a:lnTo>
                    <a:pt x="94265" y="154"/>
                  </a:lnTo>
                  <a:lnTo>
                    <a:pt x="93535" y="269"/>
                  </a:lnTo>
                  <a:lnTo>
                    <a:pt x="92843" y="461"/>
                  </a:lnTo>
                  <a:lnTo>
                    <a:pt x="92190" y="615"/>
                  </a:lnTo>
                  <a:lnTo>
                    <a:pt x="91575" y="807"/>
                  </a:lnTo>
                  <a:lnTo>
                    <a:pt x="90538" y="1191"/>
                  </a:lnTo>
                  <a:lnTo>
                    <a:pt x="89846" y="1460"/>
                  </a:lnTo>
                  <a:lnTo>
                    <a:pt x="86310" y="3382"/>
                  </a:lnTo>
                  <a:lnTo>
                    <a:pt x="82852" y="5226"/>
                  </a:lnTo>
                  <a:lnTo>
                    <a:pt x="76358" y="8800"/>
                  </a:lnTo>
                  <a:lnTo>
                    <a:pt x="70247" y="12259"/>
                  </a:lnTo>
                  <a:lnTo>
                    <a:pt x="64637" y="15525"/>
                  </a:lnTo>
                  <a:lnTo>
                    <a:pt x="59411" y="18638"/>
                  </a:lnTo>
                  <a:lnTo>
                    <a:pt x="54646" y="21559"/>
                  </a:lnTo>
                  <a:lnTo>
                    <a:pt x="50303" y="24249"/>
                  </a:lnTo>
                  <a:lnTo>
                    <a:pt x="46383" y="26746"/>
                  </a:lnTo>
                  <a:lnTo>
                    <a:pt x="41580" y="29859"/>
                  </a:lnTo>
                  <a:lnTo>
                    <a:pt x="38621" y="31704"/>
                  </a:lnTo>
                  <a:lnTo>
                    <a:pt x="35316" y="33740"/>
                  </a:lnTo>
                  <a:lnTo>
                    <a:pt x="31665" y="35969"/>
                  </a:lnTo>
                  <a:lnTo>
                    <a:pt x="27630" y="38313"/>
                  </a:lnTo>
                  <a:lnTo>
                    <a:pt x="23211" y="40850"/>
                  </a:lnTo>
                  <a:lnTo>
                    <a:pt x="18408" y="43463"/>
                  </a:lnTo>
                  <a:lnTo>
                    <a:pt x="15602" y="44923"/>
                  </a:lnTo>
                  <a:lnTo>
                    <a:pt x="12912" y="46306"/>
                  </a:lnTo>
                  <a:lnTo>
                    <a:pt x="10376" y="47613"/>
                  </a:lnTo>
                  <a:lnTo>
                    <a:pt x="7994" y="48804"/>
                  </a:lnTo>
                  <a:lnTo>
                    <a:pt x="3651" y="50918"/>
                  </a:lnTo>
                  <a:lnTo>
                    <a:pt x="1" y="52609"/>
                  </a:lnTo>
                  <a:lnTo>
                    <a:pt x="6456" y="59564"/>
                  </a:lnTo>
                  <a:lnTo>
                    <a:pt x="7955" y="58719"/>
                  </a:lnTo>
                  <a:lnTo>
                    <a:pt x="9800" y="57681"/>
                  </a:lnTo>
                  <a:lnTo>
                    <a:pt x="11990" y="56567"/>
                  </a:lnTo>
                  <a:lnTo>
                    <a:pt x="14450" y="55337"/>
                  </a:lnTo>
                  <a:lnTo>
                    <a:pt x="16947" y="54184"/>
                  </a:lnTo>
                  <a:lnTo>
                    <a:pt x="19368" y="53147"/>
                  </a:lnTo>
                  <a:lnTo>
                    <a:pt x="21751" y="52186"/>
                  </a:lnTo>
                  <a:lnTo>
                    <a:pt x="24057" y="51302"/>
                  </a:lnTo>
                  <a:lnTo>
                    <a:pt x="26324" y="50534"/>
                  </a:lnTo>
                  <a:lnTo>
                    <a:pt x="28553" y="49803"/>
                  </a:lnTo>
                  <a:lnTo>
                    <a:pt x="30705" y="49150"/>
                  </a:lnTo>
                  <a:lnTo>
                    <a:pt x="32857" y="48574"/>
                  </a:lnTo>
                  <a:lnTo>
                    <a:pt x="34932" y="48036"/>
                  </a:lnTo>
                  <a:lnTo>
                    <a:pt x="37007" y="47575"/>
                  </a:lnTo>
                  <a:lnTo>
                    <a:pt x="39005" y="47152"/>
                  </a:lnTo>
                  <a:lnTo>
                    <a:pt x="41004" y="46729"/>
                  </a:lnTo>
                  <a:lnTo>
                    <a:pt x="44885" y="46037"/>
                  </a:lnTo>
                  <a:lnTo>
                    <a:pt x="48689" y="45423"/>
                  </a:lnTo>
                  <a:lnTo>
                    <a:pt x="52455" y="44808"/>
                  </a:lnTo>
                  <a:lnTo>
                    <a:pt x="56106" y="44193"/>
                  </a:lnTo>
                  <a:lnTo>
                    <a:pt x="57950" y="43847"/>
                  </a:lnTo>
                  <a:lnTo>
                    <a:pt x="59757" y="43501"/>
                  </a:lnTo>
                  <a:lnTo>
                    <a:pt x="61601" y="43078"/>
                  </a:lnTo>
                  <a:lnTo>
                    <a:pt x="63407" y="42656"/>
                  </a:lnTo>
                  <a:lnTo>
                    <a:pt x="65252" y="42195"/>
                  </a:lnTo>
                  <a:lnTo>
                    <a:pt x="67096" y="41657"/>
                  </a:lnTo>
                  <a:lnTo>
                    <a:pt x="68941" y="41080"/>
                  </a:lnTo>
                  <a:lnTo>
                    <a:pt x="70785" y="40427"/>
                  </a:lnTo>
                  <a:lnTo>
                    <a:pt x="72668" y="39735"/>
                  </a:lnTo>
                  <a:lnTo>
                    <a:pt x="74551" y="38967"/>
                  </a:lnTo>
                  <a:lnTo>
                    <a:pt x="76473" y="38083"/>
                  </a:lnTo>
                  <a:lnTo>
                    <a:pt x="78433" y="37122"/>
                  </a:lnTo>
                  <a:lnTo>
                    <a:pt x="80354" y="36084"/>
                  </a:lnTo>
                  <a:lnTo>
                    <a:pt x="81392" y="35508"/>
                  </a:lnTo>
                  <a:lnTo>
                    <a:pt x="82468" y="34893"/>
                  </a:lnTo>
                  <a:lnTo>
                    <a:pt x="83582" y="34201"/>
                  </a:lnTo>
                  <a:lnTo>
                    <a:pt x="84735" y="33471"/>
                  </a:lnTo>
                  <a:lnTo>
                    <a:pt x="85888" y="32664"/>
                  </a:lnTo>
                  <a:lnTo>
                    <a:pt x="87117" y="31819"/>
                  </a:lnTo>
                  <a:lnTo>
                    <a:pt x="88347" y="30897"/>
                  </a:lnTo>
                  <a:lnTo>
                    <a:pt x="89615" y="29936"/>
                  </a:lnTo>
                  <a:lnTo>
                    <a:pt x="90883" y="28898"/>
                  </a:lnTo>
                  <a:lnTo>
                    <a:pt x="92190" y="27784"/>
                  </a:lnTo>
                  <a:lnTo>
                    <a:pt x="93497" y="26631"/>
                  </a:lnTo>
                  <a:lnTo>
                    <a:pt x="94842" y="25401"/>
                  </a:lnTo>
                  <a:lnTo>
                    <a:pt x="96187" y="24095"/>
                  </a:lnTo>
                  <a:lnTo>
                    <a:pt x="97532" y="22711"/>
                  </a:lnTo>
                  <a:lnTo>
                    <a:pt x="98146" y="21828"/>
                  </a:lnTo>
                  <a:lnTo>
                    <a:pt x="98723" y="20944"/>
                  </a:lnTo>
                  <a:lnTo>
                    <a:pt x="99261" y="20060"/>
                  </a:lnTo>
                  <a:lnTo>
                    <a:pt x="99722" y="19214"/>
                  </a:lnTo>
                  <a:lnTo>
                    <a:pt x="100183" y="18331"/>
                  </a:lnTo>
                  <a:lnTo>
                    <a:pt x="100606" y="17485"/>
                  </a:lnTo>
                  <a:lnTo>
                    <a:pt x="100990" y="16601"/>
                  </a:lnTo>
                  <a:lnTo>
                    <a:pt x="101298" y="15756"/>
                  </a:lnTo>
                  <a:lnTo>
                    <a:pt x="101605" y="14949"/>
                  </a:lnTo>
                  <a:lnTo>
                    <a:pt x="101874" y="14103"/>
                  </a:lnTo>
                  <a:lnTo>
                    <a:pt x="102104" y="13296"/>
                  </a:lnTo>
                  <a:lnTo>
                    <a:pt x="102335" y="12489"/>
                  </a:lnTo>
                  <a:lnTo>
                    <a:pt x="102489" y="11721"/>
                  </a:lnTo>
                  <a:lnTo>
                    <a:pt x="102604" y="10952"/>
                  </a:lnTo>
                  <a:lnTo>
                    <a:pt x="102719" y="10184"/>
                  </a:lnTo>
                  <a:lnTo>
                    <a:pt x="102796" y="9454"/>
                  </a:lnTo>
                  <a:lnTo>
                    <a:pt x="102835" y="8723"/>
                  </a:lnTo>
                  <a:lnTo>
                    <a:pt x="102835" y="8032"/>
                  </a:lnTo>
                  <a:lnTo>
                    <a:pt x="102796" y="7378"/>
                  </a:lnTo>
                  <a:lnTo>
                    <a:pt x="102758" y="6725"/>
                  </a:lnTo>
                  <a:lnTo>
                    <a:pt x="102681" y="6072"/>
                  </a:lnTo>
                  <a:lnTo>
                    <a:pt x="102566" y="5495"/>
                  </a:lnTo>
                  <a:lnTo>
                    <a:pt x="102412" y="4919"/>
                  </a:lnTo>
                  <a:lnTo>
                    <a:pt x="102258" y="4343"/>
                  </a:lnTo>
                  <a:lnTo>
                    <a:pt x="102066" y="3843"/>
                  </a:lnTo>
                  <a:lnTo>
                    <a:pt x="101835" y="3343"/>
                  </a:lnTo>
                  <a:lnTo>
                    <a:pt x="101605" y="2882"/>
                  </a:lnTo>
                  <a:lnTo>
                    <a:pt x="101336" y="2460"/>
                  </a:lnTo>
                  <a:lnTo>
                    <a:pt x="101029" y="2037"/>
                  </a:lnTo>
                  <a:lnTo>
                    <a:pt x="100721" y="1691"/>
                  </a:lnTo>
                  <a:lnTo>
                    <a:pt x="100414" y="1384"/>
                  </a:lnTo>
                  <a:lnTo>
                    <a:pt x="100029" y="1076"/>
                  </a:lnTo>
                  <a:lnTo>
                    <a:pt x="99722" y="846"/>
                  </a:lnTo>
                  <a:lnTo>
                    <a:pt x="99415" y="692"/>
                  </a:lnTo>
                  <a:lnTo>
                    <a:pt x="99069" y="500"/>
                  </a:lnTo>
                  <a:lnTo>
                    <a:pt x="98723" y="384"/>
                  </a:lnTo>
                  <a:lnTo>
                    <a:pt x="98031" y="154"/>
                  </a:lnTo>
                  <a:lnTo>
                    <a:pt x="97263" y="39"/>
                  </a:lnTo>
                  <a:lnTo>
                    <a:pt x="96532" y="0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7"/>
            <p:cNvSpPr/>
            <p:nvPr/>
          </p:nvSpPr>
          <p:spPr>
            <a:xfrm>
              <a:off x="1911625" y="4778425"/>
              <a:ext cx="681175" cy="654275"/>
            </a:xfrm>
            <a:custGeom>
              <a:rect b="b" l="l" r="r" t="t"/>
              <a:pathLst>
                <a:path extrusionOk="0" h="26171" w="27247">
                  <a:moveTo>
                    <a:pt x="22251" y="1"/>
                  </a:moveTo>
                  <a:lnTo>
                    <a:pt x="16141" y="385"/>
                  </a:lnTo>
                  <a:lnTo>
                    <a:pt x="10299" y="808"/>
                  </a:lnTo>
                  <a:lnTo>
                    <a:pt x="8532" y="961"/>
                  </a:lnTo>
                  <a:lnTo>
                    <a:pt x="7610" y="1077"/>
                  </a:lnTo>
                  <a:lnTo>
                    <a:pt x="6649" y="1230"/>
                  </a:lnTo>
                  <a:lnTo>
                    <a:pt x="5611" y="1461"/>
                  </a:lnTo>
                  <a:lnTo>
                    <a:pt x="4574" y="1730"/>
                  </a:lnTo>
                  <a:lnTo>
                    <a:pt x="3459" y="2076"/>
                  </a:lnTo>
                  <a:lnTo>
                    <a:pt x="2306" y="2575"/>
                  </a:lnTo>
                  <a:lnTo>
                    <a:pt x="1615" y="2883"/>
                  </a:lnTo>
                  <a:lnTo>
                    <a:pt x="1000" y="3229"/>
                  </a:lnTo>
                  <a:lnTo>
                    <a:pt x="1" y="3767"/>
                  </a:lnTo>
                  <a:lnTo>
                    <a:pt x="7456" y="25671"/>
                  </a:lnTo>
                  <a:lnTo>
                    <a:pt x="8109" y="25824"/>
                  </a:lnTo>
                  <a:lnTo>
                    <a:pt x="8839" y="26017"/>
                  </a:lnTo>
                  <a:lnTo>
                    <a:pt x="9608" y="26132"/>
                  </a:lnTo>
                  <a:lnTo>
                    <a:pt x="10415" y="26170"/>
                  </a:lnTo>
                  <a:lnTo>
                    <a:pt x="11222" y="26170"/>
                  </a:lnTo>
                  <a:lnTo>
                    <a:pt x="11606" y="26132"/>
                  </a:lnTo>
                  <a:lnTo>
                    <a:pt x="12029" y="26055"/>
                  </a:lnTo>
                  <a:lnTo>
                    <a:pt x="12451" y="25940"/>
                  </a:lnTo>
                  <a:lnTo>
                    <a:pt x="12836" y="25786"/>
                  </a:lnTo>
                  <a:lnTo>
                    <a:pt x="13220" y="25632"/>
                  </a:lnTo>
                  <a:lnTo>
                    <a:pt x="13604" y="25440"/>
                  </a:lnTo>
                  <a:lnTo>
                    <a:pt x="14065" y="25133"/>
                  </a:lnTo>
                  <a:lnTo>
                    <a:pt x="14450" y="24825"/>
                  </a:lnTo>
                  <a:lnTo>
                    <a:pt x="14757" y="24479"/>
                  </a:lnTo>
                  <a:lnTo>
                    <a:pt x="15065" y="24172"/>
                  </a:lnTo>
                  <a:lnTo>
                    <a:pt x="15295" y="23865"/>
                  </a:lnTo>
                  <a:lnTo>
                    <a:pt x="15449" y="23596"/>
                  </a:lnTo>
                  <a:lnTo>
                    <a:pt x="15718" y="23173"/>
                  </a:lnTo>
                  <a:lnTo>
                    <a:pt x="16333" y="22135"/>
                  </a:lnTo>
                  <a:lnTo>
                    <a:pt x="17178" y="20867"/>
                  </a:lnTo>
                  <a:lnTo>
                    <a:pt x="18216" y="19407"/>
                  </a:lnTo>
                  <a:lnTo>
                    <a:pt x="19484" y="17716"/>
                  </a:lnTo>
                  <a:lnTo>
                    <a:pt x="21021" y="15756"/>
                  </a:lnTo>
                  <a:lnTo>
                    <a:pt x="22827" y="13566"/>
                  </a:lnTo>
                  <a:lnTo>
                    <a:pt x="24864" y="11068"/>
                  </a:lnTo>
                  <a:lnTo>
                    <a:pt x="27246" y="8263"/>
                  </a:lnTo>
                  <a:lnTo>
                    <a:pt x="222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7"/>
            <p:cNvSpPr/>
            <p:nvPr/>
          </p:nvSpPr>
          <p:spPr>
            <a:xfrm>
              <a:off x="2032675" y="1132525"/>
              <a:ext cx="1855150" cy="1201875"/>
            </a:xfrm>
            <a:custGeom>
              <a:rect b="b" l="l" r="r" t="t"/>
              <a:pathLst>
                <a:path extrusionOk="0" h="48075" w="74206">
                  <a:moveTo>
                    <a:pt x="36738" y="1"/>
                  </a:moveTo>
                  <a:lnTo>
                    <a:pt x="36046" y="2460"/>
                  </a:lnTo>
                  <a:lnTo>
                    <a:pt x="35662" y="3844"/>
                  </a:lnTo>
                  <a:lnTo>
                    <a:pt x="35201" y="5304"/>
                  </a:lnTo>
                  <a:lnTo>
                    <a:pt x="34701" y="6880"/>
                  </a:lnTo>
                  <a:lnTo>
                    <a:pt x="34125" y="8532"/>
                  </a:lnTo>
                  <a:lnTo>
                    <a:pt x="33510" y="10261"/>
                  </a:lnTo>
                  <a:lnTo>
                    <a:pt x="32818" y="12029"/>
                  </a:lnTo>
                  <a:lnTo>
                    <a:pt x="31473" y="15449"/>
                  </a:lnTo>
                  <a:lnTo>
                    <a:pt x="30244" y="18408"/>
                  </a:lnTo>
                  <a:lnTo>
                    <a:pt x="29667" y="19753"/>
                  </a:lnTo>
                  <a:lnTo>
                    <a:pt x="29129" y="21021"/>
                  </a:lnTo>
                  <a:lnTo>
                    <a:pt x="28591" y="22174"/>
                  </a:lnTo>
                  <a:lnTo>
                    <a:pt x="28015" y="23250"/>
                  </a:lnTo>
                  <a:lnTo>
                    <a:pt x="27477" y="24249"/>
                  </a:lnTo>
                  <a:lnTo>
                    <a:pt x="26939" y="25171"/>
                  </a:lnTo>
                  <a:lnTo>
                    <a:pt x="26362" y="26017"/>
                  </a:lnTo>
                  <a:lnTo>
                    <a:pt x="25786" y="26824"/>
                  </a:lnTo>
                  <a:lnTo>
                    <a:pt x="25171" y="27554"/>
                  </a:lnTo>
                  <a:lnTo>
                    <a:pt x="24518" y="28207"/>
                  </a:lnTo>
                  <a:lnTo>
                    <a:pt x="23826" y="28822"/>
                  </a:lnTo>
                  <a:lnTo>
                    <a:pt x="23135" y="29360"/>
                  </a:lnTo>
                  <a:lnTo>
                    <a:pt x="22520" y="29783"/>
                  </a:lnTo>
                  <a:lnTo>
                    <a:pt x="21905" y="30167"/>
                  </a:lnTo>
                  <a:lnTo>
                    <a:pt x="21290" y="30475"/>
                  </a:lnTo>
                  <a:lnTo>
                    <a:pt x="20714" y="30782"/>
                  </a:lnTo>
                  <a:lnTo>
                    <a:pt x="20137" y="31013"/>
                  </a:lnTo>
                  <a:lnTo>
                    <a:pt x="19522" y="31243"/>
                  </a:lnTo>
                  <a:lnTo>
                    <a:pt x="18946" y="31435"/>
                  </a:lnTo>
                  <a:lnTo>
                    <a:pt x="18369" y="31589"/>
                  </a:lnTo>
                  <a:lnTo>
                    <a:pt x="17217" y="31858"/>
                  </a:lnTo>
                  <a:lnTo>
                    <a:pt x="16102" y="32050"/>
                  </a:lnTo>
                  <a:lnTo>
                    <a:pt x="14988" y="32204"/>
                  </a:lnTo>
                  <a:lnTo>
                    <a:pt x="13873" y="32319"/>
                  </a:lnTo>
                  <a:lnTo>
                    <a:pt x="12759" y="32473"/>
                  </a:lnTo>
                  <a:lnTo>
                    <a:pt x="11644" y="32627"/>
                  </a:lnTo>
                  <a:lnTo>
                    <a:pt x="10568" y="32857"/>
                  </a:lnTo>
                  <a:lnTo>
                    <a:pt x="10030" y="32972"/>
                  </a:lnTo>
                  <a:lnTo>
                    <a:pt x="9492" y="33126"/>
                  </a:lnTo>
                  <a:lnTo>
                    <a:pt x="8954" y="33318"/>
                  </a:lnTo>
                  <a:lnTo>
                    <a:pt x="8416" y="33549"/>
                  </a:lnTo>
                  <a:lnTo>
                    <a:pt x="7878" y="33779"/>
                  </a:lnTo>
                  <a:lnTo>
                    <a:pt x="7340" y="34087"/>
                  </a:lnTo>
                  <a:lnTo>
                    <a:pt x="6802" y="34394"/>
                  </a:lnTo>
                  <a:lnTo>
                    <a:pt x="6264" y="34779"/>
                  </a:lnTo>
                  <a:lnTo>
                    <a:pt x="5726" y="35163"/>
                  </a:lnTo>
                  <a:lnTo>
                    <a:pt x="5188" y="35624"/>
                  </a:lnTo>
                  <a:lnTo>
                    <a:pt x="4574" y="36239"/>
                  </a:lnTo>
                  <a:lnTo>
                    <a:pt x="4036" y="36815"/>
                  </a:lnTo>
                  <a:lnTo>
                    <a:pt x="3498" y="37430"/>
                  </a:lnTo>
                  <a:lnTo>
                    <a:pt x="3037" y="38083"/>
                  </a:lnTo>
                  <a:lnTo>
                    <a:pt x="2614" y="38737"/>
                  </a:lnTo>
                  <a:lnTo>
                    <a:pt x="2191" y="39390"/>
                  </a:lnTo>
                  <a:lnTo>
                    <a:pt x="1845" y="40082"/>
                  </a:lnTo>
                  <a:lnTo>
                    <a:pt x="1538" y="40735"/>
                  </a:lnTo>
                  <a:lnTo>
                    <a:pt x="1230" y="41427"/>
                  </a:lnTo>
                  <a:lnTo>
                    <a:pt x="1000" y="42080"/>
                  </a:lnTo>
                  <a:lnTo>
                    <a:pt x="769" y="42772"/>
                  </a:lnTo>
                  <a:lnTo>
                    <a:pt x="577" y="43425"/>
                  </a:lnTo>
                  <a:lnTo>
                    <a:pt x="231" y="44655"/>
                  </a:lnTo>
                  <a:lnTo>
                    <a:pt x="1" y="45846"/>
                  </a:lnTo>
                  <a:lnTo>
                    <a:pt x="70939" y="47998"/>
                  </a:lnTo>
                  <a:lnTo>
                    <a:pt x="74206" y="48075"/>
                  </a:lnTo>
                  <a:lnTo>
                    <a:pt x="74167" y="47037"/>
                  </a:lnTo>
                  <a:lnTo>
                    <a:pt x="74090" y="45846"/>
                  </a:lnTo>
                  <a:lnTo>
                    <a:pt x="73898" y="44578"/>
                  </a:lnTo>
                  <a:lnTo>
                    <a:pt x="73745" y="43963"/>
                  </a:lnTo>
                  <a:lnTo>
                    <a:pt x="73591" y="43271"/>
                  </a:lnTo>
                  <a:lnTo>
                    <a:pt x="73399" y="42618"/>
                  </a:lnTo>
                  <a:lnTo>
                    <a:pt x="73130" y="41926"/>
                  </a:lnTo>
                  <a:lnTo>
                    <a:pt x="72861" y="41273"/>
                  </a:lnTo>
                  <a:lnTo>
                    <a:pt x="72553" y="40620"/>
                  </a:lnTo>
                  <a:lnTo>
                    <a:pt x="72207" y="39966"/>
                  </a:lnTo>
                  <a:lnTo>
                    <a:pt x="71785" y="39313"/>
                  </a:lnTo>
                  <a:lnTo>
                    <a:pt x="71362" y="38660"/>
                  </a:lnTo>
                  <a:lnTo>
                    <a:pt x="70824" y="38045"/>
                  </a:lnTo>
                  <a:lnTo>
                    <a:pt x="70324" y="37507"/>
                  </a:lnTo>
                  <a:lnTo>
                    <a:pt x="69786" y="37007"/>
                  </a:lnTo>
                  <a:lnTo>
                    <a:pt x="69248" y="36585"/>
                  </a:lnTo>
                  <a:lnTo>
                    <a:pt x="68710" y="36200"/>
                  </a:lnTo>
                  <a:lnTo>
                    <a:pt x="68249" y="35893"/>
                  </a:lnTo>
                  <a:lnTo>
                    <a:pt x="67750" y="35624"/>
                  </a:lnTo>
                  <a:lnTo>
                    <a:pt x="67289" y="35393"/>
                  </a:lnTo>
                  <a:lnTo>
                    <a:pt x="66789" y="35163"/>
                  </a:lnTo>
                  <a:lnTo>
                    <a:pt x="65828" y="34779"/>
                  </a:lnTo>
                  <a:lnTo>
                    <a:pt x="64829" y="34471"/>
                  </a:lnTo>
                  <a:lnTo>
                    <a:pt x="63792" y="34202"/>
                  </a:lnTo>
                  <a:lnTo>
                    <a:pt x="62754" y="33972"/>
                  </a:lnTo>
                  <a:lnTo>
                    <a:pt x="60641" y="33587"/>
                  </a:lnTo>
                  <a:lnTo>
                    <a:pt x="59603" y="33395"/>
                  </a:lnTo>
                  <a:lnTo>
                    <a:pt x="58565" y="33165"/>
                  </a:lnTo>
                  <a:lnTo>
                    <a:pt x="57528" y="32896"/>
                  </a:lnTo>
                  <a:lnTo>
                    <a:pt x="56490" y="32627"/>
                  </a:lnTo>
                  <a:lnTo>
                    <a:pt x="55491" y="32242"/>
                  </a:lnTo>
                  <a:lnTo>
                    <a:pt x="54530" y="31781"/>
                  </a:lnTo>
                  <a:lnTo>
                    <a:pt x="54031" y="31551"/>
                  </a:lnTo>
                  <a:lnTo>
                    <a:pt x="53570" y="31243"/>
                  </a:lnTo>
                  <a:lnTo>
                    <a:pt x="53109" y="30936"/>
                  </a:lnTo>
                  <a:lnTo>
                    <a:pt x="52647" y="30590"/>
                  </a:lnTo>
                  <a:lnTo>
                    <a:pt x="52417" y="30398"/>
                  </a:lnTo>
                  <a:lnTo>
                    <a:pt x="51571" y="29668"/>
                  </a:lnTo>
                  <a:lnTo>
                    <a:pt x="50880" y="28899"/>
                  </a:lnTo>
                  <a:lnTo>
                    <a:pt x="50265" y="28169"/>
                  </a:lnTo>
                  <a:lnTo>
                    <a:pt x="49727" y="27477"/>
                  </a:lnTo>
                  <a:lnTo>
                    <a:pt x="49343" y="26862"/>
                  </a:lnTo>
                  <a:lnTo>
                    <a:pt x="48997" y="26324"/>
                  </a:lnTo>
                  <a:lnTo>
                    <a:pt x="48651" y="25633"/>
                  </a:lnTo>
                  <a:lnTo>
                    <a:pt x="48574" y="25402"/>
                  </a:lnTo>
                  <a:lnTo>
                    <a:pt x="48420" y="24902"/>
                  </a:lnTo>
                  <a:lnTo>
                    <a:pt x="48305" y="24326"/>
                  </a:lnTo>
                  <a:lnTo>
                    <a:pt x="48267" y="23750"/>
                  </a:lnTo>
                  <a:lnTo>
                    <a:pt x="48267" y="23096"/>
                  </a:lnTo>
                  <a:lnTo>
                    <a:pt x="48343" y="22405"/>
                  </a:lnTo>
                  <a:lnTo>
                    <a:pt x="48459" y="21713"/>
                  </a:lnTo>
                  <a:lnTo>
                    <a:pt x="48612" y="20983"/>
                  </a:lnTo>
                  <a:lnTo>
                    <a:pt x="48843" y="20214"/>
                  </a:lnTo>
                  <a:lnTo>
                    <a:pt x="49112" y="19446"/>
                  </a:lnTo>
                  <a:lnTo>
                    <a:pt x="49458" y="18677"/>
                  </a:lnTo>
                  <a:lnTo>
                    <a:pt x="49842" y="17870"/>
                  </a:lnTo>
                  <a:lnTo>
                    <a:pt x="50303" y="17063"/>
                  </a:lnTo>
                  <a:lnTo>
                    <a:pt x="50803" y="16256"/>
                  </a:lnTo>
                  <a:lnTo>
                    <a:pt x="51379" y="15449"/>
                  </a:lnTo>
                  <a:lnTo>
                    <a:pt x="51994" y="14680"/>
                  </a:lnTo>
                  <a:lnTo>
                    <a:pt x="52686" y="13873"/>
                  </a:lnTo>
                  <a:lnTo>
                    <a:pt x="48997" y="11376"/>
                  </a:lnTo>
                  <a:lnTo>
                    <a:pt x="45999" y="9339"/>
                  </a:lnTo>
                  <a:lnTo>
                    <a:pt x="43578" y="7763"/>
                  </a:lnTo>
                  <a:lnTo>
                    <a:pt x="41695" y="6572"/>
                  </a:lnTo>
                  <a:lnTo>
                    <a:pt x="41157" y="6226"/>
                  </a:lnTo>
                  <a:lnTo>
                    <a:pt x="40581" y="5880"/>
                  </a:lnTo>
                  <a:lnTo>
                    <a:pt x="40043" y="5496"/>
                  </a:lnTo>
                  <a:lnTo>
                    <a:pt x="39582" y="5112"/>
                  </a:lnTo>
                  <a:lnTo>
                    <a:pt x="39159" y="4728"/>
                  </a:lnTo>
                  <a:lnTo>
                    <a:pt x="38775" y="4343"/>
                  </a:lnTo>
                  <a:lnTo>
                    <a:pt x="38429" y="3921"/>
                  </a:lnTo>
                  <a:lnTo>
                    <a:pt x="38122" y="3536"/>
                  </a:lnTo>
                  <a:lnTo>
                    <a:pt x="37853" y="3152"/>
                  </a:lnTo>
                  <a:lnTo>
                    <a:pt x="37584" y="2729"/>
                  </a:lnTo>
                  <a:lnTo>
                    <a:pt x="37391" y="2345"/>
                  </a:lnTo>
                  <a:lnTo>
                    <a:pt x="37199" y="1922"/>
                  </a:lnTo>
                  <a:lnTo>
                    <a:pt x="37084" y="1538"/>
                  </a:lnTo>
                  <a:lnTo>
                    <a:pt x="36853" y="769"/>
                  </a:lnTo>
                  <a:lnTo>
                    <a:pt x="36738" y="1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7"/>
            <p:cNvSpPr/>
            <p:nvPr/>
          </p:nvSpPr>
          <p:spPr>
            <a:xfrm>
              <a:off x="3027000" y="1957775"/>
              <a:ext cx="112450" cy="55750"/>
            </a:xfrm>
            <a:custGeom>
              <a:rect b="b" l="l" r="r" t="t"/>
              <a:pathLst>
                <a:path extrusionOk="0" h="2230" w="4498">
                  <a:moveTo>
                    <a:pt x="4497" y="1"/>
                  </a:moveTo>
                  <a:lnTo>
                    <a:pt x="1" y="885"/>
                  </a:lnTo>
                  <a:lnTo>
                    <a:pt x="232" y="1269"/>
                  </a:lnTo>
                  <a:lnTo>
                    <a:pt x="539" y="1576"/>
                  </a:lnTo>
                  <a:lnTo>
                    <a:pt x="846" y="1807"/>
                  </a:lnTo>
                  <a:lnTo>
                    <a:pt x="1154" y="1999"/>
                  </a:lnTo>
                  <a:lnTo>
                    <a:pt x="1500" y="2153"/>
                  </a:lnTo>
                  <a:lnTo>
                    <a:pt x="1846" y="2191"/>
                  </a:lnTo>
                  <a:lnTo>
                    <a:pt x="2230" y="2230"/>
                  </a:lnTo>
                  <a:lnTo>
                    <a:pt x="2576" y="2153"/>
                  </a:lnTo>
                  <a:lnTo>
                    <a:pt x="2845" y="2076"/>
                  </a:lnTo>
                  <a:lnTo>
                    <a:pt x="3075" y="1961"/>
                  </a:lnTo>
                  <a:lnTo>
                    <a:pt x="3267" y="1845"/>
                  </a:lnTo>
                  <a:lnTo>
                    <a:pt x="3459" y="1692"/>
                  </a:lnTo>
                  <a:lnTo>
                    <a:pt x="3805" y="1346"/>
                  </a:lnTo>
                  <a:lnTo>
                    <a:pt x="4036" y="1000"/>
                  </a:lnTo>
                  <a:lnTo>
                    <a:pt x="4228" y="654"/>
                  </a:lnTo>
                  <a:lnTo>
                    <a:pt x="4382" y="347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7"/>
            <p:cNvSpPr/>
            <p:nvPr/>
          </p:nvSpPr>
          <p:spPr>
            <a:xfrm>
              <a:off x="3163425" y="2049050"/>
              <a:ext cx="367025" cy="44225"/>
            </a:xfrm>
            <a:custGeom>
              <a:rect b="b" l="l" r="r" t="t"/>
              <a:pathLst>
                <a:path extrusionOk="0" h="1769" w="14681">
                  <a:moveTo>
                    <a:pt x="14680" y="1"/>
                  </a:moveTo>
                  <a:lnTo>
                    <a:pt x="6149" y="462"/>
                  </a:lnTo>
                  <a:lnTo>
                    <a:pt x="1" y="346"/>
                  </a:lnTo>
                  <a:lnTo>
                    <a:pt x="1" y="346"/>
                  </a:lnTo>
                  <a:lnTo>
                    <a:pt x="577" y="692"/>
                  </a:lnTo>
                  <a:lnTo>
                    <a:pt x="923" y="884"/>
                  </a:lnTo>
                  <a:lnTo>
                    <a:pt x="1307" y="1077"/>
                  </a:lnTo>
                  <a:lnTo>
                    <a:pt x="1999" y="1384"/>
                  </a:lnTo>
                  <a:lnTo>
                    <a:pt x="2652" y="1576"/>
                  </a:lnTo>
                  <a:lnTo>
                    <a:pt x="3267" y="1691"/>
                  </a:lnTo>
                  <a:lnTo>
                    <a:pt x="3844" y="1768"/>
                  </a:lnTo>
                  <a:lnTo>
                    <a:pt x="4920" y="1768"/>
                  </a:lnTo>
                  <a:lnTo>
                    <a:pt x="5842" y="1653"/>
                  </a:lnTo>
                  <a:lnTo>
                    <a:pt x="7302" y="1461"/>
                  </a:lnTo>
                  <a:lnTo>
                    <a:pt x="8724" y="1230"/>
                  </a:lnTo>
                  <a:lnTo>
                    <a:pt x="11260" y="769"/>
                  </a:lnTo>
                  <a:lnTo>
                    <a:pt x="13335" y="308"/>
                  </a:lnTo>
                  <a:lnTo>
                    <a:pt x="14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7"/>
            <p:cNvSpPr/>
            <p:nvPr/>
          </p:nvSpPr>
          <p:spPr>
            <a:xfrm>
              <a:off x="2469800" y="2049050"/>
              <a:ext cx="557225" cy="44225"/>
            </a:xfrm>
            <a:custGeom>
              <a:rect b="b" l="l" r="r" t="t"/>
              <a:pathLst>
                <a:path extrusionOk="0" h="1769" w="22289">
                  <a:moveTo>
                    <a:pt x="1" y="1"/>
                  </a:moveTo>
                  <a:lnTo>
                    <a:pt x="2037" y="308"/>
                  </a:lnTo>
                  <a:lnTo>
                    <a:pt x="5188" y="769"/>
                  </a:lnTo>
                  <a:lnTo>
                    <a:pt x="9070" y="1230"/>
                  </a:lnTo>
                  <a:lnTo>
                    <a:pt x="11222" y="1461"/>
                  </a:lnTo>
                  <a:lnTo>
                    <a:pt x="13450" y="1653"/>
                  </a:lnTo>
                  <a:lnTo>
                    <a:pt x="14834" y="1768"/>
                  </a:lnTo>
                  <a:lnTo>
                    <a:pt x="16448" y="1768"/>
                  </a:lnTo>
                  <a:lnTo>
                    <a:pt x="17332" y="1691"/>
                  </a:lnTo>
                  <a:lnTo>
                    <a:pt x="18292" y="1576"/>
                  </a:lnTo>
                  <a:lnTo>
                    <a:pt x="19292" y="1384"/>
                  </a:lnTo>
                  <a:lnTo>
                    <a:pt x="20329" y="1077"/>
                  </a:lnTo>
                  <a:lnTo>
                    <a:pt x="20944" y="884"/>
                  </a:lnTo>
                  <a:lnTo>
                    <a:pt x="21444" y="692"/>
                  </a:lnTo>
                  <a:lnTo>
                    <a:pt x="22289" y="346"/>
                  </a:lnTo>
                  <a:lnTo>
                    <a:pt x="12951" y="4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7"/>
            <p:cNvSpPr/>
            <p:nvPr/>
          </p:nvSpPr>
          <p:spPr>
            <a:xfrm>
              <a:off x="2901150" y="4815900"/>
              <a:ext cx="382400" cy="90325"/>
            </a:xfrm>
            <a:custGeom>
              <a:rect b="b" l="l" r="r" t="t"/>
              <a:pathLst>
                <a:path extrusionOk="0" h="3613" w="15296">
                  <a:moveTo>
                    <a:pt x="14873" y="0"/>
                  </a:moveTo>
                  <a:lnTo>
                    <a:pt x="270" y="2921"/>
                  </a:lnTo>
                  <a:lnTo>
                    <a:pt x="155" y="2998"/>
                  </a:lnTo>
                  <a:lnTo>
                    <a:pt x="39" y="3075"/>
                  </a:lnTo>
                  <a:lnTo>
                    <a:pt x="1" y="3190"/>
                  </a:lnTo>
                  <a:lnTo>
                    <a:pt x="1" y="3344"/>
                  </a:lnTo>
                  <a:lnTo>
                    <a:pt x="39" y="3459"/>
                  </a:lnTo>
                  <a:lnTo>
                    <a:pt x="116" y="3536"/>
                  </a:lnTo>
                  <a:lnTo>
                    <a:pt x="231" y="3613"/>
                  </a:lnTo>
                  <a:lnTo>
                    <a:pt x="424" y="3613"/>
                  </a:lnTo>
                  <a:lnTo>
                    <a:pt x="15026" y="692"/>
                  </a:lnTo>
                  <a:lnTo>
                    <a:pt x="15142" y="654"/>
                  </a:lnTo>
                  <a:lnTo>
                    <a:pt x="15257" y="538"/>
                  </a:lnTo>
                  <a:lnTo>
                    <a:pt x="15295" y="423"/>
                  </a:lnTo>
                  <a:lnTo>
                    <a:pt x="15295" y="269"/>
                  </a:lnTo>
                  <a:lnTo>
                    <a:pt x="15257" y="154"/>
                  </a:lnTo>
                  <a:lnTo>
                    <a:pt x="15142" y="77"/>
                  </a:lnTo>
                  <a:lnTo>
                    <a:pt x="15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7"/>
            <p:cNvSpPr/>
            <p:nvPr/>
          </p:nvSpPr>
          <p:spPr>
            <a:xfrm>
              <a:off x="2472675" y="4551700"/>
              <a:ext cx="418900" cy="246925"/>
            </a:xfrm>
            <a:custGeom>
              <a:rect b="b" l="l" r="r" t="t"/>
              <a:pathLst>
                <a:path extrusionOk="0" h="9877" w="16756">
                  <a:moveTo>
                    <a:pt x="16333" y="0"/>
                  </a:moveTo>
                  <a:lnTo>
                    <a:pt x="16218" y="39"/>
                  </a:lnTo>
                  <a:lnTo>
                    <a:pt x="155" y="9223"/>
                  </a:lnTo>
                  <a:lnTo>
                    <a:pt x="39" y="9300"/>
                  </a:lnTo>
                  <a:lnTo>
                    <a:pt x="1" y="9415"/>
                  </a:lnTo>
                  <a:lnTo>
                    <a:pt x="1" y="9569"/>
                  </a:lnTo>
                  <a:lnTo>
                    <a:pt x="39" y="9684"/>
                  </a:lnTo>
                  <a:lnTo>
                    <a:pt x="78" y="9761"/>
                  </a:lnTo>
                  <a:lnTo>
                    <a:pt x="155" y="9838"/>
                  </a:lnTo>
                  <a:lnTo>
                    <a:pt x="231" y="9877"/>
                  </a:lnTo>
                  <a:lnTo>
                    <a:pt x="424" y="9877"/>
                  </a:lnTo>
                  <a:lnTo>
                    <a:pt x="500" y="9838"/>
                  </a:lnTo>
                  <a:lnTo>
                    <a:pt x="16563" y="654"/>
                  </a:lnTo>
                  <a:lnTo>
                    <a:pt x="16679" y="538"/>
                  </a:lnTo>
                  <a:lnTo>
                    <a:pt x="16717" y="423"/>
                  </a:lnTo>
                  <a:lnTo>
                    <a:pt x="16756" y="308"/>
                  </a:lnTo>
                  <a:lnTo>
                    <a:pt x="16717" y="154"/>
                  </a:lnTo>
                  <a:lnTo>
                    <a:pt x="16602" y="77"/>
                  </a:lnTo>
                  <a:lnTo>
                    <a:pt x="164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7"/>
            <p:cNvSpPr/>
            <p:nvPr/>
          </p:nvSpPr>
          <p:spPr>
            <a:xfrm>
              <a:off x="2016350" y="1767550"/>
              <a:ext cx="1894525" cy="2495950"/>
            </a:xfrm>
            <a:custGeom>
              <a:rect b="b" l="l" r="r" t="t"/>
              <a:pathLst>
                <a:path extrusionOk="0" h="99838" w="75781">
                  <a:moveTo>
                    <a:pt x="27438" y="1"/>
                  </a:moveTo>
                  <a:lnTo>
                    <a:pt x="25594" y="962"/>
                  </a:lnTo>
                  <a:lnTo>
                    <a:pt x="23326" y="2076"/>
                  </a:lnTo>
                  <a:lnTo>
                    <a:pt x="22020" y="2691"/>
                  </a:lnTo>
                  <a:lnTo>
                    <a:pt x="20636" y="3306"/>
                  </a:lnTo>
                  <a:lnTo>
                    <a:pt x="19176" y="3959"/>
                  </a:lnTo>
                  <a:lnTo>
                    <a:pt x="17562" y="4574"/>
                  </a:lnTo>
                  <a:lnTo>
                    <a:pt x="16179" y="5112"/>
                  </a:lnTo>
                  <a:lnTo>
                    <a:pt x="15026" y="5535"/>
                  </a:lnTo>
                  <a:lnTo>
                    <a:pt x="13143" y="6226"/>
                  </a:lnTo>
                  <a:lnTo>
                    <a:pt x="12297" y="6534"/>
                  </a:lnTo>
                  <a:lnTo>
                    <a:pt x="11452" y="6841"/>
                  </a:lnTo>
                  <a:lnTo>
                    <a:pt x="10568" y="7226"/>
                  </a:lnTo>
                  <a:lnTo>
                    <a:pt x="9569" y="7725"/>
                  </a:lnTo>
                  <a:lnTo>
                    <a:pt x="8032" y="8494"/>
                  </a:lnTo>
                  <a:lnTo>
                    <a:pt x="6495" y="9301"/>
                  </a:lnTo>
                  <a:lnTo>
                    <a:pt x="5765" y="9723"/>
                  </a:lnTo>
                  <a:lnTo>
                    <a:pt x="5035" y="10185"/>
                  </a:lnTo>
                  <a:lnTo>
                    <a:pt x="4304" y="10646"/>
                  </a:lnTo>
                  <a:lnTo>
                    <a:pt x="3613" y="11145"/>
                  </a:lnTo>
                  <a:lnTo>
                    <a:pt x="2998" y="11683"/>
                  </a:lnTo>
                  <a:lnTo>
                    <a:pt x="2383" y="12221"/>
                  </a:lnTo>
                  <a:lnTo>
                    <a:pt x="1845" y="12798"/>
                  </a:lnTo>
                  <a:lnTo>
                    <a:pt x="1345" y="13413"/>
                  </a:lnTo>
                  <a:lnTo>
                    <a:pt x="923" y="14027"/>
                  </a:lnTo>
                  <a:lnTo>
                    <a:pt x="577" y="14719"/>
                  </a:lnTo>
                  <a:lnTo>
                    <a:pt x="462" y="15065"/>
                  </a:lnTo>
                  <a:lnTo>
                    <a:pt x="308" y="15411"/>
                  </a:lnTo>
                  <a:lnTo>
                    <a:pt x="231" y="15795"/>
                  </a:lnTo>
                  <a:lnTo>
                    <a:pt x="154" y="16179"/>
                  </a:lnTo>
                  <a:lnTo>
                    <a:pt x="77" y="16640"/>
                  </a:lnTo>
                  <a:lnTo>
                    <a:pt x="39" y="17140"/>
                  </a:lnTo>
                  <a:lnTo>
                    <a:pt x="0" y="17640"/>
                  </a:lnTo>
                  <a:lnTo>
                    <a:pt x="39" y="18139"/>
                  </a:lnTo>
                  <a:lnTo>
                    <a:pt x="116" y="18639"/>
                  </a:lnTo>
                  <a:lnTo>
                    <a:pt x="231" y="19215"/>
                  </a:lnTo>
                  <a:lnTo>
                    <a:pt x="423" y="19792"/>
                  </a:lnTo>
                  <a:lnTo>
                    <a:pt x="654" y="20445"/>
                  </a:lnTo>
                  <a:lnTo>
                    <a:pt x="1653" y="22827"/>
                  </a:lnTo>
                  <a:lnTo>
                    <a:pt x="2537" y="24864"/>
                  </a:lnTo>
                  <a:lnTo>
                    <a:pt x="2998" y="25786"/>
                  </a:lnTo>
                  <a:lnTo>
                    <a:pt x="3421" y="26593"/>
                  </a:lnTo>
                  <a:lnTo>
                    <a:pt x="3843" y="27285"/>
                  </a:lnTo>
                  <a:lnTo>
                    <a:pt x="4266" y="27900"/>
                  </a:lnTo>
                  <a:lnTo>
                    <a:pt x="3920" y="28476"/>
                  </a:lnTo>
                  <a:lnTo>
                    <a:pt x="3574" y="29168"/>
                  </a:lnTo>
                  <a:lnTo>
                    <a:pt x="3190" y="29937"/>
                  </a:lnTo>
                  <a:lnTo>
                    <a:pt x="2883" y="30744"/>
                  </a:lnTo>
                  <a:lnTo>
                    <a:pt x="2575" y="31666"/>
                  </a:lnTo>
                  <a:lnTo>
                    <a:pt x="2306" y="32627"/>
                  </a:lnTo>
                  <a:lnTo>
                    <a:pt x="2114" y="33664"/>
                  </a:lnTo>
                  <a:lnTo>
                    <a:pt x="1999" y="34779"/>
                  </a:lnTo>
                  <a:lnTo>
                    <a:pt x="1960" y="35432"/>
                  </a:lnTo>
                  <a:lnTo>
                    <a:pt x="1960" y="36047"/>
                  </a:lnTo>
                  <a:lnTo>
                    <a:pt x="1999" y="36662"/>
                  </a:lnTo>
                  <a:lnTo>
                    <a:pt x="2076" y="37277"/>
                  </a:lnTo>
                  <a:lnTo>
                    <a:pt x="2152" y="37891"/>
                  </a:lnTo>
                  <a:lnTo>
                    <a:pt x="2268" y="38468"/>
                  </a:lnTo>
                  <a:lnTo>
                    <a:pt x="2383" y="39006"/>
                  </a:lnTo>
                  <a:lnTo>
                    <a:pt x="2537" y="39582"/>
                  </a:lnTo>
                  <a:lnTo>
                    <a:pt x="2921" y="40658"/>
                  </a:lnTo>
                  <a:lnTo>
                    <a:pt x="3344" y="41696"/>
                  </a:lnTo>
                  <a:lnTo>
                    <a:pt x="3843" y="42695"/>
                  </a:lnTo>
                  <a:lnTo>
                    <a:pt x="4381" y="43656"/>
                  </a:lnTo>
                  <a:lnTo>
                    <a:pt x="4958" y="44578"/>
                  </a:lnTo>
                  <a:lnTo>
                    <a:pt x="5534" y="45500"/>
                  </a:lnTo>
                  <a:lnTo>
                    <a:pt x="6725" y="47229"/>
                  </a:lnTo>
                  <a:lnTo>
                    <a:pt x="7840" y="48920"/>
                  </a:lnTo>
                  <a:lnTo>
                    <a:pt x="8339" y="49727"/>
                  </a:lnTo>
                  <a:lnTo>
                    <a:pt x="8800" y="50534"/>
                  </a:lnTo>
                  <a:lnTo>
                    <a:pt x="9262" y="51533"/>
                  </a:lnTo>
                  <a:lnTo>
                    <a:pt x="9454" y="52071"/>
                  </a:lnTo>
                  <a:lnTo>
                    <a:pt x="9684" y="52648"/>
                  </a:lnTo>
                  <a:lnTo>
                    <a:pt x="9838" y="53224"/>
                  </a:lnTo>
                  <a:lnTo>
                    <a:pt x="10030" y="53878"/>
                  </a:lnTo>
                  <a:lnTo>
                    <a:pt x="10145" y="54492"/>
                  </a:lnTo>
                  <a:lnTo>
                    <a:pt x="10261" y="55184"/>
                  </a:lnTo>
                  <a:lnTo>
                    <a:pt x="10376" y="55876"/>
                  </a:lnTo>
                  <a:lnTo>
                    <a:pt x="10453" y="56606"/>
                  </a:lnTo>
                  <a:lnTo>
                    <a:pt x="10491" y="57375"/>
                  </a:lnTo>
                  <a:lnTo>
                    <a:pt x="10491" y="58143"/>
                  </a:lnTo>
                  <a:lnTo>
                    <a:pt x="10453" y="58950"/>
                  </a:lnTo>
                  <a:lnTo>
                    <a:pt x="10414" y="59834"/>
                  </a:lnTo>
                  <a:lnTo>
                    <a:pt x="10338" y="60718"/>
                  </a:lnTo>
                  <a:lnTo>
                    <a:pt x="10222" y="61602"/>
                  </a:lnTo>
                  <a:lnTo>
                    <a:pt x="10069" y="62562"/>
                  </a:lnTo>
                  <a:lnTo>
                    <a:pt x="9876" y="63562"/>
                  </a:lnTo>
                  <a:lnTo>
                    <a:pt x="9646" y="64561"/>
                  </a:lnTo>
                  <a:lnTo>
                    <a:pt x="9377" y="65598"/>
                  </a:lnTo>
                  <a:lnTo>
                    <a:pt x="9031" y="66713"/>
                  </a:lnTo>
                  <a:lnTo>
                    <a:pt x="8685" y="67827"/>
                  </a:lnTo>
                  <a:lnTo>
                    <a:pt x="8262" y="68980"/>
                  </a:lnTo>
                  <a:lnTo>
                    <a:pt x="7801" y="70210"/>
                  </a:lnTo>
                  <a:lnTo>
                    <a:pt x="7302" y="71439"/>
                  </a:lnTo>
                  <a:lnTo>
                    <a:pt x="6764" y="72708"/>
                  </a:lnTo>
                  <a:lnTo>
                    <a:pt x="6149" y="74053"/>
                  </a:lnTo>
                  <a:lnTo>
                    <a:pt x="5496" y="75397"/>
                  </a:lnTo>
                  <a:lnTo>
                    <a:pt x="4766" y="76819"/>
                  </a:lnTo>
                  <a:lnTo>
                    <a:pt x="3997" y="78280"/>
                  </a:lnTo>
                  <a:lnTo>
                    <a:pt x="3190" y="79740"/>
                  </a:lnTo>
                  <a:lnTo>
                    <a:pt x="2306" y="81277"/>
                  </a:lnTo>
                  <a:lnTo>
                    <a:pt x="2652" y="81815"/>
                  </a:lnTo>
                  <a:lnTo>
                    <a:pt x="3228" y="82584"/>
                  </a:lnTo>
                  <a:lnTo>
                    <a:pt x="3997" y="83583"/>
                  </a:lnTo>
                  <a:lnTo>
                    <a:pt x="4958" y="84774"/>
                  </a:lnTo>
                  <a:lnTo>
                    <a:pt x="6149" y="86119"/>
                  </a:lnTo>
                  <a:lnTo>
                    <a:pt x="7532" y="87541"/>
                  </a:lnTo>
                  <a:lnTo>
                    <a:pt x="8339" y="88309"/>
                  </a:lnTo>
                  <a:lnTo>
                    <a:pt x="9146" y="89078"/>
                  </a:lnTo>
                  <a:lnTo>
                    <a:pt x="10030" y="89847"/>
                  </a:lnTo>
                  <a:lnTo>
                    <a:pt x="10952" y="90615"/>
                  </a:lnTo>
                  <a:lnTo>
                    <a:pt x="11952" y="91422"/>
                  </a:lnTo>
                  <a:lnTo>
                    <a:pt x="12989" y="92191"/>
                  </a:lnTo>
                  <a:lnTo>
                    <a:pt x="14065" y="92959"/>
                  </a:lnTo>
                  <a:lnTo>
                    <a:pt x="15218" y="93689"/>
                  </a:lnTo>
                  <a:lnTo>
                    <a:pt x="16409" y="94420"/>
                  </a:lnTo>
                  <a:lnTo>
                    <a:pt x="17639" y="95111"/>
                  </a:lnTo>
                  <a:lnTo>
                    <a:pt x="18907" y="95765"/>
                  </a:lnTo>
                  <a:lnTo>
                    <a:pt x="20252" y="96418"/>
                  </a:lnTo>
                  <a:lnTo>
                    <a:pt x="21674" y="97033"/>
                  </a:lnTo>
                  <a:lnTo>
                    <a:pt x="23096" y="97571"/>
                  </a:lnTo>
                  <a:lnTo>
                    <a:pt x="24594" y="98070"/>
                  </a:lnTo>
                  <a:lnTo>
                    <a:pt x="26170" y="98531"/>
                  </a:lnTo>
                  <a:lnTo>
                    <a:pt x="27746" y="98916"/>
                  </a:lnTo>
                  <a:lnTo>
                    <a:pt x="29398" y="99262"/>
                  </a:lnTo>
                  <a:lnTo>
                    <a:pt x="31089" y="99492"/>
                  </a:lnTo>
                  <a:lnTo>
                    <a:pt x="32857" y="99684"/>
                  </a:lnTo>
                  <a:lnTo>
                    <a:pt x="34278" y="99800"/>
                  </a:lnTo>
                  <a:lnTo>
                    <a:pt x="35662" y="99838"/>
                  </a:lnTo>
                  <a:lnTo>
                    <a:pt x="37084" y="99838"/>
                  </a:lnTo>
                  <a:lnTo>
                    <a:pt x="38467" y="99761"/>
                  </a:lnTo>
                  <a:lnTo>
                    <a:pt x="39889" y="99646"/>
                  </a:lnTo>
                  <a:lnTo>
                    <a:pt x="41272" y="99492"/>
                  </a:lnTo>
                  <a:lnTo>
                    <a:pt x="42617" y="99300"/>
                  </a:lnTo>
                  <a:lnTo>
                    <a:pt x="44001" y="99069"/>
                  </a:lnTo>
                  <a:lnTo>
                    <a:pt x="45346" y="98762"/>
                  </a:lnTo>
                  <a:lnTo>
                    <a:pt x="46691" y="98416"/>
                  </a:lnTo>
                  <a:lnTo>
                    <a:pt x="48036" y="98032"/>
                  </a:lnTo>
                  <a:lnTo>
                    <a:pt x="49342" y="97571"/>
                  </a:lnTo>
                  <a:lnTo>
                    <a:pt x="50649" y="97110"/>
                  </a:lnTo>
                  <a:lnTo>
                    <a:pt x="51955" y="96572"/>
                  </a:lnTo>
                  <a:lnTo>
                    <a:pt x="53224" y="95995"/>
                  </a:lnTo>
                  <a:lnTo>
                    <a:pt x="54492" y="95380"/>
                  </a:lnTo>
                  <a:lnTo>
                    <a:pt x="55721" y="94727"/>
                  </a:lnTo>
                  <a:lnTo>
                    <a:pt x="56913" y="94035"/>
                  </a:lnTo>
                  <a:lnTo>
                    <a:pt x="58104" y="93305"/>
                  </a:lnTo>
                  <a:lnTo>
                    <a:pt x="59295" y="92537"/>
                  </a:lnTo>
                  <a:lnTo>
                    <a:pt x="60410" y="91730"/>
                  </a:lnTo>
                  <a:lnTo>
                    <a:pt x="61563" y="90846"/>
                  </a:lnTo>
                  <a:lnTo>
                    <a:pt x="62639" y="89962"/>
                  </a:lnTo>
                  <a:lnTo>
                    <a:pt x="63714" y="89040"/>
                  </a:lnTo>
                  <a:lnTo>
                    <a:pt x="64752" y="88040"/>
                  </a:lnTo>
                  <a:lnTo>
                    <a:pt x="65751" y="87041"/>
                  </a:lnTo>
                  <a:lnTo>
                    <a:pt x="66750" y="86004"/>
                  </a:lnTo>
                  <a:lnTo>
                    <a:pt x="67673" y="84928"/>
                  </a:lnTo>
                  <a:lnTo>
                    <a:pt x="68595" y="83775"/>
                  </a:lnTo>
                  <a:lnTo>
                    <a:pt x="69479" y="82622"/>
                  </a:lnTo>
                  <a:lnTo>
                    <a:pt x="70324" y="81469"/>
                  </a:lnTo>
                  <a:lnTo>
                    <a:pt x="71131" y="80239"/>
                  </a:lnTo>
                  <a:lnTo>
                    <a:pt x="70363" y="78356"/>
                  </a:lnTo>
                  <a:lnTo>
                    <a:pt x="69594" y="76435"/>
                  </a:lnTo>
                  <a:lnTo>
                    <a:pt x="69056" y="74821"/>
                  </a:lnTo>
                  <a:lnTo>
                    <a:pt x="68518" y="73246"/>
                  </a:lnTo>
                  <a:lnTo>
                    <a:pt x="68018" y="71670"/>
                  </a:lnTo>
                  <a:lnTo>
                    <a:pt x="67557" y="70094"/>
                  </a:lnTo>
                  <a:lnTo>
                    <a:pt x="67173" y="68557"/>
                  </a:lnTo>
                  <a:lnTo>
                    <a:pt x="66789" y="67020"/>
                  </a:lnTo>
                  <a:lnTo>
                    <a:pt x="66443" y="65483"/>
                  </a:lnTo>
                  <a:lnTo>
                    <a:pt x="66135" y="63984"/>
                  </a:lnTo>
                  <a:lnTo>
                    <a:pt x="65866" y="62486"/>
                  </a:lnTo>
                  <a:lnTo>
                    <a:pt x="65636" y="61025"/>
                  </a:lnTo>
                  <a:lnTo>
                    <a:pt x="65405" y="59565"/>
                  </a:lnTo>
                  <a:lnTo>
                    <a:pt x="65213" y="58143"/>
                  </a:lnTo>
                  <a:lnTo>
                    <a:pt x="65059" y="56721"/>
                  </a:lnTo>
                  <a:lnTo>
                    <a:pt x="64944" y="55299"/>
                  </a:lnTo>
                  <a:lnTo>
                    <a:pt x="64752" y="52571"/>
                  </a:lnTo>
                  <a:lnTo>
                    <a:pt x="65482" y="51610"/>
                  </a:lnTo>
                  <a:lnTo>
                    <a:pt x="66020" y="50880"/>
                  </a:lnTo>
                  <a:lnTo>
                    <a:pt x="66635" y="49996"/>
                  </a:lnTo>
                  <a:lnTo>
                    <a:pt x="67250" y="48959"/>
                  </a:lnTo>
                  <a:lnTo>
                    <a:pt x="67942" y="47806"/>
                  </a:lnTo>
                  <a:lnTo>
                    <a:pt x="68595" y="46499"/>
                  </a:lnTo>
                  <a:lnTo>
                    <a:pt x="69248" y="45077"/>
                  </a:lnTo>
                  <a:lnTo>
                    <a:pt x="69556" y="44347"/>
                  </a:lnTo>
                  <a:lnTo>
                    <a:pt x="69825" y="43579"/>
                  </a:lnTo>
                  <a:lnTo>
                    <a:pt x="70132" y="42772"/>
                  </a:lnTo>
                  <a:lnTo>
                    <a:pt x="70363" y="41965"/>
                  </a:lnTo>
                  <a:lnTo>
                    <a:pt x="70593" y="41119"/>
                  </a:lnTo>
                  <a:lnTo>
                    <a:pt x="70785" y="40274"/>
                  </a:lnTo>
                  <a:lnTo>
                    <a:pt x="70977" y="39390"/>
                  </a:lnTo>
                  <a:lnTo>
                    <a:pt x="71131" y="38468"/>
                  </a:lnTo>
                  <a:lnTo>
                    <a:pt x="71208" y="37584"/>
                  </a:lnTo>
                  <a:lnTo>
                    <a:pt x="71285" y="36623"/>
                  </a:lnTo>
                  <a:lnTo>
                    <a:pt x="71323" y="35701"/>
                  </a:lnTo>
                  <a:lnTo>
                    <a:pt x="71285" y="34740"/>
                  </a:lnTo>
                  <a:lnTo>
                    <a:pt x="71208" y="33741"/>
                  </a:lnTo>
                  <a:lnTo>
                    <a:pt x="71093" y="32780"/>
                  </a:lnTo>
                  <a:lnTo>
                    <a:pt x="70939" y="31781"/>
                  </a:lnTo>
                  <a:lnTo>
                    <a:pt x="70708" y="30782"/>
                  </a:lnTo>
                  <a:lnTo>
                    <a:pt x="70478" y="29898"/>
                  </a:lnTo>
                  <a:lnTo>
                    <a:pt x="70209" y="29053"/>
                  </a:lnTo>
                  <a:lnTo>
                    <a:pt x="69901" y="28246"/>
                  </a:lnTo>
                  <a:lnTo>
                    <a:pt x="69556" y="27477"/>
                  </a:lnTo>
                  <a:lnTo>
                    <a:pt x="69210" y="26747"/>
                  </a:lnTo>
                  <a:lnTo>
                    <a:pt x="68825" y="26017"/>
                  </a:lnTo>
                  <a:lnTo>
                    <a:pt x="68441" y="25325"/>
                  </a:lnTo>
                  <a:lnTo>
                    <a:pt x="68057" y="24710"/>
                  </a:lnTo>
                  <a:lnTo>
                    <a:pt x="75743" y="22635"/>
                  </a:lnTo>
                  <a:lnTo>
                    <a:pt x="75781" y="21444"/>
                  </a:lnTo>
                  <a:lnTo>
                    <a:pt x="75704" y="20330"/>
                  </a:lnTo>
                  <a:lnTo>
                    <a:pt x="75550" y="19330"/>
                  </a:lnTo>
                  <a:lnTo>
                    <a:pt x="75397" y="18408"/>
                  </a:lnTo>
                  <a:lnTo>
                    <a:pt x="75166" y="17601"/>
                  </a:lnTo>
                  <a:lnTo>
                    <a:pt x="74897" y="16871"/>
                  </a:lnTo>
                  <a:lnTo>
                    <a:pt x="74628" y="16256"/>
                  </a:lnTo>
                  <a:lnTo>
                    <a:pt x="74359" y="15718"/>
                  </a:lnTo>
                  <a:lnTo>
                    <a:pt x="73860" y="14834"/>
                  </a:lnTo>
                  <a:lnTo>
                    <a:pt x="73283" y="14027"/>
                  </a:lnTo>
                  <a:lnTo>
                    <a:pt x="72630" y="13259"/>
                  </a:lnTo>
                  <a:lnTo>
                    <a:pt x="71900" y="12567"/>
                  </a:lnTo>
                  <a:lnTo>
                    <a:pt x="71093" y="11875"/>
                  </a:lnTo>
                  <a:lnTo>
                    <a:pt x="70209" y="11222"/>
                  </a:lnTo>
                  <a:lnTo>
                    <a:pt x="69210" y="10569"/>
                  </a:lnTo>
                  <a:lnTo>
                    <a:pt x="68134" y="9954"/>
                  </a:lnTo>
                  <a:lnTo>
                    <a:pt x="66981" y="9339"/>
                  </a:lnTo>
                  <a:lnTo>
                    <a:pt x="65713" y="8724"/>
                  </a:lnTo>
                  <a:lnTo>
                    <a:pt x="64329" y="8109"/>
                  </a:lnTo>
                  <a:lnTo>
                    <a:pt x="62831" y="7495"/>
                  </a:lnTo>
                  <a:lnTo>
                    <a:pt x="59526" y="6188"/>
                  </a:lnTo>
                  <a:lnTo>
                    <a:pt x="55760" y="4728"/>
                  </a:lnTo>
                  <a:lnTo>
                    <a:pt x="53147" y="3767"/>
                  </a:lnTo>
                  <a:lnTo>
                    <a:pt x="51148" y="3075"/>
                  </a:lnTo>
                  <a:lnTo>
                    <a:pt x="51072" y="4574"/>
                  </a:lnTo>
                  <a:lnTo>
                    <a:pt x="50918" y="6034"/>
                  </a:lnTo>
                  <a:lnTo>
                    <a:pt x="50687" y="7456"/>
                  </a:lnTo>
                  <a:lnTo>
                    <a:pt x="50457" y="8801"/>
                  </a:lnTo>
                  <a:lnTo>
                    <a:pt x="50149" y="10108"/>
                  </a:lnTo>
                  <a:lnTo>
                    <a:pt x="49765" y="11376"/>
                  </a:lnTo>
                  <a:lnTo>
                    <a:pt x="49342" y="12529"/>
                  </a:lnTo>
                  <a:lnTo>
                    <a:pt x="48920" y="13643"/>
                  </a:lnTo>
                  <a:lnTo>
                    <a:pt x="48420" y="14642"/>
                  </a:lnTo>
                  <a:lnTo>
                    <a:pt x="47844" y="15603"/>
                  </a:lnTo>
                  <a:lnTo>
                    <a:pt x="47267" y="16410"/>
                  </a:lnTo>
                  <a:lnTo>
                    <a:pt x="46960" y="16794"/>
                  </a:lnTo>
                  <a:lnTo>
                    <a:pt x="46652" y="17178"/>
                  </a:lnTo>
                  <a:lnTo>
                    <a:pt x="46345" y="17486"/>
                  </a:lnTo>
                  <a:lnTo>
                    <a:pt x="45999" y="17793"/>
                  </a:lnTo>
                  <a:lnTo>
                    <a:pt x="45692" y="18062"/>
                  </a:lnTo>
                  <a:lnTo>
                    <a:pt x="45346" y="18293"/>
                  </a:lnTo>
                  <a:lnTo>
                    <a:pt x="44961" y="18523"/>
                  </a:lnTo>
                  <a:lnTo>
                    <a:pt x="44616" y="18677"/>
                  </a:lnTo>
                  <a:lnTo>
                    <a:pt x="44231" y="18831"/>
                  </a:lnTo>
                  <a:lnTo>
                    <a:pt x="43847" y="18946"/>
                  </a:lnTo>
                  <a:lnTo>
                    <a:pt x="43386" y="19023"/>
                  </a:lnTo>
                  <a:lnTo>
                    <a:pt x="42886" y="19061"/>
                  </a:lnTo>
                  <a:lnTo>
                    <a:pt x="42387" y="19061"/>
                  </a:lnTo>
                  <a:lnTo>
                    <a:pt x="41887" y="19023"/>
                  </a:lnTo>
                  <a:lnTo>
                    <a:pt x="41349" y="18908"/>
                  </a:lnTo>
                  <a:lnTo>
                    <a:pt x="40773" y="18792"/>
                  </a:lnTo>
                  <a:lnTo>
                    <a:pt x="40235" y="18600"/>
                  </a:lnTo>
                  <a:lnTo>
                    <a:pt x="39658" y="18370"/>
                  </a:lnTo>
                  <a:lnTo>
                    <a:pt x="39082" y="18101"/>
                  </a:lnTo>
                  <a:lnTo>
                    <a:pt x="38506" y="17755"/>
                  </a:lnTo>
                  <a:lnTo>
                    <a:pt x="37929" y="17409"/>
                  </a:lnTo>
                  <a:lnTo>
                    <a:pt x="37353" y="16986"/>
                  </a:lnTo>
                  <a:lnTo>
                    <a:pt x="36738" y="16525"/>
                  </a:lnTo>
                  <a:lnTo>
                    <a:pt x="36161" y="16026"/>
                  </a:lnTo>
                  <a:lnTo>
                    <a:pt x="35585" y="15488"/>
                  </a:lnTo>
                  <a:lnTo>
                    <a:pt x="34970" y="14911"/>
                  </a:lnTo>
                  <a:lnTo>
                    <a:pt x="34394" y="14258"/>
                  </a:lnTo>
                  <a:lnTo>
                    <a:pt x="33856" y="13605"/>
                  </a:lnTo>
                  <a:lnTo>
                    <a:pt x="33279" y="12875"/>
                  </a:lnTo>
                  <a:lnTo>
                    <a:pt x="32741" y="12144"/>
                  </a:lnTo>
                  <a:lnTo>
                    <a:pt x="32203" y="11337"/>
                  </a:lnTo>
                  <a:lnTo>
                    <a:pt x="31665" y="10492"/>
                  </a:lnTo>
                  <a:lnTo>
                    <a:pt x="31127" y="9647"/>
                  </a:lnTo>
                  <a:lnTo>
                    <a:pt x="30666" y="8724"/>
                  </a:lnTo>
                  <a:lnTo>
                    <a:pt x="30167" y="7764"/>
                  </a:lnTo>
                  <a:lnTo>
                    <a:pt x="29705" y="6764"/>
                  </a:lnTo>
                  <a:lnTo>
                    <a:pt x="29283" y="5727"/>
                  </a:lnTo>
                  <a:lnTo>
                    <a:pt x="28860" y="4651"/>
                  </a:lnTo>
                  <a:lnTo>
                    <a:pt x="28476" y="3536"/>
                  </a:lnTo>
                  <a:lnTo>
                    <a:pt x="28091" y="2422"/>
                  </a:lnTo>
                  <a:lnTo>
                    <a:pt x="27746" y="1231"/>
                  </a:lnTo>
                  <a:lnTo>
                    <a:pt x="274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7"/>
            <p:cNvSpPr/>
            <p:nvPr/>
          </p:nvSpPr>
          <p:spPr>
            <a:xfrm>
              <a:off x="3013550" y="1296825"/>
              <a:ext cx="336275" cy="470750"/>
            </a:xfrm>
            <a:custGeom>
              <a:rect b="b" l="l" r="r" t="t"/>
              <a:pathLst>
                <a:path extrusionOk="0" h="18830" w="13451">
                  <a:moveTo>
                    <a:pt x="2460" y="0"/>
                  </a:moveTo>
                  <a:lnTo>
                    <a:pt x="1999" y="461"/>
                  </a:lnTo>
                  <a:lnTo>
                    <a:pt x="1615" y="999"/>
                  </a:lnTo>
                  <a:lnTo>
                    <a:pt x="1231" y="1537"/>
                  </a:lnTo>
                  <a:lnTo>
                    <a:pt x="923" y="2152"/>
                  </a:lnTo>
                  <a:lnTo>
                    <a:pt x="654" y="2805"/>
                  </a:lnTo>
                  <a:lnTo>
                    <a:pt x="424" y="3459"/>
                  </a:lnTo>
                  <a:lnTo>
                    <a:pt x="232" y="4189"/>
                  </a:lnTo>
                  <a:lnTo>
                    <a:pt x="116" y="4919"/>
                  </a:lnTo>
                  <a:lnTo>
                    <a:pt x="39" y="5687"/>
                  </a:lnTo>
                  <a:lnTo>
                    <a:pt x="1" y="6456"/>
                  </a:lnTo>
                  <a:lnTo>
                    <a:pt x="1" y="7225"/>
                  </a:lnTo>
                  <a:lnTo>
                    <a:pt x="78" y="8032"/>
                  </a:lnTo>
                  <a:lnTo>
                    <a:pt x="193" y="8877"/>
                  </a:lnTo>
                  <a:lnTo>
                    <a:pt x="385" y="9684"/>
                  </a:lnTo>
                  <a:lnTo>
                    <a:pt x="616" y="10529"/>
                  </a:lnTo>
                  <a:lnTo>
                    <a:pt x="885" y="11336"/>
                  </a:lnTo>
                  <a:lnTo>
                    <a:pt x="1231" y="12143"/>
                  </a:lnTo>
                  <a:lnTo>
                    <a:pt x="1577" y="12874"/>
                  </a:lnTo>
                  <a:lnTo>
                    <a:pt x="1999" y="13604"/>
                  </a:lnTo>
                  <a:lnTo>
                    <a:pt x="2422" y="14295"/>
                  </a:lnTo>
                  <a:lnTo>
                    <a:pt x="2922" y="14949"/>
                  </a:lnTo>
                  <a:lnTo>
                    <a:pt x="3383" y="15525"/>
                  </a:lnTo>
                  <a:lnTo>
                    <a:pt x="3921" y="16102"/>
                  </a:lnTo>
                  <a:lnTo>
                    <a:pt x="4459" y="16601"/>
                  </a:lnTo>
                  <a:lnTo>
                    <a:pt x="5035" y="17062"/>
                  </a:lnTo>
                  <a:lnTo>
                    <a:pt x="5611" y="17485"/>
                  </a:lnTo>
                  <a:lnTo>
                    <a:pt x="6226" y="17831"/>
                  </a:lnTo>
                  <a:lnTo>
                    <a:pt x="6841" y="18138"/>
                  </a:lnTo>
                  <a:lnTo>
                    <a:pt x="7456" y="18407"/>
                  </a:lnTo>
                  <a:lnTo>
                    <a:pt x="8071" y="18599"/>
                  </a:lnTo>
                  <a:lnTo>
                    <a:pt x="8686" y="18753"/>
                  </a:lnTo>
                  <a:lnTo>
                    <a:pt x="9339" y="18830"/>
                  </a:lnTo>
                  <a:lnTo>
                    <a:pt x="9185" y="18330"/>
                  </a:lnTo>
                  <a:lnTo>
                    <a:pt x="9070" y="17754"/>
                  </a:lnTo>
                  <a:lnTo>
                    <a:pt x="9032" y="17178"/>
                  </a:lnTo>
                  <a:lnTo>
                    <a:pt x="9032" y="16524"/>
                  </a:lnTo>
                  <a:lnTo>
                    <a:pt x="9108" y="15833"/>
                  </a:lnTo>
                  <a:lnTo>
                    <a:pt x="9224" y="15141"/>
                  </a:lnTo>
                  <a:lnTo>
                    <a:pt x="9377" y="14411"/>
                  </a:lnTo>
                  <a:lnTo>
                    <a:pt x="9608" y="13642"/>
                  </a:lnTo>
                  <a:lnTo>
                    <a:pt x="9877" y="12874"/>
                  </a:lnTo>
                  <a:lnTo>
                    <a:pt x="10223" y="12105"/>
                  </a:lnTo>
                  <a:lnTo>
                    <a:pt x="10607" y="11298"/>
                  </a:lnTo>
                  <a:lnTo>
                    <a:pt x="11068" y="10491"/>
                  </a:lnTo>
                  <a:lnTo>
                    <a:pt x="11568" y="9684"/>
                  </a:lnTo>
                  <a:lnTo>
                    <a:pt x="12144" y="8877"/>
                  </a:lnTo>
                  <a:lnTo>
                    <a:pt x="12759" y="8108"/>
                  </a:lnTo>
                  <a:lnTo>
                    <a:pt x="13451" y="7301"/>
                  </a:lnTo>
                  <a:lnTo>
                    <a:pt x="9762" y="4804"/>
                  </a:lnTo>
                  <a:lnTo>
                    <a:pt x="6764" y="2767"/>
                  </a:lnTo>
                  <a:lnTo>
                    <a:pt x="4343" y="1191"/>
                  </a:lnTo>
                  <a:lnTo>
                    <a:pt x="2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7"/>
            <p:cNvSpPr/>
            <p:nvPr/>
          </p:nvSpPr>
          <p:spPr>
            <a:xfrm>
              <a:off x="2752250" y="333225"/>
              <a:ext cx="981875" cy="1284500"/>
            </a:xfrm>
            <a:custGeom>
              <a:rect b="b" l="l" r="r" t="t"/>
              <a:pathLst>
                <a:path extrusionOk="0" h="51380" w="39275">
                  <a:moveTo>
                    <a:pt x="20867" y="0"/>
                  </a:moveTo>
                  <a:lnTo>
                    <a:pt x="19983" y="39"/>
                  </a:lnTo>
                  <a:lnTo>
                    <a:pt x="18984" y="116"/>
                  </a:lnTo>
                  <a:lnTo>
                    <a:pt x="17946" y="231"/>
                  </a:lnTo>
                  <a:lnTo>
                    <a:pt x="16832" y="385"/>
                  </a:lnTo>
                  <a:lnTo>
                    <a:pt x="15679" y="615"/>
                  </a:lnTo>
                  <a:lnTo>
                    <a:pt x="14449" y="884"/>
                  </a:lnTo>
                  <a:lnTo>
                    <a:pt x="13220" y="1230"/>
                  </a:lnTo>
                  <a:lnTo>
                    <a:pt x="11990" y="1691"/>
                  </a:lnTo>
                  <a:lnTo>
                    <a:pt x="10760" y="2191"/>
                  </a:lnTo>
                  <a:lnTo>
                    <a:pt x="10146" y="2498"/>
                  </a:lnTo>
                  <a:lnTo>
                    <a:pt x="9492" y="2806"/>
                  </a:lnTo>
                  <a:lnTo>
                    <a:pt x="8916" y="3152"/>
                  </a:lnTo>
                  <a:lnTo>
                    <a:pt x="8301" y="3497"/>
                  </a:lnTo>
                  <a:lnTo>
                    <a:pt x="7686" y="3920"/>
                  </a:lnTo>
                  <a:lnTo>
                    <a:pt x="7110" y="4343"/>
                  </a:lnTo>
                  <a:lnTo>
                    <a:pt x="6533" y="4804"/>
                  </a:lnTo>
                  <a:lnTo>
                    <a:pt x="5957" y="5265"/>
                  </a:lnTo>
                  <a:lnTo>
                    <a:pt x="5419" y="5803"/>
                  </a:lnTo>
                  <a:lnTo>
                    <a:pt x="4881" y="6341"/>
                  </a:lnTo>
                  <a:lnTo>
                    <a:pt x="4074" y="7263"/>
                  </a:lnTo>
                  <a:lnTo>
                    <a:pt x="3344" y="8263"/>
                  </a:lnTo>
                  <a:lnTo>
                    <a:pt x="2690" y="9262"/>
                  </a:lnTo>
                  <a:lnTo>
                    <a:pt x="2114" y="10338"/>
                  </a:lnTo>
                  <a:lnTo>
                    <a:pt x="1614" y="11414"/>
                  </a:lnTo>
                  <a:lnTo>
                    <a:pt x="1192" y="12528"/>
                  </a:lnTo>
                  <a:lnTo>
                    <a:pt x="807" y="13642"/>
                  </a:lnTo>
                  <a:lnTo>
                    <a:pt x="538" y="14834"/>
                  </a:lnTo>
                  <a:lnTo>
                    <a:pt x="308" y="15987"/>
                  </a:lnTo>
                  <a:lnTo>
                    <a:pt x="154" y="17216"/>
                  </a:lnTo>
                  <a:lnTo>
                    <a:pt x="39" y="18408"/>
                  </a:lnTo>
                  <a:lnTo>
                    <a:pt x="0" y="19637"/>
                  </a:lnTo>
                  <a:lnTo>
                    <a:pt x="39" y="20867"/>
                  </a:lnTo>
                  <a:lnTo>
                    <a:pt x="77" y="22097"/>
                  </a:lnTo>
                  <a:lnTo>
                    <a:pt x="231" y="23326"/>
                  </a:lnTo>
                  <a:lnTo>
                    <a:pt x="385" y="24595"/>
                  </a:lnTo>
                  <a:lnTo>
                    <a:pt x="615" y="25824"/>
                  </a:lnTo>
                  <a:lnTo>
                    <a:pt x="846" y="27016"/>
                  </a:lnTo>
                  <a:lnTo>
                    <a:pt x="1153" y="28245"/>
                  </a:lnTo>
                  <a:lnTo>
                    <a:pt x="1499" y="29437"/>
                  </a:lnTo>
                  <a:lnTo>
                    <a:pt x="1883" y="30628"/>
                  </a:lnTo>
                  <a:lnTo>
                    <a:pt x="2306" y="31781"/>
                  </a:lnTo>
                  <a:lnTo>
                    <a:pt x="2767" y="32934"/>
                  </a:lnTo>
                  <a:lnTo>
                    <a:pt x="3228" y="34048"/>
                  </a:lnTo>
                  <a:lnTo>
                    <a:pt x="3766" y="35124"/>
                  </a:lnTo>
                  <a:lnTo>
                    <a:pt x="4304" y="36200"/>
                  </a:lnTo>
                  <a:lnTo>
                    <a:pt x="4842" y="37199"/>
                  </a:lnTo>
                  <a:lnTo>
                    <a:pt x="5419" y="38198"/>
                  </a:lnTo>
                  <a:lnTo>
                    <a:pt x="6034" y="39159"/>
                  </a:lnTo>
                  <a:lnTo>
                    <a:pt x="6649" y="40043"/>
                  </a:lnTo>
                  <a:lnTo>
                    <a:pt x="7263" y="40888"/>
                  </a:lnTo>
                  <a:lnTo>
                    <a:pt x="7917" y="41695"/>
                  </a:lnTo>
                  <a:lnTo>
                    <a:pt x="8455" y="42310"/>
                  </a:lnTo>
                  <a:lnTo>
                    <a:pt x="8993" y="42886"/>
                  </a:lnTo>
                  <a:lnTo>
                    <a:pt x="9569" y="43463"/>
                  </a:lnTo>
                  <a:lnTo>
                    <a:pt x="10107" y="44001"/>
                  </a:lnTo>
                  <a:lnTo>
                    <a:pt x="11260" y="45000"/>
                  </a:lnTo>
                  <a:lnTo>
                    <a:pt x="12451" y="45922"/>
                  </a:lnTo>
                  <a:lnTo>
                    <a:pt x="13604" y="46768"/>
                  </a:lnTo>
                  <a:lnTo>
                    <a:pt x="14795" y="47536"/>
                  </a:lnTo>
                  <a:lnTo>
                    <a:pt x="15910" y="48190"/>
                  </a:lnTo>
                  <a:lnTo>
                    <a:pt x="17024" y="48804"/>
                  </a:lnTo>
                  <a:lnTo>
                    <a:pt x="18062" y="49304"/>
                  </a:lnTo>
                  <a:lnTo>
                    <a:pt x="19022" y="49765"/>
                  </a:lnTo>
                  <a:lnTo>
                    <a:pt x="19906" y="50111"/>
                  </a:lnTo>
                  <a:lnTo>
                    <a:pt x="20713" y="50457"/>
                  </a:lnTo>
                  <a:lnTo>
                    <a:pt x="21981" y="50880"/>
                  </a:lnTo>
                  <a:lnTo>
                    <a:pt x="22673" y="51072"/>
                  </a:lnTo>
                  <a:lnTo>
                    <a:pt x="23326" y="51187"/>
                  </a:lnTo>
                  <a:lnTo>
                    <a:pt x="23980" y="51302"/>
                  </a:lnTo>
                  <a:lnTo>
                    <a:pt x="24671" y="51341"/>
                  </a:lnTo>
                  <a:lnTo>
                    <a:pt x="25363" y="51379"/>
                  </a:lnTo>
                  <a:lnTo>
                    <a:pt x="25594" y="51341"/>
                  </a:lnTo>
                  <a:lnTo>
                    <a:pt x="26209" y="51302"/>
                  </a:lnTo>
                  <a:lnTo>
                    <a:pt x="27054" y="51187"/>
                  </a:lnTo>
                  <a:lnTo>
                    <a:pt x="27554" y="51072"/>
                  </a:lnTo>
                  <a:lnTo>
                    <a:pt x="28053" y="50956"/>
                  </a:lnTo>
                  <a:lnTo>
                    <a:pt x="28399" y="50841"/>
                  </a:lnTo>
                  <a:lnTo>
                    <a:pt x="28745" y="50687"/>
                  </a:lnTo>
                  <a:lnTo>
                    <a:pt x="29129" y="50495"/>
                  </a:lnTo>
                  <a:lnTo>
                    <a:pt x="29475" y="50303"/>
                  </a:lnTo>
                  <a:lnTo>
                    <a:pt x="30167" y="49842"/>
                  </a:lnTo>
                  <a:lnTo>
                    <a:pt x="30820" y="49304"/>
                  </a:lnTo>
                  <a:lnTo>
                    <a:pt x="31473" y="48689"/>
                  </a:lnTo>
                  <a:lnTo>
                    <a:pt x="32127" y="48036"/>
                  </a:lnTo>
                  <a:lnTo>
                    <a:pt x="32703" y="47383"/>
                  </a:lnTo>
                  <a:lnTo>
                    <a:pt x="33279" y="46691"/>
                  </a:lnTo>
                  <a:lnTo>
                    <a:pt x="33779" y="46038"/>
                  </a:lnTo>
                  <a:lnTo>
                    <a:pt x="34240" y="45384"/>
                  </a:lnTo>
                  <a:lnTo>
                    <a:pt x="35047" y="44231"/>
                  </a:lnTo>
                  <a:lnTo>
                    <a:pt x="35585" y="43348"/>
                  </a:lnTo>
                  <a:lnTo>
                    <a:pt x="35854" y="42925"/>
                  </a:lnTo>
                  <a:lnTo>
                    <a:pt x="36469" y="41810"/>
                  </a:lnTo>
                  <a:lnTo>
                    <a:pt x="37045" y="40735"/>
                  </a:lnTo>
                  <a:lnTo>
                    <a:pt x="37583" y="39697"/>
                  </a:lnTo>
                  <a:lnTo>
                    <a:pt x="38044" y="38698"/>
                  </a:lnTo>
                  <a:lnTo>
                    <a:pt x="38429" y="37622"/>
                  </a:lnTo>
                  <a:lnTo>
                    <a:pt x="38582" y="37084"/>
                  </a:lnTo>
                  <a:lnTo>
                    <a:pt x="38736" y="36546"/>
                  </a:lnTo>
                  <a:lnTo>
                    <a:pt x="38851" y="35969"/>
                  </a:lnTo>
                  <a:lnTo>
                    <a:pt x="38928" y="35393"/>
                  </a:lnTo>
                  <a:lnTo>
                    <a:pt x="39005" y="34817"/>
                  </a:lnTo>
                  <a:lnTo>
                    <a:pt x="39082" y="34202"/>
                  </a:lnTo>
                  <a:lnTo>
                    <a:pt x="39082" y="33279"/>
                  </a:lnTo>
                  <a:lnTo>
                    <a:pt x="39044" y="32434"/>
                  </a:lnTo>
                  <a:lnTo>
                    <a:pt x="38967" y="31627"/>
                  </a:lnTo>
                  <a:lnTo>
                    <a:pt x="38851" y="30820"/>
                  </a:lnTo>
                  <a:lnTo>
                    <a:pt x="38736" y="29898"/>
                  </a:lnTo>
                  <a:lnTo>
                    <a:pt x="38659" y="28899"/>
                  </a:lnTo>
                  <a:lnTo>
                    <a:pt x="38582" y="27669"/>
                  </a:lnTo>
                  <a:lnTo>
                    <a:pt x="38582" y="26209"/>
                  </a:lnTo>
                  <a:lnTo>
                    <a:pt x="38659" y="24633"/>
                  </a:lnTo>
                  <a:lnTo>
                    <a:pt x="38775" y="23403"/>
                  </a:lnTo>
                  <a:lnTo>
                    <a:pt x="38928" y="22289"/>
                  </a:lnTo>
                  <a:lnTo>
                    <a:pt x="39044" y="21136"/>
                  </a:lnTo>
                  <a:lnTo>
                    <a:pt x="39197" y="19253"/>
                  </a:lnTo>
                  <a:lnTo>
                    <a:pt x="39236" y="18292"/>
                  </a:lnTo>
                  <a:lnTo>
                    <a:pt x="39274" y="17255"/>
                  </a:lnTo>
                  <a:lnTo>
                    <a:pt x="39274" y="15871"/>
                  </a:lnTo>
                  <a:lnTo>
                    <a:pt x="39197" y="14411"/>
                  </a:lnTo>
                  <a:lnTo>
                    <a:pt x="39120" y="13681"/>
                  </a:lnTo>
                  <a:lnTo>
                    <a:pt x="39005" y="12912"/>
                  </a:lnTo>
                  <a:lnTo>
                    <a:pt x="38890" y="12144"/>
                  </a:lnTo>
                  <a:lnTo>
                    <a:pt x="38698" y="11414"/>
                  </a:lnTo>
                  <a:lnTo>
                    <a:pt x="38506" y="10645"/>
                  </a:lnTo>
                  <a:lnTo>
                    <a:pt x="38275" y="9915"/>
                  </a:lnTo>
                  <a:lnTo>
                    <a:pt x="38006" y="9146"/>
                  </a:lnTo>
                  <a:lnTo>
                    <a:pt x="37660" y="8416"/>
                  </a:lnTo>
                  <a:lnTo>
                    <a:pt x="37314" y="7725"/>
                  </a:lnTo>
                  <a:lnTo>
                    <a:pt x="36892" y="7033"/>
                  </a:lnTo>
                  <a:lnTo>
                    <a:pt x="36430" y="6341"/>
                  </a:lnTo>
                  <a:lnTo>
                    <a:pt x="35892" y="5688"/>
                  </a:lnTo>
                  <a:lnTo>
                    <a:pt x="35777" y="5534"/>
                  </a:lnTo>
                  <a:lnTo>
                    <a:pt x="35354" y="5150"/>
                  </a:lnTo>
                  <a:lnTo>
                    <a:pt x="34624" y="4535"/>
                  </a:lnTo>
                  <a:lnTo>
                    <a:pt x="34163" y="4151"/>
                  </a:lnTo>
                  <a:lnTo>
                    <a:pt x="33664" y="3766"/>
                  </a:lnTo>
                  <a:lnTo>
                    <a:pt x="33049" y="3344"/>
                  </a:lnTo>
                  <a:lnTo>
                    <a:pt x="32396" y="2959"/>
                  </a:lnTo>
                  <a:lnTo>
                    <a:pt x="31665" y="2537"/>
                  </a:lnTo>
                  <a:lnTo>
                    <a:pt x="30858" y="2114"/>
                  </a:lnTo>
                  <a:lnTo>
                    <a:pt x="30013" y="1730"/>
                  </a:lnTo>
                  <a:lnTo>
                    <a:pt x="29052" y="1345"/>
                  </a:lnTo>
                  <a:lnTo>
                    <a:pt x="28053" y="1000"/>
                  </a:lnTo>
                  <a:lnTo>
                    <a:pt x="26977" y="692"/>
                  </a:lnTo>
                  <a:lnTo>
                    <a:pt x="25786" y="423"/>
                  </a:lnTo>
                  <a:lnTo>
                    <a:pt x="24671" y="231"/>
                  </a:lnTo>
                  <a:lnTo>
                    <a:pt x="23595" y="77"/>
                  </a:lnTo>
                  <a:lnTo>
                    <a:pt x="22366" y="0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7"/>
            <p:cNvSpPr/>
            <p:nvPr/>
          </p:nvSpPr>
          <p:spPr>
            <a:xfrm>
              <a:off x="2692675" y="860650"/>
              <a:ext cx="214275" cy="291125"/>
            </a:xfrm>
            <a:custGeom>
              <a:rect b="b" l="l" r="r" t="t"/>
              <a:pathLst>
                <a:path extrusionOk="0" h="11645" w="8571">
                  <a:moveTo>
                    <a:pt x="4420" y="1"/>
                  </a:moveTo>
                  <a:lnTo>
                    <a:pt x="3959" y="39"/>
                  </a:lnTo>
                  <a:lnTo>
                    <a:pt x="3536" y="116"/>
                  </a:lnTo>
                  <a:lnTo>
                    <a:pt x="3114" y="231"/>
                  </a:lnTo>
                  <a:lnTo>
                    <a:pt x="2729" y="423"/>
                  </a:lnTo>
                  <a:lnTo>
                    <a:pt x="2345" y="654"/>
                  </a:lnTo>
                  <a:lnTo>
                    <a:pt x="1999" y="961"/>
                  </a:lnTo>
                  <a:lnTo>
                    <a:pt x="1653" y="1269"/>
                  </a:lnTo>
                  <a:lnTo>
                    <a:pt x="1346" y="1653"/>
                  </a:lnTo>
                  <a:lnTo>
                    <a:pt x="1038" y="2037"/>
                  </a:lnTo>
                  <a:lnTo>
                    <a:pt x="808" y="2498"/>
                  </a:lnTo>
                  <a:lnTo>
                    <a:pt x="577" y="2960"/>
                  </a:lnTo>
                  <a:lnTo>
                    <a:pt x="385" y="3459"/>
                  </a:lnTo>
                  <a:lnTo>
                    <a:pt x="231" y="3997"/>
                  </a:lnTo>
                  <a:lnTo>
                    <a:pt x="116" y="4574"/>
                  </a:lnTo>
                  <a:lnTo>
                    <a:pt x="39" y="5150"/>
                  </a:lnTo>
                  <a:lnTo>
                    <a:pt x="1" y="5726"/>
                  </a:lnTo>
                  <a:lnTo>
                    <a:pt x="1" y="6341"/>
                  </a:lnTo>
                  <a:lnTo>
                    <a:pt x="39" y="6918"/>
                  </a:lnTo>
                  <a:lnTo>
                    <a:pt x="155" y="7456"/>
                  </a:lnTo>
                  <a:lnTo>
                    <a:pt x="270" y="7994"/>
                  </a:lnTo>
                  <a:lnTo>
                    <a:pt x="462" y="8532"/>
                  </a:lnTo>
                  <a:lnTo>
                    <a:pt x="654" y="8993"/>
                  </a:lnTo>
                  <a:lnTo>
                    <a:pt x="885" y="9454"/>
                  </a:lnTo>
                  <a:lnTo>
                    <a:pt x="1154" y="9877"/>
                  </a:lnTo>
                  <a:lnTo>
                    <a:pt x="1461" y="10261"/>
                  </a:lnTo>
                  <a:lnTo>
                    <a:pt x="1807" y="10607"/>
                  </a:lnTo>
                  <a:lnTo>
                    <a:pt x="2153" y="10914"/>
                  </a:lnTo>
                  <a:lnTo>
                    <a:pt x="2499" y="11145"/>
                  </a:lnTo>
                  <a:lnTo>
                    <a:pt x="2883" y="11337"/>
                  </a:lnTo>
                  <a:lnTo>
                    <a:pt x="3306" y="11491"/>
                  </a:lnTo>
                  <a:lnTo>
                    <a:pt x="3728" y="11606"/>
                  </a:lnTo>
                  <a:lnTo>
                    <a:pt x="4151" y="11644"/>
                  </a:lnTo>
                  <a:lnTo>
                    <a:pt x="4612" y="11606"/>
                  </a:lnTo>
                  <a:lnTo>
                    <a:pt x="5035" y="11529"/>
                  </a:lnTo>
                  <a:lnTo>
                    <a:pt x="5458" y="11414"/>
                  </a:lnTo>
                  <a:lnTo>
                    <a:pt x="5842" y="11222"/>
                  </a:lnTo>
                  <a:lnTo>
                    <a:pt x="6226" y="10991"/>
                  </a:lnTo>
                  <a:lnTo>
                    <a:pt x="6572" y="10684"/>
                  </a:lnTo>
                  <a:lnTo>
                    <a:pt x="6918" y="10376"/>
                  </a:lnTo>
                  <a:lnTo>
                    <a:pt x="7225" y="9992"/>
                  </a:lnTo>
                  <a:lnTo>
                    <a:pt x="7533" y="9608"/>
                  </a:lnTo>
                  <a:lnTo>
                    <a:pt x="7763" y="9147"/>
                  </a:lnTo>
                  <a:lnTo>
                    <a:pt x="7994" y="8685"/>
                  </a:lnTo>
                  <a:lnTo>
                    <a:pt x="8186" y="8147"/>
                  </a:lnTo>
                  <a:lnTo>
                    <a:pt x="8340" y="7648"/>
                  </a:lnTo>
                  <a:lnTo>
                    <a:pt x="8455" y="7071"/>
                  </a:lnTo>
                  <a:lnTo>
                    <a:pt x="8532" y="6495"/>
                  </a:lnTo>
                  <a:lnTo>
                    <a:pt x="8570" y="5919"/>
                  </a:lnTo>
                  <a:lnTo>
                    <a:pt x="8570" y="5304"/>
                  </a:lnTo>
                  <a:lnTo>
                    <a:pt x="8532" y="4727"/>
                  </a:lnTo>
                  <a:lnTo>
                    <a:pt x="8417" y="4189"/>
                  </a:lnTo>
                  <a:lnTo>
                    <a:pt x="8301" y="3651"/>
                  </a:lnTo>
                  <a:lnTo>
                    <a:pt x="8109" y="3113"/>
                  </a:lnTo>
                  <a:lnTo>
                    <a:pt x="7917" y="2652"/>
                  </a:lnTo>
                  <a:lnTo>
                    <a:pt x="7687" y="2191"/>
                  </a:lnTo>
                  <a:lnTo>
                    <a:pt x="7418" y="1768"/>
                  </a:lnTo>
                  <a:lnTo>
                    <a:pt x="7110" y="1384"/>
                  </a:lnTo>
                  <a:lnTo>
                    <a:pt x="6803" y="1038"/>
                  </a:lnTo>
                  <a:lnTo>
                    <a:pt x="6457" y="731"/>
                  </a:lnTo>
                  <a:lnTo>
                    <a:pt x="6073" y="500"/>
                  </a:lnTo>
                  <a:lnTo>
                    <a:pt x="5688" y="270"/>
                  </a:lnTo>
                  <a:lnTo>
                    <a:pt x="5266" y="154"/>
                  </a:lnTo>
                  <a:lnTo>
                    <a:pt x="4843" y="39"/>
                  </a:lnTo>
                  <a:lnTo>
                    <a:pt x="4420" y="1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7"/>
            <p:cNvSpPr/>
            <p:nvPr/>
          </p:nvSpPr>
          <p:spPr>
            <a:xfrm>
              <a:off x="2700375" y="1076800"/>
              <a:ext cx="153725" cy="83625"/>
            </a:xfrm>
            <a:custGeom>
              <a:rect b="b" l="l" r="r" t="t"/>
              <a:pathLst>
                <a:path extrusionOk="0" h="3345" w="6149">
                  <a:moveTo>
                    <a:pt x="346" y="1"/>
                  </a:moveTo>
                  <a:lnTo>
                    <a:pt x="192" y="39"/>
                  </a:lnTo>
                  <a:lnTo>
                    <a:pt x="77" y="116"/>
                  </a:lnTo>
                  <a:lnTo>
                    <a:pt x="39" y="232"/>
                  </a:lnTo>
                  <a:lnTo>
                    <a:pt x="0" y="385"/>
                  </a:lnTo>
                  <a:lnTo>
                    <a:pt x="39" y="501"/>
                  </a:lnTo>
                  <a:lnTo>
                    <a:pt x="385" y="1115"/>
                  </a:lnTo>
                  <a:lnTo>
                    <a:pt x="769" y="1692"/>
                  </a:lnTo>
                  <a:lnTo>
                    <a:pt x="1192" y="2153"/>
                  </a:lnTo>
                  <a:lnTo>
                    <a:pt x="1691" y="2576"/>
                  </a:lnTo>
                  <a:lnTo>
                    <a:pt x="2191" y="2883"/>
                  </a:lnTo>
                  <a:lnTo>
                    <a:pt x="2729" y="3152"/>
                  </a:lnTo>
                  <a:lnTo>
                    <a:pt x="3036" y="3229"/>
                  </a:lnTo>
                  <a:lnTo>
                    <a:pt x="3305" y="3306"/>
                  </a:lnTo>
                  <a:lnTo>
                    <a:pt x="3613" y="3344"/>
                  </a:lnTo>
                  <a:lnTo>
                    <a:pt x="3920" y="3344"/>
                  </a:lnTo>
                  <a:lnTo>
                    <a:pt x="4458" y="3306"/>
                  </a:lnTo>
                  <a:lnTo>
                    <a:pt x="4996" y="3191"/>
                  </a:lnTo>
                  <a:lnTo>
                    <a:pt x="5496" y="2998"/>
                  </a:lnTo>
                  <a:lnTo>
                    <a:pt x="5995" y="2729"/>
                  </a:lnTo>
                  <a:lnTo>
                    <a:pt x="6072" y="2614"/>
                  </a:lnTo>
                  <a:lnTo>
                    <a:pt x="6149" y="2499"/>
                  </a:lnTo>
                  <a:lnTo>
                    <a:pt x="6149" y="2345"/>
                  </a:lnTo>
                  <a:lnTo>
                    <a:pt x="6072" y="2230"/>
                  </a:lnTo>
                  <a:lnTo>
                    <a:pt x="5995" y="2153"/>
                  </a:lnTo>
                  <a:lnTo>
                    <a:pt x="5880" y="2076"/>
                  </a:lnTo>
                  <a:lnTo>
                    <a:pt x="5726" y="2076"/>
                  </a:lnTo>
                  <a:lnTo>
                    <a:pt x="5611" y="2115"/>
                  </a:lnTo>
                  <a:lnTo>
                    <a:pt x="5188" y="2345"/>
                  </a:lnTo>
                  <a:lnTo>
                    <a:pt x="4765" y="2537"/>
                  </a:lnTo>
                  <a:lnTo>
                    <a:pt x="4304" y="2614"/>
                  </a:lnTo>
                  <a:lnTo>
                    <a:pt x="3882" y="2653"/>
                  </a:lnTo>
                  <a:lnTo>
                    <a:pt x="3382" y="2576"/>
                  </a:lnTo>
                  <a:lnTo>
                    <a:pt x="2921" y="2460"/>
                  </a:lnTo>
                  <a:lnTo>
                    <a:pt x="2460" y="2268"/>
                  </a:lnTo>
                  <a:lnTo>
                    <a:pt x="2037" y="1961"/>
                  </a:lnTo>
                  <a:lnTo>
                    <a:pt x="1653" y="1615"/>
                  </a:lnTo>
                  <a:lnTo>
                    <a:pt x="1268" y="1231"/>
                  </a:lnTo>
                  <a:lnTo>
                    <a:pt x="961" y="731"/>
                  </a:lnTo>
                  <a:lnTo>
                    <a:pt x="654" y="193"/>
                  </a:lnTo>
                  <a:lnTo>
                    <a:pt x="577" y="78"/>
                  </a:lnTo>
                  <a:lnTo>
                    <a:pt x="461" y="39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7"/>
            <p:cNvSpPr/>
            <p:nvPr/>
          </p:nvSpPr>
          <p:spPr>
            <a:xfrm>
              <a:off x="2684050" y="1006675"/>
              <a:ext cx="26925" cy="69200"/>
            </a:xfrm>
            <a:custGeom>
              <a:rect b="b" l="l" r="r" t="t"/>
              <a:pathLst>
                <a:path extrusionOk="0" h="2768" w="1077">
                  <a:moveTo>
                    <a:pt x="346" y="1"/>
                  </a:moveTo>
                  <a:lnTo>
                    <a:pt x="192" y="39"/>
                  </a:lnTo>
                  <a:lnTo>
                    <a:pt x="77" y="116"/>
                  </a:lnTo>
                  <a:lnTo>
                    <a:pt x="0" y="231"/>
                  </a:lnTo>
                  <a:lnTo>
                    <a:pt x="0" y="385"/>
                  </a:lnTo>
                  <a:lnTo>
                    <a:pt x="38" y="923"/>
                  </a:lnTo>
                  <a:lnTo>
                    <a:pt x="115" y="1499"/>
                  </a:lnTo>
                  <a:lnTo>
                    <a:pt x="231" y="1999"/>
                  </a:lnTo>
                  <a:lnTo>
                    <a:pt x="384" y="2537"/>
                  </a:lnTo>
                  <a:lnTo>
                    <a:pt x="423" y="2652"/>
                  </a:lnTo>
                  <a:lnTo>
                    <a:pt x="500" y="2729"/>
                  </a:lnTo>
                  <a:lnTo>
                    <a:pt x="615" y="2768"/>
                  </a:lnTo>
                  <a:lnTo>
                    <a:pt x="807" y="2768"/>
                  </a:lnTo>
                  <a:lnTo>
                    <a:pt x="961" y="2691"/>
                  </a:lnTo>
                  <a:lnTo>
                    <a:pt x="1038" y="2575"/>
                  </a:lnTo>
                  <a:lnTo>
                    <a:pt x="1076" y="2460"/>
                  </a:lnTo>
                  <a:lnTo>
                    <a:pt x="1038" y="2306"/>
                  </a:lnTo>
                  <a:lnTo>
                    <a:pt x="922" y="1845"/>
                  </a:lnTo>
                  <a:lnTo>
                    <a:pt x="807" y="1346"/>
                  </a:lnTo>
                  <a:lnTo>
                    <a:pt x="730" y="846"/>
                  </a:lnTo>
                  <a:lnTo>
                    <a:pt x="692" y="347"/>
                  </a:lnTo>
                  <a:lnTo>
                    <a:pt x="653" y="231"/>
                  </a:lnTo>
                  <a:lnTo>
                    <a:pt x="576" y="116"/>
                  </a:lnTo>
                  <a:lnTo>
                    <a:pt x="461" y="39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7"/>
            <p:cNvSpPr/>
            <p:nvPr/>
          </p:nvSpPr>
          <p:spPr>
            <a:xfrm>
              <a:off x="2685000" y="852000"/>
              <a:ext cx="162375" cy="145100"/>
            </a:xfrm>
            <a:custGeom>
              <a:rect b="b" l="l" r="r" t="t"/>
              <a:pathLst>
                <a:path extrusionOk="0" h="5804" w="6495">
                  <a:moveTo>
                    <a:pt x="4650" y="1"/>
                  </a:moveTo>
                  <a:lnTo>
                    <a:pt x="4228" y="39"/>
                  </a:lnTo>
                  <a:lnTo>
                    <a:pt x="3766" y="116"/>
                  </a:lnTo>
                  <a:lnTo>
                    <a:pt x="3382" y="231"/>
                  </a:lnTo>
                  <a:lnTo>
                    <a:pt x="2959" y="423"/>
                  </a:lnTo>
                  <a:lnTo>
                    <a:pt x="2575" y="616"/>
                  </a:lnTo>
                  <a:lnTo>
                    <a:pt x="2229" y="885"/>
                  </a:lnTo>
                  <a:lnTo>
                    <a:pt x="1883" y="1192"/>
                  </a:lnTo>
                  <a:lnTo>
                    <a:pt x="1538" y="1538"/>
                  </a:lnTo>
                  <a:lnTo>
                    <a:pt x="1269" y="1922"/>
                  </a:lnTo>
                  <a:lnTo>
                    <a:pt x="961" y="2345"/>
                  </a:lnTo>
                  <a:lnTo>
                    <a:pt x="731" y="2768"/>
                  </a:lnTo>
                  <a:lnTo>
                    <a:pt x="500" y="3267"/>
                  </a:lnTo>
                  <a:lnTo>
                    <a:pt x="346" y="3767"/>
                  </a:lnTo>
                  <a:lnTo>
                    <a:pt x="193" y="4305"/>
                  </a:lnTo>
                  <a:lnTo>
                    <a:pt x="77" y="4843"/>
                  </a:lnTo>
                  <a:lnTo>
                    <a:pt x="0" y="5419"/>
                  </a:lnTo>
                  <a:lnTo>
                    <a:pt x="0" y="5573"/>
                  </a:lnTo>
                  <a:lnTo>
                    <a:pt x="77" y="5688"/>
                  </a:lnTo>
                  <a:lnTo>
                    <a:pt x="193" y="5765"/>
                  </a:lnTo>
                  <a:lnTo>
                    <a:pt x="346" y="5803"/>
                  </a:lnTo>
                  <a:lnTo>
                    <a:pt x="462" y="5765"/>
                  </a:lnTo>
                  <a:lnTo>
                    <a:pt x="577" y="5727"/>
                  </a:lnTo>
                  <a:lnTo>
                    <a:pt x="654" y="5611"/>
                  </a:lnTo>
                  <a:lnTo>
                    <a:pt x="692" y="5496"/>
                  </a:lnTo>
                  <a:lnTo>
                    <a:pt x="769" y="4996"/>
                  </a:lnTo>
                  <a:lnTo>
                    <a:pt x="846" y="4497"/>
                  </a:lnTo>
                  <a:lnTo>
                    <a:pt x="1000" y="4036"/>
                  </a:lnTo>
                  <a:lnTo>
                    <a:pt x="1153" y="3575"/>
                  </a:lnTo>
                  <a:lnTo>
                    <a:pt x="1345" y="3152"/>
                  </a:lnTo>
                  <a:lnTo>
                    <a:pt x="1538" y="2768"/>
                  </a:lnTo>
                  <a:lnTo>
                    <a:pt x="1768" y="2383"/>
                  </a:lnTo>
                  <a:lnTo>
                    <a:pt x="2037" y="2076"/>
                  </a:lnTo>
                  <a:lnTo>
                    <a:pt x="2306" y="1768"/>
                  </a:lnTo>
                  <a:lnTo>
                    <a:pt x="2614" y="1499"/>
                  </a:lnTo>
                  <a:lnTo>
                    <a:pt x="2921" y="1269"/>
                  </a:lnTo>
                  <a:lnTo>
                    <a:pt x="3267" y="1077"/>
                  </a:lnTo>
                  <a:lnTo>
                    <a:pt x="3613" y="923"/>
                  </a:lnTo>
                  <a:lnTo>
                    <a:pt x="3959" y="808"/>
                  </a:lnTo>
                  <a:lnTo>
                    <a:pt x="4343" y="731"/>
                  </a:lnTo>
                  <a:lnTo>
                    <a:pt x="4689" y="692"/>
                  </a:lnTo>
                  <a:lnTo>
                    <a:pt x="5035" y="731"/>
                  </a:lnTo>
                  <a:lnTo>
                    <a:pt x="5342" y="769"/>
                  </a:lnTo>
                  <a:lnTo>
                    <a:pt x="5688" y="885"/>
                  </a:lnTo>
                  <a:lnTo>
                    <a:pt x="5995" y="1038"/>
                  </a:lnTo>
                  <a:lnTo>
                    <a:pt x="6111" y="1077"/>
                  </a:lnTo>
                  <a:lnTo>
                    <a:pt x="6264" y="1038"/>
                  </a:lnTo>
                  <a:lnTo>
                    <a:pt x="6380" y="961"/>
                  </a:lnTo>
                  <a:lnTo>
                    <a:pt x="6456" y="885"/>
                  </a:lnTo>
                  <a:lnTo>
                    <a:pt x="6495" y="731"/>
                  </a:lnTo>
                  <a:lnTo>
                    <a:pt x="6495" y="616"/>
                  </a:lnTo>
                  <a:lnTo>
                    <a:pt x="6418" y="500"/>
                  </a:lnTo>
                  <a:lnTo>
                    <a:pt x="6303" y="385"/>
                  </a:lnTo>
                  <a:lnTo>
                    <a:pt x="5918" y="231"/>
                  </a:lnTo>
                  <a:lnTo>
                    <a:pt x="5534" y="116"/>
                  </a:lnTo>
                  <a:lnTo>
                    <a:pt x="5111" y="39"/>
                  </a:lnTo>
                  <a:lnTo>
                    <a:pt x="46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7"/>
            <p:cNvSpPr/>
            <p:nvPr/>
          </p:nvSpPr>
          <p:spPr>
            <a:xfrm>
              <a:off x="2760900" y="932700"/>
              <a:ext cx="68225" cy="152775"/>
            </a:xfrm>
            <a:custGeom>
              <a:rect b="b" l="l" r="r" t="t"/>
              <a:pathLst>
                <a:path extrusionOk="0" h="6111" w="2729">
                  <a:moveTo>
                    <a:pt x="346" y="1"/>
                  </a:moveTo>
                  <a:lnTo>
                    <a:pt x="231" y="39"/>
                  </a:lnTo>
                  <a:lnTo>
                    <a:pt x="116" y="116"/>
                  </a:lnTo>
                  <a:lnTo>
                    <a:pt x="39" y="231"/>
                  </a:lnTo>
                  <a:lnTo>
                    <a:pt x="0" y="347"/>
                  </a:lnTo>
                  <a:lnTo>
                    <a:pt x="39" y="500"/>
                  </a:lnTo>
                  <a:lnTo>
                    <a:pt x="2075" y="5880"/>
                  </a:lnTo>
                  <a:lnTo>
                    <a:pt x="2114" y="5957"/>
                  </a:lnTo>
                  <a:lnTo>
                    <a:pt x="2191" y="6034"/>
                  </a:lnTo>
                  <a:lnTo>
                    <a:pt x="2306" y="6072"/>
                  </a:lnTo>
                  <a:lnTo>
                    <a:pt x="2383" y="6111"/>
                  </a:lnTo>
                  <a:lnTo>
                    <a:pt x="2537" y="6072"/>
                  </a:lnTo>
                  <a:lnTo>
                    <a:pt x="2652" y="5996"/>
                  </a:lnTo>
                  <a:lnTo>
                    <a:pt x="2729" y="5880"/>
                  </a:lnTo>
                  <a:lnTo>
                    <a:pt x="2729" y="5765"/>
                  </a:lnTo>
                  <a:lnTo>
                    <a:pt x="2729" y="5611"/>
                  </a:lnTo>
                  <a:lnTo>
                    <a:pt x="692" y="231"/>
                  </a:lnTo>
                  <a:lnTo>
                    <a:pt x="615" y="116"/>
                  </a:lnTo>
                  <a:lnTo>
                    <a:pt x="500" y="39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7"/>
            <p:cNvSpPr/>
            <p:nvPr/>
          </p:nvSpPr>
          <p:spPr>
            <a:xfrm>
              <a:off x="2786825" y="947125"/>
              <a:ext cx="44225" cy="59575"/>
            </a:xfrm>
            <a:custGeom>
              <a:rect b="b" l="l" r="r" t="t"/>
              <a:pathLst>
                <a:path extrusionOk="0" h="2383" w="1769">
                  <a:moveTo>
                    <a:pt x="1346" y="0"/>
                  </a:moveTo>
                  <a:lnTo>
                    <a:pt x="1231" y="77"/>
                  </a:lnTo>
                  <a:lnTo>
                    <a:pt x="1115" y="154"/>
                  </a:lnTo>
                  <a:lnTo>
                    <a:pt x="39" y="1806"/>
                  </a:lnTo>
                  <a:lnTo>
                    <a:pt x="1" y="1960"/>
                  </a:lnTo>
                  <a:lnTo>
                    <a:pt x="1" y="2075"/>
                  </a:lnTo>
                  <a:lnTo>
                    <a:pt x="39" y="2229"/>
                  </a:lnTo>
                  <a:lnTo>
                    <a:pt x="155" y="2306"/>
                  </a:lnTo>
                  <a:lnTo>
                    <a:pt x="231" y="2344"/>
                  </a:lnTo>
                  <a:lnTo>
                    <a:pt x="347" y="2383"/>
                  </a:lnTo>
                  <a:lnTo>
                    <a:pt x="500" y="2306"/>
                  </a:lnTo>
                  <a:lnTo>
                    <a:pt x="577" y="2267"/>
                  </a:lnTo>
                  <a:lnTo>
                    <a:pt x="654" y="2191"/>
                  </a:lnTo>
                  <a:lnTo>
                    <a:pt x="1692" y="538"/>
                  </a:lnTo>
                  <a:lnTo>
                    <a:pt x="1769" y="423"/>
                  </a:lnTo>
                  <a:lnTo>
                    <a:pt x="1769" y="269"/>
                  </a:lnTo>
                  <a:lnTo>
                    <a:pt x="1692" y="154"/>
                  </a:lnTo>
                  <a:lnTo>
                    <a:pt x="1615" y="39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7"/>
            <p:cNvSpPr/>
            <p:nvPr/>
          </p:nvSpPr>
          <p:spPr>
            <a:xfrm>
              <a:off x="460975" y="794375"/>
              <a:ext cx="1165350" cy="1570775"/>
            </a:xfrm>
            <a:custGeom>
              <a:rect b="b" l="l" r="r" t="t"/>
              <a:pathLst>
                <a:path extrusionOk="0" h="62831" w="46614">
                  <a:moveTo>
                    <a:pt x="38121" y="0"/>
                  </a:moveTo>
                  <a:lnTo>
                    <a:pt x="0" y="3689"/>
                  </a:lnTo>
                  <a:lnTo>
                    <a:pt x="8531" y="62830"/>
                  </a:lnTo>
                  <a:lnTo>
                    <a:pt x="46614" y="59141"/>
                  </a:lnTo>
                  <a:lnTo>
                    <a:pt x="38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7"/>
            <p:cNvSpPr/>
            <p:nvPr/>
          </p:nvSpPr>
          <p:spPr>
            <a:xfrm>
              <a:off x="1375550" y="598375"/>
              <a:ext cx="1180750" cy="1673575"/>
            </a:xfrm>
            <a:custGeom>
              <a:rect b="b" l="l" r="r" t="t"/>
              <a:pathLst>
                <a:path extrusionOk="0" h="66943" w="47230">
                  <a:moveTo>
                    <a:pt x="37391" y="1"/>
                  </a:moveTo>
                  <a:lnTo>
                    <a:pt x="1" y="8032"/>
                  </a:lnTo>
                  <a:lnTo>
                    <a:pt x="9800" y="66943"/>
                  </a:lnTo>
                  <a:lnTo>
                    <a:pt x="47229" y="58911"/>
                  </a:lnTo>
                  <a:lnTo>
                    <a:pt x="37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7"/>
            <p:cNvSpPr/>
            <p:nvPr/>
          </p:nvSpPr>
          <p:spPr>
            <a:xfrm>
              <a:off x="1258350" y="821275"/>
              <a:ext cx="242125" cy="1383425"/>
            </a:xfrm>
            <a:custGeom>
              <a:rect b="b" l="l" r="r" t="t"/>
              <a:pathLst>
                <a:path extrusionOk="0" h="55337" w="9685">
                  <a:moveTo>
                    <a:pt x="308" y="0"/>
                  </a:moveTo>
                  <a:lnTo>
                    <a:pt x="154" y="38"/>
                  </a:lnTo>
                  <a:lnTo>
                    <a:pt x="77" y="115"/>
                  </a:lnTo>
                  <a:lnTo>
                    <a:pt x="0" y="231"/>
                  </a:lnTo>
                  <a:lnTo>
                    <a:pt x="0" y="384"/>
                  </a:lnTo>
                  <a:lnTo>
                    <a:pt x="8954" y="55029"/>
                  </a:lnTo>
                  <a:lnTo>
                    <a:pt x="9031" y="55145"/>
                  </a:lnTo>
                  <a:lnTo>
                    <a:pt x="9108" y="55260"/>
                  </a:lnTo>
                  <a:lnTo>
                    <a:pt x="9185" y="55298"/>
                  </a:lnTo>
                  <a:lnTo>
                    <a:pt x="9339" y="55337"/>
                  </a:lnTo>
                  <a:lnTo>
                    <a:pt x="9377" y="55337"/>
                  </a:lnTo>
                  <a:lnTo>
                    <a:pt x="9492" y="55298"/>
                  </a:lnTo>
                  <a:lnTo>
                    <a:pt x="9608" y="55183"/>
                  </a:lnTo>
                  <a:lnTo>
                    <a:pt x="9646" y="55068"/>
                  </a:lnTo>
                  <a:lnTo>
                    <a:pt x="9684" y="54914"/>
                  </a:lnTo>
                  <a:lnTo>
                    <a:pt x="692" y="269"/>
                  </a:lnTo>
                  <a:lnTo>
                    <a:pt x="654" y="154"/>
                  </a:lnTo>
                  <a:lnTo>
                    <a:pt x="538" y="38"/>
                  </a:lnTo>
                  <a:lnTo>
                    <a:pt x="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7"/>
            <p:cNvSpPr/>
            <p:nvPr/>
          </p:nvSpPr>
          <p:spPr>
            <a:xfrm>
              <a:off x="1453375" y="810700"/>
              <a:ext cx="222900" cy="1393050"/>
            </a:xfrm>
            <a:custGeom>
              <a:rect b="b" l="l" r="r" t="t"/>
              <a:pathLst>
                <a:path extrusionOk="0" h="55722" w="8916">
                  <a:moveTo>
                    <a:pt x="308" y="0"/>
                  </a:moveTo>
                  <a:lnTo>
                    <a:pt x="154" y="39"/>
                  </a:lnTo>
                  <a:lnTo>
                    <a:pt x="77" y="154"/>
                  </a:lnTo>
                  <a:lnTo>
                    <a:pt x="0" y="269"/>
                  </a:lnTo>
                  <a:lnTo>
                    <a:pt x="0" y="423"/>
                  </a:lnTo>
                  <a:lnTo>
                    <a:pt x="8224" y="55414"/>
                  </a:lnTo>
                  <a:lnTo>
                    <a:pt x="8263" y="55529"/>
                  </a:lnTo>
                  <a:lnTo>
                    <a:pt x="8339" y="55606"/>
                  </a:lnTo>
                  <a:lnTo>
                    <a:pt x="8416" y="55683"/>
                  </a:lnTo>
                  <a:lnTo>
                    <a:pt x="8570" y="55721"/>
                  </a:lnTo>
                  <a:lnTo>
                    <a:pt x="8608" y="55683"/>
                  </a:lnTo>
                  <a:lnTo>
                    <a:pt x="8724" y="55645"/>
                  </a:lnTo>
                  <a:lnTo>
                    <a:pt x="8839" y="55568"/>
                  </a:lnTo>
                  <a:lnTo>
                    <a:pt x="8916" y="55452"/>
                  </a:lnTo>
                  <a:lnTo>
                    <a:pt x="8916" y="55299"/>
                  </a:lnTo>
                  <a:lnTo>
                    <a:pt x="692" y="308"/>
                  </a:lnTo>
                  <a:lnTo>
                    <a:pt x="654" y="154"/>
                  </a:lnTo>
                  <a:lnTo>
                    <a:pt x="538" y="77"/>
                  </a:lnTo>
                  <a:lnTo>
                    <a:pt x="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7"/>
            <p:cNvSpPr/>
            <p:nvPr/>
          </p:nvSpPr>
          <p:spPr>
            <a:xfrm>
              <a:off x="1262200" y="1710875"/>
              <a:ext cx="937675" cy="1905125"/>
            </a:xfrm>
            <a:custGeom>
              <a:rect b="b" l="l" r="r" t="t"/>
              <a:pathLst>
                <a:path extrusionOk="0" h="76205" w="37507">
                  <a:moveTo>
                    <a:pt x="4304" y="1"/>
                  </a:moveTo>
                  <a:lnTo>
                    <a:pt x="3689" y="39"/>
                  </a:lnTo>
                  <a:lnTo>
                    <a:pt x="3151" y="116"/>
                  </a:lnTo>
                  <a:lnTo>
                    <a:pt x="2613" y="270"/>
                  </a:lnTo>
                  <a:lnTo>
                    <a:pt x="2344" y="385"/>
                  </a:lnTo>
                  <a:lnTo>
                    <a:pt x="2114" y="539"/>
                  </a:lnTo>
                  <a:lnTo>
                    <a:pt x="1806" y="731"/>
                  </a:lnTo>
                  <a:lnTo>
                    <a:pt x="1537" y="1000"/>
                  </a:lnTo>
                  <a:lnTo>
                    <a:pt x="1307" y="1269"/>
                  </a:lnTo>
                  <a:lnTo>
                    <a:pt x="1076" y="1576"/>
                  </a:lnTo>
                  <a:lnTo>
                    <a:pt x="846" y="1961"/>
                  </a:lnTo>
                  <a:lnTo>
                    <a:pt x="653" y="2345"/>
                  </a:lnTo>
                  <a:lnTo>
                    <a:pt x="500" y="2768"/>
                  </a:lnTo>
                  <a:lnTo>
                    <a:pt x="384" y="3190"/>
                  </a:lnTo>
                  <a:lnTo>
                    <a:pt x="231" y="3690"/>
                  </a:lnTo>
                  <a:lnTo>
                    <a:pt x="154" y="4189"/>
                  </a:lnTo>
                  <a:lnTo>
                    <a:pt x="77" y="4727"/>
                  </a:lnTo>
                  <a:lnTo>
                    <a:pt x="39" y="5304"/>
                  </a:lnTo>
                  <a:lnTo>
                    <a:pt x="0" y="6534"/>
                  </a:lnTo>
                  <a:lnTo>
                    <a:pt x="39" y="7879"/>
                  </a:lnTo>
                  <a:lnTo>
                    <a:pt x="192" y="9300"/>
                  </a:lnTo>
                  <a:lnTo>
                    <a:pt x="423" y="10838"/>
                  </a:lnTo>
                  <a:lnTo>
                    <a:pt x="692" y="12452"/>
                  </a:lnTo>
                  <a:lnTo>
                    <a:pt x="1115" y="14142"/>
                  </a:lnTo>
                  <a:lnTo>
                    <a:pt x="1576" y="15910"/>
                  </a:lnTo>
                  <a:lnTo>
                    <a:pt x="2114" y="17755"/>
                  </a:lnTo>
                  <a:lnTo>
                    <a:pt x="2729" y="19676"/>
                  </a:lnTo>
                  <a:lnTo>
                    <a:pt x="3459" y="21674"/>
                  </a:lnTo>
                  <a:lnTo>
                    <a:pt x="3958" y="23980"/>
                  </a:lnTo>
                  <a:lnTo>
                    <a:pt x="4496" y="26286"/>
                  </a:lnTo>
                  <a:lnTo>
                    <a:pt x="5073" y="28668"/>
                  </a:lnTo>
                  <a:lnTo>
                    <a:pt x="5726" y="31089"/>
                  </a:lnTo>
                  <a:lnTo>
                    <a:pt x="6379" y="33510"/>
                  </a:lnTo>
                  <a:lnTo>
                    <a:pt x="7109" y="36008"/>
                  </a:lnTo>
                  <a:lnTo>
                    <a:pt x="7878" y="38506"/>
                  </a:lnTo>
                  <a:lnTo>
                    <a:pt x="8685" y="41042"/>
                  </a:lnTo>
                  <a:lnTo>
                    <a:pt x="9530" y="43617"/>
                  </a:lnTo>
                  <a:lnTo>
                    <a:pt x="10453" y="46192"/>
                  </a:lnTo>
                  <a:lnTo>
                    <a:pt x="11413" y="48805"/>
                  </a:lnTo>
                  <a:lnTo>
                    <a:pt x="12451" y="51456"/>
                  </a:lnTo>
                  <a:lnTo>
                    <a:pt x="13527" y="54146"/>
                  </a:lnTo>
                  <a:lnTo>
                    <a:pt x="14680" y="56836"/>
                  </a:lnTo>
                  <a:lnTo>
                    <a:pt x="15871" y="59526"/>
                  </a:lnTo>
                  <a:lnTo>
                    <a:pt x="17139" y="62255"/>
                  </a:lnTo>
                  <a:lnTo>
                    <a:pt x="18715" y="65483"/>
                  </a:lnTo>
                  <a:lnTo>
                    <a:pt x="20290" y="68634"/>
                  </a:lnTo>
                  <a:lnTo>
                    <a:pt x="21904" y="71670"/>
                  </a:lnTo>
                  <a:lnTo>
                    <a:pt x="23557" y="74590"/>
                  </a:lnTo>
                  <a:lnTo>
                    <a:pt x="23787" y="74744"/>
                  </a:lnTo>
                  <a:lnTo>
                    <a:pt x="24364" y="75090"/>
                  </a:lnTo>
                  <a:lnTo>
                    <a:pt x="24748" y="75282"/>
                  </a:lnTo>
                  <a:lnTo>
                    <a:pt x="25209" y="75474"/>
                  </a:lnTo>
                  <a:lnTo>
                    <a:pt x="25747" y="75666"/>
                  </a:lnTo>
                  <a:lnTo>
                    <a:pt x="26324" y="75820"/>
                  </a:lnTo>
                  <a:lnTo>
                    <a:pt x="26938" y="75974"/>
                  </a:lnTo>
                  <a:lnTo>
                    <a:pt x="27630" y="76127"/>
                  </a:lnTo>
                  <a:lnTo>
                    <a:pt x="28322" y="76166"/>
                  </a:lnTo>
                  <a:lnTo>
                    <a:pt x="29090" y="76204"/>
                  </a:lnTo>
                  <a:lnTo>
                    <a:pt x="29859" y="76127"/>
                  </a:lnTo>
                  <a:lnTo>
                    <a:pt x="30704" y="75974"/>
                  </a:lnTo>
                  <a:lnTo>
                    <a:pt x="31511" y="75743"/>
                  </a:lnTo>
                  <a:lnTo>
                    <a:pt x="31934" y="75589"/>
                  </a:lnTo>
                  <a:lnTo>
                    <a:pt x="32357" y="75436"/>
                  </a:lnTo>
                  <a:lnTo>
                    <a:pt x="32895" y="75167"/>
                  </a:lnTo>
                  <a:lnTo>
                    <a:pt x="33394" y="74859"/>
                  </a:lnTo>
                  <a:lnTo>
                    <a:pt x="33894" y="74552"/>
                  </a:lnTo>
                  <a:lnTo>
                    <a:pt x="34355" y="74168"/>
                  </a:lnTo>
                  <a:lnTo>
                    <a:pt x="34778" y="73783"/>
                  </a:lnTo>
                  <a:lnTo>
                    <a:pt x="35162" y="73399"/>
                  </a:lnTo>
                  <a:lnTo>
                    <a:pt x="35546" y="72938"/>
                  </a:lnTo>
                  <a:lnTo>
                    <a:pt x="35892" y="72477"/>
                  </a:lnTo>
                  <a:lnTo>
                    <a:pt x="36200" y="72016"/>
                  </a:lnTo>
                  <a:lnTo>
                    <a:pt x="36507" y="71516"/>
                  </a:lnTo>
                  <a:lnTo>
                    <a:pt x="36738" y="71016"/>
                  </a:lnTo>
                  <a:lnTo>
                    <a:pt x="36968" y="70478"/>
                  </a:lnTo>
                  <a:lnTo>
                    <a:pt x="37160" y="69902"/>
                  </a:lnTo>
                  <a:lnTo>
                    <a:pt x="37314" y="69364"/>
                  </a:lnTo>
                  <a:lnTo>
                    <a:pt x="37429" y="68788"/>
                  </a:lnTo>
                  <a:lnTo>
                    <a:pt x="37506" y="68211"/>
                  </a:lnTo>
                  <a:lnTo>
                    <a:pt x="37122" y="66712"/>
                  </a:lnTo>
                  <a:lnTo>
                    <a:pt x="36776" y="65291"/>
                  </a:lnTo>
                  <a:lnTo>
                    <a:pt x="36392" y="63984"/>
                  </a:lnTo>
                  <a:lnTo>
                    <a:pt x="36007" y="62716"/>
                  </a:lnTo>
                  <a:lnTo>
                    <a:pt x="34816" y="59257"/>
                  </a:lnTo>
                  <a:lnTo>
                    <a:pt x="34317" y="57835"/>
                  </a:lnTo>
                  <a:lnTo>
                    <a:pt x="33932" y="57028"/>
                  </a:lnTo>
                  <a:lnTo>
                    <a:pt x="33202" y="55453"/>
                  </a:lnTo>
                  <a:lnTo>
                    <a:pt x="31934" y="52993"/>
                  </a:lnTo>
                  <a:lnTo>
                    <a:pt x="30128" y="49458"/>
                  </a:lnTo>
                  <a:lnTo>
                    <a:pt x="27707" y="44770"/>
                  </a:lnTo>
                  <a:lnTo>
                    <a:pt x="24517" y="38737"/>
                  </a:lnTo>
                  <a:lnTo>
                    <a:pt x="15717" y="22174"/>
                  </a:lnTo>
                  <a:lnTo>
                    <a:pt x="16063" y="20714"/>
                  </a:lnTo>
                  <a:lnTo>
                    <a:pt x="16294" y="19253"/>
                  </a:lnTo>
                  <a:lnTo>
                    <a:pt x="16486" y="17831"/>
                  </a:lnTo>
                  <a:lnTo>
                    <a:pt x="16563" y="16448"/>
                  </a:lnTo>
                  <a:lnTo>
                    <a:pt x="16563" y="15065"/>
                  </a:lnTo>
                  <a:lnTo>
                    <a:pt x="16447" y="13720"/>
                  </a:lnTo>
                  <a:lnTo>
                    <a:pt x="16294" y="12413"/>
                  </a:lnTo>
                  <a:lnTo>
                    <a:pt x="16025" y="11183"/>
                  </a:lnTo>
                  <a:lnTo>
                    <a:pt x="15679" y="9954"/>
                  </a:lnTo>
                  <a:lnTo>
                    <a:pt x="15487" y="9339"/>
                  </a:lnTo>
                  <a:lnTo>
                    <a:pt x="15256" y="8762"/>
                  </a:lnTo>
                  <a:lnTo>
                    <a:pt x="15026" y="8224"/>
                  </a:lnTo>
                  <a:lnTo>
                    <a:pt x="14757" y="7648"/>
                  </a:lnTo>
                  <a:lnTo>
                    <a:pt x="14488" y="7110"/>
                  </a:lnTo>
                  <a:lnTo>
                    <a:pt x="14180" y="6610"/>
                  </a:lnTo>
                  <a:lnTo>
                    <a:pt x="13873" y="6111"/>
                  </a:lnTo>
                  <a:lnTo>
                    <a:pt x="13527" y="5611"/>
                  </a:lnTo>
                  <a:lnTo>
                    <a:pt x="13181" y="5150"/>
                  </a:lnTo>
                  <a:lnTo>
                    <a:pt x="12797" y="4689"/>
                  </a:lnTo>
                  <a:lnTo>
                    <a:pt x="12413" y="4228"/>
                  </a:lnTo>
                  <a:lnTo>
                    <a:pt x="11990" y="3805"/>
                  </a:lnTo>
                  <a:lnTo>
                    <a:pt x="11567" y="3421"/>
                  </a:lnTo>
                  <a:lnTo>
                    <a:pt x="11106" y="3037"/>
                  </a:lnTo>
                  <a:lnTo>
                    <a:pt x="10222" y="2383"/>
                  </a:lnTo>
                  <a:lnTo>
                    <a:pt x="9723" y="2037"/>
                  </a:lnTo>
                  <a:lnTo>
                    <a:pt x="9185" y="1692"/>
                  </a:lnTo>
                  <a:lnTo>
                    <a:pt x="8608" y="1384"/>
                  </a:lnTo>
                  <a:lnTo>
                    <a:pt x="7993" y="1077"/>
                  </a:lnTo>
                  <a:lnTo>
                    <a:pt x="7378" y="808"/>
                  </a:lnTo>
                  <a:lnTo>
                    <a:pt x="6764" y="539"/>
                  </a:lnTo>
                  <a:lnTo>
                    <a:pt x="6149" y="347"/>
                  </a:lnTo>
                  <a:lnTo>
                    <a:pt x="5534" y="193"/>
                  </a:lnTo>
                  <a:lnTo>
                    <a:pt x="4919" y="78"/>
                  </a:lnTo>
                  <a:lnTo>
                    <a:pt x="4304" y="1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7"/>
            <p:cNvSpPr/>
            <p:nvPr/>
          </p:nvSpPr>
          <p:spPr>
            <a:xfrm>
              <a:off x="3596700" y="2440050"/>
              <a:ext cx="74000" cy="661975"/>
            </a:xfrm>
            <a:custGeom>
              <a:rect b="b" l="l" r="r" t="t"/>
              <a:pathLst>
                <a:path extrusionOk="0" h="26479" w="2960">
                  <a:moveTo>
                    <a:pt x="308" y="1"/>
                  </a:moveTo>
                  <a:lnTo>
                    <a:pt x="193" y="78"/>
                  </a:lnTo>
                  <a:lnTo>
                    <a:pt x="78" y="155"/>
                  </a:lnTo>
                  <a:lnTo>
                    <a:pt x="1" y="270"/>
                  </a:lnTo>
                  <a:lnTo>
                    <a:pt x="1" y="385"/>
                  </a:lnTo>
                  <a:lnTo>
                    <a:pt x="2230" y="26171"/>
                  </a:lnTo>
                  <a:lnTo>
                    <a:pt x="2268" y="26286"/>
                  </a:lnTo>
                  <a:lnTo>
                    <a:pt x="2345" y="26401"/>
                  </a:lnTo>
                  <a:lnTo>
                    <a:pt x="2460" y="26478"/>
                  </a:lnTo>
                  <a:lnTo>
                    <a:pt x="2614" y="26478"/>
                  </a:lnTo>
                  <a:lnTo>
                    <a:pt x="2768" y="26440"/>
                  </a:lnTo>
                  <a:lnTo>
                    <a:pt x="2883" y="26363"/>
                  </a:lnTo>
                  <a:lnTo>
                    <a:pt x="2921" y="26247"/>
                  </a:lnTo>
                  <a:lnTo>
                    <a:pt x="2960" y="26132"/>
                  </a:lnTo>
                  <a:lnTo>
                    <a:pt x="693" y="347"/>
                  </a:lnTo>
                  <a:lnTo>
                    <a:pt x="654" y="193"/>
                  </a:lnTo>
                  <a:lnTo>
                    <a:pt x="577" y="116"/>
                  </a:lnTo>
                  <a:lnTo>
                    <a:pt x="462" y="39"/>
                  </a:lnTo>
                  <a:lnTo>
                    <a:pt x="3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7"/>
            <p:cNvSpPr/>
            <p:nvPr/>
          </p:nvSpPr>
          <p:spPr>
            <a:xfrm>
              <a:off x="2265175" y="2714825"/>
              <a:ext cx="60550" cy="450600"/>
            </a:xfrm>
            <a:custGeom>
              <a:rect b="b" l="l" r="r" t="t"/>
              <a:pathLst>
                <a:path extrusionOk="0" h="18024" w="2422">
                  <a:moveTo>
                    <a:pt x="1960" y="0"/>
                  </a:moveTo>
                  <a:lnTo>
                    <a:pt x="1845" y="39"/>
                  </a:lnTo>
                  <a:lnTo>
                    <a:pt x="1768" y="154"/>
                  </a:lnTo>
                  <a:lnTo>
                    <a:pt x="1730" y="308"/>
                  </a:lnTo>
                  <a:lnTo>
                    <a:pt x="0" y="17601"/>
                  </a:lnTo>
                  <a:lnTo>
                    <a:pt x="0" y="17754"/>
                  </a:lnTo>
                  <a:lnTo>
                    <a:pt x="77" y="17870"/>
                  </a:lnTo>
                  <a:lnTo>
                    <a:pt x="192" y="17946"/>
                  </a:lnTo>
                  <a:lnTo>
                    <a:pt x="346" y="18023"/>
                  </a:lnTo>
                  <a:lnTo>
                    <a:pt x="461" y="17985"/>
                  </a:lnTo>
                  <a:lnTo>
                    <a:pt x="577" y="17908"/>
                  </a:lnTo>
                  <a:lnTo>
                    <a:pt x="654" y="17831"/>
                  </a:lnTo>
                  <a:lnTo>
                    <a:pt x="692" y="17677"/>
                  </a:lnTo>
                  <a:lnTo>
                    <a:pt x="2421" y="385"/>
                  </a:lnTo>
                  <a:lnTo>
                    <a:pt x="2421" y="231"/>
                  </a:lnTo>
                  <a:lnTo>
                    <a:pt x="2344" y="116"/>
                  </a:lnTo>
                  <a:lnTo>
                    <a:pt x="2229" y="39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7"/>
            <p:cNvSpPr/>
            <p:nvPr/>
          </p:nvSpPr>
          <p:spPr>
            <a:xfrm>
              <a:off x="3308500" y="1241100"/>
              <a:ext cx="144125" cy="29800"/>
            </a:xfrm>
            <a:custGeom>
              <a:rect b="b" l="l" r="r" t="t"/>
              <a:pathLst>
                <a:path extrusionOk="0" h="1192" w="5765">
                  <a:moveTo>
                    <a:pt x="0" y="0"/>
                  </a:moveTo>
                  <a:lnTo>
                    <a:pt x="346" y="269"/>
                  </a:lnTo>
                  <a:lnTo>
                    <a:pt x="615" y="461"/>
                  </a:lnTo>
                  <a:lnTo>
                    <a:pt x="1000" y="692"/>
                  </a:lnTo>
                  <a:lnTo>
                    <a:pt x="1422" y="884"/>
                  </a:lnTo>
                  <a:lnTo>
                    <a:pt x="1960" y="1076"/>
                  </a:lnTo>
                  <a:lnTo>
                    <a:pt x="2537" y="1192"/>
                  </a:lnTo>
                  <a:lnTo>
                    <a:pt x="3152" y="1192"/>
                  </a:lnTo>
                  <a:lnTo>
                    <a:pt x="3690" y="1153"/>
                  </a:lnTo>
                  <a:lnTo>
                    <a:pt x="4151" y="1038"/>
                  </a:lnTo>
                  <a:lnTo>
                    <a:pt x="4535" y="884"/>
                  </a:lnTo>
                  <a:lnTo>
                    <a:pt x="4919" y="692"/>
                  </a:lnTo>
                  <a:lnTo>
                    <a:pt x="5188" y="538"/>
                  </a:lnTo>
                  <a:lnTo>
                    <a:pt x="5457" y="346"/>
                  </a:lnTo>
                  <a:lnTo>
                    <a:pt x="5765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7"/>
            <p:cNvSpPr/>
            <p:nvPr/>
          </p:nvSpPr>
          <p:spPr>
            <a:xfrm>
              <a:off x="3491025" y="828000"/>
              <a:ext cx="208500" cy="76875"/>
            </a:xfrm>
            <a:custGeom>
              <a:rect b="b" l="l" r="r" t="t"/>
              <a:pathLst>
                <a:path extrusionOk="0" h="3075" w="8340">
                  <a:moveTo>
                    <a:pt x="4074" y="0"/>
                  </a:moveTo>
                  <a:lnTo>
                    <a:pt x="3575" y="38"/>
                  </a:lnTo>
                  <a:lnTo>
                    <a:pt x="3075" y="115"/>
                  </a:lnTo>
                  <a:lnTo>
                    <a:pt x="2614" y="269"/>
                  </a:lnTo>
                  <a:lnTo>
                    <a:pt x="2153" y="423"/>
                  </a:lnTo>
                  <a:lnTo>
                    <a:pt x="1730" y="615"/>
                  </a:lnTo>
                  <a:lnTo>
                    <a:pt x="1346" y="807"/>
                  </a:lnTo>
                  <a:lnTo>
                    <a:pt x="1000" y="999"/>
                  </a:lnTo>
                  <a:lnTo>
                    <a:pt x="693" y="1230"/>
                  </a:lnTo>
                  <a:lnTo>
                    <a:pt x="424" y="1460"/>
                  </a:lnTo>
                  <a:lnTo>
                    <a:pt x="231" y="1652"/>
                  </a:lnTo>
                  <a:lnTo>
                    <a:pt x="78" y="1845"/>
                  </a:lnTo>
                  <a:lnTo>
                    <a:pt x="1" y="2037"/>
                  </a:lnTo>
                  <a:lnTo>
                    <a:pt x="1" y="2190"/>
                  </a:lnTo>
                  <a:lnTo>
                    <a:pt x="39" y="2267"/>
                  </a:lnTo>
                  <a:lnTo>
                    <a:pt x="116" y="2306"/>
                  </a:lnTo>
                  <a:lnTo>
                    <a:pt x="385" y="2421"/>
                  </a:lnTo>
                  <a:lnTo>
                    <a:pt x="808" y="2498"/>
                  </a:lnTo>
                  <a:lnTo>
                    <a:pt x="1384" y="2575"/>
                  </a:lnTo>
                  <a:lnTo>
                    <a:pt x="3037" y="2767"/>
                  </a:lnTo>
                  <a:lnTo>
                    <a:pt x="5342" y="2959"/>
                  </a:lnTo>
                  <a:lnTo>
                    <a:pt x="6764" y="3074"/>
                  </a:lnTo>
                  <a:lnTo>
                    <a:pt x="7917" y="3074"/>
                  </a:lnTo>
                  <a:lnTo>
                    <a:pt x="8109" y="3036"/>
                  </a:lnTo>
                  <a:lnTo>
                    <a:pt x="8224" y="2959"/>
                  </a:lnTo>
                  <a:lnTo>
                    <a:pt x="8301" y="2844"/>
                  </a:lnTo>
                  <a:lnTo>
                    <a:pt x="8340" y="2728"/>
                  </a:lnTo>
                  <a:lnTo>
                    <a:pt x="8340" y="2575"/>
                  </a:lnTo>
                  <a:lnTo>
                    <a:pt x="8301" y="2421"/>
                  </a:lnTo>
                  <a:lnTo>
                    <a:pt x="8224" y="2267"/>
                  </a:lnTo>
                  <a:lnTo>
                    <a:pt x="7994" y="1883"/>
                  </a:lnTo>
                  <a:lnTo>
                    <a:pt x="7686" y="1499"/>
                  </a:lnTo>
                  <a:lnTo>
                    <a:pt x="7264" y="1076"/>
                  </a:lnTo>
                  <a:lnTo>
                    <a:pt x="6764" y="730"/>
                  </a:lnTo>
                  <a:lnTo>
                    <a:pt x="6188" y="423"/>
                  </a:lnTo>
                  <a:lnTo>
                    <a:pt x="5880" y="269"/>
                  </a:lnTo>
                  <a:lnTo>
                    <a:pt x="5573" y="154"/>
                  </a:lnTo>
                  <a:lnTo>
                    <a:pt x="5073" y="38"/>
                  </a:lnTo>
                  <a:lnTo>
                    <a:pt x="45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7"/>
            <p:cNvSpPr/>
            <p:nvPr/>
          </p:nvSpPr>
          <p:spPr>
            <a:xfrm>
              <a:off x="3036625" y="855850"/>
              <a:ext cx="208500" cy="76875"/>
            </a:xfrm>
            <a:custGeom>
              <a:rect b="b" l="l" r="r" t="t"/>
              <a:pathLst>
                <a:path extrusionOk="0" h="3075" w="8340">
                  <a:moveTo>
                    <a:pt x="4074" y="0"/>
                  </a:moveTo>
                  <a:lnTo>
                    <a:pt x="3574" y="39"/>
                  </a:lnTo>
                  <a:lnTo>
                    <a:pt x="3074" y="116"/>
                  </a:lnTo>
                  <a:lnTo>
                    <a:pt x="2613" y="269"/>
                  </a:lnTo>
                  <a:lnTo>
                    <a:pt x="2152" y="423"/>
                  </a:lnTo>
                  <a:lnTo>
                    <a:pt x="1730" y="615"/>
                  </a:lnTo>
                  <a:lnTo>
                    <a:pt x="1345" y="807"/>
                  </a:lnTo>
                  <a:lnTo>
                    <a:pt x="999" y="1000"/>
                  </a:lnTo>
                  <a:lnTo>
                    <a:pt x="692" y="1230"/>
                  </a:lnTo>
                  <a:lnTo>
                    <a:pt x="423" y="1461"/>
                  </a:lnTo>
                  <a:lnTo>
                    <a:pt x="231" y="1653"/>
                  </a:lnTo>
                  <a:lnTo>
                    <a:pt x="77" y="1845"/>
                  </a:lnTo>
                  <a:lnTo>
                    <a:pt x="0" y="2037"/>
                  </a:lnTo>
                  <a:lnTo>
                    <a:pt x="0" y="2191"/>
                  </a:lnTo>
                  <a:lnTo>
                    <a:pt x="39" y="2268"/>
                  </a:lnTo>
                  <a:lnTo>
                    <a:pt x="116" y="2306"/>
                  </a:lnTo>
                  <a:lnTo>
                    <a:pt x="385" y="2421"/>
                  </a:lnTo>
                  <a:lnTo>
                    <a:pt x="807" y="2498"/>
                  </a:lnTo>
                  <a:lnTo>
                    <a:pt x="1384" y="2575"/>
                  </a:lnTo>
                  <a:lnTo>
                    <a:pt x="3036" y="2767"/>
                  </a:lnTo>
                  <a:lnTo>
                    <a:pt x="5342" y="2959"/>
                  </a:lnTo>
                  <a:lnTo>
                    <a:pt x="6764" y="3075"/>
                  </a:lnTo>
                  <a:lnTo>
                    <a:pt x="7916" y="3075"/>
                  </a:lnTo>
                  <a:lnTo>
                    <a:pt x="8109" y="3036"/>
                  </a:lnTo>
                  <a:lnTo>
                    <a:pt x="8224" y="2959"/>
                  </a:lnTo>
                  <a:lnTo>
                    <a:pt x="8301" y="2844"/>
                  </a:lnTo>
                  <a:lnTo>
                    <a:pt x="8339" y="2729"/>
                  </a:lnTo>
                  <a:lnTo>
                    <a:pt x="8339" y="2575"/>
                  </a:lnTo>
                  <a:lnTo>
                    <a:pt x="8301" y="2421"/>
                  </a:lnTo>
                  <a:lnTo>
                    <a:pt x="8224" y="2268"/>
                  </a:lnTo>
                  <a:lnTo>
                    <a:pt x="7993" y="1883"/>
                  </a:lnTo>
                  <a:lnTo>
                    <a:pt x="7686" y="1461"/>
                  </a:lnTo>
                  <a:lnTo>
                    <a:pt x="7263" y="1076"/>
                  </a:lnTo>
                  <a:lnTo>
                    <a:pt x="6764" y="731"/>
                  </a:lnTo>
                  <a:lnTo>
                    <a:pt x="6187" y="423"/>
                  </a:lnTo>
                  <a:lnTo>
                    <a:pt x="5880" y="269"/>
                  </a:lnTo>
                  <a:lnTo>
                    <a:pt x="5572" y="154"/>
                  </a:lnTo>
                  <a:lnTo>
                    <a:pt x="5073" y="39"/>
                  </a:lnTo>
                  <a:lnTo>
                    <a:pt x="45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7"/>
            <p:cNvSpPr/>
            <p:nvPr/>
          </p:nvSpPr>
          <p:spPr>
            <a:xfrm>
              <a:off x="3054875" y="989400"/>
              <a:ext cx="197925" cy="90325"/>
            </a:xfrm>
            <a:custGeom>
              <a:rect b="b" l="l" r="r" t="t"/>
              <a:pathLst>
                <a:path extrusionOk="0" h="3613" w="7917">
                  <a:moveTo>
                    <a:pt x="4496" y="0"/>
                  </a:moveTo>
                  <a:lnTo>
                    <a:pt x="4035" y="38"/>
                  </a:lnTo>
                  <a:lnTo>
                    <a:pt x="3574" y="77"/>
                  </a:lnTo>
                  <a:lnTo>
                    <a:pt x="3075" y="192"/>
                  </a:lnTo>
                  <a:lnTo>
                    <a:pt x="2613" y="346"/>
                  </a:lnTo>
                  <a:lnTo>
                    <a:pt x="2114" y="538"/>
                  </a:lnTo>
                  <a:lnTo>
                    <a:pt x="1614" y="730"/>
                  </a:lnTo>
                  <a:lnTo>
                    <a:pt x="1115" y="999"/>
                  </a:lnTo>
                  <a:lnTo>
                    <a:pt x="654" y="1307"/>
                  </a:lnTo>
                  <a:lnTo>
                    <a:pt x="154" y="1614"/>
                  </a:lnTo>
                  <a:lnTo>
                    <a:pt x="39" y="1729"/>
                  </a:lnTo>
                  <a:lnTo>
                    <a:pt x="0" y="1921"/>
                  </a:lnTo>
                  <a:lnTo>
                    <a:pt x="0" y="2075"/>
                  </a:lnTo>
                  <a:lnTo>
                    <a:pt x="77" y="2229"/>
                  </a:lnTo>
                  <a:lnTo>
                    <a:pt x="116" y="2306"/>
                  </a:lnTo>
                  <a:lnTo>
                    <a:pt x="231" y="2344"/>
                  </a:lnTo>
                  <a:lnTo>
                    <a:pt x="346" y="2383"/>
                  </a:lnTo>
                  <a:lnTo>
                    <a:pt x="462" y="2421"/>
                  </a:lnTo>
                  <a:lnTo>
                    <a:pt x="577" y="2383"/>
                  </a:lnTo>
                  <a:lnTo>
                    <a:pt x="654" y="2306"/>
                  </a:lnTo>
                  <a:lnTo>
                    <a:pt x="1115" y="1998"/>
                  </a:lnTo>
                  <a:lnTo>
                    <a:pt x="1576" y="1729"/>
                  </a:lnTo>
                  <a:lnTo>
                    <a:pt x="1999" y="1499"/>
                  </a:lnTo>
                  <a:lnTo>
                    <a:pt x="2460" y="1307"/>
                  </a:lnTo>
                  <a:lnTo>
                    <a:pt x="2882" y="1153"/>
                  </a:lnTo>
                  <a:lnTo>
                    <a:pt x="3305" y="1038"/>
                  </a:lnTo>
                  <a:lnTo>
                    <a:pt x="3728" y="961"/>
                  </a:lnTo>
                  <a:lnTo>
                    <a:pt x="4112" y="884"/>
                  </a:lnTo>
                  <a:lnTo>
                    <a:pt x="4842" y="884"/>
                  </a:lnTo>
                  <a:lnTo>
                    <a:pt x="5150" y="922"/>
                  </a:lnTo>
                  <a:lnTo>
                    <a:pt x="5496" y="999"/>
                  </a:lnTo>
                  <a:lnTo>
                    <a:pt x="5765" y="1076"/>
                  </a:lnTo>
                  <a:lnTo>
                    <a:pt x="6034" y="1191"/>
                  </a:lnTo>
                  <a:lnTo>
                    <a:pt x="6264" y="1345"/>
                  </a:lnTo>
                  <a:lnTo>
                    <a:pt x="6456" y="1499"/>
                  </a:lnTo>
                  <a:lnTo>
                    <a:pt x="6572" y="1652"/>
                  </a:lnTo>
                  <a:lnTo>
                    <a:pt x="6687" y="1845"/>
                  </a:lnTo>
                  <a:lnTo>
                    <a:pt x="6879" y="2229"/>
                  </a:lnTo>
                  <a:lnTo>
                    <a:pt x="6994" y="2690"/>
                  </a:lnTo>
                  <a:lnTo>
                    <a:pt x="7033" y="3190"/>
                  </a:lnTo>
                  <a:lnTo>
                    <a:pt x="7071" y="3343"/>
                  </a:lnTo>
                  <a:lnTo>
                    <a:pt x="7186" y="3497"/>
                  </a:lnTo>
                  <a:lnTo>
                    <a:pt x="7302" y="3574"/>
                  </a:lnTo>
                  <a:lnTo>
                    <a:pt x="7494" y="3612"/>
                  </a:lnTo>
                  <a:lnTo>
                    <a:pt x="7648" y="3574"/>
                  </a:lnTo>
                  <a:lnTo>
                    <a:pt x="7801" y="3459"/>
                  </a:lnTo>
                  <a:lnTo>
                    <a:pt x="7878" y="3343"/>
                  </a:lnTo>
                  <a:lnTo>
                    <a:pt x="7917" y="3151"/>
                  </a:lnTo>
                  <a:lnTo>
                    <a:pt x="7878" y="2805"/>
                  </a:lnTo>
                  <a:lnTo>
                    <a:pt x="7840" y="2498"/>
                  </a:lnTo>
                  <a:lnTo>
                    <a:pt x="7763" y="2190"/>
                  </a:lnTo>
                  <a:lnTo>
                    <a:pt x="7686" y="1883"/>
                  </a:lnTo>
                  <a:lnTo>
                    <a:pt x="7571" y="1614"/>
                  </a:lnTo>
                  <a:lnTo>
                    <a:pt x="7417" y="1345"/>
                  </a:lnTo>
                  <a:lnTo>
                    <a:pt x="7263" y="1114"/>
                  </a:lnTo>
                  <a:lnTo>
                    <a:pt x="7071" y="922"/>
                  </a:lnTo>
                  <a:lnTo>
                    <a:pt x="6802" y="653"/>
                  </a:lnTo>
                  <a:lnTo>
                    <a:pt x="6456" y="461"/>
                  </a:lnTo>
                  <a:lnTo>
                    <a:pt x="6110" y="269"/>
                  </a:lnTo>
                  <a:lnTo>
                    <a:pt x="5765" y="154"/>
                  </a:lnTo>
                  <a:lnTo>
                    <a:pt x="5342" y="38"/>
                  </a:lnTo>
                  <a:lnTo>
                    <a:pt x="49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7"/>
            <p:cNvSpPr/>
            <p:nvPr/>
          </p:nvSpPr>
          <p:spPr>
            <a:xfrm>
              <a:off x="3136525" y="1003800"/>
              <a:ext cx="101875" cy="93200"/>
            </a:xfrm>
            <a:custGeom>
              <a:rect b="b" l="l" r="r" t="t"/>
              <a:pathLst>
                <a:path extrusionOk="0" h="3728" w="4075">
                  <a:moveTo>
                    <a:pt x="2114" y="0"/>
                  </a:moveTo>
                  <a:lnTo>
                    <a:pt x="1692" y="39"/>
                  </a:lnTo>
                  <a:lnTo>
                    <a:pt x="1307" y="154"/>
                  </a:lnTo>
                  <a:lnTo>
                    <a:pt x="961" y="308"/>
                  </a:lnTo>
                  <a:lnTo>
                    <a:pt x="654" y="500"/>
                  </a:lnTo>
                  <a:lnTo>
                    <a:pt x="385" y="769"/>
                  </a:lnTo>
                  <a:lnTo>
                    <a:pt x="193" y="1076"/>
                  </a:lnTo>
                  <a:lnTo>
                    <a:pt x="78" y="1422"/>
                  </a:lnTo>
                  <a:lnTo>
                    <a:pt x="1" y="1807"/>
                  </a:lnTo>
                  <a:lnTo>
                    <a:pt x="39" y="2191"/>
                  </a:lnTo>
                  <a:lnTo>
                    <a:pt x="154" y="2537"/>
                  </a:lnTo>
                  <a:lnTo>
                    <a:pt x="308" y="2844"/>
                  </a:lnTo>
                  <a:lnTo>
                    <a:pt x="539" y="3152"/>
                  </a:lnTo>
                  <a:lnTo>
                    <a:pt x="846" y="3382"/>
                  </a:lnTo>
                  <a:lnTo>
                    <a:pt x="1192" y="3574"/>
                  </a:lnTo>
                  <a:lnTo>
                    <a:pt x="1576" y="3690"/>
                  </a:lnTo>
                  <a:lnTo>
                    <a:pt x="1961" y="3728"/>
                  </a:lnTo>
                  <a:lnTo>
                    <a:pt x="2383" y="3728"/>
                  </a:lnTo>
                  <a:lnTo>
                    <a:pt x="2768" y="3613"/>
                  </a:lnTo>
                  <a:lnTo>
                    <a:pt x="3113" y="3459"/>
                  </a:lnTo>
                  <a:lnTo>
                    <a:pt x="3421" y="3267"/>
                  </a:lnTo>
                  <a:lnTo>
                    <a:pt x="3690" y="2998"/>
                  </a:lnTo>
                  <a:lnTo>
                    <a:pt x="3882" y="2690"/>
                  </a:lnTo>
                  <a:lnTo>
                    <a:pt x="4036" y="2345"/>
                  </a:lnTo>
                  <a:lnTo>
                    <a:pt x="4074" y="1960"/>
                  </a:lnTo>
                  <a:lnTo>
                    <a:pt x="4036" y="1576"/>
                  </a:lnTo>
                  <a:lnTo>
                    <a:pt x="3959" y="1230"/>
                  </a:lnTo>
                  <a:lnTo>
                    <a:pt x="3767" y="884"/>
                  </a:lnTo>
                  <a:lnTo>
                    <a:pt x="3536" y="615"/>
                  </a:lnTo>
                  <a:lnTo>
                    <a:pt x="3229" y="385"/>
                  </a:lnTo>
                  <a:lnTo>
                    <a:pt x="2883" y="193"/>
                  </a:lnTo>
                  <a:lnTo>
                    <a:pt x="2537" y="7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7"/>
            <p:cNvSpPr/>
            <p:nvPr/>
          </p:nvSpPr>
          <p:spPr>
            <a:xfrm>
              <a:off x="3467975" y="992275"/>
              <a:ext cx="197925" cy="89375"/>
            </a:xfrm>
            <a:custGeom>
              <a:rect b="b" l="l" r="r" t="t"/>
              <a:pathLst>
                <a:path extrusionOk="0" h="3575" w="7917">
                  <a:moveTo>
                    <a:pt x="4074" y="0"/>
                  </a:moveTo>
                  <a:lnTo>
                    <a:pt x="3574" y="77"/>
                  </a:lnTo>
                  <a:lnTo>
                    <a:pt x="3113" y="192"/>
                  </a:lnTo>
                  <a:lnTo>
                    <a:pt x="2614" y="308"/>
                  </a:lnTo>
                  <a:lnTo>
                    <a:pt x="2153" y="500"/>
                  </a:lnTo>
                  <a:lnTo>
                    <a:pt x="1653" y="730"/>
                  </a:lnTo>
                  <a:lnTo>
                    <a:pt x="1153" y="999"/>
                  </a:lnTo>
                  <a:lnTo>
                    <a:pt x="654" y="1268"/>
                  </a:lnTo>
                  <a:lnTo>
                    <a:pt x="193" y="1614"/>
                  </a:lnTo>
                  <a:lnTo>
                    <a:pt x="77" y="1730"/>
                  </a:lnTo>
                  <a:lnTo>
                    <a:pt x="1" y="1883"/>
                  </a:lnTo>
                  <a:lnTo>
                    <a:pt x="1" y="2037"/>
                  </a:lnTo>
                  <a:lnTo>
                    <a:pt x="77" y="2229"/>
                  </a:lnTo>
                  <a:lnTo>
                    <a:pt x="154" y="2306"/>
                  </a:lnTo>
                  <a:lnTo>
                    <a:pt x="231" y="2344"/>
                  </a:lnTo>
                  <a:lnTo>
                    <a:pt x="346" y="2383"/>
                  </a:lnTo>
                  <a:lnTo>
                    <a:pt x="577" y="2383"/>
                  </a:lnTo>
                  <a:lnTo>
                    <a:pt x="692" y="2306"/>
                  </a:lnTo>
                  <a:lnTo>
                    <a:pt x="1153" y="1999"/>
                  </a:lnTo>
                  <a:lnTo>
                    <a:pt x="1576" y="1730"/>
                  </a:lnTo>
                  <a:lnTo>
                    <a:pt x="2037" y="1499"/>
                  </a:lnTo>
                  <a:lnTo>
                    <a:pt x="2460" y="1307"/>
                  </a:lnTo>
                  <a:lnTo>
                    <a:pt x="2921" y="1153"/>
                  </a:lnTo>
                  <a:lnTo>
                    <a:pt x="3305" y="1038"/>
                  </a:lnTo>
                  <a:lnTo>
                    <a:pt x="3728" y="923"/>
                  </a:lnTo>
                  <a:lnTo>
                    <a:pt x="4112" y="884"/>
                  </a:lnTo>
                  <a:lnTo>
                    <a:pt x="4497" y="846"/>
                  </a:lnTo>
                  <a:lnTo>
                    <a:pt x="4843" y="846"/>
                  </a:lnTo>
                  <a:lnTo>
                    <a:pt x="5188" y="884"/>
                  </a:lnTo>
                  <a:lnTo>
                    <a:pt x="5496" y="961"/>
                  </a:lnTo>
                  <a:lnTo>
                    <a:pt x="5803" y="1076"/>
                  </a:lnTo>
                  <a:lnTo>
                    <a:pt x="6034" y="1192"/>
                  </a:lnTo>
                  <a:lnTo>
                    <a:pt x="6264" y="1345"/>
                  </a:lnTo>
                  <a:lnTo>
                    <a:pt x="6456" y="1499"/>
                  </a:lnTo>
                  <a:lnTo>
                    <a:pt x="6725" y="1806"/>
                  </a:lnTo>
                  <a:lnTo>
                    <a:pt x="6879" y="2191"/>
                  </a:lnTo>
                  <a:lnTo>
                    <a:pt x="6994" y="2652"/>
                  </a:lnTo>
                  <a:lnTo>
                    <a:pt x="7071" y="3190"/>
                  </a:lnTo>
                  <a:lnTo>
                    <a:pt x="7110" y="3344"/>
                  </a:lnTo>
                  <a:lnTo>
                    <a:pt x="7187" y="3497"/>
                  </a:lnTo>
                  <a:lnTo>
                    <a:pt x="7340" y="3574"/>
                  </a:lnTo>
                  <a:lnTo>
                    <a:pt x="7532" y="3574"/>
                  </a:lnTo>
                  <a:lnTo>
                    <a:pt x="7686" y="3536"/>
                  </a:lnTo>
                  <a:lnTo>
                    <a:pt x="7801" y="3459"/>
                  </a:lnTo>
                  <a:lnTo>
                    <a:pt x="7917" y="3305"/>
                  </a:lnTo>
                  <a:lnTo>
                    <a:pt x="7917" y="3151"/>
                  </a:lnTo>
                  <a:lnTo>
                    <a:pt x="7917" y="2806"/>
                  </a:lnTo>
                  <a:lnTo>
                    <a:pt x="7878" y="2460"/>
                  </a:lnTo>
                  <a:lnTo>
                    <a:pt x="7801" y="2152"/>
                  </a:lnTo>
                  <a:lnTo>
                    <a:pt x="7686" y="1883"/>
                  </a:lnTo>
                  <a:lnTo>
                    <a:pt x="7571" y="1576"/>
                  </a:lnTo>
                  <a:lnTo>
                    <a:pt x="7456" y="1345"/>
                  </a:lnTo>
                  <a:lnTo>
                    <a:pt x="7263" y="1115"/>
                  </a:lnTo>
                  <a:lnTo>
                    <a:pt x="7110" y="884"/>
                  </a:lnTo>
                  <a:lnTo>
                    <a:pt x="6802" y="654"/>
                  </a:lnTo>
                  <a:lnTo>
                    <a:pt x="6495" y="423"/>
                  </a:lnTo>
                  <a:lnTo>
                    <a:pt x="6149" y="269"/>
                  </a:lnTo>
                  <a:lnTo>
                    <a:pt x="5765" y="116"/>
                  </a:lnTo>
                  <a:lnTo>
                    <a:pt x="5380" y="39"/>
                  </a:lnTo>
                  <a:lnTo>
                    <a:pt x="49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7"/>
            <p:cNvSpPr/>
            <p:nvPr/>
          </p:nvSpPr>
          <p:spPr>
            <a:xfrm>
              <a:off x="3550600" y="1006675"/>
              <a:ext cx="101850" cy="93225"/>
            </a:xfrm>
            <a:custGeom>
              <a:rect b="b" l="l" r="r" t="t"/>
              <a:pathLst>
                <a:path extrusionOk="0" h="3729" w="4074">
                  <a:moveTo>
                    <a:pt x="2114" y="1"/>
                  </a:moveTo>
                  <a:lnTo>
                    <a:pt x="1691" y="39"/>
                  </a:lnTo>
                  <a:lnTo>
                    <a:pt x="1307" y="116"/>
                  </a:lnTo>
                  <a:lnTo>
                    <a:pt x="961" y="270"/>
                  </a:lnTo>
                  <a:lnTo>
                    <a:pt x="654" y="500"/>
                  </a:lnTo>
                  <a:lnTo>
                    <a:pt x="385" y="769"/>
                  </a:lnTo>
                  <a:lnTo>
                    <a:pt x="193" y="1077"/>
                  </a:lnTo>
                  <a:lnTo>
                    <a:pt x="39" y="1423"/>
                  </a:lnTo>
                  <a:lnTo>
                    <a:pt x="0" y="1807"/>
                  </a:lnTo>
                  <a:lnTo>
                    <a:pt x="39" y="2153"/>
                  </a:lnTo>
                  <a:lnTo>
                    <a:pt x="116" y="2537"/>
                  </a:lnTo>
                  <a:lnTo>
                    <a:pt x="308" y="2844"/>
                  </a:lnTo>
                  <a:lnTo>
                    <a:pt x="538" y="3113"/>
                  </a:lnTo>
                  <a:lnTo>
                    <a:pt x="846" y="3382"/>
                  </a:lnTo>
                  <a:lnTo>
                    <a:pt x="1192" y="3536"/>
                  </a:lnTo>
                  <a:lnTo>
                    <a:pt x="1576" y="3690"/>
                  </a:lnTo>
                  <a:lnTo>
                    <a:pt x="1960" y="3728"/>
                  </a:lnTo>
                  <a:lnTo>
                    <a:pt x="2383" y="3690"/>
                  </a:lnTo>
                  <a:lnTo>
                    <a:pt x="2767" y="3613"/>
                  </a:lnTo>
                  <a:lnTo>
                    <a:pt x="3113" y="3459"/>
                  </a:lnTo>
                  <a:lnTo>
                    <a:pt x="3420" y="3229"/>
                  </a:lnTo>
                  <a:lnTo>
                    <a:pt x="3689" y="2960"/>
                  </a:lnTo>
                  <a:lnTo>
                    <a:pt x="3882" y="2652"/>
                  </a:lnTo>
                  <a:lnTo>
                    <a:pt x="3997" y="2306"/>
                  </a:lnTo>
                  <a:lnTo>
                    <a:pt x="4074" y="1922"/>
                  </a:lnTo>
                  <a:lnTo>
                    <a:pt x="4035" y="1576"/>
                  </a:lnTo>
                  <a:lnTo>
                    <a:pt x="3920" y="1192"/>
                  </a:lnTo>
                  <a:lnTo>
                    <a:pt x="3766" y="885"/>
                  </a:lnTo>
                  <a:lnTo>
                    <a:pt x="3536" y="616"/>
                  </a:lnTo>
                  <a:lnTo>
                    <a:pt x="3228" y="347"/>
                  </a:lnTo>
                  <a:lnTo>
                    <a:pt x="2882" y="193"/>
                  </a:lnTo>
                  <a:lnTo>
                    <a:pt x="2498" y="39"/>
                  </a:lnTo>
                  <a:lnTo>
                    <a:pt x="21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7"/>
            <p:cNvSpPr/>
            <p:nvPr/>
          </p:nvSpPr>
          <p:spPr>
            <a:xfrm>
              <a:off x="3302725" y="1349650"/>
              <a:ext cx="221000" cy="96100"/>
            </a:xfrm>
            <a:custGeom>
              <a:rect b="b" l="l" r="r" t="t"/>
              <a:pathLst>
                <a:path extrusionOk="0" h="3844" w="8840">
                  <a:moveTo>
                    <a:pt x="8109" y="1"/>
                  </a:moveTo>
                  <a:lnTo>
                    <a:pt x="7763" y="39"/>
                  </a:lnTo>
                  <a:lnTo>
                    <a:pt x="7379" y="116"/>
                  </a:lnTo>
                  <a:lnTo>
                    <a:pt x="6342" y="462"/>
                  </a:lnTo>
                  <a:lnTo>
                    <a:pt x="5650" y="616"/>
                  </a:lnTo>
                  <a:lnTo>
                    <a:pt x="4881" y="808"/>
                  </a:lnTo>
                  <a:lnTo>
                    <a:pt x="3767" y="1000"/>
                  </a:lnTo>
                  <a:lnTo>
                    <a:pt x="2806" y="1115"/>
                  </a:lnTo>
                  <a:lnTo>
                    <a:pt x="1961" y="1153"/>
                  </a:lnTo>
                  <a:lnTo>
                    <a:pt x="1307" y="1153"/>
                  </a:lnTo>
                  <a:lnTo>
                    <a:pt x="347" y="1115"/>
                  </a:lnTo>
                  <a:lnTo>
                    <a:pt x="116" y="1153"/>
                  </a:lnTo>
                  <a:lnTo>
                    <a:pt x="39" y="1192"/>
                  </a:lnTo>
                  <a:lnTo>
                    <a:pt x="1" y="1269"/>
                  </a:lnTo>
                  <a:lnTo>
                    <a:pt x="1" y="1346"/>
                  </a:lnTo>
                  <a:lnTo>
                    <a:pt x="39" y="1422"/>
                  </a:lnTo>
                  <a:lnTo>
                    <a:pt x="193" y="1653"/>
                  </a:lnTo>
                  <a:lnTo>
                    <a:pt x="462" y="1884"/>
                  </a:lnTo>
                  <a:lnTo>
                    <a:pt x="846" y="2153"/>
                  </a:lnTo>
                  <a:lnTo>
                    <a:pt x="1307" y="2422"/>
                  </a:lnTo>
                  <a:lnTo>
                    <a:pt x="1807" y="2729"/>
                  </a:lnTo>
                  <a:lnTo>
                    <a:pt x="2383" y="2998"/>
                  </a:lnTo>
                  <a:lnTo>
                    <a:pt x="2998" y="3229"/>
                  </a:lnTo>
                  <a:lnTo>
                    <a:pt x="3652" y="3459"/>
                  </a:lnTo>
                  <a:lnTo>
                    <a:pt x="4343" y="3651"/>
                  </a:lnTo>
                  <a:lnTo>
                    <a:pt x="4997" y="3767"/>
                  </a:lnTo>
                  <a:lnTo>
                    <a:pt x="5650" y="3843"/>
                  </a:lnTo>
                  <a:lnTo>
                    <a:pt x="6265" y="3805"/>
                  </a:lnTo>
                  <a:lnTo>
                    <a:pt x="6572" y="3767"/>
                  </a:lnTo>
                  <a:lnTo>
                    <a:pt x="6880" y="3728"/>
                  </a:lnTo>
                  <a:lnTo>
                    <a:pt x="7149" y="3651"/>
                  </a:lnTo>
                  <a:lnTo>
                    <a:pt x="7418" y="3536"/>
                  </a:lnTo>
                  <a:lnTo>
                    <a:pt x="7648" y="3382"/>
                  </a:lnTo>
                  <a:lnTo>
                    <a:pt x="7879" y="3229"/>
                  </a:lnTo>
                  <a:lnTo>
                    <a:pt x="8032" y="3036"/>
                  </a:lnTo>
                  <a:lnTo>
                    <a:pt x="8186" y="2883"/>
                  </a:lnTo>
                  <a:lnTo>
                    <a:pt x="8455" y="2460"/>
                  </a:lnTo>
                  <a:lnTo>
                    <a:pt x="8647" y="2037"/>
                  </a:lnTo>
                  <a:lnTo>
                    <a:pt x="8801" y="1576"/>
                  </a:lnTo>
                  <a:lnTo>
                    <a:pt x="8839" y="1153"/>
                  </a:lnTo>
                  <a:lnTo>
                    <a:pt x="8839" y="769"/>
                  </a:lnTo>
                  <a:lnTo>
                    <a:pt x="8801" y="577"/>
                  </a:lnTo>
                  <a:lnTo>
                    <a:pt x="8724" y="423"/>
                  </a:lnTo>
                  <a:lnTo>
                    <a:pt x="8686" y="270"/>
                  </a:lnTo>
                  <a:lnTo>
                    <a:pt x="8570" y="193"/>
                  </a:lnTo>
                  <a:lnTo>
                    <a:pt x="8455" y="78"/>
                  </a:lnTo>
                  <a:lnTo>
                    <a:pt x="8378" y="39"/>
                  </a:lnTo>
                  <a:lnTo>
                    <a:pt x="8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7"/>
            <p:cNvSpPr/>
            <p:nvPr/>
          </p:nvSpPr>
          <p:spPr>
            <a:xfrm>
              <a:off x="4442125" y="2047125"/>
              <a:ext cx="383350" cy="154700"/>
            </a:xfrm>
            <a:custGeom>
              <a:rect b="b" l="l" r="r" t="t"/>
              <a:pathLst>
                <a:path extrusionOk="0" h="6188" w="15334">
                  <a:moveTo>
                    <a:pt x="14642" y="1"/>
                  </a:moveTo>
                  <a:lnTo>
                    <a:pt x="14027" y="78"/>
                  </a:lnTo>
                  <a:lnTo>
                    <a:pt x="13259" y="193"/>
                  </a:lnTo>
                  <a:lnTo>
                    <a:pt x="12298" y="423"/>
                  </a:lnTo>
                  <a:lnTo>
                    <a:pt x="11145" y="731"/>
                  </a:lnTo>
                  <a:lnTo>
                    <a:pt x="8224" y="1576"/>
                  </a:lnTo>
                  <a:lnTo>
                    <a:pt x="5073" y="2499"/>
                  </a:lnTo>
                  <a:lnTo>
                    <a:pt x="3652" y="2960"/>
                  </a:lnTo>
                  <a:lnTo>
                    <a:pt x="2422" y="3382"/>
                  </a:lnTo>
                  <a:lnTo>
                    <a:pt x="1384" y="3805"/>
                  </a:lnTo>
                  <a:lnTo>
                    <a:pt x="962" y="3997"/>
                  </a:lnTo>
                  <a:lnTo>
                    <a:pt x="616" y="4151"/>
                  </a:lnTo>
                  <a:lnTo>
                    <a:pt x="347" y="4343"/>
                  </a:lnTo>
                  <a:lnTo>
                    <a:pt x="155" y="4535"/>
                  </a:lnTo>
                  <a:lnTo>
                    <a:pt x="39" y="4689"/>
                  </a:lnTo>
                  <a:lnTo>
                    <a:pt x="1" y="4843"/>
                  </a:lnTo>
                  <a:lnTo>
                    <a:pt x="39" y="4996"/>
                  </a:lnTo>
                  <a:lnTo>
                    <a:pt x="193" y="5073"/>
                  </a:lnTo>
                  <a:lnTo>
                    <a:pt x="385" y="5188"/>
                  </a:lnTo>
                  <a:lnTo>
                    <a:pt x="654" y="5265"/>
                  </a:lnTo>
                  <a:lnTo>
                    <a:pt x="1384" y="5457"/>
                  </a:lnTo>
                  <a:lnTo>
                    <a:pt x="2383" y="5611"/>
                  </a:lnTo>
                  <a:lnTo>
                    <a:pt x="4612" y="5957"/>
                  </a:lnTo>
                  <a:lnTo>
                    <a:pt x="5573" y="6111"/>
                  </a:lnTo>
                  <a:lnTo>
                    <a:pt x="6534" y="6188"/>
                  </a:lnTo>
                  <a:lnTo>
                    <a:pt x="7417" y="6188"/>
                  </a:lnTo>
                  <a:lnTo>
                    <a:pt x="8263" y="6111"/>
                  </a:lnTo>
                  <a:lnTo>
                    <a:pt x="9108" y="5957"/>
                  </a:lnTo>
                  <a:lnTo>
                    <a:pt x="9493" y="5842"/>
                  </a:lnTo>
                  <a:lnTo>
                    <a:pt x="9915" y="5726"/>
                  </a:lnTo>
                  <a:lnTo>
                    <a:pt x="10530" y="5457"/>
                  </a:lnTo>
                  <a:lnTo>
                    <a:pt x="11145" y="5188"/>
                  </a:lnTo>
                  <a:lnTo>
                    <a:pt x="11721" y="4843"/>
                  </a:lnTo>
                  <a:lnTo>
                    <a:pt x="12259" y="4497"/>
                  </a:lnTo>
                  <a:lnTo>
                    <a:pt x="12759" y="4112"/>
                  </a:lnTo>
                  <a:lnTo>
                    <a:pt x="13259" y="3690"/>
                  </a:lnTo>
                  <a:lnTo>
                    <a:pt x="13681" y="3267"/>
                  </a:lnTo>
                  <a:lnTo>
                    <a:pt x="14066" y="2883"/>
                  </a:lnTo>
                  <a:lnTo>
                    <a:pt x="14411" y="2460"/>
                  </a:lnTo>
                  <a:lnTo>
                    <a:pt x="14719" y="2037"/>
                  </a:lnTo>
                  <a:lnTo>
                    <a:pt x="14949" y="1653"/>
                  </a:lnTo>
                  <a:lnTo>
                    <a:pt x="15142" y="1307"/>
                  </a:lnTo>
                  <a:lnTo>
                    <a:pt x="15257" y="961"/>
                  </a:lnTo>
                  <a:lnTo>
                    <a:pt x="15334" y="654"/>
                  </a:lnTo>
                  <a:lnTo>
                    <a:pt x="15334" y="423"/>
                  </a:lnTo>
                  <a:lnTo>
                    <a:pt x="15257" y="231"/>
                  </a:lnTo>
                  <a:lnTo>
                    <a:pt x="15142" y="116"/>
                  </a:lnTo>
                  <a:lnTo>
                    <a:pt x="15026" y="78"/>
                  </a:lnTo>
                  <a:lnTo>
                    <a:pt x="14834" y="39"/>
                  </a:lnTo>
                  <a:lnTo>
                    <a:pt x="14642" y="1"/>
                  </a:lnTo>
                  <a:close/>
                </a:path>
              </a:pathLst>
            </a:custGeom>
            <a:solidFill>
              <a:srgbClr val="774C3B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7"/>
            <p:cNvSpPr/>
            <p:nvPr/>
          </p:nvSpPr>
          <p:spPr>
            <a:xfrm>
              <a:off x="4301875" y="4859125"/>
              <a:ext cx="1167275" cy="388150"/>
            </a:xfrm>
            <a:custGeom>
              <a:rect b="b" l="l" r="r" t="t"/>
              <a:pathLst>
                <a:path extrusionOk="0" h="15526" w="46691">
                  <a:moveTo>
                    <a:pt x="35662" y="1"/>
                  </a:moveTo>
                  <a:lnTo>
                    <a:pt x="32395" y="39"/>
                  </a:lnTo>
                  <a:lnTo>
                    <a:pt x="30743" y="77"/>
                  </a:lnTo>
                  <a:lnTo>
                    <a:pt x="29052" y="154"/>
                  </a:lnTo>
                  <a:lnTo>
                    <a:pt x="26939" y="308"/>
                  </a:lnTo>
                  <a:lnTo>
                    <a:pt x="24863" y="462"/>
                  </a:lnTo>
                  <a:lnTo>
                    <a:pt x="22827" y="654"/>
                  </a:lnTo>
                  <a:lnTo>
                    <a:pt x="20828" y="884"/>
                  </a:lnTo>
                  <a:lnTo>
                    <a:pt x="18869" y="1153"/>
                  </a:lnTo>
                  <a:lnTo>
                    <a:pt x="16947" y="1422"/>
                  </a:lnTo>
                  <a:lnTo>
                    <a:pt x="15064" y="1730"/>
                  </a:lnTo>
                  <a:lnTo>
                    <a:pt x="13220" y="2076"/>
                  </a:lnTo>
                  <a:lnTo>
                    <a:pt x="11413" y="2422"/>
                  </a:lnTo>
                  <a:lnTo>
                    <a:pt x="9646" y="2806"/>
                  </a:lnTo>
                  <a:lnTo>
                    <a:pt x="7955" y="3190"/>
                  </a:lnTo>
                  <a:lnTo>
                    <a:pt x="6264" y="3613"/>
                  </a:lnTo>
                  <a:lnTo>
                    <a:pt x="4650" y="4036"/>
                  </a:lnTo>
                  <a:lnTo>
                    <a:pt x="3036" y="4458"/>
                  </a:lnTo>
                  <a:lnTo>
                    <a:pt x="0" y="5381"/>
                  </a:lnTo>
                  <a:lnTo>
                    <a:pt x="769" y="11606"/>
                  </a:lnTo>
                  <a:lnTo>
                    <a:pt x="3113" y="12182"/>
                  </a:lnTo>
                  <a:lnTo>
                    <a:pt x="5342" y="12682"/>
                  </a:lnTo>
                  <a:lnTo>
                    <a:pt x="7494" y="13143"/>
                  </a:lnTo>
                  <a:lnTo>
                    <a:pt x="9531" y="13527"/>
                  </a:lnTo>
                  <a:lnTo>
                    <a:pt x="11452" y="13835"/>
                  </a:lnTo>
                  <a:lnTo>
                    <a:pt x="13258" y="14142"/>
                  </a:lnTo>
                  <a:lnTo>
                    <a:pt x="14987" y="14373"/>
                  </a:lnTo>
                  <a:lnTo>
                    <a:pt x="16563" y="14565"/>
                  </a:lnTo>
                  <a:lnTo>
                    <a:pt x="19291" y="14911"/>
                  </a:lnTo>
                  <a:lnTo>
                    <a:pt x="21789" y="15218"/>
                  </a:lnTo>
                  <a:lnTo>
                    <a:pt x="22980" y="15333"/>
                  </a:lnTo>
                  <a:lnTo>
                    <a:pt x="24172" y="15449"/>
                  </a:lnTo>
                  <a:lnTo>
                    <a:pt x="25286" y="15487"/>
                  </a:lnTo>
                  <a:lnTo>
                    <a:pt x="26362" y="15526"/>
                  </a:lnTo>
                  <a:lnTo>
                    <a:pt x="27400" y="15526"/>
                  </a:lnTo>
                  <a:lnTo>
                    <a:pt x="28437" y="15449"/>
                  </a:lnTo>
                  <a:lnTo>
                    <a:pt x="29436" y="15333"/>
                  </a:lnTo>
                  <a:lnTo>
                    <a:pt x="30435" y="15180"/>
                  </a:lnTo>
                  <a:lnTo>
                    <a:pt x="31396" y="14911"/>
                  </a:lnTo>
                  <a:lnTo>
                    <a:pt x="32357" y="14603"/>
                  </a:lnTo>
                  <a:lnTo>
                    <a:pt x="33279" y="14219"/>
                  </a:lnTo>
                  <a:lnTo>
                    <a:pt x="34240" y="13719"/>
                  </a:lnTo>
                  <a:lnTo>
                    <a:pt x="34893" y="13335"/>
                  </a:lnTo>
                  <a:lnTo>
                    <a:pt x="35201" y="13489"/>
                  </a:lnTo>
                  <a:lnTo>
                    <a:pt x="35546" y="13604"/>
                  </a:lnTo>
                  <a:lnTo>
                    <a:pt x="35931" y="13681"/>
                  </a:lnTo>
                  <a:lnTo>
                    <a:pt x="36277" y="13681"/>
                  </a:lnTo>
                  <a:lnTo>
                    <a:pt x="36584" y="13604"/>
                  </a:lnTo>
                  <a:lnTo>
                    <a:pt x="36930" y="13489"/>
                  </a:lnTo>
                  <a:lnTo>
                    <a:pt x="37199" y="13335"/>
                  </a:lnTo>
                  <a:lnTo>
                    <a:pt x="37468" y="13143"/>
                  </a:lnTo>
                  <a:lnTo>
                    <a:pt x="37698" y="12836"/>
                  </a:lnTo>
                  <a:lnTo>
                    <a:pt x="37852" y="12528"/>
                  </a:lnTo>
                  <a:lnTo>
                    <a:pt x="37967" y="12221"/>
                  </a:lnTo>
                  <a:lnTo>
                    <a:pt x="38006" y="11913"/>
                  </a:lnTo>
                  <a:lnTo>
                    <a:pt x="38006" y="11683"/>
                  </a:lnTo>
                  <a:lnTo>
                    <a:pt x="38006" y="11452"/>
                  </a:lnTo>
                  <a:lnTo>
                    <a:pt x="37967" y="11222"/>
                  </a:lnTo>
                  <a:lnTo>
                    <a:pt x="38505" y="10914"/>
                  </a:lnTo>
                  <a:lnTo>
                    <a:pt x="39082" y="10568"/>
                  </a:lnTo>
                  <a:lnTo>
                    <a:pt x="39812" y="10184"/>
                  </a:lnTo>
                  <a:lnTo>
                    <a:pt x="40235" y="9954"/>
                  </a:lnTo>
                  <a:lnTo>
                    <a:pt x="40773" y="9761"/>
                  </a:lnTo>
                  <a:lnTo>
                    <a:pt x="41388" y="9531"/>
                  </a:lnTo>
                  <a:lnTo>
                    <a:pt x="42156" y="9300"/>
                  </a:lnTo>
                  <a:lnTo>
                    <a:pt x="43078" y="9147"/>
                  </a:lnTo>
                  <a:lnTo>
                    <a:pt x="44116" y="8993"/>
                  </a:lnTo>
                  <a:lnTo>
                    <a:pt x="45269" y="8916"/>
                  </a:lnTo>
                  <a:lnTo>
                    <a:pt x="46575" y="8916"/>
                  </a:lnTo>
                  <a:lnTo>
                    <a:pt x="46614" y="8570"/>
                  </a:lnTo>
                  <a:lnTo>
                    <a:pt x="46691" y="8147"/>
                  </a:lnTo>
                  <a:lnTo>
                    <a:pt x="46691" y="7609"/>
                  </a:lnTo>
                  <a:lnTo>
                    <a:pt x="46691" y="6995"/>
                  </a:lnTo>
                  <a:lnTo>
                    <a:pt x="46614" y="6303"/>
                  </a:lnTo>
                  <a:lnTo>
                    <a:pt x="46499" y="5573"/>
                  </a:lnTo>
                  <a:lnTo>
                    <a:pt x="46383" y="5188"/>
                  </a:lnTo>
                  <a:lnTo>
                    <a:pt x="46230" y="4766"/>
                  </a:lnTo>
                  <a:lnTo>
                    <a:pt x="46076" y="4381"/>
                  </a:lnTo>
                  <a:lnTo>
                    <a:pt x="45884" y="3959"/>
                  </a:lnTo>
                  <a:lnTo>
                    <a:pt x="45653" y="3498"/>
                  </a:lnTo>
                  <a:lnTo>
                    <a:pt x="45384" y="3075"/>
                  </a:lnTo>
                  <a:lnTo>
                    <a:pt x="45077" y="2691"/>
                  </a:lnTo>
                  <a:lnTo>
                    <a:pt x="44808" y="2306"/>
                  </a:lnTo>
                  <a:lnTo>
                    <a:pt x="44500" y="1999"/>
                  </a:lnTo>
                  <a:lnTo>
                    <a:pt x="44193" y="1691"/>
                  </a:lnTo>
                  <a:lnTo>
                    <a:pt x="43578" y="1192"/>
                  </a:lnTo>
                  <a:lnTo>
                    <a:pt x="43002" y="808"/>
                  </a:lnTo>
                  <a:lnTo>
                    <a:pt x="42502" y="500"/>
                  </a:lnTo>
                  <a:lnTo>
                    <a:pt x="42079" y="308"/>
                  </a:lnTo>
                  <a:lnTo>
                    <a:pt x="41772" y="193"/>
                  </a:lnTo>
                  <a:lnTo>
                    <a:pt x="38774" y="39"/>
                  </a:lnTo>
                  <a:lnTo>
                    <a:pt x="35662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7"/>
            <p:cNvSpPr/>
            <p:nvPr/>
          </p:nvSpPr>
          <p:spPr>
            <a:xfrm>
              <a:off x="4009825" y="4759225"/>
              <a:ext cx="398700" cy="607175"/>
            </a:xfrm>
            <a:custGeom>
              <a:rect b="b" l="l" r="r" t="t"/>
              <a:pathLst>
                <a:path extrusionOk="0" h="24287" w="15948">
                  <a:moveTo>
                    <a:pt x="2652" y="0"/>
                  </a:moveTo>
                  <a:lnTo>
                    <a:pt x="2229" y="77"/>
                  </a:lnTo>
                  <a:lnTo>
                    <a:pt x="1806" y="231"/>
                  </a:lnTo>
                  <a:lnTo>
                    <a:pt x="1422" y="423"/>
                  </a:lnTo>
                  <a:lnTo>
                    <a:pt x="1115" y="653"/>
                  </a:lnTo>
                  <a:lnTo>
                    <a:pt x="769" y="922"/>
                  </a:lnTo>
                  <a:lnTo>
                    <a:pt x="500" y="1191"/>
                  </a:lnTo>
                  <a:lnTo>
                    <a:pt x="0" y="1729"/>
                  </a:lnTo>
                  <a:lnTo>
                    <a:pt x="6956" y="23826"/>
                  </a:lnTo>
                  <a:lnTo>
                    <a:pt x="7686" y="24056"/>
                  </a:lnTo>
                  <a:lnTo>
                    <a:pt x="8147" y="24133"/>
                  </a:lnTo>
                  <a:lnTo>
                    <a:pt x="8608" y="24210"/>
                  </a:lnTo>
                  <a:lnTo>
                    <a:pt x="9069" y="24248"/>
                  </a:lnTo>
                  <a:lnTo>
                    <a:pt x="9569" y="24287"/>
                  </a:lnTo>
                  <a:lnTo>
                    <a:pt x="10107" y="24210"/>
                  </a:lnTo>
                  <a:lnTo>
                    <a:pt x="10645" y="24133"/>
                  </a:lnTo>
                  <a:lnTo>
                    <a:pt x="11298" y="23941"/>
                  </a:lnTo>
                  <a:lnTo>
                    <a:pt x="11836" y="23710"/>
                  </a:lnTo>
                  <a:lnTo>
                    <a:pt x="12336" y="23441"/>
                  </a:lnTo>
                  <a:lnTo>
                    <a:pt x="12797" y="23134"/>
                  </a:lnTo>
                  <a:lnTo>
                    <a:pt x="13181" y="22826"/>
                  </a:lnTo>
                  <a:lnTo>
                    <a:pt x="13488" y="22557"/>
                  </a:lnTo>
                  <a:lnTo>
                    <a:pt x="13988" y="22058"/>
                  </a:lnTo>
                  <a:lnTo>
                    <a:pt x="14257" y="21750"/>
                  </a:lnTo>
                  <a:lnTo>
                    <a:pt x="14488" y="21405"/>
                  </a:lnTo>
                  <a:lnTo>
                    <a:pt x="14949" y="20751"/>
                  </a:lnTo>
                  <a:lnTo>
                    <a:pt x="15256" y="20098"/>
                  </a:lnTo>
                  <a:lnTo>
                    <a:pt x="15525" y="19483"/>
                  </a:lnTo>
                  <a:lnTo>
                    <a:pt x="15679" y="18907"/>
                  </a:lnTo>
                  <a:lnTo>
                    <a:pt x="15794" y="18407"/>
                  </a:lnTo>
                  <a:lnTo>
                    <a:pt x="15871" y="17946"/>
                  </a:lnTo>
                  <a:lnTo>
                    <a:pt x="15948" y="17600"/>
                  </a:lnTo>
                  <a:lnTo>
                    <a:pt x="15909" y="16908"/>
                  </a:lnTo>
                  <a:lnTo>
                    <a:pt x="15871" y="16524"/>
                  </a:lnTo>
                  <a:lnTo>
                    <a:pt x="15794" y="16101"/>
                  </a:lnTo>
                  <a:lnTo>
                    <a:pt x="15679" y="15717"/>
                  </a:lnTo>
                  <a:lnTo>
                    <a:pt x="15525" y="15295"/>
                  </a:lnTo>
                  <a:lnTo>
                    <a:pt x="15333" y="14910"/>
                  </a:lnTo>
                  <a:lnTo>
                    <a:pt x="15064" y="14526"/>
                  </a:lnTo>
                  <a:lnTo>
                    <a:pt x="14757" y="14180"/>
                  </a:lnTo>
                  <a:lnTo>
                    <a:pt x="14449" y="13950"/>
                  </a:lnTo>
                  <a:lnTo>
                    <a:pt x="14142" y="13757"/>
                  </a:lnTo>
                  <a:lnTo>
                    <a:pt x="13873" y="13604"/>
                  </a:lnTo>
                  <a:lnTo>
                    <a:pt x="13565" y="13450"/>
                  </a:lnTo>
                  <a:lnTo>
                    <a:pt x="13335" y="13258"/>
                  </a:lnTo>
                  <a:lnTo>
                    <a:pt x="13104" y="13066"/>
                  </a:lnTo>
                  <a:lnTo>
                    <a:pt x="12950" y="12835"/>
                  </a:lnTo>
                  <a:lnTo>
                    <a:pt x="12797" y="12528"/>
                  </a:lnTo>
                  <a:lnTo>
                    <a:pt x="12720" y="12182"/>
                  </a:lnTo>
                  <a:lnTo>
                    <a:pt x="12720" y="11798"/>
                  </a:lnTo>
                  <a:lnTo>
                    <a:pt x="12797" y="11298"/>
                  </a:lnTo>
                  <a:lnTo>
                    <a:pt x="12989" y="10683"/>
                  </a:lnTo>
                  <a:lnTo>
                    <a:pt x="13296" y="9991"/>
                  </a:lnTo>
                  <a:lnTo>
                    <a:pt x="13719" y="9184"/>
                  </a:lnTo>
                  <a:lnTo>
                    <a:pt x="14334" y="8224"/>
                  </a:lnTo>
                  <a:lnTo>
                    <a:pt x="13412" y="7724"/>
                  </a:lnTo>
                  <a:lnTo>
                    <a:pt x="12259" y="7071"/>
                  </a:lnTo>
                  <a:lnTo>
                    <a:pt x="11644" y="6648"/>
                  </a:lnTo>
                  <a:lnTo>
                    <a:pt x="10952" y="6187"/>
                  </a:lnTo>
                  <a:lnTo>
                    <a:pt x="10260" y="5687"/>
                  </a:lnTo>
                  <a:lnTo>
                    <a:pt x="9569" y="5111"/>
                  </a:lnTo>
                  <a:lnTo>
                    <a:pt x="8915" y="4573"/>
                  </a:lnTo>
                  <a:lnTo>
                    <a:pt x="8339" y="4073"/>
                  </a:lnTo>
                  <a:lnTo>
                    <a:pt x="7301" y="3074"/>
                  </a:lnTo>
                  <a:lnTo>
                    <a:pt x="6418" y="2190"/>
                  </a:lnTo>
                  <a:lnTo>
                    <a:pt x="5572" y="1422"/>
                  </a:lnTo>
                  <a:lnTo>
                    <a:pt x="5226" y="1076"/>
                  </a:lnTo>
                  <a:lnTo>
                    <a:pt x="4842" y="769"/>
                  </a:lnTo>
                  <a:lnTo>
                    <a:pt x="4496" y="500"/>
                  </a:lnTo>
                  <a:lnTo>
                    <a:pt x="4112" y="307"/>
                  </a:lnTo>
                  <a:lnTo>
                    <a:pt x="3766" y="154"/>
                  </a:lnTo>
                  <a:lnTo>
                    <a:pt x="3420" y="38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7"/>
            <p:cNvSpPr/>
            <p:nvPr/>
          </p:nvSpPr>
          <p:spPr>
            <a:xfrm>
              <a:off x="4569900" y="4808200"/>
              <a:ext cx="1386325" cy="508250"/>
            </a:xfrm>
            <a:custGeom>
              <a:rect b="b" l="l" r="r" t="t"/>
              <a:pathLst>
                <a:path extrusionOk="0" h="20330" w="55453">
                  <a:moveTo>
                    <a:pt x="42464" y="1"/>
                  </a:moveTo>
                  <a:lnTo>
                    <a:pt x="39313" y="39"/>
                  </a:lnTo>
                  <a:lnTo>
                    <a:pt x="36047" y="155"/>
                  </a:lnTo>
                  <a:lnTo>
                    <a:pt x="32703" y="308"/>
                  </a:lnTo>
                  <a:lnTo>
                    <a:pt x="29322" y="500"/>
                  </a:lnTo>
                  <a:lnTo>
                    <a:pt x="25825" y="769"/>
                  </a:lnTo>
                  <a:lnTo>
                    <a:pt x="22289" y="1115"/>
                  </a:lnTo>
                  <a:lnTo>
                    <a:pt x="18792" y="1500"/>
                  </a:lnTo>
                  <a:lnTo>
                    <a:pt x="15449" y="1922"/>
                  </a:lnTo>
                  <a:lnTo>
                    <a:pt x="12144" y="2422"/>
                  </a:lnTo>
                  <a:lnTo>
                    <a:pt x="8955" y="2921"/>
                  </a:lnTo>
                  <a:lnTo>
                    <a:pt x="5880" y="3459"/>
                  </a:lnTo>
                  <a:lnTo>
                    <a:pt x="2883" y="4036"/>
                  </a:lnTo>
                  <a:lnTo>
                    <a:pt x="1" y="4612"/>
                  </a:lnTo>
                  <a:lnTo>
                    <a:pt x="8839" y="15756"/>
                  </a:lnTo>
                  <a:lnTo>
                    <a:pt x="8993" y="16294"/>
                  </a:lnTo>
                  <a:lnTo>
                    <a:pt x="9147" y="16756"/>
                  </a:lnTo>
                  <a:lnTo>
                    <a:pt x="9377" y="17217"/>
                  </a:lnTo>
                  <a:lnTo>
                    <a:pt x="9608" y="17601"/>
                  </a:lnTo>
                  <a:lnTo>
                    <a:pt x="9800" y="17870"/>
                  </a:lnTo>
                  <a:lnTo>
                    <a:pt x="10031" y="18139"/>
                  </a:lnTo>
                  <a:lnTo>
                    <a:pt x="10530" y="18600"/>
                  </a:lnTo>
                  <a:lnTo>
                    <a:pt x="11068" y="18984"/>
                  </a:lnTo>
                  <a:lnTo>
                    <a:pt x="11683" y="19330"/>
                  </a:lnTo>
                  <a:lnTo>
                    <a:pt x="12336" y="19599"/>
                  </a:lnTo>
                  <a:lnTo>
                    <a:pt x="13028" y="19830"/>
                  </a:lnTo>
                  <a:lnTo>
                    <a:pt x="13797" y="20022"/>
                  </a:lnTo>
                  <a:lnTo>
                    <a:pt x="14565" y="20176"/>
                  </a:lnTo>
                  <a:lnTo>
                    <a:pt x="15372" y="20253"/>
                  </a:lnTo>
                  <a:lnTo>
                    <a:pt x="16218" y="20329"/>
                  </a:lnTo>
                  <a:lnTo>
                    <a:pt x="17947" y="20329"/>
                  </a:lnTo>
                  <a:lnTo>
                    <a:pt x="18831" y="20291"/>
                  </a:lnTo>
                  <a:lnTo>
                    <a:pt x="19753" y="20214"/>
                  </a:lnTo>
                  <a:lnTo>
                    <a:pt x="21521" y="19984"/>
                  </a:lnTo>
                  <a:lnTo>
                    <a:pt x="23288" y="19715"/>
                  </a:lnTo>
                  <a:lnTo>
                    <a:pt x="24941" y="19369"/>
                  </a:lnTo>
                  <a:lnTo>
                    <a:pt x="26478" y="19023"/>
                  </a:lnTo>
                  <a:lnTo>
                    <a:pt x="27861" y="18677"/>
                  </a:lnTo>
                  <a:lnTo>
                    <a:pt x="29014" y="18331"/>
                  </a:lnTo>
                  <a:lnTo>
                    <a:pt x="29975" y="18062"/>
                  </a:lnTo>
                  <a:lnTo>
                    <a:pt x="30897" y="17755"/>
                  </a:lnTo>
                  <a:lnTo>
                    <a:pt x="55453" y="18831"/>
                  </a:lnTo>
                  <a:lnTo>
                    <a:pt x="55453" y="18831"/>
                  </a:lnTo>
                  <a:lnTo>
                    <a:pt x="51495" y="155"/>
                  </a:lnTo>
                  <a:lnTo>
                    <a:pt x="48574" y="39"/>
                  </a:lnTo>
                  <a:lnTo>
                    <a:pt x="455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7"/>
            <p:cNvSpPr/>
            <p:nvPr/>
          </p:nvSpPr>
          <p:spPr>
            <a:xfrm>
              <a:off x="4804325" y="4093450"/>
              <a:ext cx="657150" cy="1073125"/>
            </a:xfrm>
            <a:custGeom>
              <a:rect b="b" l="l" r="r" t="t"/>
              <a:pathLst>
                <a:path extrusionOk="0" h="42925" w="26286">
                  <a:moveTo>
                    <a:pt x="20636" y="0"/>
                  </a:moveTo>
                  <a:lnTo>
                    <a:pt x="20137" y="77"/>
                  </a:lnTo>
                  <a:lnTo>
                    <a:pt x="19676" y="154"/>
                  </a:lnTo>
                  <a:lnTo>
                    <a:pt x="19253" y="231"/>
                  </a:lnTo>
                  <a:lnTo>
                    <a:pt x="18830" y="346"/>
                  </a:lnTo>
                  <a:lnTo>
                    <a:pt x="18100" y="615"/>
                  </a:lnTo>
                  <a:lnTo>
                    <a:pt x="17485" y="922"/>
                  </a:lnTo>
                  <a:lnTo>
                    <a:pt x="16986" y="1230"/>
                  </a:lnTo>
                  <a:lnTo>
                    <a:pt x="16601" y="1499"/>
                  </a:lnTo>
                  <a:lnTo>
                    <a:pt x="16332" y="1653"/>
                  </a:lnTo>
                  <a:lnTo>
                    <a:pt x="14718" y="4227"/>
                  </a:lnTo>
                  <a:lnTo>
                    <a:pt x="13104" y="6917"/>
                  </a:lnTo>
                  <a:lnTo>
                    <a:pt x="11529" y="9723"/>
                  </a:lnTo>
                  <a:lnTo>
                    <a:pt x="10722" y="11183"/>
                  </a:lnTo>
                  <a:lnTo>
                    <a:pt x="9953" y="12681"/>
                  </a:lnTo>
                  <a:lnTo>
                    <a:pt x="9031" y="14603"/>
                  </a:lnTo>
                  <a:lnTo>
                    <a:pt x="8147" y="16486"/>
                  </a:lnTo>
                  <a:lnTo>
                    <a:pt x="7302" y="18330"/>
                  </a:lnTo>
                  <a:lnTo>
                    <a:pt x="6495" y="20175"/>
                  </a:lnTo>
                  <a:lnTo>
                    <a:pt x="5726" y="22020"/>
                  </a:lnTo>
                  <a:lnTo>
                    <a:pt x="5034" y="23826"/>
                  </a:lnTo>
                  <a:lnTo>
                    <a:pt x="4343" y="25593"/>
                  </a:lnTo>
                  <a:lnTo>
                    <a:pt x="3728" y="27361"/>
                  </a:lnTo>
                  <a:lnTo>
                    <a:pt x="3113" y="29129"/>
                  </a:lnTo>
                  <a:lnTo>
                    <a:pt x="2575" y="30820"/>
                  </a:lnTo>
                  <a:lnTo>
                    <a:pt x="2075" y="32511"/>
                  </a:lnTo>
                  <a:lnTo>
                    <a:pt x="1576" y="34163"/>
                  </a:lnTo>
                  <a:lnTo>
                    <a:pt x="1115" y="35777"/>
                  </a:lnTo>
                  <a:lnTo>
                    <a:pt x="730" y="37391"/>
                  </a:lnTo>
                  <a:lnTo>
                    <a:pt x="0" y="40465"/>
                  </a:lnTo>
                  <a:lnTo>
                    <a:pt x="5765" y="42925"/>
                  </a:lnTo>
                  <a:lnTo>
                    <a:pt x="7455" y="41195"/>
                  </a:lnTo>
                  <a:lnTo>
                    <a:pt x="8993" y="39505"/>
                  </a:lnTo>
                  <a:lnTo>
                    <a:pt x="10453" y="37852"/>
                  </a:lnTo>
                  <a:lnTo>
                    <a:pt x="11798" y="36277"/>
                  </a:lnTo>
                  <a:lnTo>
                    <a:pt x="13027" y="34778"/>
                  </a:lnTo>
                  <a:lnTo>
                    <a:pt x="14180" y="33356"/>
                  </a:lnTo>
                  <a:lnTo>
                    <a:pt x="15256" y="31973"/>
                  </a:lnTo>
                  <a:lnTo>
                    <a:pt x="16217" y="30704"/>
                  </a:lnTo>
                  <a:lnTo>
                    <a:pt x="17869" y="28514"/>
                  </a:lnTo>
                  <a:lnTo>
                    <a:pt x="19368" y="26477"/>
                  </a:lnTo>
                  <a:lnTo>
                    <a:pt x="20098" y="25517"/>
                  </a:lnTo>
                  <a:lnTo>
                    <a:pt x="20752" y="24556"/>
                  </a:lnTo>
                  <a:lnTo>
                    <a:pt x="21366" y="23634"/>
                  </a:lnTo>
                  <a:lnTo>
                    <a:pt x="21943" y="22711"/>
                  </a:lnTo>
                  <a:lnTo>
                    <a:pt x="22442" y="21789"/>
                  </a:lnTo>
                  <a:lnTo>
                    <a:pt x="22904" y="20867"/>
                  </a:lnTo>
                  <a:lnTo>
                    <a:pt x="23326" y="19944"/>
                  </a:lnTo>
                  <a:lnTo>
                    <a:pt x="23634" y="18984"/>
                  </a:lnTo>
                  <a:lnTo>
                    <a:pt x="23903" y="18023"/>
                  </a:lnTo>
                  <a:lnTo>
                    <a:pt x="24133" y="17062"/>
                  </a:lnTo>
                  <a:lnTo>
                    <a:pt x="24249" y="16025"/>
                  </a:lnTo>
                  <a:lnTo>
                    <a:pt x="24287" y="14987"/>
                  </a:lnTo>
                  <a:lnTo>
                    <a:pt x="24287" y="14219"/>
                  </a:lnTo>
                  <a:lnTo>
                    <a:pt x="24594" y="14026"/>
                  </a:lnTo>
                  <a:lnTo>
                    <a:pt x="24863" y="13757"/>
                  </a:lnTo>
                  <a:lnTo>
                    <a:pt x="25094" y="13488"/>
                  </a:lnTo>
                  <a:lnTo>
                    <a:pt x="25248" y="13181"/>
                  </a:lnTo>
                  <a:lnTo>
                    <a:pt x="25363" y="12874"/>
                  </a:lnTo>
                  <a:lnTo>
                    <a:pt x="25440" y="12528"/>
                  </a:lnTo>
                  <a:lnTo>
                    <a:pt x="25440" y="12220"/>
                  </a:lnTo>
                  <a:lnTo>
                    <a:pt x="25401" y="11875"/>
                  </a:lnTo>
                  <a:lnTo>
                    <a:pt x="25248" y="11529"/>
                  </a:lnTo>
                  <a:lnTo>
                    <a:pt x="25056" y="11221"/>
                  </a:lnTo>
                  <a:lnTo>
                    <a:pt x="24863" y="10991"/>
                  </a:lnTo>
                  <a:lnTo>
                    <a:pt x="24633" y="10799"/>
                  </a:lnTo>
                  <a:lnTo>
                    <a:pt x="24402" y="10683"/>
                  </a:lnTo>
                  <a:lnTo>
                    <a:pt x="24210" y="10568"/>
                  </a:lnTo>
                  <a:lnTo>
                    <a:pt x="24018" y="10491"/>
                  </a:lnTo>
                  <a:lnTo>
                    <a:pt x="23980" y="9876"/>
                  </a:lnTo>
                  <a:lnTo>
                    <a:pt x="23980" y="9185"/>
                  </a:lnTo>
                  <a:lnTo>
                    <a:pt x="24018" y="8378"/>
                  </a:lnTo>
                  <a:lnTo>
                    <a:pt x="24018" y="7916"/>
                  </a:lnTo>
                  <a:lnTo>
                    <a:pt x="24095" y="7340"/>
                  </a:lnTo>
                  <a:lnTo>
                    <a:pt x="24249" y="6648"/>
                  </a:lnTo>
                  <a:lnTo>
                    <a:pt x="24441" y="5880"/>
                  </a:lnTo>
                  <a:lnTo>
                    <a:pt x="24710" y="5034"/>
                  </a:lnTo>
                  <a:lnTo>
                    <a:pt x="25132" y="4074"/>
                  </a:lnTo>
                  <a:lnTo>
                    <a:pt x="25632" y="2998"/>
                  </a:lnTo>
                  <a:lnTo>
                    <a:pt x="26285" y="1883"/>
                  </a:lnTo>
                  <a:lnTo>
                    <a:pt x="26016" y="1653"/>
                  </a:lnTo>
                  <a:lnTo>
                    <a:pt x="25670" y="1422"/>
                  </a:lnTo>
                  <a:lnTo>
                    <a:pt x="25248" y="1115"/>
                  </a:lnTo>
                  <a:lnTo>
                    <a:pt x="24671" y="807"/>
                  </a:lnTo>
                  <a:lnTo>
                    <a:pt x="24056" y="538"/>
                  </a:lnTo>
                  <a:lnTo>
                    <a:pt x="23326" y="308"/>
                  </a:lnTo>
                  <a:lnTo>
                    <a:pt x="22519" y="115"/>
                  </a:lnTo>
                  <a:lnTo>
                    <a:pt x="22097" y="39"/>
                  </a:lnTo>
                  <a:lnTo>
                    <a:pt x="21635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7"/>
            <p:cNvSpPr/>
            <p:nvPr/>
          </p:nvSpPr>
          <p:spPr>
            <a:xfrm>
              <a:off x="4421950" y="5002275"/>
              <a:ext cx="627375" cy="409275"/>
            </a:xfrm>
            <a:custGeom>
              <a:rect b="b" l="l" r="r" t="t"/>
              <a:pathLst>
                <a:path extrusionOk="0" h="16371" w="25095">
                  <a:moveTo>
                    <a:pt x="15987" y="0"/>
                  </a:moveTo>
                  <a:lnTo>
                    <a:pt x="14911" y="500"/>
                  </a:lnTo>
                  <a:lnTo>
                    <a:pt x="13873" y="961"/>
                  </a:lnTo>
                  <a:lnTo>
                    <a:pt x="12874" y="1345"/>
                  </a:lnTo>
                  <a:lnTo>
                    <a:pt x="11952" y="1653"/>
                  </a:lnTo>
                  <a:lnTo>
                    <a:pt x="11068" y="1922"/>
                  </a:lnTo>
                  <a:lnTo>
                    <a:pt x="10261" y="2114"/>
                  </a:lnTo>
                  <a:lnTo>
                    <a:pt x="9531" y="2306"/>
                  </a:lnTo>
                  <a:lnTo>
                    <a:pt x="8839" y="2460"/>
                  </a:lnTo>
                  <a:lnTo>
                    <a:pt x="7341" y="2690"/>
                  </a:lnTo>
                  <a:lnTo>
                    <a:pt x="5957" y="2844"/>
                  </a:lnTo>
                  <a:lnTo>
                    <a:pt x="4689" y="2959"/>
                  </a:lnTo>
                  <a:lnTo>
                    <a:pt x="3536" y="3075"/>
                  </a:lnTo>
                  <a:lnTo>
                    <a:pt x="3037" y="3152"/>
                  </a:lnTo>
                  <a:lnTo>
                    <a:pt x="2576" y="3228"/>
                  </a:lnTo>
                  <a:lnTo>
                    <a:pt x="2114" y="3344"/>
                  </a:lnTo>
                  <a:lnTo>
                    <a:pt x="1730" y="3497"/>
                  </a:lnTo>
                  <a:lnTo>
                    <a:pt x="1346" y="3690"/>
                  </a:lnTo>
                  <a:lnTo>
                    <a:pt x="1038" y="3920"/>
                  </a:lnTo>
                  <a:lnTo>
                    <a:pt x="731" y="4189"/>
                  </a:lnTo>
                  <a:lnTo>
                    <a:pt x="500" y="4497"/>
                  </a:lnTo>
                  <a:lnTo>
                    <a:pt x="270" y="4881"/>
                  </a:lnTo>
                  <a:lnTo>
                    <a:pt x="155" y="5304"/>
                  </a:lnTo>
                  <a:lnTo>
                    <a:pt x="39" y="5688"/>
                  </a:lnTo>
                  <a:lnTo>
                    <a:pt x="1" y="6110"/>
                  </a:lnTo>
                  <a:lnTo>
                    <a:pt x="1" y="6533"/>
                  </a:lnTo>
                  <a:lnTo>
                    <a:pt x="39" y="6917"/>
                  </a:lnTo>
                  <a:lnTo>
                    <a:pt x="155" y="7648"/>
                  </a:lnTo>
                  <a:lnTo>
                    <a:pt x="21559" y="16371"/>
                  </a:lnTo>
                  <a:lnTo>
                    <a:pt x="22251" y="15948"/>
                  </a:lnTo>
                  <a:lnTo>
                    <a:pt x="22597" y="15679"/>
                  </a:lnTo>
                  <a:lnTo>
                    <a:pt x="22943" y="15372"/>
                  </a:lnTo>
                  <a:lnTo>
                    <a:pt x="23288" y="15026"/>
                  </a:lnTo>
                  <a:lnTo>
                    <a:pt x="23596" y="14642"/>
                  </a:lnTo>
                  <a:lnTo>
                    <a:pt x="23903" y="14219"/>
                  </a:lnTo>
                  <a:lnTo>
                    <a:pt x="24172" y="13719"/>
                  </a:lnTo>
                  <a:lnTo>
                    <a:pt x="24364" y="13335"/>
                  </a:lnTo>
                  <a:lnTo>
                    <a:pt x="24480" y="12912"/>
                  </a:lnTo>
                  <a:lnTo>
                    <a:pt x="24556" y="12528"/>
                  </a:lnTo>
                  <a:lnTo>
                    <a:pt x="24633" y="12067"/>
                  </a:lnTo>
                  <a:lnTo>
                    <a:pt x="24672" y="11106"/>
                  </a:lnTo>
                  <a:lnTo>
                    <a:pt x="24710" y="9838"/>
                  </a:lnTo>
                  <a:lnTo>
                    <a:pt x="24825" y="7571"/>
                  </a:lnTo>
                  <a:lnTo>
                    <a:pt x="24941" y="6187"/>
                  </a:lnTo>
                  <a:lnTo>
                    <a:pt x="25094" y="4612"/>
                  </a:lnTo>
                  <a:lnTo>
                    <a:pt x="24633" y="4420"/>
                  </a:lnTo>
                  <a:lnTo>
                    <a:pt x="24134" y="4228"/>
                  </a:lnTo>
                  <a:lnTo>
                    <a:pt x="23596" y="4074"/>
                  </a:lnTo>
                  <a:lnTo>
                    <a:pt x="23019" y="3959"/>
                  </a:lnTo>
                  <a:lnTo>
                    <a:pt x="22405" y="3882"/>
                  </a:lnTo>
                  <a:lnTo>
                    <a:pt x="21790" y="3882"/>
                  </a:lnTo>
                  <a:lnTo>
                    <a:pt x="21136" y="3959"/>
                  </a:lnTo>
                  <a:lnTo>
                    <a:pt x="20522" y="4112"/>
                  </a:lnTo>
                  <a:lnTo>
                    <a:pt x="20060" y="4228"/>
                  </a:lnTo>
                  <a:lnTo>
                    <a:pt x="19676" y="4420"/>
                  </a:lnTo>
                  <a:lnTo>
                    <a:pt x="19061" y="4727"/>
                  </a:lnTo>
                  <a:lnTo>
                    <a:pt x="18754" y="4881"/>
                  </a:lnTo>
                  <a:lnTo>
                    <a:pt x="18523" y="4958"/>
                  </a:lnTo>
                  <a:lnTo>
                    <a:pt x="18254" y="4996"/>
                  </a:lnTo>
                  <a:lnTo>
                    <a:pt x="17985" y="4958"/>
                  </a:lnTo>
                  <a:lnTo>
                    <a:pt x="17716" y="4881"/>
                  </a:lnTo>
                  <a:lnTo>
                    <a:pt x="17563" y="4766"/>
                  </a:lnTo>
                  <a:lnTo>
                    <a:pt x="17409" y="4650"/>
                  </a:lnTo>
                  <a:lnTo>
                    <a:pt x="17294" y="4497"/>
                  </a:lnTo>
                  <a:lnTo>
                    <a:pt x="17140" y="4343"/>
                  </a:lnTo>
                  <a:lnTo>
                    <a:pt x="16871" y="3843"/>
                  </a:lnTo>
                  <a:lnTo>
                    <a:pt x="16602" y="3190"/>
                  </a:lnTo>
                  <a:lnTo>
                    <a:pt x="16371" y="2345"/>
                  </a:lnTo>
                  <a:lnTo>
                    <a:pt x="16179" y="1307"/>
                  </a:lnTo>
                  <a:lnTo>
                    <a:pt x="1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7"/>
            <p:cNvSpPr/>
            <p:nvPr/>
          </p:nvSpPr>
          <p:spPr>
            <a:xfrm>
              <a:off x="5353850" y="4037725"/>
              <a:ext cx="1063525" cy="1308500"/>
            </a:xfrm>
            <a:custGeom>
              <a:rect b="b" l="l" r="r" t="t"/>
              <a:pathLst>
                <a:path extrusionOk="0" h="52340" w="42541">
                  <a:moveTo>
                    <a:pt x="4612" y="0"/>
                  </a:moveTo>
                  <a:lnTo>
                    <a:pt x="4035" y="39"/>
                  </a:lnTo>
                  <a:lnTo>
                    <a:pt x="3497" y="116"/>
                  </a:lnTo>
                  <a:lnTo>
                    <a:pt x="2959" y="231"/>
                  </a:lnTo>
                  <a:lnTo>
                    <a:pt x="2460" y="423"/>
                  </a:lnTo>
                  <a:lnTo>
                    <a:pt x="1999" y="692"/>
                  </a:lnTo>
                  <a:lnTo>
                    <a:pt x="1537" y="999"/>
                  </a:lnTo>
                  <a:lnTo>
                    <a:pt x="1307" y="1230"/>
                  </a:lnTo>
                  <a:lnTo>
                    <a:pt x="1115" y="1461"/>
                  </a:lnTo>
                  <a:lnTo>
                    <a:pt x="923" y="1730"/>
                  </a:lnTo>
                  <a:lnTo>
                    <a:pt x="730" y="1999"/>
                  </a:lnTo>
                  <a:lnTo>
                    <a:pt x="577" y="2306"/>
                  </a:lnTo>
                  <a:lnTo>
                    <a:pt x="423" y="2652"/>
                  </a:lnTo>
                  <a:lnTo>
                    <a:pt x="308" y="2998"/>
                  </a:lnTo>
                  <a:lnTo>
                    <a:pt x="231" y="3344"/>
                  </a:lnTo>
                  <a:lnTo>
                    <a:pt x="77" y="4112"/>
                  </a:lnTo>
                  <a:lnTo>
                    <a:pt x="0" y="4958"/>
                  </a:lnTo>
                  <a:lnTo>
                    <a:pt x="0" y="5880"/>
                  </a:lnTo>
                  <a:lnTo>
                    <a:pt x="77" y="6841"/>
                  </a:lnTo>
                  <a:lnTo>
                    <a:pt x="231" y="7878"/>
                  </a:lnTo>
                  <a:lnTo>
                    <a:pt x="461" y="8954"/>
                  </a:lnTo>
                  <a:lnTo>
                    <a:pt x="807" y="10069"/>
                  </a:lnTo>
                  <a:lnTo>
                    <a:pt x="1192" y="11221"/>
                  </a:lnTo>
                  <a:lnTo>
                    <a:pt x="1653" y="12413"/>
                  </a:lnTo>
                  <a:lnTo>
                    <a:pt x="2229" y="13642"/>
                  </a:lnTo>
                  <a:lnTo>
                    <a:pt x="2844" y="14872"/>
                  </a:lnTo>
                  <a:lnTo>
                    <a:pt x="3574" y="16179"/>
                  </a:lnTo>
                  <a:lnTo>
                    <a:pt x="5111" y="19022"/>
                  </a:lnTo>
                  <a:lnTo>
                    <a:pt x="8916" y="26208"/>
                  </a:lnTo>
                  <a:lnTo>
                    <a:pt x="9530" y="27361"/>
                  </a:lnTo>
                  <a:lnTo>
                    <a:pt x="21674" y="50341"/>
                  </a:lnTo>
                  <a:lnTo>
                    <a:pt x="22212" y="50610"/>
                  </a:lnTo>
                  <a:lnTo>
                    <a:pt x="23019" y="50995"/>
                  </a:lnTo>
                  <a:lnTo>
                    <a:pt x="23518" y="51225"/>
                  </a:lnTo>
                  <a:lnTo>
                    <a:pt x="24056" y="51456"/>
                  </a:lnTo>
                  <a:lnTo>
                    <a:pt x="24710" y="51648"/>
                  </a:lnTo>
                  <a:lnTo>
                    <a:pt x="25363" y="51840"/>
                  </a:lnTo>
                  <a:lnTo>
                    <a:pt x="26093" y="52032"/>
                  </a:lnTo>
                  <a:lnTo>
                    <a:pt x="26900" y="52148"/>
                  </a:lnTo>
                  <a:lnTo>
                    <a:pt x="27707" y="52263"/>
                  </a:lnTo>
                  <a:lnTo>
                    <a:pt x="28591" y="52340"/>
                  </a:lnTo>
                  <a:lnTo>
                    <a:pt x="29475" y="52340"/>
                  </a:lnTo>
                  <a:lnTo>
                    <a:pt x="30435" y="52263"/>
                  </a:lnTo>
                  <a:lnTo>
                    <a:pt x="31396" y="52109"/>
                  </a:lnTo>
                  <a:lnTo>
                    <a:pt x="32395" y="51917"/>
                  </a:lnTo>
                  <a:lnTo>
                    <a:pt x="33049" y="51725"/>
                  </a:lnTo>
                  <a:lnTo>
                    <a:pt x="33740" y="51494"/>
                  </a:lnTo>
                  <a:lnTo>
                    <a:pt x="34355" y="51225"/>
                  </a:lnTo>
                  <a:lnTo>
                    <a:pt x="34970" y="50956"/>
                  </a:lnTo>
                  <a:lnTo>
                    <a:pt x="35546" y="50649"/>
                  </a:lnTo>
                  <a:lnTo>
                    <a:pt x="36084" y="50341"/>
                  </a:lnTo>
                  <a:lnTo>
                    <a:pt x="36584" y="49996"/>
                  </a:lnTo>
                  <a:lnTo>
                    <a:pt x="37084" y="49650"/>
                  </a:lnTo>
                  <a:lnTo>
                    <a:pt x="37583" y="49265"/>
                  </a:lnTo>
                  <a:lnTo>
                    <a:pt x="38006" y="48881"/>
                  </a:lnTo>
                  <a:lnTo>
                    <a:pt x="38851" y="48074"/>
                  </a:lnTo>
                  <a:lnTo>
                    <a:pt x="39581" y="47267"/>
                  </a:lnTo>
                  <a:lnTo>
                    <a:pt x="40196" y="46460"/>
                  </a:lnTo>
                  <a:lnTo>
                    <a:pt x="40773" y="45653"/>
                  </a:lnTo>
                  <a:lnTo>
                    <a:pt x="41234" y="44885"/>
                  </a:lnTo>
                  <a:lnTo>
                    <a:pt x="41618" y="44193"/>
                  </a:lnTo>
                  <a:lnTo>
                    <a:pt x="41926" y="43540"/>
                  </a:lnTo>
                  <a:lnTo>
                    <a:pt x="42348" y="42541"/>
                  </a:lnTo>
                  <a:lnTo>
                    <a:pt x="42540" y="42041"/>
                  </a:lnTo>
                  <a:lnTo>
                    <a:pt x="41810" y="40504"/>
                  </a:lnTo>
                  <a:lnTo>
                    <a:pt x="41042" y="38928"/>
                  </a:lnTo>
                  <a:lnTo>
                    <a:pt x="40196" y="37353"/>
                  </a:lnTo>
                  <a:lnTo>
                    <a:pt x="39351" y="35739"/>
                  </a:lnTo>
                  <a:lnTo>
                    <a:pt x="38429" y="34125"/>
                  </a:lnTo>
                  <a:lnTo>
                    <a:pt x="37429" y="32472"/>
                  </a:lnTo>
                  <a:lnTo>
                    <a:pt x="36430" y="30820"/>
                  </a:lnTo>
                  <a:lnTo>
                    <a:pt x="35393" y="29167"/>
                  </a:lnTo>
                  <a:lnTo>
                    <a:pt x="34201" y="27361"/>
                  </a:lnTo>
                  <a:lnTo>
                    <a:pt x="32972" y="25594"/>
                  </a:lnTo>
                  <a:lnTo>
                    <a:pt x="31742" y="23864"/>
                  </a:lnTo>
                  <a:lnTo>
                    <a:pt x="30474" y="22212"/>
                  </a:lnTo>
                  <a:lnTo>
                    <a:pt x="29244" y="20598"/>
                  </a:lnTo>
                  <a:lnTo>
                    <a:pt x="27976" y="19022"/>
                  </a:lnTo>
                  <a:lnTo>
                    <a:pt x="26708" y="17485"/>
                  </a:lnTo>
                  <a:lnTo>
                    <a:pt x="25440" y="16025"/>
                  </a:lnTo>
                  <a:lnTo>
                    <a:pt x="24018" y="14488"/>
                  </a:lnTo>
                  <a:lnTo>
                    <a:pt x="22596" y="12989"/>
                  </a:lnTo>
                  <a:lnTo>
                    <a:pt x="19138" y="9338"/>
                  </a:lnTo>
                  <a:lnTo>
                    <a:pt x="16409" y="6533"/>
                  </a:lnTo>
                  <a:lnTo>
                    <a:pt x="14334" y="4458"/>
                  </a:lnTo>
                  <a:lnTo>
                    <a:pt x="13450" y="3651"/>
                  </a:lnTo>
                  <a:lnTo>
                    <a:pt x="12682" y="2998"/>
                  </a:lnTo>
                  <a:lnTo>
                    <a:pt x="12144" y="2537"/>
                  </a:lnTo>
                  <a:lnTo>
                    <a:pt x="11644" y="2152"/>
                  </a:lnTo>
                  <a:lnTo>
                    <a:pt x="11183" y="1806"/>
                  </a:lnTo>
                  <a:lnTo>
                    <a:pt x="10722" y="1537"/>
                  </a:lnTo>
                  <a:lnTo>
                    <a:pt x="10337" y="1345"/>
                  </a:lnTo>
                  <a:lnTo>
                    <a:pt x="9915" y="1153"/>
                  </a:lnTo>
                  <a:lnTo>
                    <a:pt x="9108" y="846"/>
                  </a:lnTo>
                  <a:lnTo>
                    <a:pt x="8531" y="654"/>
                  </a:lnTo>
                  <a:lnTo>
                    <a:pt x="7724" y="423"/>
                  </a:lnTo>
                  <a:lnTo>
                    <a:pt x="6764" y="192"/>
                  </a:lnTo>
                  <a:lnTo>
                    <a:pt x="6264" y="116"/>
                  </a:lnTo>
                  <a:lnTo>
                    <a:pt x="5726" y="39"/>
                  </a:lnTo>
                  <a:lnTo>
                    <a:pt x="5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7"/>
            <p:cNvSpPr/>
            <p:nvPr/>
          </p:nvSpPr>
          <p:spPr>
            <a:xfrm>
              <a:off x="5715075" y="2958850"/>
              <a:ext cx="1028925" cy="2342225"/>
            </a:xfrm>
            <a:custGeom>
              <a:rect b="b" l="l" r="r" t="t"/>
              <a:pathLst>
                <a:path extrusionOk="0" h="93689" w="41157">
                  <a:moveTo>
                    <a:pt x="39505" y="0"/>
                  </a:moveTo>
                  <a:lnTo>
                    <a:pt x="38851" y="538"/>
                  </a:lnTo>
                  <a:lnTo>
                    <a:pt x="38044" y="1153"/>
                  </a:lnTo>
                  <a:lnTo>
                    <a:pt x="37045" y="1806"/>
                  </a:lnTo>
                  <a:lnTo>
                    <a:pt x="36469" y="2114"/>
                  </a:lnTo>
                  <a:lnTo>
                    <a:pt x="35854" y="2421"/>
                  </a:lnTo>
                  <a:lnTo>
                    <a:pt x="35239" y="2729"/>
                  </a:lnTo>
                  <a:lnTo>
                    <a:pt x="34547" y="2998"/>
                  </a:lnTo>
                  <a:lnTo>
                    <a:pt x="33856" y="3228"/>
                  </a:lnTo>
                  <a:lnTo>
                    <a:pt x="33087" y="3459"/>
                  </a:lnTo>
                  <a:lnTo>
                    <a:pt x="32318" y="3612"/>
                  </a:lnTo>
                  <a:lnTo>
                    <a:pt x="31511" y="3766"/>
                  </a:lnTo>
                  <a:lnTo>
                    <a:pt x="30666" y="3843"/>
                  </a:lnTo>
                  <a:lnTo>
                    <a:pt x="29782" y="3843"/>
                  </a:lnTo>
                  <a:lnTo>
                    <a:pt x="29129" y="3805"/>
                  </a:lnTo>
                  <a:lnTo>
                    <a:pt x="28514" y="3766"/>
                  </a:lnTo>
                  <a:lnTo>
                    <a:pt x="27899" y="3651"/>
                  </a:lnTo>
                  <a:lnTo>
                    <a:pt x="27323" y="3574"/>
                  </a:lnTo>
                  <a:lnTo>
                    <a:pt x="22366" y="15679"/>
                  </a:lnTo>
                  <a:lnTo>
                    <a:pt x="0" y="69978"/>
                  </a:lnTo>
                  <a:lnTo>
                    <a:pt x="12951" y="81853"/>
                  </a:lnTo>
                  <a:lnTo>
                    <a:pt x="25939" y="93689"/>
                  </a:lnTo>
                  <a:lnTo>
                    <a:pt x="27092" y="91806"/>
                  </a:lnTo>
                  <a:lnTo>
                    <a:pt x="28322" y="89654"/>
                  </a:lnTo>
                  <a:lnTo>
                    <a:pt x="29629" y="87271"/>
                  </a:lnTo>
                  <a:lnTo>
                    <a:pt x="30935" y="84658"/>
                  </a:lnTo>
                  <a:lnTo>
                    <a:pt x="31627" y="83236"/>
                  </a:lnTo>
                  <a:lnTo>
                    <a:pt x="32318" y="81776"/>
                  </a:lnTo>
                  <a:lnTo>
                    <a:pt x="32972" y="80277"/>
                  </a:lnTo>
                  <a:lnTo>
                    <a:pt x="33625" y="78702"/>
                  </a:lnTo>
                  <a:lnTo>
                    <a:pt x="34317" y="77088"/>
                  </a:lnTo>
                  <a:lnTo>
                    <a:pt x="34932" y="75397"/>
                  </a:lnTo>
                  <a:lnTo>
                    <a:pt x="35585" y="73667"/>
                  </a:lnTo>
                  <a:lnTo>
                    <a:pt x="36200" y="71900"/>
                  </a:lnTo>
                  <a:lnTo>
                    <a:pt x="37122" y="69018"/>
                  </a:lnTo>
                  <a:lnTo>
                    <a:pt x="37583" y="67442"/>
                  </a:lnTo>
                  <a:lnTo>
                    <a:pt x="38083" y="65713"/>
                  </a:lnTo>
                  <a:lnTo>
                    <a:pt x="38582" y="63907"/>
                  </a:lnTo>
                  <a:lnTo>
                    <a:pt x="39043" y="61947"/>
                  </a:lnTo>
                  <a:lnTo>
                    <a:pt x="39505" y="59910"/>
                  </a:lnTo>
                  <a:lnTo>
                    <a:pt x="39927" y="57758"/>
                  </a:lnTo>
                  <a:lnTo>
                    <a:pt x="40312" y="55529"/>
                  </a:lnTo>
                  <a:lnTo>
                    <a:pt x="40619" y="53185"/>
                  </a:lnTo>
                  <a:lnTo>
                    <a:pt x="40888" y="50726"/>
                  </a:lnTo>
                  <a:lnTo>
                    <a:pt x="41042" y="48189"/>
                  </a:lnTo>
                  <a:lnTo>
                    <a:pt x="41119" y="46883"/>
                  </a:lnTo>
                  <a:lnTo>
                    <a:pt x="41157" y="45538"/>
                  </a:lnTo>
                  <a:lnTo>
                    <a:pt x="41157" y="44193"/>
                  </a:lnTo>
                  <a:lnTo>
                    <a:pt x="41157" y="42809"/>
                  </a:lnTo>
                  <a:lnTo>
                    <a:pt x="41119" y="41426"/>
                  </a:lnTo>
                  <a:lnTo>
                    <a:pt x="41042" y="40004"/>
                  </a:lnTo>
                  <a:lnTo>
                    <a:pt x="40965" y="38582"/>
                  </a:lnTo>
                  <a:lnTo>
                    <a:pt x="40811" y="37122"/>
                  </a:lnTo>
                  <a:lnTo>
                    <a:pt x="40773" y="36661"/>
                  </a:lnTo>
                  <a:lnTo>
                    <a:pt x="40696" y="36161"/>
                  </a:lnTo>
                  <a:lnTo>
                    <a:pt x="40465" y="35085"/>
                  </a:lnTo>
                  <a:lnTo>
                    <a:pt x="40119" y="33971"/>
                  </a:lnTo>
                  <a:lnTo>
                    <a:pt x="39735" y="32780"/>
                  </a:lnTo>
                  <a:lnTo>
                    <a:pt x="38851" y="30205"/>
                  </a:lnTo>
                  <a:lnTo>
                    <a:pt x="37852" y="27400"/>
                  </a:lnTo>
                  <a:lnTo>
                    <a:pt x="37353" y="25978"/>
                  </a:lnTo>
                  <a:lnTo>
                    <a:pt x="36891" y="24479"/>
                  </a:lnTo>
                  <a:lnTo>
                    <a:pt x="36469" y="22980"/>
                  </a:lnTo>
                  <a:lnTo>
                    <a:pt x="36084" y="21482"/>
                  </a:lnTo>
                  <a:lnTo>
                    <a:pt x="35777" y="19945"/>
                  </a:lnTo>
                  <a:lnTo>
                    <a:pt x="35662" y="19176"/>
                  </a:lnTo>
                  <a:lnTo>
                    <a:pt x="35585" y="18407"/>
                  </a:lnTo>
                  <a:lnTo>
                    <a:pt x="35508" y="17639"/>
                  </a:lnTo>
                  <a:lnTo>
                    <a:pt x="35470" y="16909"/>
                  </a:lnTo>
                  <a:lnTo>
                    <a:pt x="35431" y="16140"/>
                  </a:lnTo>
                  <a:lnTo>
                    <a:pt x="35431" y="15372"/>
                  </a:lnTo>
                  <a:lnTo>
                    <a:pt x="35508" y="14411"/>
                  </a:lnTo>
                  <a:lnTo>
                    <a:pt x="35546" y="13565"/>
                  </a:lnTo>
                  <a:lnTo>
                    <a:pt x="35662" y="12720"/>
                  </a:lnTo>
                  <a:lnTo>
                    <a:pt x="35777" y="11682"/>
                  </a:lnTo>
                  <a:lnTo>
                    <a:pt x="35931" y="10683"/>
                  </a:lnTo>
                  <a:lnTo>
                    <a:pt x="36123" y="9723"/>
                  </a:lnTo>
                  <a:lnTo>
                    <a:pt x="36315" y="8762"/>
                  </a:lnTo>
                  <a:lnTo>
                    <a:pt x="36507" y="7840"/>
                  </a:lnTo>
                  <a:lnTo>
                    <a:pt x="36776" y="6994"/>
                  </a:lnTo>
                  <a:lnTo>
                    <a:pt x="37276" y="5303"/>
                  </a:lnTo>
                  <a:lnTo>
                    <a:pt x="37814" y="3766"/>
                  </a:lnTo>
                  <a:lnTo>
                    <a:pt x="38390" y="2383"/>
                  </a:lnTo>
                  <a:lnTo>
                    <a:pt x="38928" y="1115"/>
                  </a:lnTo>
                  <a:lnTo>
                    <a:pt x="39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6274200" y="3048200"/>
              <a:ext cx="195050" cy="302625"/>
            </a:xfrm>
            <a:custGeom>
              <a:rect b="b" l="l" r="r" t="t"/>
              <a:pathLst>
                <a:path extrusionOk="0" h="12105" w="7802">
                  <a:moveTo>
                    <a:pt x="4958" y="0"/>
                  </a:moveTo>
                  <a:lnTo>
                    <a:pt x="1" y="12105"/>
                  </a:lnTo>
                  <a:lnTo>
                    <a:pt x="346" y="12028"/>
                  </a:lnTo>
                  <a:lnTo>
                    <a:pt x="731" y="11913"/>
                  </a:lnTo>
                  <a:lnTo>
                    <a:pt x="1499" y="11644"/>
                  </a:lnTo>
                  <a:lnTo>
                    <a:pt x="2229" y="11260"/>
                  </a:lnTo>
                  <a:lnTo>
                    <a:pt x="2998" y="10798"/>
                  </a:lnTo>
                  <a:lnTo>
                    <a:pt x="3728" y="10222"/>
                  </a:lnTo>
                  <a:lnTo>
                    <a:pt x="4458" y="9607"/>
                  </a:lnTo>
                  <a:lnTo>
                    <a:pt x="5112" y="8877"/>
                  </a:lnTo>
                  <a:lnTo>
                    <a:pt x="5765" y="8032"/>
                  </a:lnTo>
                  <a:lnTo>
                    <a:pt x="6111" y="7532"/>
                  </a:lnTo>
                  <a:lnTo>
                    <a:pt x="6418" y="7032"/>
                  </a:lnTo>
                  <a:lnTo>
                    <a:pt x="6687" y="6494"/>
                  </a:lnTo>
                  <a:lnTo>
                    <a:pt x="6956" y="5995"/>
                  </a:lnTo>
                  <a:lnTo>
                    <a:pt x="7148" y="5457"/>
                  </a:lnTo>
                  <a:lnTo>
                    <a:pt x="7340" y="4919"/>
                  </a:lnTo>
                  <a:lnTo>
                    <a:pt x="7494" y="4419"/>
                  </a:lnTo>
                  <a:lnTo>
                    <a:pt x="7648" y="3920"/>
                  </a:lnTo>
                  <a:lnTo>
                    <a:pt x="7725" y="3420"/>
                  </a:lnTo>
                  <a:lnTo>
                    <a:pt x="7763" y="2921"/>
                  </a:lnTo>
                  <a:lnTo>
                    <a:pt x="7801" y="2421"/>
                  </a:lnTo>
                  <a:lnTo>
                    <a:pt x="7801" y="1960"/>
                  </a:lnTo>
                  <a:lnTo>
                    <a:pt x="7763" y="1499"/>
                  </a:lnTo>
                  <a:lnTo>
                    <a:pt x="7686" y="1076"/>
                  </a:lnTo>
                  <a:lnTo>
                    <a:pt x="7571" y="653"/>
                  </a:lnTo>
                  <a:lnTo>
                    <a:pt x="7417" y="269"/>
                  </a:lnTo>
                  <a:lnTo>
                    <a:pt x="4958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7"/>
            <p:cNvSpPr/>
            <p:nvPr/>
          </p:nvSpPr>
          <p:spPr>
            <a:xfrm>
              <a:off x="5953325" y="2148975"/>
              <a:ext cx="1127900" cy="1030850"/>
            </a:xfrm>
            <a:custGeom>
              <a:rect b="b" l="l" r="r" t="t"/>
              <a:pathLst>
                <a:path extrusionOk="0" h="41234" w="45116">
                  <a:moveTo>
                    <a:pt x="25286" y="0"/>
                  </a:moveTo>
                  <a:lnTo>
                    <a:pt x="24479" y="38"/>
                  </a:lnTo>
                  <a:lnTo>
                    <a:pt x="23711" y="115"/>
                  </a:lnTo>
                  <a:lnTo>
                    <a:pt x="22942" y="192"/>
                  </a:lnTo>
                  <a:lnTo>
                    <a:pt x="22212" y="307"/>
                  </a:lnTo>
                  <a:lnTo>
                    <a:pt x="21482" y="461"/>
                  </a:lnTo>
                  <a:lnTo>
                    <a:pt x="20790" y="615"/>
                  </a:lnTo>
                  <a:lnTo>
                    <a:pt x="20137" y="807"/>
                  </a:lnTo>
                  <a:lnTo>
                    <a:pt x="19522" y="999"/>
                  </a:lnTo>
                  <a:lnTo>
                    <a:pt x="18331" y="1460"/>
                  </a:lnTo>
                  <a:lnTo>
                    <a:pt x="17255" y="1960"/>
                  </a:lnTo>
                  <a:lnTo>
                    <a:pt x="16294" y="2421"/>
                  </a:lnTo>
                  <a:lnTo>
                    <a:pt x="15449" y="2882"/>
                  </a:lnTo>
                  <a:lnTo>
                    <a:pt x="14219" y="3651"/>
                  </a:lnTo>
                  <a:lnTo>
                    <a:pt x="13527" y="4112"/>
                  </a:lnTo>
                  <a:lnTo>
                    <a:pt x="12836" y="4650"/>
                  </a:lnTo>
                  <a:lnTo>
                    <a:pt x="11952" y="5380"/>
                  </a:lnTo>
                  <a:lnTo>
                    <a:pt x="11029" y="6225"/>
                  </a:lnTo>
                  <a:lnTo>
                    <a:pt x="10146" y="7186"/>
                  </a:lnTo>
                  <a:lnTo>
                    <a:pt x="9723" y="7724"/>
                  </a:lnTo>
                  <a:lnTo>
                    <a:pt x="9300" y="8301"/>
                  </a:lnTo>
                  <a:lnTo>
                    <a:pt x="8570" y="9261"/>
                  </a:lnTo>
                  <a:lnTo>
                    <a:pt x="8186" y="9876"/>
                  </a:lnTo>
                  <a:lnTo>
                    <a:pt x="7801" y="10529"/>
                  </a:lnTo>
                  <a:lnTo>
                    <a:pt x="7379" y="11298"/>
                  </a:lnTo>
                  <a:lnTo>
                    <a:pt x="7033" y="12143"/>
                  </a:lnTo>
                  <a:lnTo>
                    <a:pt x="6687" y="13066"/>
                  </a:lnTo>
                  <a:lnTo>
                    <a:pt x="6418" y="14103"/>
                  </a:lnTo>
                  <a:lnTo>
                    <a:pt x="6187" y="15218"/>
                  </a:lnTo>
                  <a:lnTo>
                    <a:pt x="6072" y="15986"/>
                  </a:lnTo>
                  <a:lnTo>
                    <a:pt x="6034" y="16640"/>
                  </a:lnTo>
                  <a:lnTo>
                    <a:pt x="5995" y="17331"/>
                  </a:lnTo>
                  <a:lnTo>
                    <a:pt x="5918" y="17946"/>
                  </a:lnTo>
                  <a:lnTo>
                    <a:pt x="5726" y="18830"/>
                  </a:lnTo>
                  <a:lnTo>
                    <a:pt x="5380" y="19944"/>
                  </a:lnTo>
                  <a:lnTo>
                    <a:pt x="5150" y="20559"/>
                  </a:lnTo>
                  <a:lnTo>
                    <a:pt x="4881" y="21174"/>
                  </a:lnTo>
                  <a:lnTo>
                    <a:pt x="4573" y="21789"/>
                  </a:lnTo>
                  <a:lnTo>
                    <a:pt x="4266" y="22442"/>
                  </a:lnTo>
                  <a:lnTo>
                    <a:pt x="3882" y="23057"/>
                  </a:lnTo>
                  <a:lnTo>
                    <a:pt x="3459" y="23634"/>
                  </a:lnTo>
                  <a:lnTo>
                    <a:pt x="2998" y="24210"/>
                  </a:lnTo>
                  <a:lnTo>
                    <a:pt x="2498" y="24710"/>
                  </a:lnTo>
                  <a:lnTo>
                    <a:pt x="1960" y="25171"/>
                  </a:lnTo>
                  <a:lnTo>
                    <a:pt x="1384" y="25555"/>
                  </a:lnTo>
                  <a:lnTo>
                    <a:pt x="1115" y="25709"/>
                  </a:lnTo>
                  <a:lnTo>
                    <a:pt x="769" y="25939"/>
                  </a:lnTo>
                  <a:lnTo>
                    <a:pt x="577" y="26131"/>
                  </a:lnTo>
                  <a:lnTo>
                    <a:pt x="423" y="26324"/>
                  </a:lnTo>
                  <a:lnTo>
                    <a:pt x="270" y="26516"/>
                  </a:lnTo>
                  <a:lnTo>
                    <a:pt x="193" y="26785"/>
                  </a:lnTo>
                  <a:lnTo>
                    <a:pt x="116" y="27015"/>
                  </a:lnTo>
                  <a:lnTo>
                    <a:pt x="116" y="27284"/>
                  </a:lnTo>
                  <a:lnTo>
                    <a:pt x="116" y="27515"/>
                  </a:lnTo>
                  <a:lnTo>
                    <a:pt x="154" y="27745"/>
                  </a:lnTo>
                  <a:lnTo>
                    <a:pt x="308" y="28168"/>
                  </a:lnTo>
                  <a:lnTo>
                    <a:pt x="462" y="28514"/>
                  </a:lnTo>
                  <a:lnTo>
                    <a:pt x="539" y="28745"/>
                  </a:lnTo>
                  <a:lnTo>
                    <a:pt x="577" y="29090"/>
                  </a:lnTo>
                  <a:lnTo>
                    <a:pt x="577" y="29359"/>
                  </a:lnTo>
                  <a:lnTo>
                    <a:pt x="500" y="29590"/>
                  </a:lnTo>
                  <a:lnTo>
                    <a:pt x="385" y="29820"/>
                  </a:lnTo>
                  <a:lnTo>
                    <a:pt x="231" y="30013"/>
                  </a:lnTo>
                  <a:lnTo>
                    <a:pt x="116" y="30205"/>
                  </a:lnTo>
                  <a:lnTo>
                    <a:pt x="39" y="30358"/>
                  </a:lnTo>
                  <a:lnTo>
                    <a:pt x="1" y="30551"/>
                  </a:lnTo>
                  <a:lnTo>
                    <a:pt x="39" y="30704"/>
                  </a:lnTo>
                  <a:lnTo>
                    <a:pt x="154" y="30820"/>
                  </a:lnTo>
                  <a:lnTo>
                    <a:pt x="231" y="30935"/>
                  </a:lnTo>
                  <a:lnTo>
                    <a:pt x="500" y="31050"/>
                  </a:lnTo>
                  <a:lnTo>
                    <a:pt x="769" y="31165"/>
                  </a:lnTo>
                  <a:lnTo>
                    <a:pt x="884" y="31242"/>
                  </a:lnTo>
                  <a:lnTo>
                    <a:pt x="1000" y="31358"/>
                  </a:lnTo>
                  <a:lnTo>
                    <a:pt x="1115" y="31550"/>
                  </a:lnTo>
                  <a:lnTo>
                    <a:pt x="1153" y="31742"/>
                  </a:lnTo>
                  <a:lnTo>
                    <a:pt x="1192" y="31972"/>
                  </a:lnTo>
                  <a:lnTo>
                    <a:pt x="1192" y="32165"/>
                  </a:lnTo>
                  <a:lnTo>
                    <a:pt x="1115" y="32587"/>
                  </a:lnTo>
                  <a:lnTo>
                    <a:pt x="1000" y="32972"/>
                  </a:lnTo>
                  <a:lnTo>
                    <a:pt x="808" y="33241"/>
                  </a:lnTo>
                  <a:lnTo>
                    <a:pt x="654" y="33586"/>
                  </a:lnTo>
                  <a:lnTo>
                    <a:pt x="539" y="33971"/>
                  </a:lnTo>
                  <a:lnTo>
                    <a:pt x="500" y="34201"/>
                  </a:lnTo>
                  <a:lnTo>
                    <a:pt x="500" y="34432"/>
                  </a:lnTo>
                  <a:lnTo>
                    <a:pt x="500" y="34624"/>
                  </a:lnTo>
                  <a:lnTo>
                    <a:pt x="539" y="34893"/>
                  </a:lnTo>
                  <a:lnTo>
                    <a:pt x="654" y="35239"/>
                  </a:lnTo>
                  <a:lnTo>
                    <a:pt x="884" y="35662"/>
                  </a:lnTo>
                  <a:lnTo>
                    <a:pt x="1230" y="36161"/>
                  </a:lnTo>
                  <a:lnTo>
                    <a:pt x="1461" y="36469"/>
                  </a:lnTo>
                  <a:lnTo>
                    <a:pt x="1730" y="36738"/>
                  </a:lnTo>
                  <a:lnTo>
                    <a:pt x="2076" y="37045"/>
                  </a:lnTo>
                  <a:lnTo>
                    <a:pt x="2460" y="37352"/>
                  </a:lnTo>
                  <a:lnTo>
                    <a:pt x="2883" y="37698"/>
                  </a:lnTo>
                  <a:lnTo>
                    <a:pt x="3382" y="38044"/>
                  </a:lnTo>
                  <a:lnTo>
                    <a:pt x="3920" y="38390"/>
                  </a:lnTo>
                  <a:lnTo>
                    <a:pt x="4458" y="38659"/>
                  </a:lnTo>
                  <a:lnTo>
                    <a:pt x="5534" y="39197"/>
                  </a:lnTo>
                  <a:lnTo>
                    <a:pt x="6572" y="39620"/>
                  </a:lnTo>
                  <a:lnTo>
                    <a:pt x="7571" y="40004"/>
                  </a:lnTo>
                  <a:lnTo>
                    <a:pt x="8532" y="40273"/>
                  </a:lnTo>
                  <a:lnTo>
                    <a:pt x="9454" y="40465"/>
                  </a:lnTo>
                  <a:lnTo>
                    <a:pt x="10338" y="40657"/>
                  </a:lnTo>
                  <a:lnTo>
                    <a:pt x="11106" y="40773"/>
                  </a:lnTo>
                  <a:lnTo>
                    <a:pt x="12105" y="40888"/>
                  </a:lnTo>
                  <a:lnTo>
                    <a:pt x="13258" y="41042"/>
                  </a:lnTo>
                  <a:lnTo>
                    <a:pt x="14488" y="41118"/>
                  </a:lnTo>
                  <a:lnTo>
                    <a:pt x="15795" y="41195"/>
                  </a:lnTo>
                  <a:lnTo>
                    <a:pt x="17216" y="41234"/>
                  </a:lnTo>
                  <a:lnTo>
                    <a:pt x="18715" y="41195"/>
                  </a:lnTo>
                  <a:lnTo>
                    <a:pt x="20291" y="41118"/>
                  </a:lnTo>
                  <a:lnTo>
                    <a:pt x="21981" y="41003"/>
                  </a:lnTo>
                  <a:lnTo>
                    <a:pt x="22712" y="40196"/>
                  </a:lnTo>
                  <a:lnTo>
                    <a:pt x="23173" y="39773"/>
                  </a:lnTo>
                  <a:lnTo>
                    <a:pt x="23672" y="39312"/>
                  </a:lnTo>
                  <a:lnTo>
                    <a:pt x="24210" y="38813"/>
                  </a:lnTo>
                  <a:lnTo>
                    <a:pt x="24825" y="38352"/>
                  </a:lnTo>
                  <a:lnTo>
                    <a:pt x="25478" y="37852"/>
                  </a:lnTo>
                  <a:lnTo>
                    <a:pt x="26170" y="37352"/>
                  </a:lnTo>
                  <a:lnTo>
                    <a:pt x="27246" y="36738"/>
                  </a:lnTo>
                  <a:lnTo>
                    <a:pt x="28245" y="36200"/>
                  </a:lnTo>
                  <a:lnTo>
                    <a:pt x="29206" y="35777"/>
                  </a:lnTo>
                  <a:lnTo>
                    <a:pt x="30051" y="35431"/>
                  </a:lnTo>
                  <a:lnTo>
                    <a:pt x="30820" y="35162"/>
                  </a:lnTo>
                  <a:lnTo>
                    <a:pt x="31473" y="34970"/>
                  </a:lnTo>
                  <a:lnTo>
                    <a:pt x="32396" y="34739"/>
                  </a:lnTo>
                  <a:lnTo>
                    <a:pt x="33664" y="33702"/>
                  </a:lnTo>
                  <a:lnTo>
                    <a:pt x="34932" y="32626"/>
                  </a:lnTo>
                  <a:lnTo>
                    <a:pt x="36008" y="31665"/>
                  </a:lnTo>
                  <a:lnTo>
                    <a:pt x="37122" y="30627"/>
                  </a:lnTo>
                  <a:lnTo>
                    <a:pt x="38314" y="29436"/>
                  </a:lnTo>
                  <a:lnTo>
                    <a:pt x="39505" y="28091"/>
                  </a:lnTo>
                  <a:lnTo>
                    <a:pt x="40773" y="26631"/>
                  </a:lnTo>
                  <a:lnTo>
                    <a:pt x="42041" y="25017"/>
                  </a:lnTo>
                  <a:lnTo>
                    <a:pt x="43309" y="23288"/>
                  </a:lnTo>
                  <a:lnTo>
                    <a:pt x="43962" y="22327"/>
                  </a:lnTo>
                  <a:lnTo>
                    <a:pt x="44577" y="21366"/>
                  </a:lnTo>
                  <a:lnTo>
                    <a:pt x="44769" y="20713"/>
                  </a:lnTo>
                  <a:lnTo>
                    <a:pt x="44923" y="20021"/>
                  </a:lnTo>
                  <a:lnTo>
                    <a:pt x="45038" y="19368"/>
                  </a:lnTo>
                  <a:lnTo>
                    <a:pt x="45115" y="18676"/>
                  </a:lnTo>
                  <a:lnTo>
                    <a:pt x="44385" y="16832"/>
                  </a:lnTo>
                  <a:lnTo>
                    <a:pt x="43655" y="15141"/>
                  </a:lnTo>
                  <a:lnTo>
                    <a:pt x="42963" y="13565"/>
                  </a:lnTo>
                  <a:lnTo>
                    <a:pt x="42272" y="12105"/>
                  </a:lnTo>
                  <a:lnTo>
                    <a:pt x="41580" y="10760"/>
                  </a:lnTo>
                  <a:lnTo>
                    <a:pt x="40927" y="9569"/>
                  </a:lnTo>
                  <a:lnTo>
                    <a:pt x="40273" y="8454"/>
                  </a:lnTo>
                  <a:lnTo>
                    <a:pt x="39620" y="7455"/>
                  </a:lnTo>
                  <a:lnTo>
                    <a:pt x="39005" y="6533"/>
                  </a:lnTo>
                  <a:lnTo>
                    <a:pt x="38429" y="5726"/>
                  </a:lnTo>
                  <a:lnTo>
                    <a:pt x="37814" y="4996"/>
                  </a:lnTo>
                  <a:lnTo>
                    <a:pt x="37276" y="4342"/>
                  </a:lnTo>
                  <a:lnTo>
                    <a:pt x="36700" y="3804"/>
                  </a:lnTo>
                  <a:lnTo>
                    <a:pt x="36162" y="3305"/>
                  </a:lnTo>
                  <a:lnTo>
                    <a:pt x="35662" y="2882"/>
                  </a:lnTo>
                  <a:lnTo>
                    <a:pt x="35162" y="2498"/>
                  </a:lnTo>
                  <a:lnTo>
                    <a:pt x="33933" y="1921"/>
                  </a:lnTo>
                  <a:lnTo>
                    <a:pt x="32703" y="1422"/>
                  </a:lnTo>
                  <a:lnTo>
                    <a:pt x="31435" y="999"/>
                  </a:lnTo>
                  <a:lnTo>
                    <a:pt x="30205" y="653"/>
                  </a:lnTo>
                  <a:lnTo>
                    <a:pt x="28937" y="346"/>
                  </a:lnTo>
                  <a:lnTo>
                    <a:pt x="27707" y="154"/>
                  </a:lnTo>
                  <a:lnTo>
                    <a:pt x="26478" y="38"/>
                  </a:lnTo>
                  <a:lnTo>
                    <a:pt x="25286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7"/>
            <p:cNvSpPr/>
            <p:nvPr/>
          </p:nvSpPr>
          <p:spPr>
            <a:xfrm>
              <a:off x="5962925" y="2650450"/>
              <a:ext cx="133575" cy="168150"/>
            </a:xfrm>
            <a:custGeom>
              <a:rect b="b" l="l" r="r" t="t"/>
              <a:pathLst>
                <a:path extrusionOk="0" h="6726" w="5343">
                  <a:moveTo>
                    <a:pt x="5342" y="1"/>
                  </a:moveTo>
                  <a:lnTo>
                    <a:pt x="4689" y="577"/>
                  </a:lnTo>
                  <a:lnTo>
                    <a:pt x="4113" y="1038"/>
                  </a:lnTo>
                  <a:lnTo>
                    <a:pt x="3613" y="1384"/>
                  </a:lnTo>
                  <a:lnTo>
                    <a:pt x="3152" y="1692"/>
                  </a:lnTo>
                  <a:lnTo>
                    <a:pt x="2729" y="1922"/>
                  </a:lnTo>
                  <a:lnTo>
                    <a:pt x="2383" y="2076"/>
                  </a:lnTo>
                  <a:lnTo>
                    <a:pt x="2076" y="2153"/>
                  </a:lnTo>
                  <a:lnTo>
                    <a:pt x="1807" y="2230"/>
                  </a:lnTo>
                  <a:lnTo>
                    <a:pt x="1499" y="2268"/>
                  </a:lnTo>
                  <a:lnTo>
                    <a:pt x="1115" y="2383"/>
                  </a:lnTo>
                  <a:lnTo>
                    <a:pt x="885" y="2499"/>
                  </a:lnTo>
                  <a:lnTo>
                    <a:pt x="693" y="2614"/>
                  </a:lnTo>
                  <a:lnTo>
                    <a:pt x="500" y="2768"/>
                  </a:lnTo>
                  <a:lnTo>
                    <a:pt x="308" y="2960"/>
                  </a:lnTo>
                  <a:lnTo>
                    <a:pt x="193" y="3152"/>
                  </a:lnTo>
                  <a:lnTo>
                    <a:pt x="116" y="3306"/>
                  </a:lnTo>
                  <a:lnTo>
                    <a:pt x="39" y="3651"/>
                  </a:lnTo>
                  <a:lnTo>
                    <a:pt x="1" y="3920"/>
                  </a:lnTo>
                  <a:lnTo>
                    <a:pt x="39" y="4074"/>
                  </a:lnTo>
                  <a:lnTo>
                    <a:pt x="78" y="4420"/>
                  </a:lnTo>
                  <a:lnTo>
                    <a:pt x="193" y="4727"/>
                  </a:lnTo>
                  <a:lnTo>
                    <a:pt x="308" y="4920"/>
                  </a:lnTo>
                  <a:lnTo>
                    <a:pt x="424" y="5073"/>
                  </a:lnTo>
                  <a:lnTo>
                    <a:pt x="654" y="5265"/>
                  </a:lnTo>
                  <a:lnTo>
                    <a:pt x="885" y="5419"/>
                  </a:lnTo>
                  <a:lnTo>
                    <a:pt x="1115" y="5534"/>
                  </a:lnTo>
                  <a:lnTo>
                    <a:pt x="1384" y="5765"/>
                  </a:lnTo>
                  <a:lnTo>
                    <a:pt x="1615" y="5996"/>
                  </a:lnTo>
                  <a:lnTo>
                    <a:pt x="1845" y="6265"/>
                  </a:lnTo>
                  <a:lnTo>
                    <a:pt x="1999" y="6495"/>
                  </a:lnTo>
                  <a:lnTo>
                    <a:pt x="2114" y="6726"/>
                  </a:lnTo>
                  <a:lnTo>
                    <a:pt x="4535" y="3728"/>
                  </a:lnTo>
                  <a:lnTo>
                    <a:pt x="5342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7"/>
            <p:cNvSpPr/>
            <p:nvPr/>
          </p:nvSpPr>
          <p:spPr>
            <a:xfrm>
              <a:off x="6084950" y="2562075"/>
              <a:ext cx="105700" cy="112425"/>
            </a:xfrm>
            <a:custGeom>
              <a:rect b="b" l="l" r="r" t="t"/>
              <a:pathLst>
                <a:path extrusionOk="0" h="4497" w="4228">
                  <a:moveTo>
                    <a:pt x="308" y="0"/>
                  </a:moveTo>
                  <a:lnTo>
                    <a:pt x="154" y="39"/>
                  </a:lnTo>
                  <a:lnTo>
                    <a:pt x="77" y="154"/>
                  </a:lnTo>
                  <a:lnTo>
                    <a:pt x="0" y="269"/>
                  </a:lnTo>
                  <a:lnTo>
                    <a:pt x="0" y="423"/>
                  </a:lnTo>
                  <a:lnTo>
                    <a:pt x="77" y="538"/>
                  </a:lnTo>
                  <a:lnTo>
                    <a:pt x="154" y="615"/>
                  </a:lnTo>
                  <a:lnTo>
                    <a:pt x="269" y="692"/>
                  </a:lnTo>
                  <a:lnTo>
                    <a:pt x="730" y="807"/>
                  </a:lnTo>
                  <a:lnTo>
                    <a:pt x="1268" y="1038"/>
                  </a:lnTo>
                  <a:lnTo>
                    <a:pt x="1537" y="1153"/>
                  </a:lnTo>
                  <a:lnTo>
                    <a:pt x="1806" y="1345"/>
                  </a:lnTo>
                  <a:lnTo>
                    <a:pt x="2075" y="1537"/>
                  </a:lnTo>
                  <a:lnTo>
                    <a:pt x="2344" y="1806"/>
                  </a:lnTo>
                  <a:lnTo>
                    <a:pt x="2652" y="2114"/>
                  </a:lnTo>
                  <a:lnTo>
                    <a:pt x="2882" y="2460"/>
                  </a:lnTo>
                  <a:lnTo>
                    <a:pt x="3074" y="2806"/>
                  </a:lnTo>
                  <a:lnTo>
                    <a:pt x="3228" y="3113"/>
                  </a:lnTo>
                  <a:lnTo>
                    <a:pt x="3343" y="3420"/>
                  </a:lnTo>
                  <a:lnTo>
                    <a:pt x="3420" y="3728"/>
                  </a:lnTo>
                  <a:lnTo>
                    <a:pt x="3497" y="4189"/>
                  </a:lnTo>
                  <a:lnTo>
                    <a:pt x="3536" y="4304"/>
                  </a:lnTo>
                  <a:lnTo>
                    <a:pt x="3651" y="4420"/>
                  </a:lnTo>
                  <a:lnTo>
                    <a:pt x="3728" y="4458"/>
                  </a:lnTo>
                  <a:lnTo>
                    <a:pt x="3881" y="4496"/>
                  </a:lnTo>
                  <a:lnTo>
                    <a:pt x="3920" y="4496"/>
                  </a:lnTo>
                  <a:lnTo>
                    <a:pt x="4035" y="4458"/>
                  </a:lnTo>
                  <a:lnTo>
                    <a:pt x="4150" y="4343"/>
                  </a:lnTo>
                  <a:lnTo>
                    <a:pt x="4189" y="4227"/>
                  </a:lnTo>
                  <a:lnTo>
                    <a:pt x="4227" y="4112"/>
                  </a:lnTo>
                  <a:lnTo>
                    <a:pt x="4112" y="3536"/>
                  </a:lnTo>
                  <a:lnTo>
                    <a:pt x="3997" y="3228"/>
                  </a:lnTo>
                  <a:lnTo>
                    <a:pt x="3881" y="2844"/>
                  </a:lnTo>
                  <a:lnTo>
                    <a:pt x="3689" y="2460"/>
                  </a:lnTo>
                  <a:lnTo>
                    <a:pt x="3459" y="2075"/>
                  </a:lnTo>
                  <a:lnTo>
                    <a:pt x="3190" y="1691"/>
                  </a:lnTo>
                  <a:lnTo>
                    <a:pt x="2844" y="1307"/>
                  </a:lnTo>
                  <a:lnTo>
                    <a:pt x="2536" y="999"/>
                  </a:lnTo>
                  <a:lnTo>
                    <a:pt x="2191" y="769"/>
                  </a:lnTo>
                  <a:lnTo>
                    <a:pt x="1883" y="577"/>
                  </a:lnTo>
                  <a:lnTo>
                    <a:pt x="1576" y="385"/>
                  </a:lnTo>
                  <a:lnTo>
                    <a:pt x="1268" y="269"/>
                  </a:lnTo>
                  <a:lnTo>
                    <a:pt x="961" y="154"/>
                  </a:lnTo>
                  <a:lnTo>
                    <a:pt x="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7"/>
            <p:cNvSpPr/>
            <p:nvPr/>
          </p:nvSpPr>
          <p:spPr>
            <a:xfrm>
              <a:off x="6128175" y="2487125"/>
              <a:ext cx="147000" cy="130700"/>
            </a:xfrm>
            <a:custGeom>
              <a:rect b="b" l="l" r="r" t="t"/>
              <a:pathLst>
                <a:path extrusionOk="0" h="5228" w="5880">
                  <a:moveTo>
                    <a:pt x="1499" y="1"/>
                  </a:moveTo>
                  <a:lnTo>
                    <a:pt x="961" y="39"/>
                  </a:lnTo>
                  <a:lnTo>
                    <a:pt x="500" y="155"/>
                  </a:lnTo>
                  <a:lnTo>
                    <a:pt x="346" y="193"/>
                  </a:lnTo>
                  <a:lnTo>
                    <a:pt x="193" y="270"/>
                  </a:lnTo>
                  <a:lnTo>
                    <a:pt x="77" y="347"/>
                  </a:lnTo>
                  <a:lnTo>
                    <a:pt x="0" y="462"/>
                  </a:lnTo>
                  <a:lnTo>
                    <a:pt x="0" y="577"/>
                  </a:lnTo>
                  <a:lnTo>
                    <a:pt x="77" y="693"/>
                  </a:lnTo>
                  <a:lnTo>
                    <a:pt x="231" y="846"/>
                  </a:lnTo>
                  <a:lnTo>
                    <a:pt x="462" y="1038"/>
                  </a:lnTo>
                  <a:lnTo>
                    <a:pt x="1230" y="1576"/>
                  </a:lnTo>
                  <a:lnTo>
                    <a:pt x="2306" y="2422"/>
                  </a:lnTo>
                  <a:lnTo>
                    <a:pt x="3152" y="3114"/>
                  </a:lnTo>
                  <a:lnTo>
                    <a:pt x="3843" y="3690"/>
                  </a:lnTo>
                  <a:lnTo>
                    <a:pt x="4804" y="4612"/>
                  </a:lnTo>
                  <a:lnTo>
                    <a:pt x="5111" y="4920"/>
                  </a:lnTo>
                  <a:lnTo>
                    <a:pt x="5342" y="5112"/>
                  </a:lnTo>
                  <a:lnTo>
                    <a:pt x="5534" y="5227"/>
                  </a:lnTo>
                  <a:lnTo>
                    <a:pt x="5611" y="5227"/>
                  </a:lnTo>
                  <a:lnTo>
                    <a:pt x="5649" y="5189"/>
                  </a:lnTo>
                  <a:lnTo>
                    <a:pt x="5726" y="5112"/>
                  </a:lnTo>
                  <a:lnTo>
                    <a:pt x="5803" y="4958"/>
                  </a:lnTo>
                  <a:lnTo>
                    <a:pt x="5842" y="4766"/>
                  </a:lnTo>
                  <a:lnTo>
                    <a:pt x="5880" y="4497"/>
                  </a:lnTo>
                  <a:lnTo>
                    <a:pt x="5880" y="4228"/>
                  </a:lnTo>
                  <a:lnTo>
                    <a:pt x="5842" y="3921"/>
                  </a:lnTo>
                  <a:lnTo>
                    <a:pt x="5803" y="3613"/>
                  </a:lnTo>
                  <a:lnTo>
                    <a:pt x="5688" y="3267"/>
                  </a:lnTo>
                  <a:lnTo>
                    <a:pt x="5611" y="2921"/>
                  </a:lnTo>
                  <a:lnTo>
                    <a:pt x="5457" y="2576"/>
                  </a:lnTo>
                  <a:lnTo>
                    <a:pt x="5304" y="2191"/>
                  </a:lnTo>
                  <a:lnTo>
                    <a:pt x="5111" y="1845"/>
                  </a:lnTo>
                  <a:lnTo>
                    <a:pt x="4842" y="1538"/>
                  </a:lnTo>
                  <a:lnTo>
                    <a:pt x="4612" y="1231"/>
                  </a:lnTo>
                  <a:lnTo>
                    <a:pt x="4304" y="923"/>
                  </a:lnTo>
                  <a:lnTo>
                    <a:pt x="3959" y="693"/>
                  </a:lnTo>
                  <a:lnTo>
                    <a:pt x="3651" y="500"/>
                  </a:lnTo>
                  <a:lnTo>
                    <a:pt x="3344" y="385"/>
                  </a:lnTo>
                  <a:lnTo>
                    <a:pt x="3036" y="270"/>
                  </a:lnTo>
                  <a:lnTo>
                    <a:pt x="2729" y="155"/>
                  </a:lnTo>
                  <a:lnTo>
                    <a:pt x="2114" y="39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7"/>
            <p:cNvSpPr/>
            <p:nvPr/>
          </p:nvSpPr>
          <p:spPr>
            <a:xfrm>
              <a:off x="5481625" y="4112650"/>
              <a:ext cx="227700" cy="620650"/>
            </a:xfrm>
            <a:custGeom>
              <a:rect b="b" l="l" r="r" t="t"/>
              <a:pathLst>
                <a:path extrusionOk="0" h="24826" w="9108">
                  <a:moveTo>
                    <a:pt x="7571" y="1"/>
                  </a:moveTo>
                  <a:lnTo>
                    <a:pt x="3766" y="7994"/>
                  </a:lnTo>
                  <a:lnTo>
                    <a:pt x="0" y="16025"/>
                  </a:lnTo>
                  <a:lnTo>
                    <a:pt x="3805" y="23211"/>
                  </a:lnTo>
                  <a:lnTo>
                    <a:pt x="4419" y="24364"/>
                  </a:lnTo>
                  <a:lnTo>
                    <a:pt x="5226" y="24825"/>
                  </a:lnTo>
                  <a:lnTo>
                    <a:pt x="7186" y="15103"/>
                  </a:lnTo>
                  <a:lnTo>
                    <a:pt x="9108" y="5381"/>
                  </a:lnTo>
                  <a:lnTo>
                    <a:pt x="75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7"/>
            <p:cNvSpPr/>
            <p:nvPr/>
          </p:nvSpPr>
          <p:spPr>
            <a:xfrm>
              <a:off x="4873500" y="4031950"/>
              <a:ext cx="1687025" cy="1342150"/>
            </a:xfrm>
            <a:custGeom>
              <a:rect b="b" l="l" r="r" t="t"/>
              <a:pathLst>
                <a:path extrusionOk="0" h="53686" w="67481">
                  <a:moveTo>
                    <a:pt x="21866" y="1"/>
                  </a:moveTo>
                  <a:lnTo>
                    <a:pt x="21289" y="39"/>
                  </a:lnTo>
                  <a:lnTo>
                    <a:pt x="20675" y="78"/>
                  </a:lnTo>
                  <a:lnTo>
                    <a:pt x="20060" y="154"/>
                  </a:lnTo>
                  <a:lnTo>
                    <a:pt x="19445" y="270"/>
                  </a:lnTo>
                  <a:lnTo>
                    <a:pt x="18792" y="385"/>
                  </a:lnTo>
                  <a:lnTo>
                    <a:pt x="18177" y="539"/>
                  </a:lnTo>
                  <a:lnTo>
                    <a:pt x="17523" y="731"/>
                  </a:lnTo>
                  <a:lnTo>
                    <a:pt x="16870" y="961"/>
                  </a:lnTo>
                  <a:lnTo>
                    <a:pt x="15794" y="1423"/>
                  </a:lnTo>
                  <a:lnTo>
                    <a:pt x="14795" y="1922"/>
                  </a:lnTo>
                  <a:lnTo>
                    <a:pt x="13873" y="2460"/>
                  </a:lnTo>
                  <a:lnTo>
                    <a:pt x="13027" y="3075"/>
                  </a:lnTo>
                  <a:lnTo>
                    <a:pt x="12220" y="3690"/>
                  </a:lnTo>
                  <a:lnTo>
                    <a:pt x="11529" y="4305"/>
                  </a:lnTo>
                  <a:lnTo>
                    <a:pt x="10914" y="4958"/>
                  </a:lnTo>
                  <a:lnTo>
                    <a:pt x="10337" y="5573"/>
                  </a:lnTo>
                  <a:lnTo>
                    <a:pt x="9838" y="6188"/>
                  </a:lnTo>
                  <a:lnTo>
                    <a:pt x="9377" y="6803"/>
                  </a:lnTo>
                  <a:lnTo>
                    <a:pt x="8992" y="7341"/>
                  </a:lnTo>
                  <a:lnTo>
                    <a:pt x="8685" y="7879"/>
                  </a:lnTo>
                  <a:lnTo>
                    <a:pt x="8185" y="8724"/>
                  </a:lnTo>
                  <a:lnTo>
                    <a:pt x="7916" y="9300"/>
                  </a:lnTo>
                  <a:lnTo>
                    <a:pt x="7186" y="10876"/>
                  </a:lnTo>
                  <a:lnTo>
                    <a:pt x="6494" y="12490"/>
                  </a:lnTo>
                  <a:lnTo>
                    <a:pt x="5803" y="14181"/>
                  </a:lnTo>
                  <a:lnTo>
                    <a:pt x="5111" y="15910"/>
                  </a:lnTo>
                  <a:lnTo>
                    <a:pt x="4419" y="17716"/>
                  </a:lnTo>
                  <a:lnTo>
                    <a:pt x="3766" y="19561"/>
                  </a:lnTo>
                  <a:lnTo>
                    <a:pt x="3113" y="21444"/>
                  </a:lnTo>
                  <a:lnTo>
                    <a:pt x="2498" y="23404"/>
                  </a:lnTo>
                  <a:lnTo>
                    <a:pt x="1768" y="25825"/>
                  </a:lnTo>
                  <a:lnTo>
                    <a:pt x="1115" y="28169"/>
                  </a:lnTo>
                  <a:lnTo>
                    <a:pt x="500" y="30474"/>
                  </a:lnTo>
                  <a:lnTo>
                    <a:pt x="0" y="32703"/>
                  </a:lnTo>
                  <a:lnTo>
                    <a:pt x="11721" y="37891"/>
                  </a:lnTo>
                  <a:lnTo>
                    <a:pt x="22365" y="19445"/>
                  </a:lnTo>
                  <a:lnTo>
                    <a:pt x="22750" y="19445"/>
                  </a:lnTo>
                  <a:lnTo>
                    <a:pt x="37160" y="47229"/>
                  </a:lnTo>
                  <a:lnTo>
                    <a:pt x="37468" y="47767"/>
                  </a:lnTo>
                  <a:lnTo>
                    <a:pt x="37814" y="48305"/>
                  </a:lnTo>
                  <a:lnTo>
                    <a:pt x="38159" y="48805"/>
                  </a:lnTo>
                  <a:lnTo>
                    <a:pt x="38582" y="49304"/>
                  </a:lnTo>
                  <a:lnTo>
                    <a:pt x="39005" y="49765"/>
                  </a:lnTo>
                  <a:lnTo>
                    <a:pt x="39466" y="50188"/>
                  </a:lnTo>
                  <a:lnTo>
                    <a:pt x="39966" y="50572"/>
                  </a:lnTo>
                  <a:lnTo>
                    <a:pt x="40504" y="50918"/>
                  </a:lnTo>
                  <a:lnTo>
                    <a:pt x="41541" y="51533"/>
                  </a:lnTo>
                  <a:lnTo>
                    <a:pt x="42118" y="51802"/>
                  </a:lnTo>
                  <a:lnTo>
                    <a:pt x="42694" y="52110"/>
                  </a:lnTo>
                  <a:lnTo>
                    <a:pt x="43347" y="52379"/>
                  </a:lnTo>
                  <a:lnTo>
                    <a:pt x="44001" y="52609"/>
                  </a:lnTo>
                  <a:lnTo>
                    <a:pt x="44731" y="52840"/>
                  </a:lnTo>
                  <a:lnTo>
                    <a:pt x="45461" y="53070"/>
                  </a:lnTo>
                  <a:lnTo>
                    <a:pt x="46076" y="53224"/>
                  </a:lnTo>
                  <a:lnTo>
                    <a:pt x="47267" y="53416"/>
                  </a:lnTo>
                  <a:lnTo>
                    <a:pt x="48074" y="53531"/>
                  </a:lnTo>
                  <a:lnTo>
                    <a:pt x="48958" y="53608"/>
                  </a:lnTo>
                  <a:lnTo>
                    <a:pt x="49957" y="53685"/>
                  </a:lnTo>
                  <a:lnTo>
                    <a:pt x="51033" y="53685"/>
                  </a:lnTo>
                  <a:lnTo>
                    <a:pt x="52186" y="53608"/>
                  </a:lnTo>
                  <a:lnTo>
                    <a:pt x="53377" y="53493"/>
                  </a:lnTo>
                  <a:lnTo>
                    <a:pt x="54607" y="53301"/>
                  </a:lnTo>
                  <a:lnTo>
                    <a:pt x="55260" y="53147"/>
                  </a:lnTo>
                  <a:lnTo>
                    <a:pt x="55875" y="52955"/>
                  </a:lnTo>
                  <a:lnTo>
                    <a:pt x="56490" y="52763"/>
                  </a:lnTo>
                  <a:lnTo>
                    <a:pt x="57143" y="52532"/>
                  </a:lnTo>
                  <a:lnTo>
                    <a:pt x="57796" y="52263"/>
                  </a:lnTo>
                  <a:lnTo>
                    <a:pt x="58411" y="51994"/>
                  </a:lnTo>
                  <a:lnTo>
                    <a:pt x="59026" y="51648"/>
                  </a:lnTo>
                  <a:lnTo>
                    <a:pt x="59679" y="51303"/>
                  </a:lnTo>
                  <a:lnTo>
                    <a:pt x="60294" y="50880"/>
                  </a:lnTo>
                  <a:lnTo>
                    <a:pt x="60909" y="50457"/>
                  </a:lnTo>
                  <a:lnTo>
                    <a:pt x="61447" y="50034"/>
                  </a:lnTo>
                  <a:lnTo>
                    <a:pt x="61947" y="49573"/>
                  </a:lnTo>
                  <a:lnTo>
                    <a:pt x="62446" y="49074"/>
                  </a:lnTo>
                  <a:lnTo>
                    <a:pt x="62907" y="48574"/>
                  </a:lnTo>
                  <a:lnTo>
                    <a:pt x="63368" y="48075"/>
                  </a:lnTo>
                  <a:lnTo>
                    <a:pt x="63791" y="47537"/>
                  </a:lnTo>
                  <a:lnTo>
                    <a:pt x="64214" y="46960"/>
                  </a:lnTo>
                  <a:lnTo>
                    <a:pt x="64598" y="46384"/>
                  </a:lnTo>
                  <a:lnTo>
                    <a:pt x="64944" y="45807"/>
                  </a:lnTo>
                  <a:lnTo>
                    <a:pt x="65290" y="45192"/>
                  </a:lnTo>
                  <a:lnTo>
                    <a:pt x="65597" y="44578"/>
                  </a:lnTo>
                  <a:lnTo>
                    <a:pt x="65905" y="43924"/>
                  </a:lnTo>
                  <a:lnTo>
                    <a:pt x="66174" y="43271"/>
                  </a:lnTo>
                  <a:lnTo>
                    <a:pt x="66404" y="42618"/>
                  </a:lnTo>
                  <a:lnTo>
                    <a:pt x="66635" y="41926"/>
                  </a:lnTo>
                  <a:lnTo>
                    <a:pt x="66827" y="41234"/>
                  </a:lnTo>
                  <a:lnTo>
                    <a:pt x="66981" y="40543"/>
                  </a:lnTo>
                  <a:lnTo>
                    <a:pt x="67134" y="39851"/>
                  </a:lnTo>
                  <a:lnTo>
                    <a:pt x="67250" y="39121"/>
                  </a:lnTo>
                  <a:lnTo>
                    <a:pt x="67365" y="38391"/>
                  </a:lnTo>
                  <a:lnTo>
                    <a:pt x="67403" y="37661"/>
                  </a:lnTo>
                  <a:lnTo>
                    <a:pt x="67480" y="36892"/>
                  </a:lnTo>
                  <a:lnTo>
                    <a:pt x="67480" y="36162"/>
                  </a:lnTo>
                  <a:lnTo>
                    <a:pt x="67480" y="35393"/>
                  </a:lnTo>
                  <a:lnTo>
                    <a:pt x="67442" y="34663"/>
                  </a:lnTo>
                  <a:lnTo>
                    <a:pt x="67365" y="33895"/>
                  </a:lnTo>
                  <a:lnTo>
                    <a:pt x="67288" y="33126"/>
                  </a:lnTo>
                  <a:lnTo>
                    <a:pt x="67173" y="32357"/>
                  </a:lnTo>
                  <a:lnTo>
                    <a:pt x="67019" y="31589"/>
                  </a:lnTo>
                  <a:lnTo>
                    <a:pt x="66827" y="30820"/>
                  </a:lnTo>
                  <a:lnTo>
                    <a:pt x="66635" y="30052"/>
                  </a:lnTo>
                  <a:lnTo>
                    <a:pt x="66404" y="29283"/>
                  </a:lnTo>
                  <a:lnTo>
                    <a:pt x="64752" y="27323"/>
                  </a:lnTo>
                  <a:lnTo>
                    <a:pt x="62946" y="25287"/>
                  </a:lnTo>
                  <a:lnTo>
                    <a:pt x="61985" y="24211"/>
                  </a:lnTo>
                  <a:lnTo>
                    <a:pt x="60947" y="23173"/>
                  </a:lnTo>
                  <a:lnTo>
                    <a:pt x="59871" y="22059"/>
                  </a:lnTo>
                  <a:lnTo>
                    <a:pt x="58757" y="20983"/>
                  </a:lnTo>
                  <a:lnTo>
                    <a:pt x="57604" y="19868"/>
                  </a:lnTo>
                  <a:lnTo>
                    <a:pt x="56374" y="18754"/>
                  </a:lnTo>
                  <a:lnTo>
                    <a:pt x="55145" y="17639"/>
                  </a:lnTo>
                  <a:lnTo>
                    <a:pt x="53800" y="16525"/>
                  </a:lnTo>
                  <a:lnTo>
                    <a:pt x="52455" y="15410"/>
                  </a:lnTo>
                  <a:lnTo>
                    <a:pt x="51033" y="14296"/>
                  </a:lnTo>
                  <a:lnTo>
                    <a:pt x="49573" y="13182"/>
                  </a:lnTo>
                  <a:lnTo>
                    <a:pt x="48035" y="12067"/>
                  </a:lnTo>
                  <a:lnTo>
                    <a:pt x="45691" y="10453"/>
                  </a:lnTo>
                  <a:lnTo>
                    <a:pt x="43386" y="8955"/>
                  </a:lnTo>
                  <a:lnTo>
                    <a:pt x="41118" y="7571"/>
                  </a:lnTo>
                  <a:lnTo>
                    <a:pt x="38890" y="6303"/>
                  </a:lnTo>
                  <a:lnTo>
                    <a:pt x="36738" y="5150"/>
                  </a:lnTo>
                  <a:lnTo>
                    <a:pt x="34662" y="4074"/>
                  </a:lnTo>
                  <a:lnTo>
                    <a:pt x="32626" y="3152"/>
                  </a:lnTo>
                  <a:lnTo>
                    <a:pt x="30704" y="2268"/>
                  </a:lnTo>
                  <a:lnTo>
                    <a:pt x="30166" y="1961"/>
                  </a:lnTo>
                  <a:lnTo>
                    <a:pt x="29206" y="1499"/>
                  </a:lnTo>
                  <a:lnTo>
                    <a:pt x="28552" y="1230"/>
                  </a:lnTo>
                  <a:lnTo>
                    <a:pt x="27822" y="961"/>
                  </a:lnTo>
                  <a:lnTo>
                    <a:pt x="27015" y="692"/>
                  </a:lnTo>
                  <a:lnTo>
                    <a:pt x="26093" y="462"/>
                  </a:lnTo>
                  <a:lnTo>
                    <a:pt x="25132" y="270"/>
                  </a:lnTo>
                  <a:lnTo>
                    <a:pt x="24095" y="116"/>
                  </a:lnTo>
                  <a:lnTo>
                    <a:pt x="23019" y="39"/>
                  </a:lnTo>
                  <a:lnTo>
                    <a:pt x="218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7"/>
            <p:cNvSpPr/>
            <p:nvPr/>
          </p:nvSpPr>
          <p:spPr>
            <a:xfrm>
              <a:off x="5890875" y="3313350"/>
              <a:ext cx="932875" cy="1680300"/>
            </a:xfrm>
            <a:custGeom>
              <a:rect b="b" l="l" r="r" t="t"/>
              <a:pathLst>
                <a:path extrusionOk="0" h="67212" w="37315">
                  <a:moveTo>
                    <a:pt x="29283" y="0"/>
                  </a:moveTo>
                  <a:lnTo>
                    <a:pt x="15218" y="1730"/>
                  </a:lnTo>
                  <a:lnTo>
                    <a:pt x="39" y="35892"/>
                  </a:lnTo>
                  <a:lnTo>
                    <a:pt x="1" y="38160"/>
                  </a:lnTo>
                  <a:lnTo>
                    <a:pt x="78" y="40273"/>
                  </a:lnTo>
                  <a:lnTo>
                    <a:pt x="193" y="42195"/>
                  </a:lnTo>
                  <a:lnTo>
                    <a:pt x="385" y="43924"/>
                  </a:lnTo>
                  <a:lnTo>
                    <a:pt x="654" y="45538"/>
                  </a:lnTo>
                  <a:lnTo>
                    <a:pt x="961" y="46960"/>
                  </a:lnTo>
                  <a:lnTo>
                    <a:pt x="1307" y="48266"/>
                  </a:lnTo>
                  <a:lnTo>
                    <a:pt x="1730" y="49458"/>
                  </a:lnTo>
                  <a:lnTo>
                    <a:pt x="2191" y="50495"/>
                  </a:lnTo>
                  <a:lnTo>
                    <a:pt x="2652" y="51417"/>
                  </a:lnTo>
                  <a:lnTo>
                    <a:pt x="3152" y="52224"/>
                  </a:lnTo>
                  <a:lnTo>
                    <a:pt x="3690" y="52955"/>
                  </a:lnTo>
                  <a:lnTo>
                    <a:pt x="4228" y="53569"/>
                  </a:lnTo>
                  <a:lnTo>
                    <a:pt x="4766" y="54107"/>
                  </a:lnTo>
                  <a:lnTo>
                    <a:pt x="5342" y="54530"/>
                  </a:lnTo>
                  <a:lnTo>
                    <a:pt x="5919" y="54914"/>
                  </a:lnTo>
                  <a:lnTo>
                    <a:pt x="6303" y="55145"/>
                  </a:lnTo>
                  <a:lnTo>
                    <a:pt x="6687" y="55337"/>
                  </a:lnTo>
                  <a:lnTo>
                    <a:pt x="7494" y="55683"/>
                  </a:lnTo>
                  <a:lnTo>
                    <a:pt x="8301" y="55952"/>
                  </a:lnTo>
                  <a:lnTo>
                    <a:pt x="9108" y="56144"/>
                  </a:lnTo>
                  <a:lnTo>
                    <a:pt x="9915" y="56298"/>
                  </a:lnTo>
                  <a:lnTo>
                    <a:pt x="10761" y="56413"/>
                  </a:lnTo>
                  <a:lnTo>
                    <a:pt x="12375" y="56644"/>
                  </a:lnTo>
                  <a:lnTo>
                    <a:pt x="13182" y="56759"/>
                  </a:lnTo>
                  <a:lnTo>
                    <a:pt x="13989" y="56913"/>
                  </a:lnTo>
                  <a:lnTo>
                    <a:pt x="14796" y="57105"/>
                  </a:lnTo>
                  <a:lnTo>
                    <a:pt x="15564" y="57412"/>
                  </a:lnTo>
                  <a:lnTo>
                    <a:pt x="16294" y="57758"/>
                  </a:lnTo>
                  <a:lnTo>
                    <a:pt x="16679" y="57950"/>
                  </a:lnTo>
                  <a:lnTo>
                    <a:pt x="17063" y="58181"/>
                  </a:lnTo>
                  <a:lnTo>
                    <a:pt x="17409" y="58450"/>
                  </a:lnTo>
                  <a:lnTo>
                    <a:pt x="17755" y="58757"/>
                  </a:lnTo>
                  <a:lnTo>
                    <a:pt x="18100" y="59065"/>
                  </a:lnTo>
                  <a:lnTo>
                    <a:pt x="18446" y="59449"/>
                  </a:lnTo>
                  <a:lnTo>
                    <a:pt x="18946" y="60025"/>
                  </a:lnTo>
                  <a:lnTo>
                    <a:pt x="19330" y="60602"/>
                  </a:lnTo>
                  <a:lnTo>
                    <a:pt x="19676" y="61217"/>
                  </a:lnTo>
                  <a:lnTo>
                    <a:pt x="19983" y="61793"/>
                  </a:lnTo>
                  <a:lnTo>
                    <a:pt x="20252" y="62408"/>
                  </a:lnTo>
                  <a:lnTo>
                    <a:pt x="20483" y="62984"/>
                  </a:lnTo>
                  <a:lnTo>
                    <a:pt x="20906" y="64060"/>
                  </a:lnTo>
                  <a:lnTo>
                    <a:pt x="21290" y="65060"/>
                  </a:lnTo>
                  <a:lnTo>
                    <a:pt x="21521" y="65521"/>
                  </a:lnTo>
                  <a:lnTo>
                    <a:pt x="21751" y="65943"/>
                  </a:lnTo>
                  <a:lnTo>
                    <a:pt x="22020" y="66289"/>
                  </a:lnTo>
                  <a:lnTo>
                    <a:pt x="22366" y="66597"/>
                  </a:lnTo>
                  <a:lnTo>
                    <a:pt x="22750" y="66866"/>
                  </a:lnTo>
                  <a:lnTo>
                    <a:pt x="23173" y="67058"/>
                  </a:lnTo>
                  <a:lnTo>
                    <a:pt x="23557" y="67135"/>
                  </a:lnTo>
                  <a:lnTo>
                    <a:pt x="23903" y="67212"/>
                  </a:lnTo>
                  <a:lnTo>
                    <a:pt x="24287" y="67212"/>
                  </a:lnTo>
                  <a:lnTo>
                    <a:pt x="24672" y="67173"/>
                  </a:lnTo>
                  <a:lnTo>
                    <a:pt x="25056" y="67096"/>
                  </a:lnTo>
                  <a:lnTo>
                    <a:pt x="25440" y="67019"/>
                  </a:lnTo>
                  <a:lnTo>
                    <a:pt x="25824" y="66866"/>
                  </a:lnTo>
                  <a:lnTo>
                    <a:pt x="26209" y="66712"/>
                  </a:lnTo>
                  <a:lnTo>
                    <a:pt x="26977" y="66328"/>
                  </a:lnTo>
                  <a:lnTo>
                    <a:pt x="27746" y="65867"/>
                  </a:lnTo>
                  <a:lnTo>
                    <a:pt x="28438" y="65329"/>
                  </a:lnTo>
                  <a:lnTo>
                    <a:pt x="29129" y="64791"/>
                  </a:lnTo>
                  <a:lnTo>
                    <a:pt x="29783" y="63177"/>
                  </a:lnTo>
                  <a:lnTo>
                    <a:pt x="30436" y="61601"/>
                  </a:lnTo>
                  <a:lnTo>
                    <a:pt x="31012" y="60141"/>
                  </a:lnTo>
                  <a:lnTo>
                    <a:pt x="31512" y="58757"/>
                  </a:lnTo>
                  <a:lnTo>
                    <a:pt x="32357" y="56259"/>
                  </a:lnTo>
                  <a:lnTo>
                    <a:pt x="33049" y="54184"/>
                  </a:lnTo>
                  <a:lnTo>
                    <a:pt x="33664" y="52148"/>
                  </a:lnTo>
                  <a:lnTo>
                    <a:pt x="34202" y="50149"/>
                  </a:lnTo>
                  <a:lnTo>
                    <a:pt x="34701" y="48189"/>
                  </a:lnTo>
                  <a:lnTo>
                    <a:pt x="35163" y="46306"/>
                  </a:lnTo>
                  <a:lnTo>
                    <a:pt x="35547" y="44423"/>
                  </a:lnTo>
                  <a:lnTo>
                    <a:pt x="35893" y="42579"/>
                  </a:lnTo>
                  <a:lnTo>
                    <a:pt x="36200" y="40773"/>
                  </a:lnTo>
                  <a:lnTo>
                    <a:pt x="36469" y="39005"/>
                  </a:lnTo>
                  <a:lnTo>
                    <a:pt x="36700" y="37276"/>
                  </a:lnTo>
                  <a:lnTo>
                    <a:pt x="36892" y="35623"/>
                  </a:lnTo>
                  <a:lnTo>
                    <a:pt x="37046" y="33971"/>
                  </a:lnTo>
                  <a:lnTo>
                    <a:pt x="37161" y="32395"/>
                  </a:lnTo>
                  <a:lnTo>
                    <a:pt x="37238" y="30820"/>
                  </a:lnTo>
                  <a:lnTo>
                    <a:pt x="37315" y="29360"/>
                  </a:lnTo>
                  <a:lnTo>
                    <a:pt x="37315" y="27899"/>
                  </a:lnTo>
                  <a:lnTo>
                    <a:pt x="37315" y="26477"/>
                  </a:lnTo>
                  <a:lnTo>
                    <a:pt x="37276" y="25132"/>
                  </a:lnTo>
                  <a:lnTo>
                    <a:pt x="37238" y="23826"/>
                  </a:lnTo>
                  <a:lnTo>
                    <a:pt x="37161" y="22596"/>
                  </a:lnTo>
                  <a:lnTo>
                    <a:pt x="37084" y="21366"/>
                  </a:lnTo>
                  <a:lnTo>
                    <a:pt x="36815" y="19138"/>
                  </a:lnTo>
                  <a:lnTo>
                    <a:pt x="36546" y="17139"/>
                  </a:lnTo>
                  <a:lnTo>
                    <a:pt x="36200" y="15333"/>
                  </a:lnTo>
                  <a:lnTo>
                    <a:pt x="35854" y="13796"/>
                  </a:lnTo>
                  <a:lnTo>
                    <a:pt x="35508" y="12490"/>
                  </a:lnTo>
                  <a:lnTo>
                    <a:pt x="35163" y="11414"/>
                  </a:lnTo>
                  <a:lnTo>
                    <a:pt x="34778" y="10376"/>
                  </a:lnTo>
                  <a:lnTo>
                    <a:pt x="34356" y="9377"/>
                  </a:lnTo>
                  <a:lnTo>
                    <a:pt x="33587" y="7609"/>
                  </a:lnTo>
                  <a:lnTo>
                    <a:pt x="33011" y="6379"/>
                  </a:lnTo>
                  <a:lnTo>
                    <a:pt x="32780" y="5918"/>
                  </a:lnTo>
                  <a:lnTo>
                    <a:pt x="32011" y="4458"/>
                  </a:lnTo>
                  <a:lnTo>
                    <a:pt x="31166" y="2998"/>
                  </a:lnTo>
                  <a:lnTo>
                    <a:pt x="30282" y="1499"/>
                  </a:lnTo>
                  <a:lnTo>
                    <a:pt x="292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7"/>
            <p:cNvSpPr/>
            <p:nvPr/>
          </p:nvSpPr>
          <p:spPr>
            <a:xfrm>
              <a:off x="6080150" y="2579350"/>
              <a:ext cx="74950" cy="81700"/>
            </a:xfrm>
            <a:custGeom>
              <a:rect b="b" l="l" r="r" t="t"/>
              <a:pathLst>
                <a:path extrusionOk="0" h="3268" w="2998">
                  <a:moveTo>
                    <a:pt x="1845" y="1"/>
                  </a:moveTo>
                  <a:lnTo>
                    <a:pt x="1576" y="78"/>
                  </a:lnTo>
                  <a:lnTo>
                    <a:pt x="1268" y="193"/>
                  </a:lnTo>
                  <a:lnTo>
                    <a:pt x="999" y="385"/>
                  </a:lnTo>
                  <a:lnTo>
                    <a:pt x="730" y="577"/>
                  </a:lnTo>
                  <a:lnTo>
                    <a:pt x="500" y="885"/>
                  </a:lnTo>
                  <a:lnTo>
                    <a:pt x="307" y="1154"/>
                  </a:lnTo>
                  <a:lnTo>
                    <a:pt x="154" y="1500"/>
                  </a:lnTo>
                  <a:lnTo>
                    <a:pt x="77" y="1807"/>
                  </a:lnTo>
                  <a:lnTo>
                    <a:pt x="0" y="2115"/>
                  </a:lnTo>
                  <a:lnTo>
                    <a:pt x="38" y="2384"/>
                  </a:lnTo>
                  <a:lnTo>
                    <a:pt x="115" y="2653"/>
                  </a:lnTo>
                  <a:lnTo>
                    <a:pt x="231" y="2883"/>
                  </a:lnTo>
                  <a:lnTo>
                    <a:pt x="384" y="3075"/>
                  </a:lnTo>
                  <a:lnTo>
                    <a:pt x="615" y="3191"/>
                  </a:lnTo>
                  <a:lnTo>
                    <a:pt x="884" y="3267"/>
                  </a:lnTo>
                  <a:lnTo>
                    <a:pt x="1153" y="3267"/>
                  </a:lnTo>
                  <a:lnTo>
                    <a:pt x="1422" y="3191"/>
                  </a:lnTo>
                  <a:lnTo>
                    <a:pt x="1729" y="3075"/>
                  </a:lnTo>
                  <a:lnTo>
                    <a:pt x="1998" y="2883"/>
                  </a:lnTo>
                  <a:lnTo>
                    <a:pt x="2267" y="2691"/>
                  </a:lnTo>
                  <a:lnTo>
                    <a:pt x="2498" y="2422"/>
                  </a:lnTo>
                  <a:lnTo>
                    <a:pt x="2690" y="2115"/>
                  </a:lnTo>
                  <a:lnTo>
                    <a:pt x="2844" y="1769"/>
                  </a:lnTo>
                  <a:lnTo>
                    <a:pt x="2959" y="1461"/>
                  </a:lnTo>
                  <a:lnTo>
                    <a:pt x="2997" y="1154"/>
                  </a:lnTo>
                  <a:lnTo>
                    <a:pt x="2959" y="885"/>
                  </a:lnTo>
                  <a:lnTo>
                    <a:pt x="2921" y="616"/>
                  </a:lnTo>
                  <a:lnTo>
                    <a:pt x="2767" y="385"/>
                  </a:lnTo>
                  <a:lnTo>
                    <a:pt x="2613" y="193"/>
                  </a:lnTo>
                  <a:lnTo>
                    <a:pt x="2383" y="78"/>
                  </a:lnTo>
                  <a:lnTo>
                    <a:pt x="21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7"/>
            <p:cNvSpPr/>
            <p:nvPr/>
          </p:nvSpPr>
          <p:spPr>
            <a:xfrm>
              <a:off x="6352975" y="3546800"/>
              <a:ext cx="423700" cy="1008775"/>
            </a:xfrm>
            <a:custGeom>
              <a:rect b="b" l="l" r="r" t="t"/>
              <a:pathLst>
                <a:path extrusionOk="0" h="40351" w="16948">
                  <a:moveTo>
                    <a:pt x="7609" y="0"/>
                  </a:moveTo>
                  <a:lnTo>
                    <a:pt x="6995" y="39"/>
                  </a:lnTo>
                  <a:lnTo>
                    <a:pt x="6418" y="77"/>
                  </a:lnTo>
                  <a:lnTo>
                    <a:pt x="5842" y="154"/>
                  </a:lnTo>
                  <a:lnTo>
                    <a:pt x="5227" y="269"/>
                  </a:lnTo>
                  <a:lnTo>
                    <a:pt x="4689" y="423"/>
                  </a:lnTo>
                  <a:lnTo>
                    <a:pt x="4151" y="615"/>
                  </a:lnTo>
                  <a:lnTo>
                    <a:pt x="3651" y="807"/>
                  </a:lnTo>
                  <a:lnTo>
                    <a:pt x="3190" y="1038"/>
                  </a:lnTo>
                  <a:lnTo>
                    <a:pt x="2768" y="1269"/>
                  </a:lnTo>
                  <a:lnTo>
                    <a:pt x="2345" y="1499"/>
                  </a:lnTo>
                  <a:lnTo>
                    <a:pt x="1999" y="1730"/>
                  </a:lnTo>
                  <a:lnTo>
                    <a:pt x="1384" y="2229"/>
                  </a:lnTo>
                  <a:lnTo>
                    <a:pt x="885" y="2729"/>
                  </a:lnTo>
                  <a:lnTo>
                    <a:pt x="462" y="3152"/>
                  </a:lnTo>
                  <a:lnTo>
                    <a:pt x="193" y="3536"/>
                  </a:lnTo>
                  <a:lnTo>
                    <a:pt x="1" y="3766"/>
                  </a:lnTo>
                  <a:lnTo>
                    <a:pt x="2383" y="20252"/>
                  </a:lnTo>
                  <a:lnTo>
                    <a:pt x="3651" y="29283"/>
                  </a:lnTo>
                  <a:lnTo>
                    <a:pt x="4996" y="38352"/>
                  </a:lnTo>
                  <a:lnTo>
                    <a:pt x="5188" y="38544"/>
                  </a:lnTo>
                  <a:lnTo>
                    <a:pt x="5573" y="38851"/>
                  </a:lnTo>
                  <a:lnTo>
                    <a:pt x="6034" y="39197"/>
                  </a:lnTo>
                  <a:lnTo>
                    <a:pt x="6649" y="39543"/>
                  </a:lnTo>
                  <a:lnTo>
                    <a:pt x="7340" y="39889"/>
                  </a:lnTo>
                  <a:lnTo>
                    <a:pt x="7725" y="40004"/>
                  </a:lnTo>
                  <a:lnTo>
                    <a:pt x="8147" y="40158"/>
                  </a:lnTo>
                  <a:lnTo>
                    <a:pt x="8609" y="40235"/>
                  </a:lnTo>
                  <a:lnTo>
                    <a:pt x="9070" y="40312"/>
                  </a:lnTo>
                  <a:lnTo>
                    <a:pt x="9531" y="40350"/>
                  </a:lnTo>
                  <a:lnTo>
                    <a:pt x="10030" y="40350"/>
                  </a:lnTo>
                  <a:lnTo>
                    <a:pt x="10568" y="40273"/>
                  </a:lnTo>
                  <a:lnTo>
                    <a:pt x="11106" y="40196"/>
                  </a:lnTo>
                  <a:lnTo>
                    <a:pt x="11606" y="40043"/>
                  </a:lnTo>
                  <a:lnTo>
                    <a:pt x="12106" y="39851"/>
                  </a:lnTo>
                  <a:lnTo>
                    <a:pt x="12605" y="39620"/>
                  </a:lnTo>
                  <a:lnTo>
                    <a:pt x="13066" y="39351"/>
                  </a:lnTo>
                  <a:lnTo>
                    <a:pt x="13527" y="39082"/>
                  </a:lnTo>
                  <a:lnTo>
                    <a:pt x="13950" y="38736"/>
                  </a:lnTo>
                  <a:lnTo>
                    <a:pt x="14373" y="38352"/>
                  </a:lnTo>
                  <a:lnTo>
                    <a:pt x="14757" y="37929"/>
                  </a:lnTo>
                  <a:lnTo>
                    <a:pt x="15103" y="37506"/>
                  </a:lnTo>
                  <a:lnTo>
                    <a:pt x="15449" y="37045"/>
                  </a:lnTo>
                  <a:lnTo>
                    <a:pt x="15718" y="36546"/>
                  </a:lnTo>
                  <a:lnTo>
                    <a:pt x="15987" y="36008"/>
                  </a:lnTo>
                  <a:lnTo>
                    <a:pt x="16217" y="35470"/>
                  </a:lnTo>
                  <a:lnTo>
                    <a:pt x="16410" y="34893"/>
                  </a:lnTo>
                  <a:lnTo>
                    <a:pt x="16602" y="32895"/>
                  </a:lnTo>
                  <a:lnTo>
                    <a:pt x="16755" y="30820"/>
                  </a:lnTo>
                  <a:lnTo>
                    <a:pt x="16871" y="28668"/>
                  </a:lnTo>
                  <a:lnTo>
                    <a:pt x="16948" y="26478"/>
                  </a:lnTo>
                  <a:lnTo>
                    <a:pt x="16948" y="24210"/>
                  </a:lnTo>
                  <a:lnTo>
                    <a:pt x="16909" y="21905"/>
                  </a:lnTo>
                  <a:lnTo>
                    <a:pt x="16794" y="19560"/>
                  </a:lnTo>
                  <a:lnTo>
                    <a:pt x="16640" y="17101"/>
                  </a:lnTo>
                  <a:lnTo>
                    <a:pt x="16333" y="14488"/>
                  </a:lnTo>
                  <a:lnTo>
                    <a:pt x="16141" y="13104"/>
                  </a:lnTo>
                  <a:lnTo>
                    <a:pt x="15948" y="11721"/>
                  </a:lnTo>
                  <a:lnTo>
                    <a:pt x="15833" y="11068"/>
                  </a:lnTo>
                  <a:lnTo>
                    <a:pt x="15679" y="10414"/>
                  </a:lnTo>
                  <a:lnTo>
                    <a:pt x="15257" y="8186"/>
                  </a:lnTo>
                  <a:lnTo>
                    <a:pt x="14796" y="5995"/>
                  </a:lnTo>
                  <a:lnTo>
                    <a:pt x="14296" y="3843"/>
                  </a:lnTo>
                  <a:lnTo>
                    <a:pt x="13758" y="1768"/>
                  </a:lnTo>
                  <a:lnTo>
                    <a:pt x="13258" y="1461"/>
                  </a:lnTo>
                  <a:lnTo>
                    <a:pt x="12720" y="1192"/>
                  </a:lnTo>
                  <a:lnTo>
                    <a:pt x="12221" y="961"/>
                  </a:lnTo>
                  <a:lnTo>
                    <a:pt x="11683" y="731"/>
                  </a:lnTo>
                  <a:lnTo>
                    <a:pt x="11106" y="538"/>
                  </a:lnTo>
                  <a:lnTo>
                    <a:pt x="10530" y="385"/>
                  </a:lnTo>
                  <a:lnTo>
                    <a:pt x="9954" y="231"/>
                  </a:lnTo>
                  <a:lnTo>
                    <a:pt x="9377" y="116"/>
                  </a:lnTo>
                  <a:lnTo>
                    <a:pt x="8801" y="39"/>
                  </a:lnTo>
                  <a:lnTo>
                    <a:pt x="8186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7"/>
            <p:cNvSpPr/>
            <p:nvPr/>
          </p:nvSpPr>
          <p:spPr>
            <a:xfrm>
              <a:off x="6412550" y="3807150"/>
              <a:ext cx="356450" cy="245975"/>
            </a:xfrm>
            <a:custGeom>
              <a:rect b="b" l="l" r="r" t="t"/>
              <a:pathLst>
                <a:path extrusionOk="0" h="9839" w="14258">
                  <a:moveTo>
                    <a:pt x="13296" y="0"/>
                  </a:moveTo>
                  <a:lnTo>
                    <a:pt x="2652" y="4035"/>
                  </a:lnTo>
                  <a:lnTo>
                    <a:pt x="1307" y="6918"/>
                  </a:lnTo>
                  <a:lnTo>
                    <a:pt x="0" y="9838"/>
                  </a:lnTo>
                  <a:lnTo>
                    <a:pt x="0" y="9838"/>
                  </a:lnTo>
                  <a:lnTo>
                    <a:pt x="14257" y="6687"/>
                  </a:lnTo>
                  <a:lnTo>
                    <a:pt x="13950" y="4074"/>
                  </a:lnTo>
                  <a:lnTo>
                    <a:pt x="13758" y="2690"/>
                  </a:lnTo>
                  <a:lnTo>
                    <a:pt x="13565" y="1307"/>
                  </a:lnTo>
                  <a:lnTo>
                    <a:pt x="13450" y="654"/>
                  </a:lnTo>
                  <a:lnTo>
                    <a:pt x="13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7"/>
            <p:cNvSpPr/>
            <p:nvPr/>
          </p:nvSpPr>
          <p:spPr>
            <a:xfrm>
              <a:off x="6340500" y="3443050"/>
              <a:ext cx="498625" cy="613900"/>
            </a:xfrm>
            <a:custGeom>
              <a:rect b="b" l="l" r="r" t="t"/>
              <a:pathLst>
                <a:path extrusionOk="0" h="24556" w="19945">
                  <a:moveTo>
                    <a:pt x="12681" y="0"/>
                  </a:moveTo>
                  <a:lnTo>
                    <a:pt x="12105" y="39"/>
                  </a:lnTo>
                  <a:lnTo>
                    <a:pt x="11452" y="77"/>
                  </a:lnTo>
                  <a:lnTo>
                    <a:pt x="10798" y="154"/>
                  </a:lnTo>
                  <a:lnTo>
                    <a:pt x="10068" y="269"/>
                  </a:lnTo>
                  <a:lnTo>
                    <a:pt x="9300" y="423"/>
                  </a:lnTo>
                  <a:lnTo>
                    <a:pt x="8531" y="615"/>
                  </a:lnTo>
                  <a:lnTo>
                    <a:pt x="7724" y="884"/>
                  </a:lnTo>
                  <a:lnTo>
                    <a:pt x="6879" y="1191"/>
                  </a:lnTo>
                  <a:lnTo>
                    <a:pt x="6072" y="1576"/>
                  </a:lnTo>
                  <a:lnTo>
                    <a:pt x="5226" y="2037"/>
                  </a:lnTo>
                  <a:lnTo>
                    <a:pt x="4419" y="2575"/>
                  </a:lnTo>
                  <a:lnTo>
                    <a:pt x="3574" y="3190"/>
                  </a:lnTo>
                  <a:lnTo>
                    <a:pt x="2921" y="3805"/>
                  </a:lnTo>
                  <a:lnTo>
                    <a:pt x="2306" y="4458"/>
                  </a:lnTo>
                  <a:lnTo>
                    <a:pt x="1768" y="5073"/>
                  </a:lnTo>
                  <a:lnTo>
                    <a:pt x="1307" y="5688"/>
                  </a:lnTo>
                  <a:lnTo>
                    <a:pt x="884" y="6302"/>
                  </a:lnTo>
                  <a:lnTo>
                    <a:pt x="538" y="6879"/>
                  </a:lnTo>
                  <a:lnTo>
                    <a:pt x="231" y="7417"/>
                  </a:lnTo>
                  <a:lnTo>
                    <a:pt x="0" y="7916"/>
                  </a:lnTo>
                  <a:lnTo>
                    <a:pt x="2460" y="24556"/>
                  </a:lnTo>
                  <a:lnTo>
                    <a:pt x="19944" y="16563"/>
                  </a:lnTo>
                  <a:lnTo>
                    <a:pt x="14257" y="77"/>
                  </a:lnTo>
                  <a:lnTo>
                    <a:pt x="13604" y="39"/>
                  </a:lnTo>
                  <a:lnTo>
                    <a:pt x="126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7"/>
            <p:cNvSpPr/>
            <p:nvPr/>
          </p:nvSpPr>
          <p:spPr>
            <a:xfrm>
              <a:off x="5959100" y="2867575"/>
              <a:ext cx="122025" cy="42300"/>
            </a:xfrm>
            <a:custGeom>
              <a:rect b="b" l="l" r="r" t="t"/>
              <a:pathLst>
                <a:path extrusionOk="0" h="1692" w="4881">
                  <a:moveTo>
                    <a:pt x="308" y="1"/>
                  </a:moveTo>
                  <a:lnTo>
                    <a:pt x="154" y="39"/>
                  </a:lnTo>
                  <a:lnTo>
                    <a:pt x="77" y="154"/>
                  </a:lnTo>
                  <a:lnTo>
                    <a:pt x="0" y="270"/>
                  </a:lnTo>
                  <a:lnTo>
                    <a:pt x="39" y="385"/>
                  </a:lnTo>
                  <a:lnTo>
                    <a:pt x="77" y="538"/>
                  </a:lnTo>
                  <a:lnTo>
                    <a:pt x="154" y="615"/>
                  </a:lnTo>
                  <a:lnTo>
                    <a:pt x="538" y="846"/>
                  </a:lnTo>
                  <a:lnTo>
                    <a:pt x="961" y="1076"/>
                  </a:lnTo>
                  <a:lnTo>
                    <a:pt x="1345" y="1230"/>
                  </a:lnTo>
                  <a:lnTo>
                    <a:pt x="1768" y="1384"/>
                  </a:lnTo>
                  <a:lnTo>
                    <a:pt x="2267" y="1538"/>
                  </a:lnTo>
                  <a:lnTo>
                    <a:pt x="2767" y="1614"/>
                  </a:lnTo>
                  <a:lnTo>
                    <a:pt x="3266" y="1691"/>
                  </a:lnTo>
                  <a:lnTo>
                    <a:pt x="4189" y="1691"/>
                  </a:lnTo>
                  <a:lnTo>
                    <a:pt x="4573" y="1653"/>
                  </a:lnTo>
                  <a:lnTo>
                    <a:pt x="4688" y="1614"/>
                  </a:lnTo>
                  <a:lnTo>
                    <a:pt x="4804" y="1538"/>
                  </a:lnTo>
                  <a:lnTo>
                    <a:pt x="4842" y="1422"/>
                  </a:lnTo>
                  <a:lnTo>
                    <a:pt x="4880" y="1269"/>
                  </a:lnTo>
                  <a:lnTo>
                    <a:pt x="4842" y="1153"/>
                  </a:lnTo>
                  <a:lnTo>
                    <a:pt x="4727" y="1038"/>
                  </a:lnTo>
                  <a:lnTo>
                    <a:pt x="4611" y="961"/>
                  </a:lnTo>
                  <a:lnTo>
                    <a:pt x="4496" y="961"/>
                  </a:lnTo>
                  <a:lnTo>
                    <a:pt x="3843" y="1000"/>
                  </a:lnTo>
                  <a:lnTo>
                    <a:pt x="3228" y="961"/>
                  </a:lnTo>
                  <a:lnTo>
                    <a:pt x="2613" y="884"/>
                  </a:lnTo>
                  <a:lnTo>
                    <a:pt x="1998" y="731"/>
                  </a:lnTo>
                  <a:lnTo>
                    <a:pt x="1614" y="577"/>
                  </a:lnTo>
                  <a:lnTo>
                    <a:pt x="1268" y="423"/>
                  </a:lnTo>
                  <a:lnTo>
                    <a:pt x="884" y="231"/>
                  </a:lnTo>
                  <a:lnTo>
                    <a:pt x="577" y="39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7"/>
            <p:cNvSpPr/>
            <p:nvPr/>
          </p:nvSpPr>
          <p:spPr>
            <a:xfrm>
              <a:off x="6465375" y="4392225"/>
              <a:ext cx="358375" cy="1031825"/>
            </a:xfrm>
            <a:custGeom>
              <a:rect b="b" l="l" r="r" t="t"/>
              <a:pathLst>
                <a:path extrusionOk="0" h="41273" w="14335">
                  <a:moveTo>
                    <a:pt x="4881" y="0"/>
                  </a:moveTo>
                  <a:lnTo>
                    <a:pt x="4612" y="154"/>
                  </a:lnTo>
                  <a:lnTo>
                    <a:pt x="4113" y="385"/>
                  </a:lnTo>
                  <a:lnTo>
                    <a:pt x="3421" y="807"/>
                  </a:lnTo>
                  <a:lnTo>
                    <a:pt x="3037" y="1038"/>
                  </a:lnTo>
                  <a:lnTo>
                    <a:pt x="2652" y="1345"/>
                  </a:lnTo>
                  <a:lnTo>
                    <a:pt x="2268" y="1691"/>
                  </a:lnTo>
                  <a:lnTo>
                    <a:pt x="1884" y="2037"/>
                  </a:lnTo>
                  <a:lnTo>
                    <a:pt x="1499" y="2460"/>
                  </a:lnTo>
                  <a:lnTo>
                    <a:pt x="1154" y="2921"/>
                  </a:lnTo>
                  <a:lnTo>
                    <a:pt x="846" y="3420"/>
                  </a:lnTo>
                  <a:lnTo>
                    <a:pt x="539" y="3997"/>
                  </a:lnTo>
                  <a:lnTo>
                    <a:pt x="308" y="4573"/>
                  </a:lnTo>
                  <a:lnTo>
                    <a:pt x="154" y="5227"/>
                  </a:lnTo>
                  <a:lnTo>
                    <a:pt x="39" y="5765"/>
                  </a:lnTo>
                  <a:lnTo>
                    <a:pt x="1" y="6303"/>
                  </a:lnTo>
                  <a:lnTo>
                    <a:pt x="1" y="6764"/>
                  </a:lnTo>
                  <a:lnTo>
                    <a:pt x="39" y="7225"/>
                  </a:lnTo>
                  <a:lnTo>
                    <a:pt x="78" y="7648"/>
                  </a:lnTo>
                  <a:lnTo>
                    <a:pt x="154" y="8032"/>
                  </a:lnTo>
                  <a:lnTo>
                    <a:pt x="308" y="8685"/>
                  </a:lnTo>
                  <a:lnTo>
                    <a:pt x="385" y="9338"/>
                  </a:lnTo>
                  <a:lnTo>
                    <a:pt x="539" y="11029"/>
                  </a:lnTo>
                  <a:lnTo>
                    <a:pt x="808" y="13412"/>
                  </a:lnTo>
                  <a:lnTo>
                    <a:pt x="961" y="14757"/>
                  </a:lnTo>
                  <a:lnTo>
                    <a:pt x="1192" y="16140"/>
                  </a:lnTo>
                  <a:lnTo>
                    <a:pt x="1615" y="18753"/>
                  </a:lnTo>
                  <a:lnTo>
                    <a:pt x="1884" y="20406"/>
                  </a:lnTo>
                  <a:lnTo>
                    <a:pt x="2230" y="22250"/>
                  </a:lnTo>
                  <a:lnTo>
                    <a:pt x="2652" y="24249"/>
                  </a:lnTo>
                  <a:lnTo>
                    <a:pt x="3113" y="26285"/>
                  </a:lnTo>
                  <a:lnTo>
                    <a:pt x="3651" y="28361"/>
                  </a:lnTo>
                  <a:lnTo>
                    <a:pt x="4228" y="30436"/>
                  </a:lnTo>
                  <a:lnTo>
                    <a:pt x="4535" y="31473"/>
                  </a:lnTo>
                  <a:lnTo>
                    <a:pt x="4881" y="32472"/>
                  </a:lnTo>
                  <a:lnTo>
                    <a:pt x="5265" y="33433"/>
                  </a:lnTo>
                  <a:lnTo>
                    <a:pt x="5611" y="34394"/>
                  </a:lnTo>
                  <a:lnTo>
                    <a:pt x="6034" y="35278"/>
                  </a:lnTo>
                  <a:lnTo>
                    <a:pt x="6418" y="36161"/>
                  </a:lnTo>
                  <a:lnTo>
                    <a:pt x="6879" y="36968"/>
                  </a:lnTo>
                  <a:lnTo>
                    <a:pt x="7302" y="37737"/>
                  </a:lnTo>
                  <a:lnTo>
                    <a:pt x="7802" y="38429"/>
                  </a:lnTo>
                  <a:lnTo>
                    <a:pt x="8263" y="39082"/>
                  </a:lnTo>
                  <a:lnTo>
                    <a:pt x="8801" y="39658"/>
                  </a:lnTo>
                  <a:lnTo>
                    <a:pt x="9300" y="40158"/>
                  </a:lnTo>
                  <a:lnTo>
                    <a:pt x="9877" y="40542"/>
                  </a:lnTo>
                  <a:lnTo>
                    <a:pt x="10453" y="40888"/>
                  </a:lnTo>
                  <a:lnTo>
                    <a:pt x="10761" y="41003"/>
                  </a:lnTo>
                  <a:lnTo>
                    <a:pt x="11030" y="41119"/>
                  </a:lnTo>
                  <a:lnTo>
                    <a:pt x="11337" y="41196"/>
                  </a:lnTo>
                  <a:lnTo>
                    <a:pt x="11645" y="41234"/>
                  </a:lnTo>
                  <a:lnTo>
                    <a:pt x="12106" y="41272"/>
                  </a:lnTo>
                  <a:lnTo>
                    <a:pt x="12413" y="41234"/>
                  </a:lnTo>
                  <a:lnTo>
                    <a:pt x="12721" y="41196"/>
                  </a:lnTo>
                  <a:lnTo>
                    <a:pt x="13066" y="41157"/>
                  </a:lnTo>
                  <a:lnTo>
                    <a:pt x="13489" y="41042"/>
                  </a:lnTo>
                  <a:lnTo>
                    <a:pt x="13873" y="40850"/>
                  </a:lnTo>
                  <a:lnTo>
                    <a:pt x="14335" y="40658"/>
                  </a:lnTo>
                  <a:lnTo>
                    <a:pt x="14296" y="37161"/>
                  </a:lnTo>
                  <a:lnTo>
                    <a:pt x="14219" y="33664"/>
                  </a:lnTo>
                  <a:lnTo>
                    <a:pt x="14104" y="30090"/>
                  </a:lnTo>
                  <a:lnTo>
                    <a:pt x="13950" y="26478"/>
                  </a:lnTo>
                  <a:lnTo>
                    <a:pt x="13797" y="22827"/>
                  </a:lnTo>
                  <a:lnTo>
                    <a:pt x="13566" y="19138"/>
                  </a:lnTo>
                  <a:lnTo>
                    <a:pt x="13297" y="15410"/>
                  </a:lnTo>
                  <a:lnTo>
                    <a:pt x="12990" y="11644"/>
                  </a:lnTo>
                  <a:lnTo>
                    <a:pt x="12490" y="6303"/>
                  </a:lnTo>
                  <a:lnTo>
                    <a:pt x="11914" y="1076"/>
                  </a:lnTo>
                  <a:lnTo>
                    <a:pt x="4881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7"/>
            <p:cNvSpPr/>
            <p:nvPr/>
          </p:nvSpPr>
          <p:spPr>
            <a:xfrm>
              <a:off x="6655600" y="5330825"/>
              <a:ext cx="489025" cy="131650"/>
            </a:xfrm>
            <a:custGeom>
              <a:rect b="b" l="l" r="r" t="t"/>
              <a:pathLst>
                <a:path extrusionOk="0" h="5266" w="19561">
                  <a:moveTo>
                    <a:pt x="2191" y="1"/>
                  </a:moveTo>
                  <a:lnTo>
                    <a:pt x="1615" y="39"/>
                  </a:lnTo>
                  <a:lnTo>
                    <a:pt x="1115" y="78"/>
                  </a:lnTo>
                  <a:lnTo>
                    <a:pt x="692" y="193"/>
                  </a:lnTo>
                  <a:lnTo>
                    <a:pt x="385" y="308"/>
                  </a:lnTo>
                  <a:lnTo>
                    <a:pt x="154" y="462"/>
                  </a:lnTo>
                  <a:lnTo>
                    <a:pt x="77" y="577"/>
                  </a:lnTo>
                  <a:lnTo>
                    <a:pt x="39" y="693"/>
                  </a:lnTo>
                  <a:lnTo>
                    <a:pt x="1" y="808"/>
                  </a:lnTo>
                  <a:lnTo>
                    <a:pt x="39" y="1000"/>
                  </a:lnTo>
                  <a:lnTo>
                    <a:pt x="77" y="1154"/>
                  </a:lnTo>
                  <a:lnTo>
                    <a:pt x="193" y="1346"/>
                  </a:lnTo>
                  <a:lnTo>
                    <a:pt x="500" y="1769"/>
                  </a:lnTo>
                  <a:lnTo>
                    <a:pt x="961" y="2191"/>
                  </a:lnTo>
                  <a:lnTo>
                    <a:pt x="1499" y="2652"/>
                  </a:lnTo>
                  <a:lnTo>
                    <a:pt x="2114" y="3075"/>
                  </a:lnTo>
                  <a:lnTo>
                    <a:pt x="2806" y="3536"/>
                  </a:lnTo>
                  <a:lnTo>
                    <a:pt x="3536" y="3959"/>
                  </a:lnTo>
                  <a:lnTo>
                    <a:pt x="4305" y="4343"/>
                  </a:lnTo>
                  <a:lnTo>
                    <a:pt x="5073" y="4651"/>
                  </a:lnTo>
                  <a:lnTo>
                    <a:pt x="5803" y="4958"/>
                  </a:lnTo>
                  <a:lnTo>
                    <a:pt x="6533" y="5150"/>
                  </a:lnTo>
                  <a:lnTo>
                    <a:pt x="7187" y="5266"/>
                  </a:lnTo>
                  <a:lnTo>
                    <a:pt x="7763" y="5266"/>
                  </a:lnTo>
                  <a:lnTo>
                    <a:pt x="8032" y="5227"/>
                  </a:lnTo>
                  <a:lnTo>
                    <a:pt x="8263" y="5189"/>
                  </a:lnTo>
                  <a:lnTo>
                    <a:pt x="8455" y="5073"/>
                  </a:lnTo>
                  <a:lnTo>
                    <a:pt x="8647" y="4958"/>
                  </a:lnTo>
                  <a:lnTo>
                    <a:pt x="8762" y="4804"/>
                  </a:lnTo>
                  <a:lnTo>
                    <a:pt x="8878" y="4612"/>
                  </a:lnTo>
                  <a:lnTo>
                    <a:pt x="8954" y="4459"/>
                  </a:lnTo>
                  <a:lnTo>
                    <a:pt x="8993" y="4228"/>
                  </a:lnTo>
                  <a:lnTo>
                    <a:pt x="9031" y="3844"/>
                  </a:lnTo>
                  <a:lnTo>
                    <a:pt x="8993" y="3421"/>
                  </a:lnTo>
                  <a:lnTo>
                    <a:pt x="11952" y="3383"/>
                  </a:lnTo>
                  <a:lnTo>
                    <a:pt x="14296" y="3306"/>
                  </a:lnTo>
                  <a:lnTo>
                    <a:pt x="16140" y="3229"/>
                  </a:lnTo>
                  <a:lnTo>
                    <a:pt x="17524" y="3114"/>
                  </a:lnTo>
                  <a:lnTo>
                    <a:pt x="18485" y="2998"/>
                  </a:lnTo>
                  <a:lnTo>
                    <a:pt x="19099" y="2883"/>
                  </a:lnTo>
                  <a:lnTo>
                    <a:pt x="19292" y="2806"/>
                  </a:lnTo>
                  <a:lnTo>
                    <a:pt x="19445" y="2729"/>
                  </a:lnTo>
                  <a:lnTo>
                    <a:pt x="19522" y="2652"/>
                  </a:lnTo>
                  <a:lnTo>
                    <a:pt x="19561" y="2576"/>
                  </a:lnTo>
                  <a:lnTo>
                    <a:pt x="19522" y="2537"/>
                  </a:lnTo>
                  <a:lnTo>
                    <a:pt x="19484" y="2460"/>
                  </a:lnTo>
                  <a:lnTo>
                    <a:pt x="19292" y="2307"/>
                  </a:lnTo>
                  <a:lnTo>
                    <a:pt x="19023" y="2191"/>
                  </a:lnTo>
                  <a:lnTo>
                    <a:pt x="18600" y="2038"/>
                  </a:lnTo>
                  <a:lnTo>
                    <a:pt x="17524" y="1769"/>
                  </a:lnTo>
                  <a:lnTo>
                    <a:pt x="16217" y="1500"/>
                  </a:lnTo>
                  <a:lnTo>
                    <a:pt x="14719" y="1231"/>
                  </a:lnTo>
                  <a:lnTo>
                    <a:pt x="13181" y="1000"/>
                  </a:lnTo>
                  <a:lnTo>
                    <a:pt x="11644" y="769"/>
                  </a:lnTo>
                  <a:lnTo>
                    <a:pt x="10223" y="616"/>
                  </a:lnTo>
                  <a:lnTo>
                    <a:pt x="6764" y="231"/>
                  </a:lnTo>
                  <a:lnTo>
                    <a:pt x="5073" y="78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7"/>
            <p:cNvSpPr/>
            <p:nvPr/>
          </p:nvSpPr>
          <p:spPr>
            <a:xfrm>
              <a:off x="5401875" y="4431600"/>
              <a:ext cx="36525" cy="89375"/>
            </a:xfrm>
            <a:custGeom>
              <a:rect b="b" l="l" r="r" t="t"/>
              <a:pathLst>
                <a:path extrusionOk="0" h="3575" w="1461">
                  <a:moveTo>
                    <a:pt x="270" y="1"/>
                  </a:moveTo>
                  <a:lnTo>
                    <a:pt x="154" y="78"/>
                  </a:lnTo>
                  <a:lnTo>
                    <a:pt x="39" y="193"/>
                  </a:lnTo>
                  <a:lnTo>
                    <a:pt x="1" y="308"/>
                  </a:lnTo>
                  <a:lnTo>
                    <a:pt x="39" y="462"/>
                  </a:lnTo>
                  <a:lnTo>
                    <a:pt x="808" y="3344"/>
                  </a:lnTo>
                  <a:lnTo>
                    <a:pt x="846" y="3421"/>
                  </a:lnTo>
                  <a:lnTo>
                    <a:pt x="923" y="3536"/>
                  </a:lnTo>
                  <a:lnTo>
                    <a:pt x="1000" y="3575"/>
                  </a:lnTo>
                  <a:lnTo>
                    <a:pt x="1230" y="3575"/>
                  </a:lnTo>
                  <a:lnTo>
                    <a:pt x="1346" y="3536"/>
                  </a:lnTo>
                  <a:lnTo>
                    <a:pt x="1423" y="3421"/>
                  </a:lnTo>
                  <a:lnTo>
                    <a:pt x="1461" y="3306"/>
                  </a:lnTo>
                  <a:lnTo>
                    <a:pt x="1461" y="3152"/>
                  </a:lnTo>
                  <a:lnTo>
                    <a:pt x="692" y="270"/>
                  </a:lnTo>
                  <a:lnTo>
                    <a:pt x="654" y="155"/>
                  </a:lnTo>
                  <a:lnTo>
                    <a:pt x="539" y="39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7"/>
            <p:cNvSpPr/>
            <p:nvPr/>
          </p:nvSpPr>
          <p:spPr>
            <a:xfrm>
              <a:off x="5439350" y="4457550"/>
              <a:ext cx="25000" cy="57675"/>
            </a:xfrm>
            <a:custGeom>
              <a:rect b="b" l="l" r="r" t="t"/>
              <a:pathLst>
                <a:path extrusionOk="0" h="2307" w="1000">
                  <a:moveTo>
                    <a:pt x="577" y="0"/>
                  </a:moveTo>
                  <a:lnTo>
                    <a:pt x="462" y="77"/>
                  </a:lnTo>
                  <a:lnTo>
                    <a:pt x="385" y="154"/>
                  </a:lnTo>
                  <a:lnTo>
                    <a:pt x="308" y="269"/>
                  </a:lnTo>
                  <a:lnTo>
                    <a:pt x="0" y="1883"/>
                  </a:lnTo>
                  <a:lnTo>
                    <a:pt x="0" y="2037"/>
                  </a:lnTo>
                  <a:lnTo>
                    <a:pt x="77" y="2152"/>
                  </a:lnTo>
                  <a:lnTo>
                    <a:pt x="193" y="2229"/>
                  </a:lnTo>
                  <a:lnTo>
                    <a:pt x="346" y="2306"/>
                  </a:lnTo>
                  <a:lnTo>
                    <a:pt x="462" y="2268"/>
                  </a:lnTo>
                  <a:lnTo>
                    <a:pt x="577" y="2229"/>
                  </a:lnTo>
                  <a:lnTo>
                    <a:pt x="654" y="2114"/>
                  </a:lnTo>
                  <a:lnTo>
                    <a:pt x="692" y="1999"/>
                  </a:lnTo>
                  <a:lnTo>
                    <a:pt x="1000" y="423"/>
                  </a:lnTo>
                  <a:lnTo>
                    <a:pt x="1000" y="269"/>
                  </a:lnTo>
                  <a:lnTo>
                    <a:pt x="961" y="154"/>
                  </a:lnTo>
                  <a:lnTo>
                    <a:pt x="846" y="39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7"/>
            <p:cNvSpPr/>
            <p:nvPr/>
          </p:nvSpPr>
          <p:spPr>
            <a:xfrm>
              <a:off x="6077250" y="2135525"/>
              <a:ext cx="1081775" cy="2103975"/>
            </a:xfrm>
            <a:custGeom>
              <a:rect b="b" l="l" r="r" t="t"/>
              <a:pathLst>
                <a:path extrusionOk="0" h="84159" w="43271">
                  <a:moveTo>
                    <a:pt x="17908" y="0"/>
                  </a:moveTo>
                  <a:lnTo>
                    <a:pt x="17101" y="77"/>
                  </a:lnTo>
                  <a:lnTo>
                    <a:pt x="16294" y="154"/>
                  </a:lnTo>
                  <a:lnTo>
                    <a:pt x="15487" y="231"/>
                  </a:lnTo>
                  <a:lnTo>
                    <a:pt x="14680" y="384"/>
                  </a:lnTo>
                  <a:lnTo>
                    <a:pt x="13873" y="538"/>
                  </a:lnTo>
                  <a:lnTo>
                    <a:pt x="13066" y="730"/>
                  </a:lnTo>
                  <a:lnTo>
                    <a:pt x="12259" y="961"/>
                  </a:lnTo>
                  <a:lnTo>
                    <a:pt x="11452" y="1191"/>
                  </a:lnTo>
                  <a:lnTo>
                    <a:pt x="10645" y="1460"/>
                  </a:lnTo>
                  <a:lnTo>
                    <a:pt x="9877" y="1768"/>
                  </a:lnTo>
                  <a:lnTo>
                    <a:pt x="9070" y="2114"/>
                  </a:lnTo>
                  <a:lnTo>
                    <a:pt x="8301" y="2459"/>
                  </a:lnTo>
                  <a:lnTo>
                    <a:pt x="7533" y="2844"/>
                  </a:lnTo>
                  <a:lnTo>
                    <a:pt x="6764" y="3266"/>
                  </a:lnTo>
                  <a:lnTo>
                    <a:pt x="5496" y="2997"/>
                  </a:lnTo>
                  <a:lnTo>
                    <a:pt x="4382" y="2805"/>
                  </a:lnTo>
                  <a:lnTo>
                    <a:pt x="3344" y="2690"/>
                  </a:lnTo>
                  <a:lnTo>
                    <a:pt x="2499" y="2690"/>
                  </a:lnTo>
                  <a:lnTo>
                    <a:pt x="2076" y="2728"/>
                  </a:lnTo>
                  <a:lnTo>
                    <a:pt x="1730" y="2767"/>
                  </a:lnTo>
                  <a:lnTo>
                    <a:pt x="1423" y="2844"/>
                  </a:lnTo>
                  <a:lnTo>
                    <a:pt x="1115" y="2959"/>
                  </a:lnTo>
                  <a:lnTo>
                    <a:pt x="885" y="3074"/>
                  </a:lnTo>
                  <a:lnTo>
                    <a:pt x="654" y="3228"/>
                  </a:lnTo>
                  <a:lnTo>
                    <a:pt x="462" y="3382"/>
                  </a:lnTo>
                  <a:lnTo>
                    <a:pt x="308" y="3574"/>
                  </a:lnTo>
                  <a:lnTo>
                    <a:pt x="193" y="3804"/>
                  </a:lnTo>
                  <a:lnTo>
                    <a:pt x="78" y="4035"/>
                  </a:lnTo>
                  <a:lnTo>
                    <a:pt x="39" y="4304"/>
                  </a:lnTo>
                  <a:lnTo>
                    <a:pt x="1" y="4573"/>
                  </a:lnTo>
                  <a:lnTo>
                    <a:pt x="1" y="4880"/>
                  </a:lnTo>
                  <a:lnTo>
                    <a:pt x="39" y="5226"/>
                  </a:lnTo>
                  <a:lnTo>
                    <a:pt x="116" y="5572"/>
                  </a:lnTo>
                  <a:lnTo>
                    <a:pt x="231" y="5956"/>
                  </a:lnTo>
                  <a:lnTo>
                    <a:pt x="539" y="6763"/>
                  </a:lnTo>
                  <a:lnTo>
                    <a:pt x="1000" y="7686"/>
                  </a:lnTo>
                  <a:lnTo>
                    <a:pt x="1576" y="8685"/>
                  </a:lnTo>
                  <a:lnTo>
                    <a:pt x="2306" y="9761"/>
                  </a:lnTo>
                  <a:lnTo>
                    <a:pt x="3152" y="10952"/>
                  </a:lnTo>
                  <a:lnTo>
                    <a:pt x="4151" y="12259"/>
                  </a:lnTo>
                  <a:lnTo>
                    <a:pt x="5265" y="13642"/>
                  </a:lnTo>
                  <a:lnTo>
                    <a:pt x="6495" y="15102"/>
                  </a:lnTo>
                  <a:lnTo>
                    <a:pt x="7879" y="16640"/>
                  </a:lnTo>
                  <a:lnTo>
                    <a:pt x="9416" y="18292"/>
                  </a:lnTo>
                  <a:lnTo>
                    <a:pt x="11068" y="20060"/>
                  </a:lnTo>
                  <a:lnTo>
                    <a:pt x="12836" y="21866"/>
                  </a:lnTo>
                  <a:lnTo>
                    <a:pt x="13066" y="23288"/>
                  </a:lnTo>
                  <a:lnTo>
                    <a:pt x="13259" y="24633"/>
                  </a:lnTo>
                  <a:lnTo>
                    <a:pt x="13412" y="25939"/>
                  </a:lnTo>
                  <a:lnTo>
                    <a:pt x="13528" y="27207"/>
                  </a:lnTo>
                  <a:lnTo>
                    <a:pt x="13604" y="28437"/>
                  </a:lnTo>
                  <a:lnTo>
                    <a:pt x="13643" y="29590"/>
                  </a:lnTo>
                  <a:lnTo>
                    <a:pt x="13643" y="30743"/>
                  </a:lnTo>
                  <a:lnTo>
                    <a:pt x="13604" y="31819"/>
                  </a:lnTo>
                  <a:lnTo>
                    <a:pt x="13566" y="32895"/>
                  </a:lnTo>
                  <a:lnTo>
                    <a:pt x="13489" y="33894"/>
                  </a:lnTo>
                  <a:lnTo>
                    <a:pt x="13374" y="34855"/>
                  </a:lnTo>
                  <a:lnTo>
                    <a:pt x="13259" y="35777"/>
                  </a:lnTo>
                  <a:lnTo>
                    <a:pt x="12990" y="37506"/>
                  </a:lnTo>
                  <a:lnTo>
                    <a:pt x="12644" y="39082"/>
                  </a:lnTo>
                  <a:lnTo>
                    <a:pt x="11990" y="41580"/>
                  </a:lnTo>
                  <a:lnTo>
                    <a:pt x="11721" y="42809"/>
                  </a:lnTo>
                  <a:lnTo>
                    <a:pt x="11568" y="43424"/>
                  </a:lnTo>
                  <a:lnTo>
                    <a:pt x="11491" y="44001"/>
                  </a:lnTo>
                  <a:lnTo>
                    <a:pt x="11414" y="44577"/>
                  </a:lnTo>
                  <a:lnTo>
                    <a:pt x="11376" y="45153"/>
                  </a:lnTo>
                  <a:lnTo>
                    <a:pt x="11414" y="45691"/>
                  </a:lnTo>
                  <a:lnTo>
                    <a:pt x="11452" y="46229"/>
                  </a:lnTo>
                  <a:lnTo>
                    <a:pt x="11568" y="46729"/>
                  </a:lnTo>
                  <a:lnTo>
                    <a:pt x="11721" y="47267"/>
                  </a:lnTo>
                  <a:lnTo>
                    <a:pt x="11914" y="47728"/>
                  </a:lnTo>
                  <a:lnTo>
                    <a:pt x="12221" y="48189"/>
                  </a:lnTo>
                  <a:lnTo>
                    <a:pt x="12528" y="48574"/>
                  </a:lnTo>
                  <a:lnTo>
                    <a:pt x="12836" y="48919"/>
                  </a:lnTo>
                  <a:lnTo>
                    <a:pt x="13220" y="49227"/>
                  </a:lnTo>
                  <a:lnTo>
                    <a:pt x="13604" y="49457"/>
                  </a:lnTo>
                  <a:lnTo>
                    <a:pt x="14027" y="49688"/>
                  </a:lnTo>
                  <a:lnTo>
                    <a:pt x="14450" y="49880"/>
                  </a:lnTo>
                  <a:lnTo>
                    <a:pt x="14873" y="49995"/>
                  </a:lnTo>
                  <a:lnTo>
                    <a:pt x="15334" y="50149"/>
                  </a:lnTo>
                  <a:lnTo>
                    <a:pt x="16217" y="50341"/>
                  </a:lnTo>
                  <a:lnTo>
                    <a:pt x="17140" y="50495"/>
                  </a:lnTo>
                  <a:lnTo>
                    <a:pt x="18024" y="50649"/>
                  </a:lnTo>
                  <a:lnTo>
                    <a:pt x="18831" y="50802"/>
                  </a:lnTo>
                  <a:lnTo>
                    <a:pt x="19369" y="50995"/>
                  </a:lnTo>
                  <a:lnTo>
                    <a:pt x="19868" y="51187"/>
                  </a:lnTo>
                  <a:lnTo>
                    <a:pt x="20329" y="51417"/>
                  </a:lnTo>
                  <a:lnTo>
                    <a:pt x="20829" y="51686"/>
                  </a:lnTo>
                  <a:lnTo>
                    <a:pt x="21252" y="51994"/>
                  </a:lnTo>
                  <a:lnTo>
                    <a:pt x="21674" y="52340"/>
                  </a:lnTo>
                  <a:lnTo>
                    <a:pt x="22097" y="52724"/>
                  </a:lnTo>
                  <a:lnTo>
                    <a:pt x="22481" y="53108"/>
                  </a:lnTo>
                  <a:lnTo>
                    <a:pt x="22866" y="53569"/>
                  </a:lnTo>
                  <a:lnTo>
                    <a:pt x="23250" y="53992"/>
                  </a:lnTo>
                  <a:lnTo>
                    <a:pt x="23596" y="54492"/>
                  </a:lnTo>
                  <a:lnTo>
                    <a:pt x="23942" y="54991"/>
                  </a:lnTo>
                  <a:lnTo>
                    <a:pt x="24249" y="55529"/>
                  </a:lnTo>
                  <a:lnTo>
                    <a:pt x="24556" y="56067"/>
                  </a:lnTo>
                  <a:lnTo>
                    <a:pt x="25133" y="57220"/>
                  </a:lnTo>
                  <a:lnTo>
                    <a:pt x="25671" y="58488"/>
                  </a:lnTo>
                  <a:lnTo>
                    <a:pt x="26132" y="59795"/>
                  </a:lnTo>
                  <a:lnTo>
                    <a:pt x="26593" y="61140"/>
                  </a:lnTo>
                  <a:lnTo>
                    <a:pt x="27016" y="62523"/>
                  </a:lnTo>
                  <a:lnTo>
                    <a:pt x="27400" y="63945"/>
                  </a:lnTo>
                  <a:lnTo>
                    <a:pt x="27746" y="65405"/>
                  </a:lnTo>
                  <a:lnTo>
                    <a:pt x="28361" y="68364"/>
                  </a:lnTo>
                  <a:lnTo>
                    <a:pt x="28937" y="71246"/>
                  </a:lnTo>
                  <a:lnTo>
                    <a:pt x="29437" y="74052"/>
                  </a:lnTo>
                  <a:lnTo>
                    <a:pt x="29975" y="76665"/>
                  </a:lnTo>
                  <a:lnTo>
                    <a:pt x="30244" y="77894"/>
                  </a:lnTo>
                  <a:lnTo>
                    <a:pt x="30513" y="79009"/>
                  </a:lnTo>
                  <a:lnTo>
                    <a:pt x="30820" y="80085"/>
                  </a:lnTo>
                  <a:lnTo>
                    <a:pt x="31128" y="81007"/>
                  </a:lnTo>
                  <a:lnTo>
                    <a:pt x="31474" y="81853"/>
                  </a:lnTo>
                  <a:lnTo>
                    <a:pt x="31819" y="82583"/>
                  </a:lnTo>
                  <a:lnTo>
                    <a:pt x="32012" y="82890"/>
                  </a:lnTo>
                  <a:lnTo>
                    <a:pt x="32242" y="83198"/>
                  </a:lnTo>
                  <a:lnTo>
                    <a:pt x="32434" y="83428"/>
                  </a:lnTo>
                  <a:lnTo>
                    <a:pt x="32665" y="83659"/>
                  </a:lnTo>
                  <a:lnTo>
                    <a:pt x="32895" y="83812"/>
                  </a:lnTo>
                  <a:lnTo>
                    <a:pt x="33126" y="83966"/>
                  </a:lnTo>
                  <a:lnTo>
                    <a:pt x="33357" y="84081"/>
                  </a:lnTo>
                  <a:lnTo>
                    <a:pt x="33626" y="84120"/>
                  </a:lnTo>
                  <a:lnTo>
                    <a:pt x="33856" y="84158"/>
                  </a:lnTo>
                  <a:lnTo>
                    <a:pt x="34048" y="84120"/>
                  </a:lnTo>
                  <a:lnTo>
                    <a:pt x="34279" y="84120"/>
                  </a:lnTo>
                  <a:lnTo>
                    <a:pt x="34509" y="84043"/>
                  </a:lnTo>
                  <a:lnTo>
                    <a:pt x="34971" y="83851"/>
                  </a:lnTo>
                  <a:lnTo>
                    <a:pt x="35470" y="83582"/>
                  </a:lnTo>
                  <a:lnTo>
                    <a:pt x="35970" y="83236"/>
                  </a:lnTo>
                  <a:lnTo>
                    <a:pt x="36469" y="82775"/>
                  </a:lnTo>
                  <a:lnTo>
                    <a:pt x="36969" y="82275"/>
                  </a:lnTo>
                  <a:lnTo>
                    <a:pt x="37468" y="81699"/>
                  </a:lnTo>
                  <a:lnTo>
                    <a:pt x="37968" y="81046"/>
                  </a:lnTo>
                  <a:lnTo>
                    <a:pt x="38467" y="80354"/>
                  </a:lnTo>
                  <a:lnTo>
                    <a:pt x="38967" y="79585"/>
                  </a:lnTo>
                  <a:lnTo>
                    <a:pt x="39467" y="78817"/>
                  </a:lnTo>
                  <a:lnTo>
                    <a:pt x="39928" y="77971"/>
                  </a:lnTo>
                  <a:lnTo>
                    <a:pt x="40389" y="77087"/>
                  </a:lnTo>
                  <a:lnTo>
                    <a:pt x="40812" y="76165"/>
                  </a:lnTo>
                  <a:lnTo>
                    <a:pt x="41196" y="75243"/>
                  </a:lnTo>
                  <a:lnTo>
                    <a:pt x="41580" y="74282"/>
                  </a:lnTo>
                  <a:lnTo>
                    <a:pt x="41926" y="73321"/>
                  </a:lnTo>
                  <a:lnTo>
                    <a:pt x="42233" y="72361"/>
                  </a:lnTo>
                  <a:lnTo>
                    <a:pt x="42502" y="71362"/>
                  </a:lnTo>
                  <a:lnTo>
                    <a:pt x="42771" y="70401"/>
                  </a:lnTo>
                  <a:lnTo>
                    <a:pt x="42964" y="69440"/>
                  </a:lnTo>
                  <a:lnTo>
                    <a:pt x="43117" y="68479"/>
                  </a:lnTo>
                  <a:lnTo>
                    <a:pt x="43194" y="67519"/>
                  </a:lnTo>
                  <a:lnTo>
                    <a:pt x="43271" y="66635"/>
                  </a:lnTo>
                  <a:lnTo>
                    <a:pt x="43233" y="65713"/>
                  </a:lnTo>
                  <a:lnTo>
                    <a:pt x="43194" y="64867"/>
                  </a:lnTo>
                  <a:lnTo>
                    <a:pt x="43040" y="64060"/>
                  </a:lnTo>
                  <a:lnTo>
                    <a:pt x="42848" y="63292"/>
                  </a:lnTo>
                  <a:lnTo>
                    <a:pt x="42579" y="62561"/>
                  </a:lnTo>
                  <a:lnTo>
                    <a:pt x="42272" y="61908"/>
                  </a:lnTo>
                  <a:lnTo>
                    <a:pt x="42080" y="61601"/>
                  </a:lnTo>
                  <a:lnTo>
                    <a:pt x="41849" y="61293"/>
                  </a:lnTo>
                  <a:lnTo>
                    <a:pt x="41619" y="60986"/>
                  </a:lnTo>
                  <a:lnTo>
                    <a:pt x="41350" y="60717"/>
                  </a:lnTo>
                  <a:lnTo>
                    <a:pt x="40735" y="60141"/>
                  </a:lnTo>
                  <a:lnTo>
                    <a:pt x="40081" y="59526"/>
                  </a:lnTo>
                  <a:lnTo>
                    <a:pt x="39390" y="58872"/>
                  </a:lnTo>
                  <a:lnTo>
                    <a:pt x="38736" y="58142"/>
                  </a:lnTo>
                  <a:lnTo>
                    <a:pt x="38391" y="57758"/>
                  </a:lnTo>
                  <a:lnTo>
                    <a:pt x="38045" y="57297"/>
                  </a:lnTo>
                  <a:lnTo>
                    <a:pt x="37737" y="56836"/>
                  </a:lnTo>
                  <a:lnTo>
                    <a:pt x="37468" y="56298"/>
                  </a:lnTo>
                  <a:lnTo>
                    <a:pt x="37161" y="55721"/>
                  </a:lnTo>
                  <a:lnTo>
                    <a:pt x="36930" y="55106"/>
                  </a:lnTo>
                  <a:lnTo>
                    <a:pt x="36700" y="54415"/>
                  </a:lnTo>
                  <a:lnTo>
                    <a:pt x="36546" y="53838"/>
                  </a:lnTo>
                  <a:lnTo>
                    <a:pt x="36392" y="53147"/>
                  </a:lnTo>
                  <a:lnTo>
                    <a:pt x="36277" y="52340"/>
                  </a:lnTo>
                  <a:lnTo>
                    <a:pt x="36200" y="51417"/>
                  </a:lnTo>
                  <a:lnTo>
                    <a:pt x="36200" y="50418"/>
                  </a:lnTo>
                  <a:lnTo>
                    <a:pt x="36239" y="49919"/>
                  </a:lnTo>
                  <a:lnTo>
                    <a:pt x="36315" y="49342"/>
                  </a:lnTo>
                  <a:lnTo>
                    <a:pt x="36431" y="48535"/>
                  </a:lnTo>
                  <a:lnTo>
                    <a:pt x="36623" y="47805"/>
                  </a:lnTo>
                  <a:lnTo>
                    <a:pt x="36853" y="47152"/>
                  </a:lnTo>
                  <a:lnTo>
                    <a:pt x="37122" y="46575"/>
                  </a:lnTo>
                  <a:lnTo>
                    <a:pt x="37391" y="46037"/>
                  </a:lnTo>
                  <a:lnTo>
                    <a:pt x="37699" y="45538"/>
                  </a:lnTo>
                  <a:lnTo>
                    <a:pt x="38352" y="44654"/>
                  </a:lnTo>
                  <a:lnTo>
                    <a:pt x="39005" y="43808"/>
                  </a:lnTo>
                  <a:lnTo>
                    <a:pt x="39313" y="43347"/>
                  </a:lnTo>
                  <a:lnTo>
                    <a:pt x="39620" y="42848"/>
                  </a:lnTo>
                  <a:lnTo>
                    <a:pt x="39928" y="42348"/>
                  </a:lnTo>
                  <a:lnTo>
                    <a:pt x="40158" y="41772"/>
                  </a:lnTo>
                  <a:lnTo>
                    <a:pt x="40389" y="41157"/>
                  </a:lnTo>
                  <a:lnTo>
                    <a:pt x="40581" y="40427"/>
                  </a:lnTo>
                  <a:lnTo>
                    <a:pt x="40735" y="39697"/>
                  </a:lnTo>
                  <a:lnTo>
                    <a:pt x="40773" y="39043"/>
                  </a:lnTo>
                  <a:lnTo>
                    <a:pt x="40773" y="38428"/>
                  </a:lnTo>
                  <a:lnTo>
                    <a:pt x="40696" y="37852"/>
                  </a:lnTo>
                  <a:lnTo>
                    <a:pt x="40619" y="37314"/>
                  </a:lnTo>
                  <a:lnTo>
                    <a:pt x="40466" y="36738"/>
                  </a:lnTo>
                  <a:lnTo>
                    <a:pt x="40081" y="35623"/>
                  </a:lnTo>
                  <a:lnTo>
                    <a:pt x="39659" y="34432"/>
                  </a:lnTo>
                  <a:lnTo>
                    <a:pt x="39467" y="33740"/>
                  </a:lnTo>
                  <a:lnTo>
                    <a:pt x="39274" y="33010"/>
                  </a:lnTo>
                  <a:lnTo>
                    <a:pt x="39082" y="32203"/>
                  </a:lnTo>
                  <a:lnTo>
                    <a:pt x="38967" y="31281"/>
                  </a:lnTo>
                  <a:lnTo>
                    <a:pt x="38852" y="30282"/>
                  </a:lnTo>
                  <a:lnTo>
                    <a:pt x="38775" y="29206"/>
                  </a:lnTo>
                  <a:lnTo>
                    <a:pt x="38775" y="28399"/>
                  </a:lnTo>
                  <a:lnTo>
                    <a:pt x="38775" y="27669"/>
                  </a:lnTo>
                  <a:lnTo>
                    <a:pt x="38813" y="27054"/>
                  </a:lnTo>
                  <a:lnTo>
                    <a:pt x="38890" y="26439"/>
                  </a:lnTo>
                  <a:lnTo>
                    <a:pt x="39044" y="25401"/>
                  </a:lnTo>
                  <a:lnTo>
                    <a:pt x="39274" y="24479"/>
                  </a:lnTo>
                  <a:lnTo>
                    <a:pt x="39505" y="23634"/>
                  </a:lnTo>
                  <a:lnTo>
                    <a:pt x="39697" y="22711"/>
                  </a:lnTo>
                  <a:lnTo>
                    <a:pt x="39889" y="21712"/>
                  </a:lnTo>
                  <a:lnTo>
                    <a:pt x="39928" y="21174"/>
                  </a:lnTo>
                  <a:lnTo>
                    <a:pt x="39966" y="20559"/>
                  </a:lnTo>
                  <a:lnTo>
                    <a:pt x="39966" y="19368"/>
                  </a:lnTo>
                  <a:lnTo>
                    <a:pt x="39851" y="18215"/>
                  </a:lnTo>
                  <a:lnTo>
                    <a:pt x="39659" y="17062"/>
                  </a:lnTo>
                  <a:lnTo>
                    <a:pt x="39428" y="15871"/>
                  </a:lnTo>
                  <a:lnTo>
                    <a:pt x="39082" y="14718"/>
                  </a:lnTo>
                  <a:lnTo>
                    <a:pt x="38660" y="13565"/>
                  </a:lnTo>
                  <a:lnTo>
                    <a:pt x="38198" y="12451"/>
                  </a:lnTo>
                  <a:lnTo>
                    <a:pt x="37660" y="11336"/>
                  </a:lnTo>
                  <a:lnTo>
                    <a:pt x="37046" y="10260"/>
                  </a:lnTo>
                  <a:lnTo>
                    <a:pt x="36354" y="9223"/>
                  </a:lnTo>
                  <a:lnTo>
                    <a:pt x="35662" y="8224"/>
                  </a:lnTo>
                  <a:lnTo>
                    <a:pt x="34894" y="7263"/>
                  </a:lnTo>
                  <a:lnTo>
                    <a:pt x="34048" y="6341"/>
                  </a:lnTo>
                  <a:lnTo>
                    <a:pt x="33203" y="5495"/>
                  </a:lnTo>
                  <a:lnTo>
                    <a:pt x="32281" y="4688"/>
                  </a:lnTo>
                  <a:lnTo>
                    <a:pt x="31320" y="3958"/>
                  </a:lnTo>
                  <a:lnTo>
                    <a:pt x="30667" y="3497"/>
                  </a:lnTo>
                  <a:lnTo>
                    <a:pt x="30013" y="3074"/>
                  </a:lnTo>
                  <a:lnTo>
                    <a:pt x="29322" y="2652"/>
                  </a:lnTo>
                  <a:lnTo>
                    <a:pt x="28630" y="2267"/>
                  </a:lnTo>
                  <a:lnTo>
                    <a:pt x="27938" y="1921"/>
                  </a:lnTo>
                  <a:lnTo>
                    <a:pt x="27208" y="1614"/>
                  </a:lnTo>
                  <a:lnTo>
                    <a:pt x="26478" y="1345"/>
                  </a:lnTo>
                  <a:lnTo>
                    <a:pt x="25748" y="1076"/>
                  </a:lnTo>
                  <a:lnTo>
                    <a:pt x="25018" y="845"/>
                  </a:lnTo>
                  <a:lnTo>
                    <a:pt x="24249" y="653"/>
                  </a:lnTo>
                  <a:lnTo>
                    <a:pt x="23480" y="461"/>
                  </a:lnTo>
                  <a:lnTo>
                    <a:pt x="22673" y="307"/>
                  </a:lnTo>
                  <a:lnTo>
                    <a:pt x="21905" y="192"/>
                  </a:lnTo>
                  <a:lnTo>
                    <a:pt x="21098" y="115"/>
                  </a:lnTo>
                  <a:lnTo>
                    <a:pt x="20329" y="38"/>
                  </a:lnTo>
                  <a:lnTo>
                    <a:pt x="1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7"/>
            <p:cNvSpPr/>
            <p:nvPr/>
          </p:nvSpPr>
          <p:spPr>
            <a:xfrm>
              <a:off x="6311675" y="2678325"/>
              <a:ext cx="180625" cy="222900"/>
            </a:xfrm>
            <a:custGeom>
              <a:rect b="b" l="l" r="r" t="t"/>
              <a:pathLst>
                <a:path extrusionOk="0" h="8916" w="7225">
                  <a:moveTo>
                    <a:pt x="4420" y="0"/>
                  </a:moveTo>
                  <a:lnTo>
                    <a:pt x="4074" y="39"/>
                  </a:lnTo>
                  <a:lnTo>
                    <a:pt x="3728" y="77"/>
                  </a:lnTo>
                  <a:lnTo>
                    <a:pt x="3344" y="192"/>
                  </a:lnTo>
                  <a:lnTo>
                    <a:pt x="3036" y="346"/>
                  </a:lnTo>
                  <a:lnTo>
                    <a:pt x="2690" y="538"/>
                  </a:lnTo>
                  <a:lnTo>
                    <a:pt x="2344" y="730"/>
                  </a:lnTo>
                  <a:lnTo>
                    <a:pt x="2037" y="999"/>
                  </a:lnTo>
                  <a:lnTo>
                    <a:pt x="1730" y="1268"/>
                  </a:lnTo>
                  <a:lnTo>
                    <a:pt x="1422" y="1576"/>
                  </a:lnTo>
                  <a:lnTo>
                    <a:pt x="1153" y="1922"/>
                  </a:lnTo>
                  <a:lnTo>
                    <a:pt x="923" y="2306"/>
                  </a:lnTo>
                  <a:lnTo>
                    <a:pt x="692" y="2690"/>
                  </a:lnTo>
                  <a:lnTo>
                    <a:pt x="500" y="3113"/>
                  </a:lnTo>
                  <a:lnTo>
                    <a:pt x="308" y="3574"/>
                  </a:lnTo>
                  <a:lnTo>
                    <a:pt x="192" y="3997"/>
                  </a:lnTo>
                  <a:lnTo>
                    <a:pt x="116" y="4458"/>
                  </a:lnTo>
                  <a:lnTo>
                    <a:pt x="39" y="4881"/>
                  </a:lnTo>
                  <a:lnTo>
                    <a:pt x="0" y="5303"/>
                  </a:lnTo>
                  <a:lnTo>
                    <a:pt x="39" y="5726"/>
                  </a:lnTo>
                  <a:lnTo>
                    <a:pt x="77" y="6110"/>
                  </a:lnTo>
                  <a:lnTo>
                    <a:pt x="154" y="6495"/>
                  </a:lnTo>
                  <a:lnTo>
                    <a:pt x="231" y="6879"/>
                  </a:lnTo>
                  <a:lnTo>
                    <a:pt x="385" y="7225"/>
                  </a:lnTo>
                  <a:lnTo>
                    <a:pt x="538" y="7532"/>
                  </a:lnTo>
                  <a:lnTo>
                    <a:pt x="730" y="7840"/>
                  </a:lnTo>
                  <a:lnTo>
                    <a:pt x="961" y="8108"/>
                  </a:lnTo>
                  <a:lnTo>
                    <a:pt x="1230" y="8339"/>
                  </a:lnTo>
                  <a:lnTo>
                    <a:pt x="1499" y="8531"/>
                  </a:lnTo>
                  <a:lnTo>
                    <a:pt x="1806" y="8685"/>
                  </a:lnTo>
                  <a:lnTo>
                    <a:pt x="2152" y="8800"/>
                  </a:lnTo>
                  <a:lnTo>
                    <a:pt x="2498" y="8877"/>
                  </a:lnTo>
                  <a:lnTo>
                    <a:pt x="2844" y="8915"/>
                  </a:lnTo>
                  <a:lnTo>
                    <a:pt x="3190" y="8877"/>
                  </a:lnTo>
                  <a:lnTo>
                    <a:pt x="3536" y="8800"/>
                  </a:lnTo>
                  <a:lnTo>
                    <a:pt x="3882" y="8723"/>
                  </a:lnTo>
                  <a:lnTo>
                    <a:pt x="4227" y="8570"/>
                  </a:lnTo>
                  <a:lnTo>
                    <a:pt x="4573" y="8377"/>
                  </a:lnTo>
                  <a:lnTo>
                    <a:pt x="4881" y="8185"/>
                  </a:lnTo>
                  <a:lnTo>
                    <a:pt x="5188" y="7916"/>
                  </a:lnTo>
                  <a:lnTo>
                    <a:pt x="5496" y="7647"/>
                  </a:lnTo>
                  <a:lnTo>
                    <a:pt x="5803" y="7340"/>
                  </a:lnTo>
                  <a:lnTo>
                    <a:pt x="6072" y="6994"/>
                  </a:lnTo>
                  <a:lnTo>
                    <a:pt x="6302" y="6610"/>
                  </a:lnTo>
                  <a:lnTo>
                    <a:pt x="6533" y="6226"/>
                  </a:lnTo>
                  <a:lnTo>
                    <a:pt x="6764" y="5764"/>
                  </a:lnTo>
                  <a:lnTo>
                    <a:pt x="6917" y="5342"/>
                  </a:lnTo>
                  <a:lnTo>
                    <a:pt x="7033" y="4919"/>
                  </a:lnTo>
                  <a:lnTo>
                    <a:pt x="7148" y="4458"/>
                  </a:lnTo>
                  <a:lnTo>
                    <a:pt x="7186" y="4035"/>
                  </a:lnTo>
                  <a:lnTo>
                    <a:pt x="7225" y="3612"/>
                  </a:lnTo>
                  <a:lnTo>
                    <a:pt x="7225" y="3190"/>
                  </a:lnTo>
                  <a:lnTo>
                    <a:pt x="7186" y="2767"/>
                  </a:lnTo>
                  <a:lnTo>
                    <a:pt x="7109" y="2383"/>
                  </a:lnTo>
                  <a:lnTo>
                    <a:pt x="6994" y="2037"/>
                  </a:lnTo>
                  <a:lnTo>
                    <a:pt x="6840" y="1691"/>
                  </a:lnTo>
                  <a:lnTo>
                    <a:pt x="6687" y="1345"/>
                  </a:lnTo>
                  <a:lnTo>
                    <a:pt x="6495" y="1076"/>
                  </a:lnTo>
                  <a:lnTo>
                    <a:pt x="6264" y="807"/>
                  </a:lnTo>
                  <a:lnTo>
                    <a:pt x="5995" y="577"/>
                  </a:lnTo>
                  <a:lnTo>
                    <a:pt x="5726" y="384"/>
                  </a:lnTo>
                  <a:lnTo>
                    <a:pt x="5419" y="231"/>
                  </a:lnTo>
                  <a:lnTo>
                    <a:pt x="5073" y="115"/>
                  </a:lnTo>
                  <a:lnTo>
                    <a:pt x="4765" y="39"/>
                  </a:lnTo>
                  <a:lnTo>
                    <a:pt x="4420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7"/>
            <p:cNvSpPr/>
            <p:nvPr/>
          </p:nvSpPr>
          <p:spPr>
            <a:xfrm>
              <a:off x="6318400" y="2860850"/>
              <a:ext cx="132600" cy="49025"/>
            </a:xfrm>
            <a:custGeom>
              <a:rect b="b" l="l" r="r" t="t"/>
              <a:pathLst>
                <a:path extrusionOk="0" h="1961" w="5304">
                  <a:moveTo>
                    <a:pt x="269" y="1"/>
                  </a:moveTo>
                  <a:lnTo>
                    <a:pt x="154" y="39"/>
                  </a:lnTo>
                  <a:lnTo>
                    <a:pt x="39" y="154"/>
                  </a:lnTo>
                  <a:lnTo>
                    <a:pt x="0" y="270"/>
                  </a:lnTo>
                  <a:lnTo>
                    <a:pt x="0" y="423"/>
                  </a:lnTo>
                  <a:lnTo>
                    <a:pt x="39" y="539"/>
                  </a:lnTo>
                  <a:lnTo>
                    <a:pt x="346" y="923"/>
                  </a:lnTo>
                  <a:lnTo>
                    <a:pt x="654" y="1230"/>
                  </a:lnTo>
                  <a:lnTo>
                    <a:pt x="999" y="1499"/>
                  </a:lnTo>
                  <a:lnTo>
                    <a:pt x="1422" y="1730"/>
                  </a:lnTo>
                  <a:lnTo>
                    <a:pt x="1691" y="1807"/>
                  </a:lnTo>
                  <a:lnTo>
                    <a:pt x="1960" y="1883"/>
                  </a:lnTo>
                  <a:lnTo>
                    <a:pt x="2268" y="1922"/>
                  </a:lnTo>
                  <a:lnTo>
                    <a:pt x="2575" y="1960"/>
                  </a:lnTo>
                  <a:lnTo>
                    <a:pt x="2882" y="1922"/>
                  </a:lnTo>
                  <a:lnTo>
                    <a:pt x="3228" y="1883"/>
                  </a:lnTo>
                  <a:lnTo>
                    <a:pt x="3574" y="1807"/>
                  </a:lnTo>
                  <a:lnTo>
                    <a:pt x="3882" y="1691"/>
                  </a:lnTo>
                  <a:lnTo>
                    <a:pt x="4227" y="1538"/>
                  </a:lnTo>
                  <a:lnTo>
                    <a:pt x="4535" y="1345"/>
                  </a:lnTo>
                  <a:lnTo>
                    <a:pt x="4842" y="1153"/>
                  </a:lnTo>
                  <a:lnTo>
                    <a:pt x="5150" y="884"/>
                  </a:lnTo>
                  <a:lnTo>
                    <a:pt x="5265" y="769"/>
                  </a:lnTo>
                  <a:lnTo>
                    <a:pt x="5303" y="654"/>
                  </a:lnTo>
                  <a:lnTo>
                    <a:pt x="5265" y="500"/>
                  </a:lnTo>
                  <a:lnTo>
                    <a:pt x="5188" y="385"/>
                  </a:lnTo>
                  <a:lnTo>
                    <a:pt x="5111" y="308"/>
                  </a:lnTo>
                  <a:lnTo>
                    <a:pt x="4958" y="270"/>
                  </a:lnTo>
                  <a:lnTo>
                    <a:pt x="4842" y="270"/>
                  </a:lnTo>
                  <a:lnTo>
                    <a:pt x="4727" y="346"/>
                  </a:lnTo>
                  <a:lnTo>
                    <a:pt x="4343" y="654"/>
                  </a:lnTo>
                  <a:lnTo>
                    <a:pt x="3958" y="884"/>
                  </a:lnTo>
                  <a:lnTo>
                    <a:pt x="3574" y="1038"/>
                  </a:lnTo>
                  <a:lnTo>
                    <a:pt x="3190" y="1153"/>
                  </a:lnTo>
                  <a:lnTo>
                    <a:pt x="2767" y="1230"/>
                  </a:lnTo>
                  <a:lnTo>
                    <a:pt x="2421" y="1230"/>
                  </a:lnTo>
                  <a:lnTo>
                    <a:pt x="2037" y="1192"/>
                  </a:lnTo>
                  <a:lnTo>
                    <a:pt x="1691" y="1076"/>
                  </a:lnTo>
                  <a:lnTo>
                    <a:pt x="1384" y="923"/>
                  </a:lnTo>
                  <a:lnTo>
                    <a:pt x="1115" y="692"/>
                  </a:lnTo>
                  <a:lnTo>
                    <a:pt x="846" y="462"/>
                  </a:lnTo>
                  <a:lnTo>
                    <a:pt x="654" y="154"/>
                  </a:lnTo>
                  <a:lnTo>
                    <a:pt x="538" y="77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7"/>
            <p:cNvSpPr/>
            <p:nvPr/>
          </p:nvSpPr>
          <p:spPr>
            <a:xfrm>
              <a:off x="6444250" y="2822425"/>
              <a:ext cx="41325" cy="51900"/>
            </a:xfrm>
            <a:custGeom>
              <a:rect b="b" l="l" r="r" t="t"/>
              <a:pathLst>
                <a:path extrusionOk="0" h="2076" w="1653">
                  <a:moveTo>
                    <a:pt x="1307" y="0"/>
                  </a:moveTo>
                  <a:lnTo>
                    <a:pt x="1192" y="39"/>
                  </a:lnTo>
                  <a:lnTo>
                    <a:pt x="1076" y="77"/>
                  </a:lnTo>
                  <a:lnTo>
                    <a:pt x="961" y="193"/>
                  </a:lnTo>
                  <a:lnTo>
                    <a:pt x="769" y="538"/>
                  </a:lnTo>
                  <a:lnTo>
                    <a:pt x="577" y="884"/>
                  </a:lnTo>
                  <a:lnTo>
                    <a:pt x="346" y="1192"/>
                  </a:lnTo>
                  <a:lnTo>
                    <a:pt x="77" y="1499"/>
                  </a:lnTo>
                  <a:lnTo>
                    <a:pt x="39" y="1614"/>
                  </a:lnTo>
                  <a:lnTo>
                    <a:pt x="0" y="1730"/>
                  </a:lnTo>
                  <a:lnTo>
                    <a:pt x="39" y="1883"/>
                  </a:lnTo>
                  <a:lnTo>
                    <a:pt x="116" y="1999"/>
                  </a:lnTo>
                  <a:lnTo>
                    <a:pt x="231" y="2037"/>
                  </a:lnTo>
                  <a:lnTo>
                    <a:pt x="346" y="2076"/>
                  </a:lnTo>
                  <a:lnTo>
                    <a:pt x="500" y="2037"/>
                  </a:lnTo>
                  <a:lnTo>
                    <a:pt x="615" y="1960"/>
                  </a:lnTo>
                  <a:lnTo>
                    <a:pt x="884" y="1653"/>
                  </a:lnTo>
                  <a:lnTo>
                    <a:pt x="1153" y="1269"/>
                  </a:lnTo>
                  <a:lnTo>
                    <a:pt x="1384" y="923"/>
                  </a:lnTo>
                  <a:lnTo>
                    <a:pt x="1614" y="500"/>
                  </a:lnTo>
                  <a:lnTo>
                    <a:pt x="1653" y="385"/>
                  </a:lnTo>
                  <a:lnTo>
                    <a:pt x="1614" y="231"/>
                  </a:lnTo>
                  <a:lnTo>
                    <a:pt x="1537" y="116"/>
                  </a:lnTo>
                  <a:lnTo>
                    <a:pt x="1461" y="39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7"/>
            <p:cNvSpPr/>
            <p:nvPr/>
          </p:nvSpPr>
          <p:spPr>
            <a:xfrm>
              <a:off x="6409650" y="2669675"/>
              <a:ext cx="91300" cy="150850"/>
            </a:xfrm>
            <a:custGeom>
              <a:rect b="b" l="l" r="r" t="t"/>
              <a:pathLst>
                <a:path extrusionOk="0" h="6034" w="3652">
                  <a:moveTo>
                    <a:pt x="308" y="0"/>
                  </a:moveTo>
                  <a:lnTo>
                    <a:pt x="193" y="39"/>
                  </a:lnTo>
                  <a:lnTo>
                    <a:pt x="78" y="116"/>
                  </a:lnTo>
                  <a:lnTo>
                    <a:pt x="1" y="231"/>
                  </a:lnTo>
                  <a:lnTo>
                    <a:pt x="1" y="385"/>
                  </a:lnTo>
                  <a:lnTo>
                    <a:pt x="39" y="500"/>
                  </a:lnTo>
                  <a:lnTo>
                    <a:pt x="116" y="615"/>
                  </a:lnTo>
                  <a:lnTo>
                    <a:pt x="232" y="692"/>
                  </a:lnTo>
                  <a:lnTo>
                    <a:pt x="347" y="730"/>
                  </a:lnTo>
                  <a:lnTo>
                    <a:pt x="885" y="730"/>
                  </a:lnTo>
                  <a:lnTo>
                    <a:pt x="1115" y="807"/>
                  </a:lnTo>
                  <a:lnTo>
                    <a:pt x="1346" y="884"/>
                  </a:lnTo>
                  <a:lnTo>
                    <a:pt x="1615" y="999"/>
                  </a:lnTo>
                  <a:lnTo>
                    <a:pt x="1846" y="1192"/>
                  </a:lnTo>
                  <a:lnTo>
                    <a:pt x="2076" y="1384"/>
                  </a:lnTo>
                  <a:lnTo>
                    <a:pt x="2268" y="1576"/>
                  </a:lnTo>
                  <a:lnTo>
                    <a:pt x="2422" y="1806"/>
                  </a:lnTo>
                  <a:lnTo>
                    <a:pt x="2576" y="2075"/>
                  </a:lnTo>
                  <a:lnTo>
                    <a:pt x="2691" y="2383"/>
                  </a:lnTo>
                  <a:lnTo>
                    <a:pt x="2806" y="2690"/>
                  </a:lnTo>
                  <a:lnTo>
                    <a:pt x="2883" y="2998"/>
                  </a:lnTo>
                  <a:lnTo>
                    <a:pt x="2921" y="3344"/>
                  </a:lnTo>
                  <a:lnTo>
                    <a:pt x="2960" y="3689"/>
                  </a:lnTo>
                  <a:lnTo>
                    <a:pt x="2960" y="4035"/>
                  </a:lnTo>
                  <a:lnTo>
                    <a:pt x="2921" y="4420"/>
                  </a:lnTo>
                  <a:lnTo>
                    <a:pt x="2883" y="4804"/>
                  </a:lnTo>
                  <a:lnTo>
                    <a:pt x="2768" y="5150"/>
                  </a:lnTo>
                  <a:lnTo>
                    <a:pt x="2652" y="5534"/>
                  </a:lnTo>
                  <a:lnTo>
                    <a:pt x="2652" y="5688"/>
                  </a:lnTo>
                  <a:lnTo>
                    <a:pt x="2691" y="5841"/>
                  </a:lnTo>
                  <a:lnTo>
                    <a:pt x="2806" y="5918"/>
                  </a:lnTo>
                  <a:lnTo>
                    <a:pt x="2998" y="6034"/>
                  </a:lnTo>
                  <a:lnTo>
                    <a:pt x="3114" y="5995"/>
                  </a:lnTo>
                  <a:lnTo>
                    <a:pt x="3190" y="5957"/>
                  </a:lnTo>
                  <a:lnTo>
                    <a:pt x="3267" y="5880"/>
                  </a:lnTo>
                  <a:lnTo>
                    <a:pt x="3344" y="5765"/>
                  </a:lnTo>
                  <a:lnTo>
                    <a:pt x="3459" y="5342"/>
                  </a:lnTo>
                  <a:lnTo>
                    <a:pt x="3575" y="4881"/>
                  </a:lnTo>
                  <a:lnTo>
                    <a:pt x="3613" y="4420"/>
                  </a:lnTo>
                  <a:lnTo>
                    <a:pt x="3652" y="3997"/>
                  </a:lnTo>
                  <a:lnTo>
                    <a:pt x="3652" y="3574"/>
                  </a:lnTo>
                  <a:lnTo>
                    <a:pt x="3613" y="3151"/>
                  </a:lnTo>
                  <a:lnTo>
                    <a:pt x="3536" y="2767"/>
                  </a:lnTo>
                  <a:lnTo>
                    <a:pt x="3459" y="2383"/>
                  </a:lnTo>
                  <a:lnTo>
                    <a:pt x="3306" y="2037"/>
                  </a:lnTo>
                  <a:lnTo>
                    <a:pt x="3152" y="1691"/>
                  </a:lnTo>
                  <a:lnTo>
                    <a:pt x="2960" y="1384"/>
                  </a:lnTo>
                  <a:lnTo>
                    <a:pt x="2768" y="1076"/>
                  </a:lnTo>
                  <a:lnTo>
                    <a:pt x="2537" y="807"/>
                  </a:lnTo>
                  <a:lnTo>
                    <a:pt x="2268" y="577"/>
                  </a:lnTo>
                  <a:lnTo>
                    <a:pt x="1961" y="385"/>
                  </a:lnTo>
                  <a:lnTo>
                    <a:pt x="1653" y="231"/>
                  </a:lnTo>
                  <a:lnTo>
                    <a:pt x="1308" y="116"/>
                  </a:lnTo>
                  <a:lnTo>
                    <a:pt x="1000" y="39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7"/>
            <p:cNvSpPr/>
            <p:nvPr/>
          </p:nvSpPr>
          <p:spPr>
            <a:xfrm>
              <a:off x="6355850" y="2744600"/>
              <a:ext cx="98025" cy="98025"/>
            </a:xfrm>
            <a:custGeom>
              <a:rect b="b" l="l" r="r" t="t"/>
              <a:pathLst>
                <a:path extrusionOk="0" h="3921" w="3921">
                  <a:moveTo>
                    <a:pt x="3421" y="1"/>
                  </a:moveTo>
                  <a:lnTo>
                    <a:pt x="3306" y="78"/>
                  </a:lnTo>
                  <a:lnTo>
                    <a:pt x="78" y="3306"/>
                  </a:lnTo>
                  <a:lnTo>
                    <a:pt x="1" y="3421"/>
                  </a:lnTo>
                  <a:lnTo>
                    <a:pt x="1" y="3575"/>
                  </a:lnTo>
                  <a:lnTo>
                    <a:pt x="1" y="3690"/>
                  </a:lnTo>
                  <a:lnTo>
                    <a:pt x="78" y="3805"/>
                  </a:lnTo>
                  <a:lnTo>
                    <a:pt x="193" y="3882"/>
                  </a:lnTo>
                  <a:lnTo>
                    <a:pt x="347" y="3920"/>
                  </a:lnTo>
                  <a:lnTo>
                    <a:pt x="462" y="3882"/>
                  </a:lnTo>
                  <a:lnTo>
                    <a:pt x="577" y="3805"/>
                  </a:lnTo>
                  <a:lnTo>
                    <a:pt x="3805" y="577"/>
                  </a:lnTo>
                  <a:lnTo>
                    <a:pt x="3882" y="462"/>
                  </a:lnTo>
                  <a:lnTo>
                    <a:pt x="3921" y="347"/>
                  </a:lnTo>
                  <a:lnTo>
                    <a:pt x="3882" y="193"/>
                  </a:lnTo>
                  <a:lnTo>
                    <a:pt x="3805" y="78"/>
                  </a:lnTo>
                  <a:lnTo>
                    <a:pt x="36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7"/>
            <p:cNvSpPr/>
            <p:nvPr/>
          </p:nvSpPr>
          <p:spPr>
            <a:xfrm>
              <a:off x="6393325" y="2737875"/>
              <a:ext cx="23075" cy="55750"/>
            </a:xfrm>
            <a:custGeom>
              <a:rect b="b" l="l" r="r" t="t"/>
              <a:pathLst>
                <a:path extrusionOk="0" h="2230" w="923">
                  <a:moveTo>
                    <a:pt x="308" y="1"/>
                  </a:moveTo>
                  <a:lnTo>
                    <a:pt x="193" y="39"/>
                  </a:lnTo>
                  <a:lnTo>
                    <a:pt x="78" y="116"/>
                  </a:lnTo>
                  <a:lnTo>
                    <a:pt x="1" y="231"/>
                  </a:lnTo>
                  <a:lnTo>
                    <a:pt x="1" y="385"/>
                  </a:lnTo>
                  <a:lnTo>
                    <a:pt x="231" y="1922"/>
                  </a:lnTo>
                  <a:lnTo>
                    <a:pt x="270" y="2037"/>
                  </a:lnTo>
                  <a:lnTo>
                    <a:pt x="347" y="2153"/>
                  </a:lnTo>
                  <a:lnTo>
                    <a:pt x="462" y="2191"/>
                  </a:lnTo>
                  <a:lnTo>
                    <a:pt x="577" y="2230"/>
                  </a:lnTo>
                  <a:lnTo>
                    <a:pt x="654" y="2230"/>
                  </a:lnTo>
                  <a:lnTo>
                    <a:pt x="769" y="2191"/>
                  </a:lnTo>
                  <a:lnTo>
                    <a:pt x="885" y="2076"/>
                  </a:lnTo>
                  <a:lnTo>
                    <a:pt x="923" y="1961"/>
                  </a:lnTo>
                  <a:lnTo>
                    <a:pt x="923" y="1845"/>
                  </a:lnTo>
                  <a:lnTo>
                    <a:pt x="692" y="270"/>
                  </a:lnTo>
                  <a:lnTo>
                    <a:pt x="654" y="154"/>
                  </a:lnTo>
                  <a:lnTo>
                    <a:pt x="577" y="3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7"/>
            <p:cNvSpPr/>
            <p:nvPr/>
          </p:nvSpPr>
          <p:spPr>
            <a:xfrm>
              <a:off x="5124225" y="4826450"/>
              <a:ext cx="134525" cy="153750"/>
            </a:xfrm>
            <a:custGeom>
              <a:rect b="b" l="l" r="r" t="t"/>
              <a:pathLst>
                <a:path extrusionOk="0" h="6150" w="5381">
                  <a:moveTo>
                    <a:pt x="4881" y="1"/>
                  </a:moveTo>
                  <a:lnTo>
                    <a:pt x="4766" y="116"/>
                  </a:lnTo>
                  <a:lnTo>
                    <a:pt x="78" y="5573"/>
                  </a:lnTo>
                  <a:lnTo>
                    <a:pt x="1" y="5688"/>
                  </a:lnTo>
                  <a:lnTo>
                    <a:pt x="1" y="5842"/>
                  </a:lnTo>
                  <a:lnTo>
                    <a:pt x="1" y="5957"/>
                  </a:lnTo>
                  <a:lnTo>
                    <a:pt x="116" y="6073"/>
                  </a:lnTo>
                  <a:lnTo>
                    <a:pt x="231" y="6150"/>
                  </a:lnTo>
                  <a:lnTo>
                    <a:pt x="347" y="6150"/>
                  </a:lnTo>
                  <a:lnTo>
                    <a:pt x="462" y="6111"/>
                  </a:lnTo>
                  <a:lnTo>
                    <a:pt x="616" y="6034"/>
                  </a:lnTo>
                  <a:lnTo>
                    <a:pt x="5304" y="577"/>
                  </a:lnTo>
                  <a:lnTo>
                    <a:pt x="5381" y="424"/>
                  </a:lnTo>
                  <a:lnTo>
                    <a:pt x="5381" y="308"/>
                  </a:lnTo>
                  <a:lnTo>
                    <a:pt x="5342" y="193"/>
                  </a:lnTo>
                  <a:lnTo>
                    <a:pt x="5266" y="78"/>
                  </a:lnTo>
                  <a:lnTo>
                    <a:pt x="5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7"/>
            <p:cNvSpPr/>
            <p:nvPr/>
          </p:nvSpPr>
          <p:spPr>
            <a:xfrm>
              <a:off x="5613225" y="4829350"/>
              <a:ext cx="240200" cy="450600"/>
            </a:xfrm>
            <a:custGeom>
              <a:rect b="b" l="l" r="r" t="t"/>
              <a:pathLst>
                <a:path extrusionOk="0" h="18024" w="9608">
                  <a:moveTo>
                    <a:pt x="308" y="0"/>
                  </a:moveTo>
                  <a:lnTo>
                    <a:pt x="193" y="39"/>
                  </a:lnTo>
                  <a:lnTo>
                    <a:pt x="78" y="116"/>
                  </a:lnTo>
                  <a:lnTo>
                    <a:pt x="1" y="231"/>
                  </a:lnTo>
                  <a:lnTo>
                    <a:pt x="1" y="385"/>
                  </a:lnTo>
                  <a:lnTo>
                    <a:pt x="39" y="500"/>
                  </a:lnTo>
                  <a:lnTo>
                    <a:pt x="8955" y="17831"/>
                  </a:lnTo>
                  <a:lnTo>
                    <a:pt x="8993" y="17908"/>
                  </a:lnTo>
                  <a:lnTo>
                    <a:pt x="9070" y="17985"/>
                  </a:lnTo>
                  <a:lnTo>
                    <a:pt x="9147" y="18023"/>
                  </a:lnTo>
                  <a:lnTo>
                    <a:pt x="9262" y="18023"/>
                  </a:lnTo>
                  <a:lnTo>
                    <a:pt x="9416" y="17985"/>
                  </a:lnTo>
                  <a:lnTo>
                    <a:pt x="9531" y="17908"/>
                  </a:lnTo>
                  <a:lnTo>
                    <a:pt x="9570" y="17793"/>
                  </a:lnTo>
                  <a:lnTo>
                    <a:pt x="9608" y="17639"/>
                  </a:lnTo>
                  <a:lnTo>
                    <a:pt x="9570" y="17524"/>
                  </a:lnTo>
                  <a:lnTo>
                    <a:pt x="654" y="192"/>
                  </a:lnTo>
                  <a:lnTo>
                    <a:pt x="577" y="77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7"/>
            <p:cNvSpPr/>
            <p:nvPr/>
          </p:nvSpPr>
          <p:spPr>
            <a:xfrm>
              <a:off x="2718625" y="239075"/>
              <a:ext cx="1169200" cy="617750"/>
            </a:xfrm>
            <a:custGeom>
              <a:rect b="b" l="l" r="r" t="t"/>
              <a:pathLst>
                <a:path extrusionOk="0" h="24710" w="46768">
                  <a:moveTo>
                    <a:pt x="15141" y="0"/>
                  </a:moveTo>
                  <a:lnTo>
                    <a:pt x="13950" y="77"/>
                  </a:lnTo>
                  <a:lnTo>
                    <a:pt x="12797" y="154"/>
                  </a:lnTo>
                  <a:lnTo>
                    <a:pt x="11760" y="308"/>
                  </a:lnTo>
                  <a:lnTo>
                    <a:pt x="10760" y="500"/>
                  </a:lnTo>
                  <a:lnTo>
                    <a:pt x="9838" y="769"/>
                  </a:lnTo>
                  <a:lnTo>
                    <a:pt x="8993" y="1076"/>
                  </a:lnTo>
                  <a:lnTo>
                    <a:pt x="8186" y="1422"/>
                  </a:lnTo>
                  <a:lnTo>
                    <a:pt x="7417" y="1845"/>
                  </a:lnTo>
                  <a:lnTo>
                    <a:pt x="6687" y="2345"/>
                  </a:lnTo>
                  <a:lnTo>
                    <a:pt x="5880" y="3036"/>
                  </a:lnTo>
                  <a:lnTo>
                    <a:pt x="5150" y="3728"/>
                  </a:lnTo>
                  <a:lnTo>
                    <a:pt x="4497" y="4420"/>
                  </a:lnTo>
                  <a:lnTo>
                    <a:pt x="3882" y="5150"/>
                  </a:lnTo>
                  <a:lnTo>
                    <a:pt x="3344" y="5880"/>
                  </a:lnTo>
                  <a:lnTo>
                    <a:pt x="2844" y="6610"/>
                  </a:lnTo>
                  <a:lnTo>
                    <a:pt x="2421" y="7340"/>
                  </a:lnTo>
                  <a:lnTo>
                    <a:pt x="2076" y="8032"/>
                  </a:lnTo>
                  <a:lnTo>
                    <a:pt x="1730" y="8724"/>
                  </a:lnTo>
                  <a:lnTo>
                    <a:pt x="1461" y="9377"/>
                  </a:lnTo>
                  <a:lnTo>
                    <a:pt x="1038" y="10530"/>
                  </a:lnTo>
                  <a:lnTo>
                    <a:pt x="731" y="11452"/>
                  </a:lnTo>
                  <a:lnTo>
                    <a:pt x="577" y="12105"/>
                  </a:lnTo>
                  <a:lnTo>
                    <a:pt x="346" y="13220"/>
                  </a:lnTo>
                  <a:lnTo>
                    <a:pt x="154" y="14373"/>
                  </a:lnTo>
                  <a:lnTo>
                    <a:pt x="39" y="15487"/>
                  </a:lnTo>
                  <a:lnTo>
                    <a:pt x="0" y="16601"/>
                  </a:lnTo>
                  <a:lnTo>
                    <a:pt x="39" y="17716"/>
                  </a:lnTo>
                  <a:lnTo>
                    <a:pt x="77" y="18753"/>
                  </a:lnTo>
                  <a:lnTo>
                    <a:pt x="193" y="19714"/>
                  </a:lnTo>
                  <a:lnTo>
                    <a:pt x="346" y="20675"/>
                  </a:lnTo>
                  <a:lnTo>
                    <a:pt x="500" y="21520"/>
                  </a:lnTo>
                  <a:lnTo>
                    <a:pt x="731" y="22289"/>
                  </a:lnTo>
                  <a:lnTo>
                    <a:pt x="961" y="22981"/>
                  </a:lnTo>
                  <a:lnTo>
                    <a:pt x="1192" y="23595"/>
                  </a:lnTo>
                  <a:lnTo>
                    <a:pt x="1461" y="24057"/>
                  </a:lnTo>
                  <a:lnTo>
                    <a:pt x="1691" y="24402"/>
                  </a:lnTo>
                  <a:lnTo>
                    <a:pt x="1845" y="24556"/>
                  </a:lnTo>
                  <a:lnTo>
                    <a:pt x="1960" y="24633"/>
                  </a:lnTo>
                  <a:lnTo>
                    <a:pt x="2076" y="24710"/>
                  </a:lnTo>
                  <a:lnTo>
                    <a:pt x="2229" y="24710"/>
                  </a:lnTo>
                  <a:lnTo>
                    <a:pt x="2345" y="24671"/>
                  </a:lnTo>
                  <a:lnTo>
                    <a:pt x="2421" y="24595"/>
                  </a:lnTo>
                  <a:lnTo>
                    <a:pt x="2498" y="24441"/>
                  </a:lnTo>
                  <a:lnTo>
                    <a:pt x="2575" y="24210"/>
                  </a:lnTo>
                  <a:lnTo>
                    <a:pt x="2729" y="23672"/>
                  </a:lnTo>
                  <a:lnTo>
                    <a:pt x="2883" y="22981"/>
                  </a:lnTo>
                  <a:lnTo>
                    <a:pt x="3075" y="22289"/>
                  </a:lnTo>
                  <a:lnTo>
                    <a:pt x="3228" y="21905"/>
                  </a:lnTo>
                  <a:lnTo>
                    <a:pt x="3382" y="21559"/>
                  </a:lnTo>
                  <a:lnTo>
                    <a:pt x="3613" y="21213"/>
                  </a:lnTo>
                  <a:lnTo>
                    <a:pt x="3843" y="20905"/>
                  </a:lnTo>
                  <a:lnTo>
                    <a:pt x="4151" y="20636"/>
                  </a:lnTo>
                  <a:lnTo>
                    <a:pt x="4497" y="20406"/>
                  </a:lnTo>
                  <a:lnTo>
                    <a:pt x="4842" y="20214"/>
                  </a:lnTo>
                  <a:lnTo>
                    <a:pt x="5188" y="20098"/>
                  </a:lnTo>
                  <a:lnTo>
                    <a:pt x="5534" y="20060"/>
                  </a:lnTo>
                  <a:lnTo>
                    <a:pt x="5918" y="20060"/>
                  </a:lnTo>
                  <a:lnTo>
                    <a:pt x="6264" y="20098"/>
                  </a:lnTo>
                  <a:lnTo>
                    <a:pt x="6687" y="20214"/>
                  </a:lnTo>
                  <a:lnTo>
                    <a:pt x="7532" y="20483"/>
                  </a:lnTo>
                  <a:lnTo>
                    <a:pt x="9492" y="21251"/>
                  </a:lnTo>
                  <a:lnTo>
                    <a:pt x="10684" y="21636"/>
                  </a:lnTo>
                  <a:lnTo>
                    <a:pt x="11375" y="21828"/>
                  </a:lnTo>
                  <a:lnTo>
                    <a:pt x="12067" y="21981"/>
                  </a:lnTo>
                  <a:lnTo>
                    <a:pt x="12836" y="22097"/>
                  </a:lnTo>
                  <a:lnTo>
                    <a:pt x="13527" y="22174"/>
                  </a:lnTo>
                  <a:lnTo>
                    <a:pt x="14181" y="22212"/>
                  </a:lnTo>
                  <a:lnTo>
                    <a:pt x="14757" y="22212"/>
                  </a:lnTo>
                  <a:lnTo>
                    <a:pt x="15333" y="22174"/>
                  </a:lnTo>
                  <a:lnTo>
                    <a:pt x="15871" y="22097"/>
                  </a:lnTo>
                  <a:lnTo>
                    <a:pt x="16947" y="21866"/>
                  </a:lnTo>
                  <a:lnTo>
                    <a:pt x="18177" y="21597"/>
                  </a:lnTo>
                  <a:lnTo>
                    <a:pt x="18830" y="21482"/>
                  </a:lnTo>
                  <a:lnTo>
                    <a:pt x="19560" y="21367"/>
                  </a:lnTo>
                  <a:lnTo>
                    <a:pt x="20367" y="21251"/>
                  </a:lnTo>
                  <a:lnTo>
                    <a:pt x="21290" y="21174"/>
                  </a:lnTo>
                  <a:lnTo>
                    <a:pt x="22327" y="21136"/>
                  </a:lnTo>
                  <a:lnTo>
                    <a:pt x="23480" y="21098"/>
                  </a:lnTo>
                  <a:lnTo>
                    <a:pt x="24441" y="21098"/>
                  </a:lnTo>
                  <a:lnTo>
                    <a:pt x="25248" y="21136"/>
                  </a:lnTo>
                  <a:lnTo>
                    <a:pt x="26016" y="21213"/>
                  </a:lnTo>
                  <a:lnTo>
                    <a:pt x="26631" y="21290"/>
                  </a:lnTo>
                  <a:lnTo>
                    <a:pt x="27746" y="21482"/>
                  </a:lnTo>
                  <a:lnTo>
                    <a:pt x="28668" y="21674"/>
                  </a:lnTo>
                  <a:lnTo>
                    <a:pt x="29590" y="21866"/>
                  </a:lnTo>
                  <a:lnTo>
                    <a:pt x="30551" y="22020"/>
                  </a:lnTo>
                  <a:lnTo>
                    <a:pt x="31089" y="22097"/>
                  </a:lnTo>
                  <a:lnTo>
                    <a:pt x="32434" y="22097"/>
                  </a:lnTo>
                  <a:lnTo>
                    <a:pt x="33241" y="22058"/>
                  </a:lnTo>
                  <a:lnTo>
                    <a:pt x="34355" y="21981"/>
                  </a:lnTo>
                  <a:lnTo>
                    <a:pt x="35431" y="21828"/>
                  </a:lnTo>
                  <a:lnTo>
                    <a:pt x="36469" y="21674"/>
                  </a:lnTo>
                  <a:lnTo>
                    <a:pt x="37506" y="21443"/>
                  </a:lnTo>
                  <a:lnTo>
                    <a:pt x="38467" y="21213"/>
                  </a:lnTo>
                  <a:lnTo>
                    <a:pt x="39351" y="20944"/>
                  </a:lnTo>
                  <a:lnTo>
                    <a:pt x="40235" y="20675"/>
                  </a:lnTo>
                  <a:lnTo>
                    <a:pt x="41003" y="20367"/>
                  </a:lnTo>
                  <a:lnTo>
                    <a:pt x="41734" y="20060"/>
                  </a:lnTo>
                  <a:lnTo>
                    <a:pt x="42387" y="19753"/>
                  </a:lnTo>
                  <a:lnTo>
                    <a:pt x="42925" y="19445"/>
                  </a:lnTo>
                  <a:lnTo>
                    <a:pt x="43386" y="19138"/>
                  </a:lnTo>
                  <a:lnTo>
                    <a:pt x="43770" y="18830"/>
                  </a:lnTo>
                  <a:lnTo>
                    <a:pt x="44039" y="18523"/>
                  </a:lnTo>
                  <a:lnTo>
                    <a:pt x="44193" y="18254"/>
                  </a:lnTo>
                  <a:lnTo>
                    <a:pt x="44193" y="18139"/>
                  </a:lnTo>
                  <a:lnTo>
                    <a:pt x="44193" y="18023"/>
                  </a:lnTo>
                  <a:lnTo>
                    <a:pt x="44155" y="17870"/>
                  </a:lnTo>
                  <a:lnTo>
                    <a:pt x="44039" y="17716"/>
                  </a:lnTo>
                  <a:lnTo>
                    <a:pt x="43847" y="17601"/>
                  </a:lnTo>
                  <a:lnTo>
                    <a:pt x="43655" y="17485"/>
                  </a:lnTo>
                  <a:lnTo>
                    <a:pt x="43117" y="17293"/>
                  </a:lnTo>
                  <a:lnTo>
                    <a:pt x="42502" y="17101"/>
                  </a:lnTo>
                  <a:lnTo>
                    <a:pt x="41887" y="16947"/>
                  </a:lnTo>
                  <a:lnTo>
                    <a:pt x="41349" y="16755"/>
                  </a:lnTo>
                  <a:lnTo>
                    <a:pt x="41157" y="16640"/>
                  </a:lnTo>
                  <a:lnTo>
                    <a:pt x="40965" y="16486"/>
                  </a:lnTo>
                  <a:lnTo>
                    <a:pt x="40850" y="16332"/>
                  </a:lnTo>
                  <a:lnTo>
                    <a:pt x="40811" y="16179"/>
                  </a:lnTo>
                  <a:lnTo>
                    <a:pt x="40811" y="16025"/>
                  </a:lnTo>
                  <a:lnTo>
                    <a:pt x="40850" y="15910"/>
                  </a:lnTo>
                  <a:lnTo>
                    <a:pt x="40927" y="15794"/>
                  </a:lnTo>
                  <a:lnTo>
                    <a:pt x="41042" y="15679"/>
                  </a:lnTo>
                  <a:lnTo>
                    <a:pt x="41311" y="15449"/>
                  </a:lnTo>
                  <a:lnTo>
                    <a:pt x="41695" y="15218"/>
                  </a:lnTo>
                  <a:lnTo>
                    <a:pt x="42118" y="14988"/>
                  </a:lnTo>
                  <a:lnTo>
                    <a:pt x="42656" y="14757"/>
                  </a:lnTo>
                  <a:lnTo>
                    <a:pt x="43732" y="14334"/>
                  </a:lnTo>
                  <a:lnTo>
                    <a:pt x="44846" y="13873"/>
                  </a:lnTo>
                  <a:lnTo>
                    <a:pt x="45384" y="13643"/>
                  </a:lnTo>
                  <a:lnTo>
                    <a:pt x="45807" y="13374"/>
                  </a:lnTo>
                  <a:lnTo>
                    <a:pt x="46230" y="13143"/>
                  </a:lnTo>
                  <a:lnTo>
                    <a:pt x="46499" y="12874"/>
                  </a:lnTo>
                  <a:lnTo>
                    <a:pt x="46614" y="12759"/>
                  </a:lnTo>
                  <a:lnTo>
                    <a:pt x="46691" y="12643"/>
                  </a:lnTo>
                  <a:lnTo>
                    <a:pt x="46729" y="12490"/>
                  </a:lnTo>
                  <a:lnTo>
                    <a:pt x="46768" y="12374"/>
                  </a:lnTo>
                  <a:lnTo>
                    <a:pt x="46729" y="12221"/>
                  </a:lnTo>
                  <a:lnTo>
                    <a:pt x="46691" y="12105"/>
                  </a:lnTo>
                  <a:lnTo>
                    <a:pt x="46576" y="11990"/>
                  </a:lnTo>
                  <a:lnTo>
                    <a:pt x="46499" y="11875"/>
                  </a:lnTo>
                  <a:lnTo>
                    <a:pt x="46191" y="11683"/>
                  </a:lnTo>
                  <a:lnTo>
                    <a:pt x="45807" y="11491"/>
                  </a:lnTo>
                  <a:lnTo>
                    <a:pt x="45346" y="11337"/>
                  </a:lnTo>
                  <a:lnTo>
                    <a:pt x="44808" y="11183"/>
                  </a:lnTo>
                  <a:lnTo>
                    <a:pt x="43655" y="10799"/>
                  </a:lnTo>
                  <a:lnTo>
                    <a:pt x="43079" y="10607"/>
                  </a:lnTo>
                  <a:lnTo>
                    <a:pt x="42464" y="10376"/>
                  </a:lnTo>
                  <a:lnTo>
                    <a:pt x="41926" y="10107"/>
                  </a:lnTo>
                  <a:lnTo>
                    <a:pt x="41388" y="9838"/>
                  </a:lnTo>
                  <a:lnTo>
                    <a:pt x="40888" y="9492"/>
                  </a:lnTo>
                  <a:lnTo>
                    <a:pt x="40696" y="9300"/>
                  </a:lnTo>
                  <a:lnTo>
                    <a:pt x="40504" y="9108"/>
                  </a:lnTo>
                  <a:lnTo>
                    <a:pt x="40312" y="8916"/>
                  </a:lnTo>
                  <a:lnTo>
                    <a:pt x="40158" y="8685"/>
                  </a:lnTo>
                  <a:lnTo>
                    <a:pt x="40043" y="8416"/>
                  </a:lnTo>
                  <a:lnTo>
                    <a:pt x="39927" y="8147"/>
                  </a:lnTo>
                  <a:lnTo>
                    <a:pt x="39851" y="7878"/>
                  </a:lnTo>
                  <a:lnTo>
                    <a:pt x="39851" y="7609"/>
                  </a:lnTo>
                  <a:lnTo>
                    <a:pt x="39851" y="7340"/>
                  </a:lnTo>
                  <a:lnTo>
                    <a:pt x="39889" y="7071"/>
                  </a:lnTo>
                  <a:lnTo>
                    <a:pt x="40043" y="6572"/>
                  </a:lnTo>
                  <a:lnTo>
                    <a:pt x="40235" y="6111"/>
                  </a:lnTo>
                  <a:lnTo>
                    <a:pt x="40427" y="5649"/>
                  </a:lnTo>
                  <a:lnTo>
                    <a:pt x="40619" y="5188"/>
                  </a:lnTo>
                  <a:lnTo>
                    <a:pt x="40658" y="4958"/>
                  </a:lnTo>
                  <a:lnTo>
                    <a:pt x="40696" y="4727"/>
                  </a:lnTo>
                  <a:lnTo>
                    <a:pt x="40696" y="4458"/>
                  </a:lnTo>
                  <a:lnTo>
                    <a:pt x="40619" y="4189"/>
                  </a:lnTo>
                  <a:lnTo>
                    <a:pt x="40581" y="3997"/>
                  </a:lnTo>
                  <a:lnTo>
                    <a:pt x="40465" y="3766"/>
                  </a:lnTo>
                  <a:lnTo>
                    <a:pt x="40273" y="3497"/>
                  </a:lnTo>
                  <a:lnTo>
                    <a:pt x="40043" y="3228"/>
                  </a:lnTo>
                  <a:lnTo>
                    <a:pt x="39697" y="2959"/>
                  </a:lnTo>
                  <a:lnTo>
                    <a:pt x="39274" y="2690"/>
                  </a:lnTo>
                  <a:lnTo>
                    <a:pt x="38736" y="2421"/>
                  </a:lnTo>
                  <a:lnTo>
                    <a:pt x="38044" y="2152"/>
                  </a:lnTo>
                  <a:lnTo>
                    <a:pt x="37237" y="1883"/>
                  </a:lnTo>
                  <a:lnTo>
                    <a:pt x="36238" y="1614"/>
                  </a:lnTo>
                  <a:lnTo>
                    <a:pt x="35086" y="1345"/>
                  </a:lnTo>
                  <a:lnTo>
                    <a:pt x="33741" y="1115"/>
                  </a:lnTo>
                  <a:lnTo>
                    <a:pt x="32203" y="884"/>
                  </a:lnTo>
                  <a:lnTo>
                    <a:pt x="30474" y="692"/>
                  </a:lnTo>
                  <a:lnTo>
                    <a:pt x="28476" y="500"/>
                  </a:lnTo>
                  <a:lnTo>
                    <a:pt x="26247" y="385"/>
                  </a:lnTo>
                  <a:lnTo>
                    <a:pt x="22558" y="154"/>
                  </a:lnTo>
                  <a:lnTo>
                    <a:pt x="19291" y="39"/>
                  </a:lnTo>
                  <a:lnTo>
                    <a:pt x="178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4425" lIns="54425" spcFirstLastPara="1" rIns="54425" wrap="square" tIns="54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2" name="Google Shape;1202;p37"/>
          <p:cNvGrpSpPr/>
          <p:nvPr/>
        </p:nvGrpSpPr>
        <p:grpSpPr>
          <a:xfrm>
            <a:off x="6375736" y="4475630"/>
            <a:ext cx="948512" cy="722036"/>
            <a:chOff x="4143629" y="3971704"/>
            <a:chExt cx="1357539" cy="1033400"/>
          </a:xfrm>
        </p:grpSpPr>
        <p:grpSp>
          <p:nvGrpSpPr>
            <p:cNvPr id="1203" name="Google Shape;1203;p37"/>
            <p:cNvGrpSpPr/>
            <p:nvPr/>
          </p:nvGrpSpPr>
          <p:grpSpPr>
            <a:xfrm>
              <a:off x="4798615" y="3971704"/>
              <a:ext cx="702553" cy="917245"/>
              <a:chOff x="4109650" y="6360675"/>
              <a:chExt cx="1211925" cy="1582275"/>
            </a:xfrm>
          </p:grpSpPr>
          <p:sp>
            <p:nvSpPr>
              <p:cNvPr id="1204" name="Google Shape;1204;p37"/>
              <p:cNvSpPr/>
              <p:nvPr/>
            </p:nvSpPr>
            <p:spPr>
              <a:xfrm>
                <a:off x="4668925" y="6465950"/>
                <a:ext cx="93375" cy="1275400"/>
              </a:xfrm>
              <a:custGeom>
                <a:rect b="b" l="l" r="r" t="t"/>
                <a:pathLst>
                  <a:path extrusionOk="0" h="51016" w="3735">
                    <a:moveTo>
                      <a:pt x="1" y="1"/>
                    </a:moveTo>
                    <a:lnTo>
                      <a:pt x="1" y="51016"/>
                    </a:lnTo>
                    <a:lnTo>
                      <a:pt x="3735" y="51016"/>
                    </a:lnTo>
                    <a:lnTo>
                      <a:pt x="37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37"/>
              <p:cNvSpPr/>
              <p:nvPr/>
            </p:nvSpPr>
            <p:spPr>
              <a:xfrm>
                <a:off x="4109650" y="7638275"/>
                <a:ext cx="1211925" cy="304675"/>
              </a:xfrm>
              <a:custGeom>
                <a:rect b="b" l="l" r="r" t="t"/>
                <a:pathLst>
                  <a:path extrusionOk="0" h="12187" w="48477">
                    <a:moveTo>
                      <a:pt x="7737" y="1"/>
                    </a:moveTo>
                    <a:lnTo>
                      <a:pt x="6751" y="31"/>
                    </a:lnTo>
                    <a:lnTo>
                      <a:pt x="5795" y="90"/>
                    </a:lnTo>
                    <a:lnTo>
                      <a:pt x="5317" y="150"/>
                    </a:lnTo>
                    <a:lnTo>
                      <a:pt x="4839" y="240"/>
                    </a:lnTo>
                    <a:lnTo>
                      <a:pt x="4391" y="329"/>
                    </a:lnTo>
                    <a:lnTo>
                      <a:pt x="3943" y="449"/>
                    </a:lnTo>
                    <a:lnTo>
                      <a:pt x="3525" y="598"/>
                    </a:lnTo>
                    <a:lnTo>
                      <a:pt x="3137" y="777"/>
                    </a:lnTo>
                    <a:lnTo>
                      <a:pt x="2719" y="986"/>
                    </a:lnTo>
                    <a:lnTo>
                      <a:pt x="2360" y="1255"/>
                    </a:lnTo>
                    <a:lnTo>
                      <a:pt x="2002" y="1524"/>
                    </a:lnTo>
                    <a:lnTo>
                      <a:pt x="1673" y="1853"/>
                    </a:lnTo>
                    <a:lnTo>
                      <a:pt x="1375" y="2211"/>
                    </a:lnTo>
                    <a:lnTo>
                      <a:pt x="1076" y="2599"/>
                    </a:lnTo>
                    <a:lnTo>
                      <a:pt x="837" y="3047"/>
                    </a:lnTo>
                    <a:lnTo>
                      <a:pt x="598" y="3555"/>
                    </a:lnTo>
                    <a:lnTo>
                      <a:pt x="389" y="4093"/>
                    </a:lnTo>
                    <a:lnTo>
                      <a:pt x="240" y="4720"/>
                    </a:lnTo>
                    <a:lnTo>
                      <a:pt x="90" y="5377"/>
                    </a:lnTo>
                    <a:lnTo>
                      <a:pt x="1" y="6064"/>
                    </a:lnTo>
                    <a:lnTo>
                      <a:pt x="120" y="6841"/>
                    </a:lnTo>
                    <a:lnTo>
                      <a:pt x="240" y="7528"/>
                    </a:lnTo>
                    <a:lnTo>
                      <a:pt x="389" y="8155"/>
                    </a:lnTo>
                    <a:lnTo>
                      <a:pt x="598" y="8722"/>
                    </a:lnTo>
                    <a:lnTo>
                      <a:pt x="807" y="9230"/>
                    </a:lnTo>
                    <a:lnTo>
                      <a:pt x="1076" y="9678"/>
                    </a:lnTo>
                    <a:lnTo>
                      <a:pt x="1404" y="10096"/>
                    </a:lnTo>
                    <a:lnTo>
                      <a:pt x="1584" y="10305"/>
                    </a:lnTo>
                    <a:lnTo>
                      <a:pt x="1763" y="10485"/>
                    </a:lnTo>
                    <a:lnTo>
                      <a:pt x="1972" y="10634"/>
                    </a:lnTo>
                    <a:lnTo>
                      <a:pt x="2211" y="10813"/>
                    </a:lnTo>
                    <a:lnTo>
                      <a:pt x="2719" y="11082"/>
                    </a:lnTo>
                    <a:lnTo>
                      <a:pt x="3286" y="11321"/>
                    </a:lnTo>
                    <a:lnTo>
                      <a:pt x="3943" y="11530"/>
                    </a:lnTo>
                    <a:lnTo>
                      <a:pt x="4660" y="11709"/>
                    </a:lnTo>
                    <a:lnTo>
                      <a:pt x="5496" y="11858"/>
                    </a:lnTo>
                    <a:lnTo>
                      <a:pt x="6422" y="11948"/>
                    </a:lnTo>
                    <a:lnTo>
                      <a:pt x="7438" y="12038"/>
                    </a:lnTo>
                    <a:lnTo>
                      <a:pt x="8573" y="12127"/>
                    </a:lnTo>
                    <a:lnTo>
                      <a:pt x="9797" y="12157"/>
                    </a:lnTo>
                    <a:lnTo>
                      <a:pt x="12665" y="12187"/>
                    </a:lnTo>
                    <a:lnTo>
                      <a:pt x="16040" y="12187"/>
                    </a:lnTo>
                    <a:lnTo>
                      <a:pt x="19983" y="12157"/>
                    </a:lnTo>
                    <a:lnTo>
                      <a:pt x="24552" y="12097"/>
                    </a:lnTo>
                    <a:lnTo>
                      <a:pt x="29809" y="12038"/>
                    </a:lnTo>
                    <a:lnTo>
                      <a:pt x="35753" y="12038"/>
                    </a:lnTo>
                    <a:lnTo>
                      <a:pt x="42473" y="12097"/>
                    </a:lnTo>
                    <a:lnTo>
                      <a:pt x="42832" y="12068"/>
                    </a:lnTo>
                    <a:lnTo>
                      <a:pt x="43220" y="12038"/>
                    </a:lnTo>
                    <a:lnTo>
                      <a:pt x="43549" y="11978"/>
                    </a:lnTo>
                    <a:lnTo>
                      <a:pt x="43907" y="11888"/>
                    </a:lnTo>
                    <a:lnTo>
                      <a:pt x="44236" y="11799"/>
                    </a:lnTo>
                    <a:lnTo>
                      <a:pt x="44534" y="11709"/>
                    </a:lnTo>
                    <a:lnTo>
                      <a:pt x="45132" y="11440"/>
                    </a:lnTo>
                    <a:lnTo>
                      <a:pt x="45699" y="11142"/>
                    </a:lnTo>
                    <a:lnTo>
                      <a:pt x="46207" y="10783"/>
                    </a:lnTo>
                    <a:lnTo>
                      <a:pt x="46655" y="10395"/>
                    </a:lnTo>
                    <a:lnTo>
                      <a:pt x="47073" y="9947"/>
                    </a:lnTo>
                    <a:lnTo>
                      <a:pt x="47402" y="9469"/>
                    </a:lnTo>
                    <a:lnTo>
                      <a:pt x="47730" y="8991"/>
                    </a:lnTo>
                    <a:lnTo>
                      <a:pt x="47969" y="8453"/>
                    </a:lnTo>
                    <a:lnTo>
                      <a:pt x="48178" y="7886"/>
                    </a:lnTo>
                    <a:lnTo>
                      <a:pt x="48328" y="7348"/>
                    </a:lnTo>
                    <a:lnTo>
                      <a:pt x="48417" y="6751"/>
                    </a:lnTo>
                    <a:lnTo>
                      <a:pt x="48477" y="6183"/>
                    </a:lnTo>
                    <a:lnTo>
                      <a:pt x="48447" y="5586"/>
                    </a:lnTo>
                    <a:lnTo>
                      <a:pt x="48387" y="5019"/>
                    </a:lnTo>
                    <a:lnTo>
                      <a:pt x="48268" y="4451"/>
                    </a:lnTo>
                    <a:lnTo>
                      <a:pt x="48089" y="3884"/>
                    </a:lnTo>
                    <a:lnTo>
                      <a:pt x="47850" y="3346"/>
                    </a:lnTo>
                    <a:lnTo>
                      <a:pt x="47551" y="2838"/>
                    </a:lnTo>
                    <a:lnTo>
                      <a:pt x="47222" y="2360"/>
                    </a:lnTo>
                    <a:lnTo>
                      <a:pt x="46804" y="1882"/>
                    </a:lnTo>
                    <a:lnTo>
                      <a:pt x="46326" y="1464"/>
                    </a:lnTo>
                    <a:lnTo>
                      <a:pt x="46087" y="1285"/>
                    </a:lnTo>
                    <a:lnTo>
                      <a:pt x="45819" y="1106"/>
                    </a:lnTo>
                    <a:lnTo>
                      <a:pt x="45520" y="927"/>
                    </a:lnTo>
                    <a:lnTo>
                      <a:pt x="45221" y="777"/>
                    </a:lnTo>
                    <a:lnTo>
                      <a:pt x="44893" y="628"/>
                    </a:lnTo>
                    <a:lnTo>
                      <a:pt x="44564" y="509"/>
                    </a:lnTo>
                    <a:lnTo>
                      <a:pt x="44236" y="389"/>
                    </a:lnTo>
                    <a:lnTo>
                      <a:pt x="43847" y="270"/>
                    </a:lnTo>
                    <a:lnTo>
                      <a:pt x="43489" y="180"/>
                    </a:lnTo>
                    <a:lnTo>
                      <a:pt x="43101" y="120"/>
                    </a:lnTo>
                    <a:lnTo>
                      <a:pt x="42682" y="61"/>
                    </a:lnTo>
                    <a:lnTo>
                      <a:pt x="42264" y="31"/>
                    </a:lnTo>
                    <a:lnTo>
                      <a:pt x="41816" y="1"/>
                    </a:lnTo>
                    <a:lnTo>
                      <a:pt x="41368" y="1"/>
                    </a:lnTo>
                    <a:lnTo>
                      <a:pt x="40890" y="31"/>
                    </a:lnTo>
                    <a:lnTo>
                      <a:pt x="40383" y="61"/>
                    </a:lnTo>
                    <a:lnTo>
                      <a:pt x="12545" y="61"/>
                    </a:lnTo>
                    <a:lnTo>
                      <a:pt x="11649" y="90"/>
                    </a:lnTo>
                    <a:lnTo>
                      <a:pt x="10693" y="90"/>
                    </a:lnTo>
                    <a:lnTo>
                      <a:pt x="8752" y="31"/>
                    </a:lnTo>
                    <a:lnTo>
                      <a:pt x="77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37"/>
              <p:cNvSpPr/>
              <p:nvPr/>
            </p:nvSpPr>
            <p:spPr>
              <a:xfrm>
                <a:off x="4201500" y="7338100"/>
                <a:ext cx="1027500" cy="303950"/>
              </a:xfrm>
              <a:custGeom>
                <a:rect b="b" l="l" r="r" t="t"/>
                <a:pathLst>
                  <a:path extrusionOk="0" h="12158" w="41100">
                    <a:moveTo>
                      <a:pt x="7169" y="1"/>
                    </a:moveTo>
                    <a:lnTo>
                      <a:pt x="6213" y="60"/>
                    </a:lnTo>
                    <a:lnTo>
                      <a:pt x="5317" y="150"/>
                    </a:lnTo>
                    <a:lnTo>
                      <a:pt x="4839" y="210"/>
                    </a:lnTo>
                    <a:lnTo>
                      <a:pt x="4421" y="329"/>
                    </a:lnTo>
                    <a:lnTo>
                      <a:pt x="3973" y="419"/>
                    </a:lnTo>
                    <a:lnTo>
                      <a:pt x="3555" y="568"/>
                    </a:lnTo>
                    <a:lnTo>
                      <a:pt x="3166" y="747"/>
                    </a:lnTo>
                    <a:lnTo>
                      <a:pt x="2778" y="927"/>
                    </a:lnTo>
                    <a:lnTo>
                      <a:pt x="2420" y="1166"/>
                    </a:lnTo>
                    <a:lnTo>
                      <a:pt x="2061" y="1434"/>
                    </a:lnTo>
                    <a:lnTo>
                      <a:pt x="1733" y="1733"/>
                    </a:lnTo>
                    <a:lnTo>
                      <a:pt x="1434" y="2062"/>
                    </a:lnTo>
                    <a:lnTo>
                      <a:pt x="1165" y="2420"/>
                    </a:lnTo>
                    <a:lnTo>
                      <a:pt x="896" y="2838"/>
                    </a:lnTo>
                    <a:lnTo>
                      <a:pt x="687" y="3316"/>
                    </a:lnTo>
                    <a:lnTo>
                      <a:pt x="478" y="3824"/>
                    </a:lnTo>
                    <a:lnTo>
                      <a:pt x="299" y="4361"/>
                    </a:lnTo>
                    <a:lnTo>
                      <a:pt x="180" y="4959"/>
                    </a:lnTo>
                    <a:lnTo>
                      <a:pt x="90" y="5616"/>
                    </a:lnTo>
                    <a:lnTo>
                      <a:pt x="0" y="6333"/>
                    </a:lnTo>
                    <a:lnTo>
                      <a:pt x="150" y="7050"/>
                    </a:lnTo>
                    <a:lnTo>
                      <a:pt x="299" y="7707"/>
                    </a:lnTo>
                    <a:lnTo>
                      <a:pt x="448" y="8274"/>
                    </a:lnTo>
                    <a:lnTo>
                      <a:pt x="658" y="8812"/>
                    </a:lnTo>
                    <a:lnTo>
                      <a:pt x="896" y="9320"/>
                    </a:lnTo>
                    <a:lnTo>
                      <a:pt x="1165" y="9768"/>
                    </a:lnTo>
                    <a:lnTo>
                      <a:pt x="1494" y="10156"/>
                    </a:lnTo>
                    <a:lnTo>
                      <a:pt x="1852" y="10484"/>
                    </a:lnTo>
                    <a:lnTo>
                      <a:pt x="2270" y="10813"/>
                    </a:lnTo>
                    <a:lnTo>
                      <a:pt x="2718" y="11082"/>
                    </a:lnTo>
                    <a:lnTo>
                      <a:pt x="3256" y="11321"/>
                    </a:lnTo>
                    <a:lnTo>
                      <a:pt x="3824" y="11500"/>
                    </a:lnTo>
                    <a:lnTo>
                      <a:pt x="4481" y="11679"/>
                    </a:lnTo>
                    <a:lnTo>
                      <a:pt x="5198" y="11799"/>
                    </a:lnTo>
                    <a:lnTo>
                      <a:pt x="6004" y="11918"/>
                    </a:lnTo>
                    <a:lnTo>
                      <a:pt x="6870" y="12008"/>
                    </a:lnTo>
                    <a:lnTo>
                      <a:pt x="7826" y="12068"/>
                    </a:lnTo>
                    <a:lnTo>
                      <a:pt x="8901" y="12127"/>
                    </a:lnTo>
                    <a:lnTo>
                      <a:pt x="11261" y="12157"/>
                    </a:lnTo>
                    <a:lnTo>
                      <a:pt x="14039" y="12157"/>
                    </a:lnTo>
                    <a:lnTo>
                      <a:pt x="17264" y="12127"/>
                    </a:lnTo>
                    <a:lnTo>
                      <a:pt x="20938" y="12068"/>
                    </a:lnTo>
                    <a:lnTo>
                      <a:pt x="25120" y="12038"/>
                    </a:lnTo>
                    <a:lnTo>
                      <a:pt x="29839" y="12038"/>
                    </a:lnTo>
                    <a:lnTo>
                      <a:pt x="35126" y="12068"/>
                    </a:lnTo>
                    <a:lnTo>
                      <a:pt x="35514" y="12038"/>
                    </a:lnTo>
                    <a:lnTo>
                      <a:pt x="35872" y="12008"/>
                    </a:lnTo>
                    <a:lnTo>
                      <a:pt x="36231" y="11948"/>
                    </a:lnTo>
                    <a:lnTo>
                      <a:pt x="36589" y="11858"/>
                    </a:lnTo>
                    <a:lnTo>
                      <a:pt x="37246" y="11649"/>
                    </a:lnTo>
                    <a:lnTo>
                      <a:pt x="37844" y="11410"/>
                    </a:lnTo>
                    <a:lnTo>
                      <a:pt x="38381" y="11112"/>
                    </a:lnTo>
                    <a:lnTo>
                      <a:pt x="38889" y="10753"/>
                    </a:lnTo>
                    <a:lnTo>
                      <a:pt x="39337" y="10365"/>
                    </a:lnTo>
                    <a:lnTo>
                      <a:pt x="39725" y="9917"/>
                    </a:lnTo>
                    <a:lnTo>
                      <a:pt x="40084" y="9469"/>
                    </a:lnTo>
                    <a:lnTo>
                      <a:pt x="40382" y="8961"/>
                    </a:lnTo>
                    <a:lnTo>
                      <a:pt x="40621" y="8453"/>
                    </a:lnTo>
                    <a:lnTo>
                      <a:pt x="40830" y="7916"/>
                    </a:lnTo>
                    <a:lnTo>
                      <a:pt x="40980" y="7348"/>
                    </a:lnTo>
                    <a:lnTo>
                      <a:pt x="41069" y="6781"/>
                    </a:lnTo>
                    <a:lnTo>
                      <a:pt x="41099" y="6213"/>
                    </a:lnTo>
                    <a:lnTo>
                      <a:pt x="41099" y="5646"/>
                    </a:lnTo>
                    <a:lnTo>
                      <a:pt x="41039" y="5078"/>
                    </a:lnTo>
                    <a:lnTo>
                      <a:pt x="40920" y="4541"/>
                    </a:lnTo>
                    <a:lnTo>
                      <a:pt x="40741" y="3973"/>
                    </a:lnTo>
                    <a:lnTo>
                      <a:pt x="40532" y="3465"/>
                    </a:lnTo>
                    <a:lnTo>
                      <a:pt x="40263" y="2958"/>
                    </a:lnTo>
                    <a:lnTo>
                      <a:pt x="39964" y="2450"/>
                    </a:lnTo>
                    <a:lnTo>
                      <a:pt x="39576" y="2002"/>
                    </a:lnTo>
                    <a:lnTo>
                      <a:pt x="39158" y="1584"/>
                    </a:lnTo>
                    <a:lnTo>
                      <a:pt x="38710" y="1225"/>
                    </a:lnTo>
                    <a:lnTo>
                      <a:pt x="38172" y="867"/>
                    </a:lnTo>
                    <a:lnTo>
                      <a:pt x="37605" y="598"/>
                    </a:lnTo>
                    <a:lnTo>
                      <a:pt x="36977" y="359"/>
                    </a:lnTo>
                    <a:lnTo>
                      <a:pt x="36290" y="180"/>
                    </a:lnTo>
                    <a:lnTo>
                      <a:pt x="35932" y="120"/>
                    </a:lnTo>
                    <a:lnTo>
                      <a:pt x="35574" y="60"/>
                    </a:lnTo>
                    <a:lnTo>
                      <a:pt x="35185" y="31"/>
                    </a:lnTo>
                    <a:lnTo>
                      <a:pt x="11769" y="31"/>
                    </a:lnTo>
                    <a:lnTo>
                      <a:pt x="10902" y="60"/>
                    </a:lnTo>
                    <a:lnTo>
                      <a:pt x="10006" y="60"/>
                    </a:lnTo>
                    <a:lnTo>
                      <a:pt x="812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37"/>
              <p:cNvSpPr/>
              <p:nvPr/>
            </p:nvSpPr>
            <p:spPr>
              <a:xfrm>
                <a:off x="4296325" y="7037925"/>
                <a:ext cx="838575" cy="301700"/>
              </a:xfrm>
              <a:custGeom>
                <a:rect b="b" l="l" r="r" t="t"/>
                <a:pathLst>
                  <a:path extrusionOk="0" h="12068" w="33543">
                    <a:moveTo>
                      <a:pt x="11112" y="1"/>
                    </a:moveTo>
                    <a:lnTo>
                      <a:pt x="7647" y="31"/>
                    </a:lnTo>
                    <a:lnTo>
                      <a:pt x="6303" y="60"/>
                    </a:lnTo>
                    <a:lnTo>
                      <a:pt x="5317" y="90"/>
                    </a:lnTo>
                    <a:lnTo>
                      <a:pt x="4750" y="120"/>
                    </a:lnTo>
                    <a:lnTo>
                      <a:pt x="4600" y="150"/>
                    </a:lnTo>
                    <a:lnTo>
                      <a:pt x="4600" y="180"/>
                    </a:lnTo>
                    <a:lnTo>
                      <a:pt x="4630" y="180"/>
                    </a:lnTo>
                    <a:lnTo>
                      <a:pt x="4093" y="329"/>
                    </a:lnTo>
                    <a:lnTo>
                      <a:pt x="3585" y="538"/>
                    </a:lnTo>
                    <a:lnTo>
                      <a:pt x="3107" y="747"/>
                    </a:lnTo>
                    <a:lnTo>
                      <a:pt x="2689" y="1016"/>
                    </a:lnTo>
                    <a:lnTo>
                      <a:pt x="2271" y="1315"/>
                    </a:lnTo>
                    <a:lnTo>
                      <a:pt x="1912" y="1643"/>
                    </a:lnTo>
                    <a:lnTo>
                      <a:pt x="1554" y="1972"/>
                    </a:lnTo>
                    <a:lnTo>
                      <a:pt x="1255" y="2360"/>
                    </a:lnTo>
                    <a:lnTo>
                      <a:pt x="986" y="2749"/>
                    </a:lnTo>
                    <a:lnTo>
                      <a:pt x="718" y="3167"/>
                    </a:lnTo>
                    <a:lnTo>
                      <a:pt x="508" y="3585"/>
                    </a:lnTo>
                    <a:lnTo>
                      <a:pt x="359" y="4033"/>
                    </a:lnTo>
                    <a:lnTo>
                      <a:pt x="210" y="4511"/>
                    </a:lnTo>
                    <a:lnTo>
                      <a:pt x="90" y="4959"/>
                    </a:lnTo>
                    <a:lnTo>
                      <a:pt x="31" y="5437"/>
                    </a:lnTo>
                    <a:lnTo>
                      <a:pt x="1" y="5915"/>
                    </a:lnTo>
                    <a:lnTo>
                      <a:pt x="1" y="6393"/>
                    </a:lnTo>
                    <a:lnTo>
                      <a:pt x="31" y="6870"/>
                    </a:lnTo>
                    <a:lnTo>
                      <a:pt x="120" y="7318"/>
                    </a:lnTo>
                    <a:lnTo>
                      <a:pt x="240" y="7796"/>
                    </a:lnTo>
                    <a:lnTo>
                      <a:pt x="389" y="8244"/>
                    </a:lnTo>
                    <a:lnTo>
                      <a:pt x="568" y="8692"/>
                    </a:lnTo>
                    <a:lnTo>
                      <a:pt x="777" y="9111"/>
                    </a:lnTo>
                    <a:lnTo>
                      <a:pt x="1046" y="9529"/>
                    </a:lnTo>
                    <a:lnTo>
                      <a:pt x="1375" y="9917"/>
                    </a:lnTo>
                    <a:lnTo>
                      <a:pt x="1703" y="10275"/>
                    </a:lnTo>
                    <a:lnTo>
                      <a:pt x="2091" y="10634"/>
                    </a:lnTo>
                    <a:lnTo>
                      <a:pt x="2510" y="10932"/>
                    </a:lnTo>
                    <a:lnTo>
                      <a:pt x="2988" y="11231"/>
                    </a:lnTo>
                    <a:lnTo>
                      <a:pt x="3495" y="11500"/>
                    </a:lnTo>
                    <a:lnTo>
                      <a:pt x="4033" y="11709"/>
                    </a:lnTo>
                    <a:lnTo>
                      <a:pt x="4630" y="11888"/>
                    </a:lnTo>
                    <a:lnTo>
                      <a:pt x="5377" y="11978"/>
                    </a:lnTo>
                    <a:lnTo>
                      <a:pt x="5944" y="12038"/>
                    </a:lnTo>
                    <a:lnTo>
                      <a:pt x="6363" y="12067"/>
                    </a:lnTo>
                    <a:lnTo>
                      <a:pt x="6751" y="12067"/>
                    </a:lnTo>
                    <a:lnTo>
                      <a:pt x="7737" y="12038"/>
                    </a:lnTo>
                    <a:lnTo>
                      <a:pt x="27569" y="12038"/>
                    </a:lnTo>
                    <a:lnTo>
                      <a:pt x="28286" y="11978"/>
                    </a:lnTo>
                    <a:lnTo>
                      <a:pt x="29003" y="11829"/>
                    </a:lnTo>
                    <a:lnTo>
                      <a:pt x="29630" y="11649"/>
                    </a:lnTo>
                    <a:lnTo>
                      <a:pt x="30227" y="11410"/>
                    </a:lnTo>
                    <a:lnTo>
                      <a:pt x="30765" y="11112"/>
                    </a:lnTo>
                    <a:lnTo>
                      <a:pt x="31273" y="10783"/>
                    </a:lnTo>
                    <a:lnTo>
                      <a:pt x="31721" y="10395"/>
                    </a:lnTo>
                    <a:lnTo>
                      <a:pt x="32109" y="9977"/>
                    </a:lnTo>
                    <a:lnTo>
                      <a:pt x="32468" y="9559"/>
                    </a:lnTo>
                    <a:lnTo>
                      <a:pt x="32766" y="9081"/>
                    </a:lnTo>
                    <a:lnTo>
                      <a:pt x="33005" y="8573"/>
                    </a:lnTo>
                    <a:lnTo>
                      <a:pt x="33214" y="8065"/>
                    </a:lnTo>
                    <a:lnTo>
                      <a:pt x="33364" y="7557"/>
                    </a:lnTo>
                    <a:lnTo>
                      <a:pt x="33453" y="7020"/>
                    </a:lnTo>
                    <a:lnTo>
                      <a:pt x="33513" y="6452"/>
                    </a:lnTo>
                    <a:lnTo>
                      <a:pt x="33543" y="5915"/>
                    </a:lnTo>
                    <a:lnTo>
                      <a:pt x="33513" y="5377"/>
                    </a:lnTo>
                    <a:lnTo>
                      <a:pt x="33423" y="4839"/>
                    </a:lnTo>
                    <a:lnTo>
                      <a:pt x="33304" y="4302"/>
                    </a:lnTo>
                    <a:lnTo>
                      <a:pt x="33125" y="3764"/>
                    </a:lnTo>
                    <a:lnTo>
                      <a:pt x="32886" y="3286"/>
                    </a:lnTo>
                    <a:lnTo>
                      <a:pt x="32617" y="2778"/>
                    </a:lnTo>
                    <a:lnTo>
                      <a:pt x="32318" y="2330"/>
                    </a:lnTo>
                    <a:lnTo>
                      <a:pt x="31960" y="1912"/>
                    </a:lnTo>
                    <a:lnTo>
                      <a:pt x="31542" y="1524"/>
                    </a:lnTo>
                    <a:lnTo>
                      <a:pt x="31094" y="1166"/>
                    </a:lnTo>
                    <a:lnTo>
                      <a:pt x="30616" y="837"/>
                    </a:lnTo>
                    <a:lnTo>
                      <a:pt x="30078" y="568"/>
                    </a:lnTo>
                    <a:lnTo>
                      <a:pt x="29481" y="359"/>
                    </a:lnTo>
                    <a:lnTo>
                      <a:pt x="28853" y="180"/>
                    </a:lnTo>
                    <a:lnTo>
                      <a:pt x="28167" y="60"/>
                    </a:lnTo>
                    <a:lnTo>
                      <a:pt x="27450" y="31"/>
                    </a:lnTo>
                    <a:lnTo>
                      <a:pt x="23119" y="31"/>
                    </a:lnTo>
                    <a:lnTo>
                      <a:pt x="151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37"/>
              <p:cNvSpPr/>
              <p:nvPr/>
            </p:nvSpPr>
            <p:spPr>
              <a:xfrm>
                <a:off x="4385925" y="6734025"/>
                <a:ext cx="658625" cy="304675"/>
              </a:xfrm>
              <a:custGeom>
                <a:rect b="b" l="l" r="r" t="t"/>
                <a:pathLst>
                  <a:path extrusionOk="0" h="12187" w="26345">
                    <a:moveTo>
                      <a:pt x="6303" y="0"/>
                    </a:moveTo>
                    <a:lnTo>
                      <a:pt x="5945" y="30"/>
                    </a:lnTo>
                    <a:lnTo>
                      <a:pt x="5258" y="150"/>
                    </a:lnTo>
                    <a:lnTo>
                      <a:pt x="4571" y="329"/>
                    </a:lnTo>
                    <a:lnTo>
                      <a:pt x="3973" y="538"/>
                    </a:lnTo>
                    <a:lnTo>
                      <a:pt x="3376" y="837"/>
                    </a:lnTo>
                    <a:lnTo>
                      <a:pt x="2838" y="1165"/>
                    </a:lnTo>
                    <a:lnTo>
                      <a:pt x="2331" y="1524"/>
                    </a:lnTo>
                    <a:lnTo>
                      <a:pt x="1883" y="1942"/>
                    </a:lnTo>
                    <a:lnTo>
                      <a:pt x="1464" y="2390"/>
                    </a:lnTo>
                    <a:lnTo>
                      <a:pt x="1106" y="2868"/>
                    </a:lnTo>
                    <a:lnTo>
                      <a:pt x="777" y="3375"/>
                    </a:lnTo>
                    <a:lnTo>
                      <a:pt x="509" y="3913"/>
                    </a:lnTo>
                    <a:lnTo>
                      <a:pt x="300" y="4481"/>
                    </a:lnTo>
                    <a:lnTo>
                      <a:pt x="150" y="5018"/>
                    </a:lnTo>
                    <a:lnTo>
                      <a:pt x="31" y="5616"/>
                    </a:lnTo>
                    <a:lnTo>
                      <a:pt x="1" y="6183"/>
                    </a:lnTo>
                    <a:lnTo>
                      <a:pt x="1" y="6751"/>
                    </a:lnTo>
                    <a:lnTo>
                      <a:pt x="61" y="7318"/>
                    </a:lnTo>
                    <a:lnTo>
                      <a:pt x="210" y="7886"/>
                    </a:lnTo>
                    <a:lnTo>
                      <a:pt x="389" y="8423"/>
                    </a:lnTo>
                    <a:lnTo>
                      <a:pt x="628" y="8961"/>
                    </a:lnTo>
                    <a:lnTo>
                      <a:pt x="957" y="9469"/>
                    </a:lnTo>
                    <a:lnTo>
                      <a:pt x="1136" y="9708"/>
                    </a:lnTo>
                    <a:lnTo>
                      <a:pt x="1345" y="9946"/>
                    </a:lnTo>
                    <a:lnTo>
                      <a:pt x="1554" y="10185"/>
                    </a:lnTo>
                    <a:lnTo>
                      <a:pt x="1793" y="10394"/>
                    </a:lnTo>
                    <a:lnTo>
                      <a:pt x="2062" y="10604"/>
                    </a:lnTo>
                    <a:lnTo>
                      <a:pt x="2331" y="10813"/>
                    </a:lnTo>
                    <a:lnTo>
                      <a:pt x="2599" y="11022"/>
                    </a:lnTo>
                    <a:lnTo>
                      <a:pt x="2928" y="11201"/>
                    </a:lnTo>
                    <a:lnTo>
                      <a:pt x="3257" y="11350"/>
                    </a:lnTo>
                    <a:lnTo>
                      <a:pt x="3585" y="11529"/>
                    </a:lnTo>
                    <a:lnTo>
                      <a:pt x="3944" y="11649"/>
                    </a:lnTo>
                    <a:lnTo>
                      <a:pt x="4332" y="11798"/>
                    </a:lnTo>
                    <a:lnTo>
                      <a:pt x="4720" y="11918"/>
                    </a:lnTo>
                    <a:lnTo>
                      <a:pt x="5138" y="12007"/>
                    </a:lnTo>
                    <a:lnTo>
                      <a:pt x="5586" y="12097"/>
                    </a:lnTo>
                    <a:lnTo>
                      <a:pt x="6034" y="12187"/>
                    </a:lnTo>
                    <a:lnTo>
                      <a:pt x="20341" y="12187"/>
                    </a:lnTo>
                    <a:lnTo>
                      <a:pt x="20968" y="12127"/>
                    </a:lnTo>
                    <a:lnTo>
                      <a:pt x="21596" y="12037"/>
                    </a:lnTo>
                    <a:lnTo>
                      <a:pt x="22163" y="11888"/>
                    </a:lnTo>
                    <a:lnTo>
                      <a:pt x="22701" y="11709"/>
                    </a:lnTo>
                    <a:lnTo>
                      <a:pt x="23209" y="11470"/>
                    </a:lnTo>
                    <a:lnTo>
                      <a:pt x="23686" y="11171"/>
                    </a:lnTo>
                    <a:lnTo>
                      <a:pt x="24105" y="10843"/>
                    </a:lnTo>
                    <a:lnTo>
                      <a:pt x="24493" y="10484"/>
                    </a:lnTo>
                    <a:lnTo>
                      <a:pt x="24881" y="10096"/>
                    </a:lnTo>
                    <a:lnTo>
                      <a:pt x="25180" y="9708"/>
                    </a:lnTo>
                    <a:lnTo>
                      <a:pt x="25479" y="9259"/>
                    </a:lnTo>
                    <a:lnTo>
                      <a:pt x="25718" y="8782"/>
                    </a:lnTo>
                    <a:lnTo>
                      <a:pt x="25927" y="8304"/>
                    </a:lnTo>
                    <a:lnTo>
                      <a:pt x="26076" y="7826"/>
                    </a:lnTo>
                    <a:lnTo>
                      <a:pt x="26225" y="7318"/>
                    </a:lnTo>
                    <a:lnTo>
                      <a:pt x="26285" y="6810"/>
                    </a:lnTo>
                    <a:lnTo>
                      <a:pt x="26345" y="6273"/>
                    </a:lnTo>
                    <a:lnTo>
                      <a:pt x="26345" y="5765"/>
                    </a:lnTo>
                    <a:lnTo>
                      <a:pt x="26285" y="5257"/>
                    </a:lnTo>
                    <a:lnTo>
                      <a:pt x="26195" y="4720"/>
                    </a:lnTo>
                    <a:lnTo>
                      <a:pt x="26076" y="4242"/>
                    </a:lnTo>
                    <a:lnTo>
                      <a:pt x="25897" y="3734"/>
                    </a:lnTo>
                    <a:lnTo>
                      <a:pt x="25658" y="3256"/>
                    </a:lnTo>
                    <a:lnTo>
                      <a:pt x="25389" y="2808"/>
                    </a:lnTo>
                    <a:lnTo>
                      <a:pt x="25060" y="2390"/>
                    </a:lnTo>
                    <a:lnTo>
                      <a:pt x="24702" y="1972"/>
                    </a:lnTo>
                    <a:lnTo>
                      <a:pt x="24284" y="1583"/>
                    </a:lnTo>
                    <a:lnTo>
                      <a:pt x="23806" y="1255"/>
                    </a:lnTo>
                    <a:lnTo>
                      <a:pt x="23298" y="926"/>
                    </a:lnTo>
                    <a:lnTo>
                      <a:pt x="22731" y="657"/>
                    </a:lnTo>
                    <a:lnTo>
                      <a:pt x="22103" y="448"/>
                    </a:lnTo>
                    <a:lnTo>
                      <a:pt x="21446" y="239"/>
                    </a:lnTo>
                    <a:lnTo>
                      <a:pt x="20759" y="180"/>
                    </a:lnTo>
                    <a:lnTo>
                      <a:pt x="20132" y="150"/>
                    </a:lnTo>
                    <a:lnTo>
                      <a:pt x="19475" y="120"/>
                    </a:lnTo>
                    <a:lnTo>
                      <a:pt x="18728" y="150"/>
                    </a:lnTo>
                    <a:lnTo>
                      <a:pt x="8245" y="150"/>
                    </a:lnTo>
                    <a:lnTo>
                      <a:pt x="7826" y="90"/>
                    </a:lnTo>
                    <a:lnTo>
                      <a:pt x="7438" y="30"/>
                    </a:lnTo>
                    <a:lnTo>
                      <a:pt x="7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37"/>
              <p:cNvSpPr/>
              <p:nvPr/>
            </p:nvSpPr>
            <p:spPr>
              <a:xfrm>
                <a:off x="4494200" y="6360675"/>
                <a:ext cx="442825" cy="308400"/>
              </a:xfrm>
              <a:custGeom>
                <a:rect b="b" l="l" r="r" t="t"/>
                <a:pathLst>
                  <a:path extrusionOk="0" h="12336" w="17713">
                    <a:moveTo>
                      <a:pt x="7886" y="0"/>
                    </a:moveTo>
                    <a:lnTo>
                      <a:pt x="7139" y="60"/>
                    </a:lnTo>
                    <a:lnTo>
                      <a:pt x="6333" y="120"/>
                    </a:lnTo>
                    <a:lnTo>
                      <a:pt x="5526" y="209"/>
                    </a:lnTo>
                    <a:lnTo>
                      <a:pt x="4690" y="329"/>
                    </a:lnTo>
                    <a:lnTo>
                      <a:pt x="4152" y="448"/>
                    </a:lnTo>
                    <a:lnTo>
                      <a:pt x="3645" y="627"/>
                    </a:lnTo>
                    <a:lnTo>
                      <a:pt x="3167" y="866"/>
                    </a:lnTo>
                    <a:lnTo>
                      <a:pt x="2719" y="1165"/>
                    </a:lnTo>
                    <a:lnTo>
                      <a:pt x="2271" y="1523"/>
                    </a:lnTo>
                    <a:lnTo>
                      <a:pt x="1853" y="1912"/>
                    </a:lnTo>
                    <a:lnTo>
                      <a:pt x="1494" y="2360"/>
                    </a:lnTo>
                    <a:lnTo>
                      <a:pt x="1136" y="2808"/>
                    </a:lnTo>
                    <a:lnTo>
                      <a:pt x="837" y="3316"/>
                    </a:lnTo>
                    <a:lnTo>
                      <a:pt x="598" y="3853"/>
                    </a:lnTo>
                    <a:lnTo>
                      <a:pt x="359" y="4391"/>
                    </a:lnTo>
                    <a:lnTo>
                      <a:pt x="210" y="4958"/>
                    </a:lnTo>
                    <a:lnTo>
                      <a:pt x="90" y="5526"/>
                    </a:lnTo>
                    <a:lnTo>
                      <a:pt x="31" y="6093"/>
                    </a:lnTo>
                    <a:lnTo>
                      <a:pt x="1" y="6691"/>
                    </a:lnTo>
                    <a:lnTo>
                      <a:pt x="61" y="7258"/>
                    </a:lnTo>
                    <a:lnTo>
                      <a:pt x="180" y="7826"/>
                    </a:lnTo>
                    <a:lnTo>
                      <a:pt x="359" y="8393"/>
                    </a:lnTo>
                    <a:lnTo>
                      <a:pt x="479" y="8662"/>
                    </a:lnTo>
                    <a:lnTo>
                      <a:pt x="598" y="8931"/>
                    </a:lnTo>
                    <a:lnTo>
                      <a:pt x="777" y="9200"/>
                    </a:lnTo>
                    <a:lnTo>
                      <a:pt x="927" y="9439"/>
                    </a:lnTo>
                    <a:lnTo>
                      <a:pt x="1136" y="9678"/>
                    </a:lnTo>
                    <a:lnTo>
                      <a:pt x="1345" y="9946"/>
                    </a:lnTo>
                    <a:lnTo>
                      <a:pt x="1584" y="10155"/>
                    </a:lnTo>
                    <a:lnTo>
                      <a:pt x="1823" y="10394"/>
                    </a:lnTo>
                    <a:lnTo>
                      <a:pt x="2092" y="10603"/>
                    </a:lnTo>
                    <a:lnTo>
                      <a:pt x="2390" y="10813"/>
                    </a:lnTo>
                    <a:lnTo>
                      <a:pt x="2689" y="11022"/>
                    </a:lnTo>
                    <a:lnTo>
                      <a:pt x="3018" y="11201"/>
                    </a:lnTo>
                    <a:lnTo>
                      <a:pt x="3376" y="11380"/>
                    </a:lnTo>
                    <a:lnTo>
                      <a:pt x="3764" y="11529"/>
                    </a:lnTo>
                    <a:lnTo>
                      <a:pt x="4182" y="11679"/>
                    </a:lnTo>
                    <a:lnTo>
                      <a:pt x="4601" y="11798"/>
                    </a:lnTo>
                    <a:lnTo>
                      <a:pt x="5049" y="11948"/>
                    </a:lnTo>
                    <a:lnTo>
                      <a:pt x="5526" y="12037"/>
                    </a:lnTo>
                    <a:lnTo>
                      <a:pt x="6004" y="12127"/>
                    </a:lnTo>
                    <a:lnTo>
                      <a:pt x="6542" y="12216"/>
                    </a:lnTo>
                    <a:lnTo>
                      <a:pt x="7080" y="12276"/>
                    </a:lnTo>
                    <a:lnTo>
                      <a:pt x="7647" y="12306"/>
                    </a:lnTo>
                    <a:lnTo>
                      <a:pt x="8274" y="12336"/>
                    </a:lnTo>
                    <a:lnTo>
                      <a:pt x="9529" y="12336"/>
                    </a:lnTo>
                    <a:lnTo>
                      <a:pt x="10216" y="12306"/>
                    </a:lnTo>
                    <a:lnTo>
                      <a:pt x="10933" y="12246"/>
                    </a:lnTo>
                    <a:lnTo>
                      <a:pt x="11679" y="12186"/>
                    </a:lnTo>
                    <a:lnTo>
                      <a:pt x="12307" y="12186"/>
                    </a:lnTo>
                    <a:lnTo>
                      <a:pt x="12635" y="12157"/>
                    </a:lnTo>
                    <a:lnTo>
                      <a:pt x="12934" y="12097"/>
                    </a:lnTo>
                    <a:lnTo>
                      <a:pt x="13232" y="12007"/>
                    </a:lnTo>
                    <a:lnTo>
                      <a:pt x="13531" y="11918"/>
                    </a:lnTo>
                    <a:lnTo>
                      <a:pt x="13830" y="11798"/>
                    </a:lnTo>
                    <a:lnTo>
                      <a:pt x="14129" y="11679"/>
                    </a:lnTo>
                    <a:lnTo>
                      <a:pt x="14666" y="11380"/>
                    </a:lnTo>
                    <a:lnTo>
                      <a:pt x="15174" y="11022"/>
                    </a:lnTo>
                    <a:lnTo>
                      <a:pt x="15652" y="10574"/>
                    </a:lnTo>
                    <a:lnTo>
                      <a:pt x="16100" y="10126"/>
                    </a:lnTo>
                    <a:lnTo>
                      <a:pt x="16488" y="9618"/>
                    </a:lnTo>
                    <a:lnTo>
                      <a:pt x="16847" y="9050"/>
                    </a:lnTo>
                    <a:lnTo>
                      <a:pt x="17145" y="8483"/>
                    </a:lnTo>
                    <a:lnTo>
                      <a:pt x="17384" y="7885"/>
                    </a:lnTo>
                    <a:lnTo>
                      <a:pt x="17563" y="7258"/>
                    </a:lnTo>
                    <a:lnTo>
                      <a:pt x="17683" y="6631"/>
                    </a:lnTo>
                    <a:lnTo>
                      <a:pt x="17713" y="6004"/>
                    </a:lnTo>
                    <a:lnTo>
                      <a:pt x="17713" y="5705"/>
                    </a:lnTo>
                    <a:lnTo>
                      <a:pt x="17713" y="5376"/>
                    </a:lnTo>
                    <a:lnTo>
                      <a:pt x="17683" y="5078"/>
                    </a:lnTo>
                    <a:lnTo>
                      <a:pt x="17623" y="4749"/>
                    </a:lnTo>
                    <a:lnTo>
                      <a:pt x="17533" y="4451"/>
                    </a:lnTo>
                    <a:lnTo>
                      <a:pt x="17444" y="4152"/>
                    </a:lnTo>
                    <a:lnTo>
                      <a:pt x="17324" y="3853"/>
                    </a:lnTo>
                    <a:lnTo>
                      <a:pt x="17175" y="3555"/>
                    </a:lnTo>
                    <a:lnTo>
                      <a:pt x="17026" y="3256"/>
                    </a:lnTo>
                    <a:lnTo>
                      <a:pt x="16847" y="2987"/>
                    </a:lnTo>
                    <a:lnTo>
                      <a:pt x="16637" y="2718"/>
                    </a:lnTo>
                    <a:lnTo>
                      <a:pt x="16399" y="2449"/>
                    </a:lnTo>
                    <a:lnTo>
                      <a:pt x="16160" y="2181"/>
                    </a:lnTo>
                    <a:lnTo>
                      <a:pt x="15891" y="1942"/>
                    </a:lnTo>
                    <a:lnTo>
                      <a:pt x="15592" y="1703"/>
                    </a:lnTo>
                    <a:lnTo>
                      <a:pt x="15264" y="1494"/>
                    </a:lnTo>
                    <a:lnTo>
                      <a:pt x="14905" y="1285"/>
                    </a:lnTo>
                    <a:lnTo>
                      <a:pt x="14547" y="1075"/>
                    </a:lnTo>
                    <a:lnTo>
                      <a:pt x="14158" y="896"/>
                    </a:lnTo>
                    <a:lnTo>
                      <a:pt x="13710" y="717"/>
                    </a:lnTo>
                    <a:lnTo>
                      <a:pt x="13262" y="568"/>
                    </a:lnTo>
                    <a:lnTo>
                      <a:pt x="12784" y="418"/>
                    </a:lnTo>
                    <a:lnTo>
                      <a:pt x="12277" y="299"/>
                    </a:lnTo>
                    <a:lnTo>
                      <a:pt x="11739" y="209"/>
                    </a:lnTo>
                    <a:lnTo>
                      <a:pt x="11172" y="120"/>
                    </a:lnTo>
                    <a:lnTo>
                      <a:pt x="10574" y="60"/>
                    </a:lnTo>
                    <a:lnTo>
                      <a:pt x="99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0" name="Google Shape;1210;p37"/>
            <p:cNvGrpSpPr/>
            <p:nvPr/>
          </p:nvGrpSpPr>
          <p:grpSpPr>
            <a:xfrm flipH="1" rot="10564369">
              <a:off x="4150852" y="4756414"/>
              <a:ext cx="554838" cy="229960"/>
              <a:chOff x="6228000" y="1478750"/>
              <a:chExt cx="745100" cy="308775"/>
            </a:xfrm>
          </p:grpSpPr>
          <p:sp>
            <p:nvSpPr>
              <p:cNvPr id="1211" name="Google Shape;1211;p37"/>
              <p:cNvSpPr/>
              <p:nvPr/>
            </p:nvSpPr>
            <p:spPr>
              <a:xfrm>
                <a:off x="6270525" y="1478750"/>
                <a:ext cx="702575" cy="305625"/>
              </a:xfrm>
              <a:custGeom>
                <a:rect b="b" l="l" r="r" t="t"/>
                <a:pathLst>
                  <a:path extrusionOk="0" h="12225" w="28103">
                    <a:moveTo>
                      <a:pt x="25646" y="0"/>
                    </a:moveTo>
                    <a:lnTo>
                      <a:pt x="25394" y="32"/>
                    </a:lnTo>
                    <a:lnTo>
                      <a:pt x="25173" y="63"/>
                    </a:lnTo>
                    <a:lnTo>
                      <a:pt x="24921" y="126"/>
                    </a:lnTo>
                    <a:lnTo>
                      <a:pt x="3403" y="7467"/>
                    </a:lnTo>
                    <a:lnTo>
                      <a:pt x="32" y="10050"/>
                    </a:lnTo>
                    <a:lnTo>
                      <a:pt x="1" y="10302"/>
                    </a:lnTo>
                    <a:lnTo>
                      <a:pt x="32" y="10586"/>
                    </a:lnTo>
                    <a:lnTo>
                      <a:pt x="64" y="10838"/>
                    </a:lnTo>
                    <a:lnTo>
                      <a:pt x="127" y="11090"/>
                    </a:lnTo>
                    <a:lnTo>
                      <a:pt x="284" y="11437"/>
                    </a:lnTo>
                    <a:lnTo>
                      <a:pt x="473" y="11720"/>
                    </a:lnTo>
                    <a:lnTo>
                      <a:pt x="694" y="12004"/>
                    </a:lnTo>
                    <a:lnTo>
                      <a:pt x="946" y="12224"/>
                    </a:lnTo>
                    <a:lnTo>
                      <a:pt x="4947" y="12004"/>
                    </a:lnTo>
                    <a:lnTo>
                      <a:pt x="26465" y="4695"/>
                    </a:lnTo>
                    <a:lnTo>
                      <a:pt x="26717" y="4600"/>
                    </a:lnTo>
                    <a:lnTo>
                      <a:pt x="26906" y="4506"/>
                    </a:lnTo>
                    <a:lnTo>
                      <a:pt x="27126" y="4380"/>
                    </a:lnTo>
                    <a:lnTo>
                      <a:pt x="27315" y="4222"/>
                    </a:lnTo>
                    <a:lnTo>
                      <a:pt x="27473" y="4064"/>
                    </a:lnTo>
                    <a:lnTo>
                      <a:pt x="27630" y="3875"/>
                    </a:lnTo>
                    <a:lnTo>
                      <a:pt x="27756" y="3686"/>
                    </a:lnTo>
                    <a:lnTo>
                      <a:pt x="27851" y="3466"/>
                    </a:lnTo>
                    <a:lnTo>
                      <a:pt x="27945" y="3277"/>
                    </a:lnTo>
                    <a:lnTo>
                      <a:pt x="28008" y="3056"/>
                    </a:lnTo>
                    <a:lnTo>
                      <a:pt x="28071" y="2836"/>
                    </a:lnTo>
                    <a:lnTo>
                      <a:pt x="28103" y="2584"/>
                    </a:lnTo>
                    <a:lnTo>
                      <a:pt x="28103" y="2363"/>
                    </a:lnTo>
                    <a:lnTo>
                      <a:pt x="28071" y="2111"/>
                    </a:lnTo>
                    <a:lnTo>
                      <a:pt x="28040" y="1859"/>
                    </a:lnTo>
                    <a:lnTo>
                      <a:pt x="27977" y="1639"/>
                    </a:lnTo>
                    <a:lnTo>
                      <a:pt x="27882" y="1418"/>
                    </a:lnTo>
                    <a:lnTo>
                      <a:pt x="27756" y="1198"/>
                    </a:lnTo>
                    <a:lnTo>
                      <a:pt x="27630" y="1009"/>
                    </a:lnTo>
                    <a:lnTo>
                      <a:pt x="27504" y="819"/>
                    </a:lnTo>
                    <a:lnTo>
                      <a:pt x="27315" y="662"/>
                    </a:lnTo>
                    <a:lnTo>
                      <a:pt x="27158" y="504"/>
                    </a:lnTo>
                    <a:lnTo>
                      <a:pt x="26969" y="378"/>
                    </a:lnTo>
                    <a:lnTo>
                      <a:pt x="26748" y="252"/>
                    </a:lnTo>
                    <a:lnTo>
                      <a:pt x="26559" y="158"/>
                    </a:lnTo>
                    <a:lnTo>
                      <a:pt x="26339" y="95"/>
                    </a:lnTo>
                    <a:lnTo>
                      <a:pt x="26118" y="32"/>
                    </a:lnTo>
                    <a:lnTo>
                      <a:pt x="258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37"/>
              <p:cNvSpPr/>
              <p:nvPr/>
            </p:nvSpPr>
            <p:spPr>
              <a:xfrm>
                <a:off x="6228000" y="1665400"/>
                <a:ext cx="166200" cy="122125"/>
              </a:xfrm>
              <a:custGeom>
                <a:rect b="b" l="l" r="r" t="t"/>
                <a:pathLst>
                  <a:path extrusionOk="0" h="4885" w="6648">
                    <a:moveTo>
                      <a:pt x="5104" y="1"/>
                    </a:moveTo>
                    <a:lnTo>
                      <a:pt x="1733" y="2584"/>
                    </a:lnTo>
                    <a:lnTo>
                      <a:pt x="32" y="3908"/>
                    </a:lnTo>
                    <a:lnTo>
                      <a:pt x="0" y="4128"/>
                    </a:lnTo>
                    <a:lnTo>
                      <a:pt x="32" y="4286"/>
                    </a:lnTo>
                    <a:lnTo>
                      <a:pt x="63" y="4443"/>
                    </a:lnTo>
                    <a:lnTo>
                      <a:pt x="126" y="4601"/>
                    </a:lnTo>
                    <a:lnTo>
                      <a:pt x="189" y="4727"/>
                    </a:lnTo>
                    <a:lnTo>
                      <a:pt x="347" y="4884"/>
                    </a:lnTo>
                    <a:lnTo>
                      <a:pt x="2647" y="4758"/>
                    </a:lnTo>
                    <a:lnTo>
                      <a:pt x="6648" y="4538"/>
                    </a:lnTo>
                    <a:lnTo>
                      <a:pt x="5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37"/>
              <p:cNvSpPr/>
              <p:nvPr/>
            </p:nvSpPr>
            <p:spPr>
              <a:xfrm>
                <a:off x="6852575" y="1489775"/>
                <a:ext cx="55950" cy="120525"/>
              </a:xfrm>
              <a:custGeom>
                <a:rect b="b" l="l" r="r" t="t"/>
                <a:pathLst>
                  <a:path extrusionOk="0" h="4821" w="2238">
                    <a:moveTo>
                      <a:pt x="694" y="0"/>
                    </a:moveTo>
                    <a:lnTo>
                      <a:pt x="1" y="252"/>
                    </a:lnTo>
                    <a:lnTo>
                      <a:pt x="1544" y="4821"/>
                    </a:lnTo>
                    <a:lnTo>
                      <a:pt x="2238" y="456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37"/>
              <p:cNvSpPr/>
              <p:nvPr/>
            </p:nvSpPr>
            <p:spPr>
              <a:xfrm>
                <a:off x="6816350" y="1499225"/>
                <a:ext cx="66975" cy="123675"/>
              </a:xfrm>
              <a:custGeom>
                <a:rect b="b" l="l" r="r" t="t"/>
                <a:pathLst>
                  <a:path extrusionOk="0" h="4947" w="2679">
                    <a:moveTo>
                      <a:pt x="1135" y="0"/>
                    </a:moveTo>
                    <a:lnTo>
                      <a:pt x="0" y="379"/>
                    </a:lnTo>
                    <a:lnTo>
                      <a:pt x="1544" y="4947"/>
                    </a:lnTo>
                    <a:lnTo>
                      <a:pt x="2678" y="4537"/>
                    </a:lnTo>
                    <a:lnTo>
                      <a:pt x="11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63875" lIns="63875" spcFirstLastPara="1" rIns="63875" wrap="square" tIns="6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15" name="Google Shape;1215;p37"/>
          <p:cNvSpPr txBox="1"/>
          <p:nvPr/>
        </p:nvSpPr>
        <p:spPr>
          <a:xfrm>
            <a:off x="237375" y="1566694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293B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Features</a:t>
            </a:r>
            <a:endParaRPr sz="1700">
              <a:solidFill>
                <a:srgbClr val="1E293B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graphicFrame>
        <p:nvGraphicFramePr>
          <p:cNvPr id="1216" name="Google Shape;1216;p37"/>
          <p:cNvGraphicFramePr/>
          <p:nvPr/>
        </p:nvGraphicFramePr>
        <p:xfrm>
          <a:off x="297850" y="19970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{2248A66F-B9B4-4309-BB0D-F9E206D85FC4}</a:tableStyleId>
              </a:tblPr>
              <a:tblGrid>
                <a:gridCol w="2362525"/>
                <a:gridCol w="2362525"/>
              </a:tblGrid>
              <a:tr h="37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Category</a:t>
                      </a:r>
                      <a:endParaRPr b="1" sz="1300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1C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Variables</a:t>
                      </a:r>
                      <a:endParaRPr b="1" sz="1300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1C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1C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1C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C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1515"/>
                          </a:solidFill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Childcare Costs (6)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Center &amp; family-based × infant, toddler, preschool (weekly $)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1C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1515"/>
                          </a:solidFill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Income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Median household income (2018$)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1515"/>
                          </a:solidFill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Labor Market (2)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Female labor participation, unemployment rate (ages 20–64)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1515"/>
                          </a:solidFill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Poverty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1515"/>
                          </a:solidFill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Pover</a:t>
                      </a:r>
                      <a:r>
                        <a:rPr lang="en" sz="1000">
                          <a:solidFill>
                            <a:srgbClr val="3D1515"/>
                          </a:solidFill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t</a:t>
                      </a:r>
                      <a:r>
                        <a:rPr lang="en" sz="1000">
                          <a:solidFill>
                            <a:srgbClr val="3D1515"/>
                          </a:solidFill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y rate for individuals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D1515"/>
                          </a:solidFill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Engineered (4+)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rgbClr val="3D1515"/>
                          </a:solidFill>
                          <a:latin typeface="Figtree Medium"/>
                          <a:ea typeface="Figtree Medium"/>
                          <a:cs typeface="Figtree Medium"/>
                          <a:sym typeface="Figtree Medium"/>
                        </a:rPr>
                        <a:t>Affordability ratio, infant–preschool gap, center–family gap, provider type ratio</a:t>
                      </a:r>
                      <a:endParaRPr sz="1300">
                        <a:latin typeface="Figtree Medium"/>
                        <a:ea typeface="Figtree Medium"/>
                        <a:cs typeface="Figtree Medium"/>
                        <a:sym typeface="Figtree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17" name="Google Shape;121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610" y="1879596"/>
            <a:ext cx="2696800" cy="6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9575" y="2565975"/>
            <a:ext cx="2695825" cy="6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8600" y="3237715"/>
            <a:ext cx="2696800" cy="6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37"/>
          <p:cNvSpPr txBox="1"/>
          <p:nvPr/>
        </p:nvSpPr>
        <p:spPr>
          <a:xfrm>
            <a:off x="5367128" y="3348670"/>
            <a:ext cx="4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Figtree"/>
                <a:ea typeface="Figtree"/>
                <a:cs typeface="Figtree"/>
                <a:sym typeface="Figtree"/>
              </a:rPr>
              <a:t>3</a:t>
            </a:r>
            <a:endParaRPr b="1">
              <a:solidFill>
                <a:schemeClr val="accent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1" name="Google Shape;1221;p37"/>
          <p:cNvSpPr txBox="1"/>
          <p:nvPr/>
        </p:nvSpPr>
        <p:spPr>
          <a:xfrm>
            <a:off x="5376763" y="2002020"/>
            <a:ext cx="4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Figtree"/>
                <a:ea typeface="Figtree"/>
                <a:cs typeface="Figtree"/>
                <a:sym typeface="Figtree"/>
              </a:rPr>
              <a:t>1</a:t>
            </a:r>
            <a:endParaRPr b="1">
              <a:solidFill>
                <a:schemeClr val="accent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2" name="Google Shape;1222;p37"/>
          <p:cNvSpPr txBox="1"/>
          <p:nvPr/>
        </p:nvSpPr>
        <p:spPr>
          <a:xfrm>
            <a:off x="5367128" y="2668033"/>
            <a:ext cx="4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Figtree"/>
                <a:ea typeface="Figtree"/>
                <a:cs typeface="Figtree"/>
                <a:sym typeface="Figtree"/>
              </a:rPr>
              <a:t>2</a:t>
            </a:r>
            <a:endParaRPr b="1">
              <a:solidFill>
                <a:schemeClr val="accent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3" name="Google Shape;1223;p37"/>
          <p:cNvSpPr txBox="1"/>
          <p:nvPr/>
        </p:nvSpPr>
        <p:spPr>
          <a:xfrm>
            <a:off x="5696746" y="1850704"/>
            <a:ext cx="113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0A0A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Merge Datasets</a:t>
            </a:r>
            <a:endParaRPr sz="1000">
              <a:solidFill>
                <a:srgbClr val="1E0A0A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224" name="Google Shape;1224;p37"/>
          <p:cNvSpPr txBox="1"/>
          <p:nvPr/>
        </p:nvSpPr>
        <p:spPr>
          <a:xfrm>
            <a:off x="5636814" y="3192059"/>
            <a:ext cx="129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0A0A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Median Imputation</a:t>
            </a:r>
            <a:endParaRPr sz="1000">
              <a:solidFill>
                <a:srgbClr val="1E0A0A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225" name="Google Shape;1225;p37"/>
          <p:cNvSpPr txBox="1"/>
          <p:nvPr/>
        </p:nvSpPr>
        <p:spPr>
          <a:xfrm>
            <a:off x="5792825" y="34365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D1515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7–8% of price columns missing</a:t>
            </a:r>
            <a:endParaRPr sz="900"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226" name="Google Shape;1226;p37"/>
          <p:cNvSpPr txBox="1"/>
          <p:nvPr/>
        </p:nvSpPr>
        <p:spPr>
          <a:xfrm>
            <a:off x="5716017" y="2544212"/>
            <a:ext cx="113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E0A0A"/>
                </a:solidFill>
                <a:latin typeface="Calibri"/>
                <a:ea typeface="Calibri"/>
                <a:cs typeface="Calibri"/>
                <a:sym typeface="Calibri"/>
              </a:rPr>
              <a:t>Outlier Flagging</a:t>
            </a:r>
            <a:endParaRPr b="1" sz="1000">
              <a:solidFill>
                <a:srgbClr val="1E0A0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7"/>
          <p:cNvSpPr txBox="1"/>
          <p:nvPr/>
        </p:nvSpPr>
        <p:spPr>
          <a:xfrm>
            <a:off x="5820088" y="2806000"/>
            <a:ext cx="171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Flag top 5% extreme counties </a:t>
            </a:r>
            <a:endParaRPr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228" name="Google Shape;1228;p37"/>
          <p:cNvSpPr txBox="1"/>
          <p:nvPr/>
        </p:nvSpPr>
        <p:spPr>
          <a:xfrm>
            <a:off x="5742777" y="2068254"/>
            <a:ext cx="230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Adds county name &amp; state identifiers for interpretability</a:t>
            </a:r>
            <a:endParaRPr sz="900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229" name="Google Shape;122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5300" y="636137"/>
            <a:ext cx="1714700" cy="8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0281" y="636137"/>
            <a:ext cx="1714700" cy="8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2825" y="627703"/>
            <a:ext cx="1714700" cy="89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37"/>
          <p:cNvSpPr txBox="1"/>
          <p:nvPr/>
        </p:nvSpPr>
        <p:spPr>
          <a:xfrm>
            <a:off x="1182150" y="744613"/>
            <a:ext cx="1461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C4587"/>
                </a:solidFill>
                <a:latin typeface="Figtree"/>
                <a:ea typeface="Figtree"/>
                <a:cs typeface="Figtree"/>
                <a:sym typeface="Figtree"/>
              </a:rPr>
              <a:t>3,144</a:t>
            </a:r>
            <a:endParaRPr b="1" sz="1500">
              <a:solidFill>
                <a:srgbClr val="1C4587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C4587"/>
                </a:solidFill>
                <a:latin typeface="Figtree"/>
                <a:ea typeface="Figtree"/>
                <a:cs typeface="Figtree"/>
                <a:sym typeface="Figtree"/>
              </a:rPr>
              <a:t>U.S Counties</a:t>
            </a:r>
            <a:endParaRPr b="1" sz="1500">
              <a:solidFill>
                <a:srgbClr val="1C4587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3" name="Google Shape;1233;p37"/>
          <p:cNvSpPr txBox="1"/>
          <p:nvPr/>
        </p:nvSpPr>
        <p:spPr>
          <a:xfrm>
            <a:off x="3571909" y="744625"/>
            <a:ext cx="1461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C4587"/>
                </a:solidFill>
                <a:latin typeface="Figtree"/>
                <a:ea typeface="Figtree"/>
                <a:cs typeface="Figtree"/>
                <a:sym typeface="Figtree"/>
              </a:rPr>
              <a:t>11 Years</a:t>
            </a:r>
            <a:endParaRPr b="1" sz="1500">
              <a:solidFill>
                <a:srgbClr val="1C4587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C4587"/>
                </a:solidFill>
                <a:latin typeface="Figtree"/>
                <a:ea typeface="Figtree"/>
                <a:cs typeface="Figtree"/>
                <a:sym typeface="Figtree"/>
              </a:rPr>
              <a:t>(2008 - 2018)</a:t>
            </a:r>
            <a:endParaRPr b="1" sz="1500">
              <a:solidFill>
                <a:srgbClr val="1C4587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4" name="Google Shape;1234;p37"/>
          <p:cNvSpPr txBox="1"/>
          <p:nvPr/>
        </p:nvSpPr>
        <p:spPr>
          <a:xfrm>
            <a:off x="6320187" y="725150"/>
            <a:ext cx="10596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0A0A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~</a:t>
            </a:r>
            <a:r>
              <a:rPr lang="en" sz="1500">
                <a:solidFill>
                  <a:srgbClr val="1C4587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34k</a:t>
            </a:r>
            <a:endParaRPr sz="1500">
              <a:solidFill>
                <a:srgbClr val="1C4587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C4587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rows</a:t>
            </a:r>
            <a:endParaRPr sz="1500">
              <a:solidFill>
                <a:srgbClr val="1C4587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38"/>
          <p:cNvSpPr txBox="1"/>
          <p:nvPr>
            <p:ph type="title"/>
          </p:nvPr>
        </p:nvSpPr>
        <p:spPr>
          <a:xfrm>
            <a:off x="713225" y="2384250"/>
            <a:ext cx="60189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Overview</a:t>
            </a:r>
            <a:endParaRPr/>
          </a:p>
        </p:txBody>
      </p:sp>
      <p:sp>
        <p:nvSpPr>
          <p:cNvPr id="1240" name="Google Shape;1240;p38"/>
          <p:cNvSpPr txBox="1"/>
          <p:nvPr>
            <p:ph idx="1" type="subTitle"/>
          </p:nvPr>
        </p:nvSpPr>
        <p:spPr>
          <a:xfrm>
            <a:off x="713225" y="3300150"/>
            <a:ext cx="4449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1241" name="Google Shape;1241;p38"/>
          <p:cNvSpPr txBox="1"/>
          <p:nvPr>
            <p:ph idx="2" type="title"/>
          </p:nvPr>
        </p:nvSpPr>
        <p:spPr>
          <a:xfrm>
            <a:off x="713225" y="1468350"/>
            <a:ext cx="16521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242" name="Google Shape;1242;p38"/>
          <p:cNvGrpSpPr/>
          <p:nvPr/>
        </p:nvGrpSpPr>
        <p:grpSpPr>
          <a:xfrm>
            <a:off x="5524406" y="2156105"/>
            <a:ext cx="2812437" cy="2762954"/>
            <a:chOff x="5524406" y="2156105"/>
            <a:chExt cx="2812437" cy="2762954"/>
          </a:xfrm>
        </p:grpSpPr>
        <p:grpSp>
          <p:nvGrpSpPr>
            <p:cNvPr id="1243" name="Google Shape;1243;p38"/>
            <p:cNvGrpSpPr/>
            <p:nvPr/>
          </p:nvGrpSpPr>
          <p:grpSpPr>
            <a:xfrm>
              <a:off x="5524406" y="3660155"/>
              <a:ext cx="2812437" cy="1258903"/>
              <a:chOff x="3819383" y="6502966"/>
              <a:chExt cx="2247612" cy="1006076"/>
            </a:xfrm>
          </p:grpSpPr>
          <p:sp>
            <p:nvSpPr>
              <p:cNvPr id="1244" name="Google Shape;1244;p38"/>
              <p:cNvSpPr/>
              <p:nvPr/>
            </p:nvSpPr>
            <p:spPr>
              <a:xfrm>
                <a:off x="3991532" y="6579203"/>
                <a:ext cx="2007836" cy="883332"/>
              </a:xfrm>
              <a:custGeom>
                <a:rect b="b" l="l" r="r" t="t"/>
                <a:pathLst>
                  <a:path extrusionOk="0" h="74074" w="168372">
                    <a:moveTo>
                      <a:pt x="0" y="1"/>
                    </a:moveTo>
                    <a:lnTo>
                      <a:pt x="0" y="74073"/>
                    </a:lnTo>
                    <a:lnTo>
                      <a:pt x="168372" y="74073"/>
                    </a:lnTo>
                    <a:lnTo>
                      <a:pt x="1683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38"/>
              <p:cNvSpPr/>
              <p:nvPr/>
            </p:nvSpPr>
            <p:spPr>
              <a:xfrm>
                <a:off x="5252720" y="6574409"/>
                <a:ext cx="9600" cy="892920"/>
              </a:xfrm>
              <a:custGeom>
                <a:rect b="b" l="l" r="r" t="t"/>
                <a:pathLst>
                  <a:path extrusionOk="0" h="74878" w="805">
                    <a:moveTo>
                      <a:pt x="403" y="1"/>
                    </a:moveTo>
                    <a:lnTo>
                      <a:pt x="242" y="41"/>
                    </a:lnTo>
                    <a:lnTo>
                      <a:pt x="121" y="121"/>
                    </a:lnTo>
                    <a:lnTo>
                      <a:pt x="41" y="242"/>
                    </a:lnTo>
                    <a:lnTo>
                      <a:pt x="0" y="403"/>
                    </a:lnTo>
                    <a:lnTo>
                      <a:pt x="0" y="74475"/>
                    </a:lnTo>
                    <a:lnTo>
                      <a:pt x="41" y="74636"/>
                    </a:lnTo>
                    <a:lnTo>
                      <a:pt x="121" y="74757"/>
                    </a:lnTo>
                    <a:lnTo>
                      <a:pt x="242" y="74837"/>
                    </a:lnTo>
                    <a:lnTo>
                      <a:pt x="403" y="74877"/>
                    </a:lnTo>
                    <a:lnTo>
                      <a:pt x="563" y="74837"/>
                    </a:lnTo>
                    <a:lnTo>
                      <a:pt x="684" y="74757"/>
                    </a:lnTo>
                    <a:lnTo>
                      <a:pt x="764" y="74636"/>
                    </a:lnTo>
                    <a:lnTo>
                      <a:pt x="805" y="74475"/>
                    </a:lnTo>
                    <a:lnTo>
                      <a:pt x="805" y="403"/>
                    </a:lnTo>
                    <a:lnTo>
                      <a:pt x="764" y="242"/>
                    </a:lnTo>
                    <a:lnTo>
                      <a:pt x="684" y="121"/>
                    </a:lnTo>
                    <a:lnTo>
                      <a:pt x="563" y="41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38"/>
              <p:cNvSpPr/>
              <p:nvPr/>
            </p:nvSpPr>
            <p:spPr>
              <a:xfrm>
                <a:off x="3932074" y="6502966"/>
                <a:ext cx="2134921" cy="182238"/>
              </a:xfrm>
              <a:custGeom>
                <a:rect b="b" l="l" r="r" t="t"/>
                <a:pathLst>
                  <a:path extrusionOk="0" h="15282" w="179029">
                    <a:moveTo>
                      <a:pt x="0" y="0"/>
                    </a:moveTo>
                    <a:lnTo>
                      <a:pt x="0" y="15281"/>
                    </a:lnTo>
                    <a:lnTo>
                      <a:pt x="179028" y="15281"/>
                    </a:lnTo>
                    <a:lnTo>
                      <a:pt x="17902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38"/>
              <p:cNvSpPr/>
              <p:nvPr/>
            </p:nvSpPr>
            <p:spPr>
              <a:xfrm>
                <a:off x="3986738" y="6680387"/>
                <a:ext cx="2017436" cy="9612"/>
              </a:xfrm>
              <a:custGeom>
                <a:rect b="b" l="l" r="r" t="t"/>
                <a:pathLst>
                  <a:path extrusionOk="0" h="806" w="169177">
                    <a:moveTo>
                      <a:pt x="402" y="1"/>
                    </a:moveTo>
                    <a:lnTo>
                      <a:pt x="282" y="41"/>
                    </a:lnTo>
                    <a:lnTo>
                      <a:pt x="121" y="122"/>
                    </a:lnTo>
                    <a:lnTo>
                      <a:pt x="41" y="242"/>
                    </a:lnTo>
                    <a:lnTo>
                      <a:pt x="0" y="403"/>
                    </a:lnTo>
                    <a:lnTo>
                      <a:pt x="41" y="564"/>
                    </a:lnTo>
                    <a:lnTo>
                      <a:pt x="121" y="685"/>
                    </a:lnTo>
                    <a:lnTo>
                      <a:pt x="282" y="765"/>
                    </a:lnTo>
                    <a:lnTo>
                      <a:pt x="402" y="805"/>
                    </a:lnTo>
                    <a:lnTo>
                      <a:pt x="168774" y="805"/>
                    </a:lnTo>
                    <a:lnTo>
                      <a:pt x="168935" y="765"/>
                    </a:lnTo>
                    <a:lnTo>
                      <a:pt x="169055" y="685"/>
                    </a:lnTo>
                    <a:lnTo>
                      <a:pt x="169136" y="564"/>
                    </a:lnTo>
                    <a:lnTo>
                      <a:pt x="169176" y="403"/>
                    </a:lnTo>
                    <a:lnTo>
                      <a:pt x="169136" y="242"/>
                    </a:lnTo>
                    <a:lnTo>
                      <a:pt x="169055" y="122"/>
                    </a:lnTo>
                    <a:lnTo>
                      <a:pt x="168935" y="41"/>
                    </a:lnTo>
                    <a:lnTo>
                      <a:pt x="16877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38"/>
              <p:cNvSpPr/>
              <p:nvPr/>
            </p:nvSpPr>
            <p:spPr>
              <a:xfrm>
                <a:off x="4339194" y="6773425"/>
                <a:ext cx="388445" cy="98799"/>
              </a:xfrm>
              <a:custGeom>
                <a:rect b="b" l="l" r="r" t="t"/>
                <a:pathLst>
                  <a:path extrusionOk="0" h="8285" w="32574">
                    <a:moveTo>
                      <a:pt x="1" y="0"/>
                    </a:moveTo>
                    <a:lnTo>
                      <a:pt x="1" y="5429"/>
                    </a:lnTo>
                    <a:lnTo>
                      <a:pt x="1408" y="5912"/>
                    </a:lnTo>
                    <a:lnTo>
                      <a:pt x="3017" y="6434"/>
                    </a:lnTo>
                    <a:lnTo>
                      <a:pt x="4786" y="6877"/>
                    </a:lnTo>
                    <a:lnTo>
                      <a:pt x="6716" y="7319"/>
                    </a:lnTo>
                    <a:lnTo>
                      <a:pt x="7762" y="7520"/>
                    </a:lnTo>
                    <a:lnTo>
                      <a:pt x="8807" y="7681"/>
                    </a:lnTo>
                    <a:lnTo>
                      <a:pt x="9893" y="7842"/>
                    </a:lnTo>
                    <a:lnTo>
                      <a:pt x="11059" y="8003"/>
                    </a:lnTo>
                    <a:lnTo>
                      <a:pt x="12226" y="8123"/>
                    </a:lnTo>
                    <a:lnTo>
                      <a:pt x="13432" y="8204"/>
                    </a:lnTo>
                    <a:lnTo>
                      <a:pt x="14679" y="8244"/>
                    </a:lnTo>
                    <a:lnTo>
                      <a:pt x="15925" y="8284"/>
                    </a:lnTo>
                    <a:lnTo>
                      <a:pt x="17292" y="8284"/>
                    </a:lnTo>
                    <a:lnTo>
                      <a:pt x="18579" y="8244"/>
                    </a:lnTo>
                    <a:lnTo>
                      <a:pt x="19866" y="8163"/>
                    </a:lnTo>
                    <a:lnTo>
                      <a:pt x="21072" y="8043"/>
                    </a:lnTo>
                    <a:lnTo>
                      <a:pt x="22279" y="7922"/>
                    </a:lnTo>
                    <a:lnTo>
                      <a:pt x="23445" y="7761"/>
                    </a:lnTo>
                    <a:lnTo>
                      <a:pt x="24531" y="7560"/>
                    </a:lnTo>
                    <a:lnTo>
                      <a:pt x="25616" y="7359"/>
                    </a:lnTo>
                    <a:lnTo>
                      <a:pt x="27627" y="6917"/>
                    </a:lnTo>
                    <a:lnTo>
                      <a:pt x="29477" y="6434"/>
                    </a:lnTo>
                    <a:lnTo>
                      <a:pt x="31126" y="5952"/>
                    </a:lnTo>
                    <a:lnTo>
                      <a:pt x="32573" y="5429"/>
                    </a:lnTo>
                    <a:lnTo>
                      <a:pt x="325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38"/>
              <p:cNvSpPr/>
              <p:nvPr/>
            </p:nvSpPr>
            <p:spPr>
              <a:xfrm>
                <a:off x="5572573" y="6773425"/>
                <a:ext cx="297326" cy="98799"/>
              </a:xfrm>
              <a:custGeom>
                <a:rect b="b" l="l" r="r" t="t"/>
                <a:pathLst>
                  <a:path extrusionOk="0" h="8285" w="24933">
                    <a:moveTo>
                      <a:pt x="0" y="0"/>
                    </a:moveTo>
                    <a:lnTo>
                      <a:pt x="0" y="5429"/>
                    </a:lnTo>
                    <a:lnTo>
                      <a:pt x="1086" y="5912"/>
                    </a:lnTo>
                    <a:lnTo>
                      <a:pt x="2293" y="6434"/>
                    </a:lnTo>
                    <a:lnTo>
                      <a:pt x="3660" y="6877"/>
                    </a:lnTo>
                    <a:lnTo>
                      <a:pt x="5148" y="7319"/>
                    </a:lnTo>
                    <a:lnTo>
                      <a:pt x="6756" y="7681"/>
                    </a:lnTo>
                    <a:lnTo>
                      <a:pt x="7561" y="7842"/>
                    </a:lnTo>
                    <a:lnTo>
                      <a:pt x="8445" y="8003"/>
                    </a:lnTo>
                    <a:lnTo>
                      <a:pt x="9330" y="8123"/>
                    </a:lnTo>
                    <a:lnTo>
                      <a:pt x="10255" y="8204"/>
                    </a:lnTo>
                    <a:lnTo>
                      <a:pt x="11220" y="8244"/>
                    </a:lnTo>
                    <a:lnTo>
                      <a:pt x="12185" y="8284"/>
                    </a:lnTo>
                    <a:lnTo>
                      <a:pt x="13231" y="8284"/>
                    </a:lnTo>
                    <a:lnTo>
                      <a:pt x="14236" y="8244"/>
                    </a:lnTo>
                    <a:lnTo>
                      <a:pt x="15201" y="8163"/>
                    </a:lnTo>
                    <a:lnTo>
                      <a:pt x="16126" y="8043"/>
                    </a:lnTo>
                    <a:lnTo>
                      <a:pt x="17051" y="7922"/>
                    </a:lnTo>
                    <a:lnTo>
                      <a:pt x="17935" y="7761"/>
                    </a:lnTo>
                    <a:lnTo>
                      <a:pt x="18780" y="7560"/>
                    </a:lnTo>
                    <a:lnTo>
                      <a:pt x="19584" y="7359"/>
                    </a:lnTo>
                    <a:lnTo>
                      <a:pt x="21152" y="6917"/>
                    </a:lnTo>
                    <a:lnTo>
                      <a:pt x="22560" y="6434"/>
                    </a:lnTo>
                    <a:lnTo>
                      <a:pt x="23807" y="5952"/>
                    </a:lnTo>
                    <a:lnTo>
                      <a:pt x="24932" y="5429"/>
                    </a:lnTo>
                    <a:lnTo>
                      <a:pt x="249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38"/>
              <p:cNvSpPr/>
              <p:nvPr/>
            </p:nvSpPr>
            <p:spPr>
              <a:xfrm>
                <a:off x="3819383" y="6928796"/>
                <a:ext cx="788851" cy="571136"/>
              </a:xfrm>
              <a:custGeom>
                <a:rect b="b" l="l" r="r" t="t"/>
                <a:pathLst>
                  <a:path extrusionOk="0" h="47894" w="66151">
                    <a:moveTo>
                      <a:pt x="0" y="0"/>
                    </a:moveTo>
                    <a:lnTo>
                      <a:pt x="0" y="47894"/>
                    </a:lnTo>
                    <a:lnTo>
                      <a:pt x="66150" y="47894"/>
                    </a:lnTo>
                    <a:lnTo>
                      <a:pt x="661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38"/>
              <p:cNvSpPr/>
              <p:nvPr/>
            </p:nvSpPr>
            <p:spPr>
              <a:xfrm>
                <a:off x="4370843" y="6924002"/>
                <a:ext cx="10089" cy="580736"/>
              </a:xfrm>
              <a:custGeom>
                <a:rect b="b" l="l" r="r" t="t"/>
                <a:pathLst>
                  <a:path extrusionOk="0" h="48699" w="846">
                    <a:moveTo>
                      <a:pt x="443" y="0"/>
                    </a:moveTo>
                    <a:lnTo>
                      <a:pt x="282" y="40"/>
                    </a:lnTo>
                    <a:lnTo>
                      <a:pt x="122" y="121"/>
                    </a:lnTo>
                    <a:lnTo>
                      <a:pt x="41" y="241"/>
                    </a:lnTo>
                    <a:lnTo>
                      <a:pt x="1" y="402"/>
                    </a:lnTo>
                    <a:lnTo>
                      <a:pt x="1" y="48296"/>
                    </a:lnTo>
                    <a:lnTo>
                      <a:pt x="41" y="48457"/>
                    </a:lnTo>
                    <a:lnTo>
                      <a:pt x="122" y="48577"/>
                    </a:lnTo>
                    <a:lnTo>
                      <a:pt x="282" y="48658"/>
                    </a:lnTo>
                    <a:lnTo>
                      <a:pt x="443" y="48698"/>
                    </a:lnTo>
                    <a:lnTo>
                      <a:pt x="564" y="48658"/>
                    </a:lnTo>
                    <a:lnTo>
                      <a:pt x="725" y="48577"/>
                    </a:lnTo>
                    <a:lnTo>
                      <a:pt x="805" y="48457"/>
                    </a:lnTo>
                    <a:lnTo>
                      <a:pt x="845" y="48296"/>
                    </a:lnTo>
                    <a:lnTo>
                      <a:pt x="845" y="402"/>
                    </a:lnTo>
                    <a:lnTo>
                      <a:pt x="805" y="241"/>
                    </a:lnTo>
                    <a:lnTo>
                      <a:pt x="725" y="121"/>
                    </a:lnTo>
                    <a:lnTo>
                      <a:pt x="564" y="40"/>
                    </a:lnTo>
                    <a:lnTo>
                      <a:pt x="4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38"/>
              <p:cNvSpPr/>
              <p:nvPr/>
            </p:nvSpPr>
            <p:spPr>
              <a:xfrm>
                <a:off x="3894666" y="7005522"/>
                <a:ext cx="399464" cy="398033"/>
              </a:xfrm>
              <a:custGeom>
                <a:rect b="b" l="l" r="r" t="t"/>
                <a:pathLst>
                  <a:path extrusionOk="0" h="33378" w="33498">
                    <a:moveTo>
                      <a:pt x="16488" y="7802"/>
                    </a:moveTo>
                    <a:lnTo>
                      <a:pt x="21072" y="20187"/>
                    </a:lnTo>
                    <a:lnTo>
                      <a:pt x="11984" y="20187"/>
                    </a:lnTo>
                    <a:lnTo>
                      <a:pt x="16488" y="7802"/>
                    </a:lnTo>
                    <a:close/>
                    <a:moveTo>
                      <a:pt x="12989" y="0"/>
                    </a:moveTo>
                    <a:lnTo>
                      <a:pt x="0" y="33377"/>
                    </a:lnTo>
                    <a:lnTo>
                      <a:pt x="7158" y="33377"/>
                    </a:lnTo>
                    <a:lnTo>
                      <a:pt x="9893" y="25817"/>
                    </a:lnTo>
                    <a:lnTo>
                      <a:pt x="23244" y="25817"/>
                    </a:lnTo>
                    <a:lnTo>
                      <a:pt x="26179" y="33377"/>
                    </a:lnTo>
                    <a:lnTo>
                      <a:pt x="33498" y="33377"/>
                    </a:lnTo>
                    <a:lnTo>
                      <a:pt x="201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38"/>
              <p:cNvSpPr/>
              <p:nvPr/>
            </p:nvSpPr>
            <p:spPr>
              <a:xfrm>
                <a:off x="5279575" y="7118213"/>
                <a:ext cx="533262" cy="386036"/>
              </a:xfrm>
              <a:custGeom>
                <a:rect b="b" l="l" r="r" t="t"/>
                <a:pathLst>
                  <a:path extrusionOk="0" h="32372" w="44718">
                    <a:moveTo>
                      <a:pt x="0" y="0"/>
                    </a:moveTo>
                    <a:lnTo>
                      <a:pt x="0" y="32372"/>
                    </a:lnTo>
                    <a:lnTo>
                      <a:pt x="44717" y="32372"/>
                    </a:lnTo>
                    <a:lnTo>
                      <a:pt x="447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38"/>
              <p:cNvSpPr/>
              <p:nvPr/>
            </p:nvSpPr>
            <p:spPr>
              <a:xfrm>
                <a:off x="5650741" y="7113419"/>
                <a:ext cx="9600" cy="395624"/>
              </a:xfrm>
              <a:custGeom>
                <a:rect b="b" l="l" r="r" t="t"/>
                <a:pathLst>
                  <a:path extrusionOk="0" h="33176" w="805">
                    <a:moveTo>
                      <a:pt x="402" y="0"/>
                    </a:moveTo>
                    <a:lnTo>
                      <a:pt x="241" y="40"/>
                    </a:lnTo>
                    <a:lnTo>
                      <a:pt x="121" y="121"/>
                    </a:lnTo>
                    <a:lnTo>
                      <a:pt x="0" y="242"/>
                    </a:lnTo>
                    <a:lnTo>
                      <a:pt x="0" y="402"/>
                    </a:lnTo>
                    <a:lnTo>
                      <a:pt x="0" y="32774"/>
                    </a:lnTo>
                    <a:lnTo>
                      <a:pt x="0" y="32935"/>
                    </a:lnTo>
                    <a:lnTo>
                      <a:pt x="121" y="33055"/>
                    </a:lnTo>
                    <a:lnTo>
                      <a:pt x="241" y="33136"/>
                    </a:lnTo>
                    <a:lnTo>
                      <a:pt x="402" y="33176"/>
                    </a:lnTo>
                    <a:lnTo>
                      <a:pt x="563" y="33136"/>
                    </a:lnTo>
                    <a:lnTo>
                      <a:pt x="684" y="33055"/>
                    </a:lnTo>
                    <a:lnTo>
                      <a:pt x="764" y="32935"/>
                    </a:lnTo>
                    <a:lnTo>
                      <a:pt x="804" y="32774"/>
                    </a:lnTo>
                    <a:lnTo>
                      <a:pt x="804" y="402"/>
                    </a:lnTo>
                    <a:lnTo>
                      <a:pt x="764" y="242"/>
                    </a:lnTo>
                    <a:lnTo>
                      <a:pt x="684" y="121"/>
                    </a:lnTo>
                    <a:lnTo>
                      <a:pt x="563" y="40"/>
                    </a:lnTo>
                    <a:lnTo>
                      <a:pt x="4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38"/>
              <p:cNvSpPr/>
              <p:nvPr/>
            </p:nvSpPr>
            <p:spPr>
              <a:xfrm>
                <a:off x="5357744" y="7170003"/>
                <a:ext cx="225394" cy="269028"/>
              </a:xfrm>
              <a:custGeom>
                <a:rect b="b" l="l" r="r" t="t"/>
                <a:pathLst>
                  <a:path extrusionOk="0" h="22560" w="18901">
                    <a:moveTo>
                      <a:pt x="9732" y="3780"/>
                    </a:moveTo>
                    <a:lnTo>
                      <a:pt x="11059" y="3861"/>
                    </a:lnTo>
                    <a:lnTo>
                      <a:pt x="11581" y="3941"/>
                    </a:lnTo>
                    <a:lnTo>
                      <a:pt x="12064" y="4102"/>
                    </a:lnTo>
                    <a:lnTo>
                      <a:pt x="12466" y="4343"/>
                    </a:lnTo>
                    <a:lnTo>
                      <a:pt x="12788" y="4625"/>
                    </a:lnTo>
                    <a:lnTo>
                      <a:pt x="13029" y="4987"/>
                    </a:lnTo>
                    <a:lnTo>
                      <a:pt x="13230" y="5389"/>
                    </a:lnTo>
                    <a:lnTo>
                      <a:pt x="13311" y="5831"/>
                    </a:lnTo>
                    <a:lnTo>
                      <a:pt x="13351" y="6354"/>
                    </a:lnTo>
                    <a:lnTo>
                      <a:pt x="13311" y="6837"/>
                    </a:lnTo>
                    <a:lnTo>
                      <a:pt x="13190" y="7319"/>
                    </a:lnTo>
                    <a:lnTo>
                      <a:pt x="13110" y="7520"/>
                    </a:lnTo>
                    <a:lnTo>
                      <a:pt x="12989" y="7721"/>
                    </a:lnTo>
                    <a:lnTo>
                      <a:pt x="12828" y="7922"/>
                    </a:lnTo>
                    <a:lnTo>
                      <a:pt x="12667" y="8083"/>
                    </a:lnTo>
                    <a:lnTo>
                      <a:pt x="12305" y="8405"/>
                    </a:lnTo>
                    <a:lnTo>
                      <a:pt x="11903" y="8646"/>
                    </a:lnTo>
                    <a:lnTo>
                      <a:pt x="11421" y="8807"/>
                    </a:lnTo>
                    <a:lnTo>
                      <a:pt x="10858" y="8887"/>
                    </a:lnTo>
                    <a:lnTo>
                      <a:pt x="9691" y="8968"/>
                    </a:lnTo>
                    <a:lnTo>
                      <a:pt x="4544" y="8968"/>
                    </a:lnTo>
                    <a:lnTo>
                      <a:pt x="4544" y="3780"/>
                    </a:lnTo>
                    <a:close/>
                    <a:moveTo>
                      <a:pt x="9651" y="12748"/>
                    </a:moveTo>
                    <a:lnTo>
                      <a:pt x="10777" y="12828"/>
                    </a:lnTo>
                    <a:lnTo>
                      <a:pt x="11662" y="12909"/>
                    </a:lnTo>
                    <a:lnTo>
                      <a:pt x="12024" y="12989"/>
                    </a:lnTo>
                    <a:lnTo>
                      <a:pt x="12265" y="13070"/>
                    </a:lnTo>
                    <a:lnTo>
                      <a:pt x="12707" y="13230"/>
                    </a:lnTo>
                    <a:lnTo>
                      <a:pt x="13110" y="13472"/>
                    </a:lnTo>
                    <a:lnTo>
                      <a:pt x="13431" y="13753"/>
                    </a:lnTo>
                    <a:lnTo>
                      <a:pt x="13713" y="14075"/>
                    </a:lnTo>
                    <a:lnTo>
                      <a:pt x="13914" y="14477"/>
                    </a:lnTo>
                    <a:lnTo>
                      <a:pt x="14075" y="14879"/>
                    </a:lnTo>
                    <a:lnTo>
                      <a:pt x="14155" y="15322"/>
                    </a:lnTo>
                    <a:lnTo>
                      <a:pt x="14195" y="15804"/>
                    </a:lnTo>
                    <a:lnTo>
                      <a:pt x="14155" y="16407"/>
                    </a:lnTo>
                    <a:lnTo>
                      <a:pt x="14034" y="16890"/>
                    </a:lnTo>
                    <a:lnTo>
                      <a:pt x="13954" y="17131"/>
                    </a:lnTo>
                    <a:lnTo>
                      <a:pt x="13833" y="17332"/>
                    </a:lnTo>
                    <a:lnTo>
                      <a:pt x="13713" y="17533"/>
                    </a:lnTo>
                    <a:lnTo>
                      <a:pt x="13552" y="17734"/>
                    </a:lnTo>
                    <a:lnTo>
                      <a:pt x="13190" y="18056"/>
                    </a:lnTo>
                    <a:lnTo>
                      <a:pt x="12828" y="18297"/>
                    </a:lnTo>
                    <a:lnTo>
                      <a:pt x="12386" y="18498"/>
                    </a:lnTo>
                    <a:lnTo>
                      <a:pt x="11903" y="18619"/>
                    </a:lnTo>
                    <a:lnTo>
                      <a:pt x="11461" y="18699"/>
                    </a:lnTo>
                    <a:lnTo>
                      <a:pt x="10777" y="18740"/>
                    </a:lnTo>
                    <a:lnTo>
                      <a:pt x="8767" y="18780"/>
                    </a:lnTo>
                    <a:lnTo>
                      <a:pt x="4544" y="18780"/>
                    </a:lnTo>
                    <a:lnTo>
                      <a:pt x="4544" y="12748"/>
                    </a:lnTo>
                    <a:close/>
                    <a:moveTo>
                      <a:pt x="0" y="0"/>
                    </a:moveTo>
                    <a:lnTo>
                      <a:pt x="0" y="22560"/>
                    </a:lnTo>
                    <a:lnTo>
                      <a:pt x="7681" y="22560"/>
                    </a:lnTo>
                    <a:lnTo>
                      <a:pt x="11219" y="22520"/>
                    </a:lnTo>
                    <a:lnTo>
                      <a:pt x="12386" y="22479"/>
                    </a:lnTo>
                    <a:lnTo>
                      <a:pt x="13190" y="22439"/>
                    </a:lnTo>
                    <a:lnTo>
                      <a:pt x="14034" y="22278"/>
                    </a:lnTo>
                    <a:lnTo>
                      <a:pt x="14437" y="22158"/>
                    </a:lnTo>
                    <a:lnTo>
                      <a:pt x="14839" y="22037"/>
                    </a:lnTo>
                    <a:lnTo>
                      <a:pt x="15201" y="21917"/>
                    </a:lnTo>
                    <a:lnTo>
                      <a:pt x="15562" y="21756"/>
                    </a:lnTo>
                    <a:lnTo>
                      <a:pt x="15924" y="21555"/>
                    </a:lnTo>
                    <a:lnTo>
                      <a:pt x="16246" y="21354"/>
                    </a:lnTo>
                    <a:lnTo>
                      <a:pt x="16528" y="21112"/>
                    </a:lnTo>
                    <a:lnTo>
                      <a:pt x="16809" y="20871"/>
                    </a:lnTo>
                    <a:lnTo>
                      <a:pt x="17091" y="20630"/>
                    </a:lnTo>
                    <a:lnTo>
                      <a:pt x="17332" y="20348"/>
                    </a:lnTo>
                    <a:lnTo>
                      <a:pt x="17774" y="19705"/>
                    </a:lnTo>
                    <a:lnTo>
                      <a:pt x="18176" y="19021"/>
                    </a:lnTo>
                    <a:lnTo>
                      <a:pt x="18498" y="18297"/>
                    </a:lnTo>
                    <a:lnTo>
                      <a:pt x="18699" y="17533"/>
                    </a:lnTo>
                    <a:lnTo>
                      <a:pt x="18860" y="16809"/>
                    </a:lnTo>
                    <a:lnTo>
                      <a:pt x="18900" y="16045"/>
                    </a:lnTo>
                    <a:lnTo>
                      <a:pt x="18860" y="15563"/>
                    </a:lnTo>
                    <a:lnTo>
                      <a:pt x="18820" y="15080"/>
                    </a:lnTo>
                    <a:lnTo>
                      <a:pt x="18739" y="14638"/>
                    </a:lnTo>
                    <a:lnTo>
                      <a:pt x="18619" y="14196"/>
                    </a:lnTo>
                    <a:lnTo>
                      <a:pt x="18458" y="13793"/>
                    </a:lnTo>
                    <a:lnTo>
                      <a:pt x="18257" y="13391"/>
                    </a:lnTo>
                    <a:lnTo>
                      <a:pt x="18056" y="12989"/>
                    </a:lnTo>
                    <a:lnTo>
                      <a:pt x="17774" y="12627"/>
                    </a:lnTo>
                    <a:lnTo>
                      <a:pt x="17493" y="12265"/>
                    </a:lnTo>
                    <a:lnTo>
                      <a:pt x="17171" y="11944"/>
                    </a:lnTo>
                    <a:lnTo>
                      <a:pt x="16809" y="11662"/>
                    </a:lnTo>
                    <a:lnTo>
                      <a:pt x="16447" y="11381"/>
                    </a:lnTo>
                    <a:lnTo>
                      <a:pt x="16045" y="11139"/>
                    </a:lnTo>
                    <a:lnTo>
                      <a:pt x="15603" y="10938"/>
                    </a:lnTo>
                    <a:lnTo>
                      <a:pt x="15120" y="10737"/>
                    </a:lnTo>
                    <a:lnTo>
                      <a:pt x="14638" y="10576"/>
                    </a:lnTo>
                    <a:lnTo>
                      <a:pt x="14959" y="10416"/>
                    </a:lnTo>
                    <a:lnTo>
                      <a:pt x="15321" y="10215"/>
                    </a:lnTo>
                    <a:lnTo>
                      <a:pt x="15643" y="10013"/>
                    </a:lnTo>
                    <a:lnTo>
                      <a:pt x="15924" y="9772"/>
                    </a:lnTo>
                    <a:lnTo>
                      <a:pt x="16206" y="9491"/>
                    </a:lnTo>
                    <a:lnTo>
                      <a:pt x="16487" y="9209"/>
                    </a:lnTo>
                    <a:lnTo>
                      <a:pt x="16729" y="8928"/>
                    </a:lnTo>
                    <a:lnTo>
                      <a:pt x="16930" y="8606"/>
                    </a:lnTo>
                    <a:lnTo>
                      <a:pt x="17131" y="8244"/>
                    </a:lnTo>
                    <a:lnTo>
                      <a:pt x="17292" y="7922"/>
                    </a:lnTo>
                    <a:lnTo>
                      <a:pt x="17452" y="7560"/>
                    </a:lnTo>
                    <a:lnTo>
                      <a:pt x="17573" y="7199"/>
                    </a:lnTo>
                    <a:lnTo>
                      <a:pt x="17654" y="6837"/>
                    </a:lnTo>
                    <a:lnTo>
                      <a:pt x="17734" y="6475"/>
                    </a:lnTo>
                    <a:lnTo>
                      <a:pt x="17774" y="6073"/>
                    </a:lnTo>
                    <a:lnTo>
                      <a:pt x="17774" y="5670"/>
                    </a:lnTo>
                    <a:lnTo>
                      <a:pt x="17734" y="4987"/>
                    </a:lnTo>
                    <a:lnTo>
                      <a:pt x="17613" y="4303"/>
                    </a:lnTo>
                    <a:lnTo>
                      <a:pt x="17412" y="3660"/>
                    </a:lnTo>
                    <a:lnTo>
                      <a:pt x="17091" y="3057"/>
                    </a:lnTo>
                    <a:lnTo>
                      <a:pt x="16729" y="2494"/>
                    </a:lnTo>
                    <a:lnTo>
                      <a:pt x="16327" y="1971"/>
                    </a:lnTo>
                    <a:lnTo>
                      <a:pt x="15844" y="1529"/>
                    </a:lnTo>
                    <a:lnTo>
                      <a:pt x="15361" y="1167"/>
                    </a:lnTo>
                    <a:lnTo>
                      <a:pt x="14839" y="845"/>
                    </a:lnTo>
                    <a:lnTo>
                      <a:pt x="14276" y="563"/>
                    </a:lnTo>
                    <a:lnTo>
                      <a:pt x="13632" y="362"/>
                    </a:lnTo>
                    <a:lnTo>
                      <a:pt x="13029" y="242"/>
                    </a:lnTo>
                    <a:lnTo>
                      <a:pt x="12265" y="121"/>
                    </a:lnTo>
                    <a:lnTo>
                      <a:pt x="11340" y="81"/>
                    </a:lnTo>
                    <a:lnTo>
                      <a:pt x="10254" y="41"/>
                    </a:lnTo>
                    <a:lnTo>
                      <a:pt x="90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4681107" y="6857342"/>
                <a:ext cx="318433" cy="635400"/>
              </a:xfrm>
              <a:custGeom>
                <a:rect b="b" l="l" r="r" t="t"/>
                <a:pathLst>
                  <a:path extrusionOk="0" h="53283" w="26703">
                    <a:moveTo>
                      <a:pt x="11783" y="1"/>
                    </a:moveTo>
                    <a:lnTo>
                      <a:pt x="11703" y="41"/>
                    </a:lnTo>
                    <a:lnTo>
                      <a:pt x="11622" y="81"/>
                    </a:lnTo>
                    <a:lnTo>
                      <a:pt x="11461" y="282"/>
                    </a:lnTo>
                    <a:lnTo>
                      <a:pt x="11341" y="604"/>
                    </a:lnTo>
                    <a:lnTo>
                      <a:pt x="11341" y="1006"/>
                    </a:lnTo>
                    <a:lnTo>
                      <a:pt x="8566" y="13713"/>
                    </a:lnTo>
                    <a:lnTo>
                      <a:pt x="8204" y="15442"/>
                    </a:lnTo>
                    <a:lnTo>
                      <a:pt x="7842" y="17171"/>
                    </a:lnTo>
                    <a:lnTo>
                      <a:pt x="6797" y="21836"/>
                    </a:lnTo>
                    <a:lnTo>
                      <a:pt x="6073" y="25295"/>
                    </a:lnTo>
                    <a:lnTo>
                      <a:pt x="5148" y="29517"/>
                    </a:lnTo>
                    <a:lnTo>
                      <a:pt x="4384" y="32975"/>
                    </a:lnTo>
                    <a:lnTo>
                      <a:pt x="3861" y="35509"/>
                    </a:lnTo>
                    <a:lnTo>
                      <a:pt x="3298" y="38042"/>
                    </a:lnTo>
                    <a:lnTo>
                      <a:pt x="2534" y="41500"/>
                    </a:lnTo>
                    <a:lnTo>
                      <a:pt x="1" y="53283"/>
                    </a:lnTo>
                    <a:lnTo>
                      <a:pt x="26702" y="53283"/>
                    </a:lnTo>
                    <a:lnTo>
                      <a:pt x="23485" y="41500"/>
                    </a:lnTo>
                    <a:lnTo>
                      <a:pt x="23002" y="39771"/>
                    </a:lnTo>
                    <a:lnTo>
                      <a:pt x="22520" y="38042"/>
                    </a:lnTo>
                    <a:lnTo>
                      <a:pt x="21153" y="32975"/>
                    </a:lnTo>
                    <a:lnTo>
                      <a:pt x="20670" y="31246"/>
                    </a:lnTo>
                    <a:lnTo>
                      <a:pt x="20228" y="29517"/>
                    </a:lnTo>
                    <a:lnTo>
                      <a:pt x="19625" y="27386"/>
                    </a:lnTo>
                    <a:lnTo>
                      <a:pt x="19021" y="25295"/>
                    </a:lnTo>
                    <a:lnTo>
                      <a:pt x="18096" y="21836"/>
                    </a:lnTo>
                    <a:lnTo>
                      <a:pt x="16810" y="17171"/>
                    </a:lnTo>
                    <a:lnTo>
                      <a:pt x="16367" y="15442"/>
                    </a:lnTo>
                    <a:lnTo>
                      <a:pt x="15845" y="13713"/>
                    </a:lnTo>
                    <a:lnTo>
                      <a:pt x="12386" y="1006"/>
                    </a:lnTo>
                    <a:lnTo>
                      <a:pt x="12346" y="765"/>
                    </a:lnTo>
                    <a:lnTo>
                      <a:pt x="12306" y="564"/>
                    </a:lnTo>
                    <a:lnTo>
                      <a:pt x="12225" y="403"/>
                    </a:lnTo>
                    <a:lnTo>
                      <a:pt x="12145" y="282"/>
                    </a:lnTo>
                    <a:lnTo>
                      <a:pt x="11944" y="81"/>
                    </a:lnTo>
                    <a:lnTo>
                      <a:pt x="1186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38"/>
              <p:cNvSpPr/>
              <p:nvPr/>
            </p:nvSpPr>
            <p:spPr>
              <a:xfrm>
                <a:off x="4774623" y="7020869"/>
                <a:ext cx="106943" cy="41249"/>
              </a:xfrm>
              <a:custGeom>
                <a:rect b="b" l="l" r="r" t="t"/>
                <a:pathLst>
                  <a:path extrusionOk="0" h="3459" w="8968">
                    <a:moveTo>
                      <a:pt x="724" y="0"/>
                    </a:moveTo>
                    <a:lnTo>
                      <a:pt x="362" y="1729"/>
                    </a:lnTo>
                    <a:lnTo>
                      <a:pt x="0" y="3458"/>
                    </a:lnTo>
                    <a:lnTo>
                      <a:pt x="8968" y="3458"/>
                    </a:lnTo>
                    <a:lnTo>
                      <a:pt x="8525" y="1729"/>
                    </a:lnTo>
                    <a:lnTo>
                      <a:pt x="80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38"/>
              <p:cNvSpPr/>
              <p:nvPr/>
            </p:nvSpPr>
            <p:spPr>
              <a:xfrm>
                <a:off x="4753516" y="7117736"/>
                <a:ext cx="154429" cy="41249"/>
              </a:xfrm>
              <a:custGeom>
                <a:rect b="b" l="l" r="r" t="t"/>
                <a:pathLst>
                  <a:path extrusionOk="0" h="3459" w="12950">
                    <a:moveTo>
                      <a:pt x="725" y="0"/>
                    </a:moveTo>
                    <a:lnTo>
                      <a:pt x="1" y="3459"/>
                    </a:lnTo>
                    <a:lnTo>
                      <a:pt x="12949" y="3459"/>
                    </a:lnTo>
                    <a:lnTo>
                      <a:pt x="120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8"/>
              <p:cNvSpPr/>
              <p:nvPr/>
            </p:nvSpPr>
            <p:spPr>
              <a:xfrm>
                <a:off x="4733375" y="7209320"/>
                <a:ext cx="199982" cy="41260"/>
              </a:xfrm>
              <a:custGeom>
                <a:rect b="b" l="l" r="r" t="t"/>
                <a:pathLst>
                  <a:path extrusionOk="0" h="3460" w="16770">
                    <a:moveTo>
                      <a:pt x="765" y="1"/>
                    </a:moveTo>
                    <a:lnTo>
                      <a:pt x="1" y="3459"/>
                    </a:lnTo>
                    <a:lnTo>
                      <a:pt x="16770" y="3459"/>
                    </a:lnTo>
                    <a:lnTo>
                      <a:pt x="16287" y="1730"/>
                    </a:lnTo>
                    <a:lnTo>
                      <a:pt x="158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38"/>
              <p:cNvSpPr/>
              <p:nvPr/>
            </p:nvSpPr>
            <p:spPr>
              <a:xfrm>
                <a:off x="4711325" y="7310993"/>
                <a:ext cx="249841" cy="41249"/>
              </a:xfrm>
              <a:custGeom>
                <a:rect b="b" l="l" r="r" t="t"/>
                <a:pathLst>
                  <a:path extrusionOk="0" h="3459" w="20951">
                    <a:moveTo>
                      <a:pt x="764" y="0"/>
                    </a:moveTo>
                    <a:lnTo>
                      <a:pt x="0" y="3458"/>
                    </a:lnTo>
                    <a:lnTo>
                      <a:pt x="20951" y="3458"/>
                    </a:lnTo>
                    <a:lnTo>
                      <a:pt x="20468" y="1729"/>
                    </a:lnTo>
                    <a:lnTo>
                      <a:pt x="199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1" name="Google Shape;1261;p38"/>
            <p:cNvGrpSpPr/>
            <p:nvPr/>
          </p:nvGrpSpPr>
          <p:grpSpPr>
            <a:xfrm>
              <a:off x="6207358" y="2156105"/>
              <a:ext cx="1723267" cy="1612394"/>
              <a:chOff x="7170143" y="3457295"/>
              <a:chExt cx="1647483" cy="1541486"/>
            </a:xfrm>
          </p:grpSpPr>
          <p:sp>
            <p:nvSpPr>
              <p:cNvPr id="1262" name="Google Shape;1262;p38"/>
              <p:cNvSpPr/>
              <p:nvPr/>
            </p:nvSpPr>
            <p:spPr>
              <a:xfrm>
                <a:off x="7295724" y="4739340"/>
                <a:ext cx="501928" cy="166904"/>
              </a:xfrm>
              <a:custGeom>
                <a:rect b="b" l="l" r="r" t="t"/>
                <a:pathLst>
                  <a:path extrusionOk="0" h="15526" w="46691">
                    <a:moveTo>
                      <a:pt x="35662" y="1"/>
                    </a:moveTo>
                    <a:lnTo>
                      <a:pt x="32395" y="39"/>
                    </a:lnTo>
                    <a:lnTo>
                      <a:pt x="30743" y="77"/>
                    </a:lnTo>
                    <a:lnTo>
                      <a:pt x="29052" y="154"/>
                    </a:lnTo>
                    <a:lnTo>
                      <a:pt x="26939" y="308"/>
                    </a:lnTo>
                    <a:lnTo>
                      <a:pt x="24863" y="462"/>
                    </a:lnTo>
                    <a:lnTo>
                      <a:pt x="22827" y="654"/>
                    </a:lnTo>
                    <a:lnTo>
                      <a:pt x="20828" y="884"/>
                    </a:lnTo>
                    <a:lnTo>
                      <a:pt x="18869" y="1153"/>
                    </a:lnTo>
                    <a:lnTo>
                      <a:pt x="16947" y="1422"/>
                    </a:lnTo>
                    <a:lnTo>
                      <a:pt x="15064" y="1730"/>
                    </a:lnTo>
                    <a:lnTo>
                      <a:pt x="13220" y="2076"/>
                    </a:lnTo>
                    <a:lnTo>
                      <a:pt x="11413" y="2422"/>
                    </a:lnTo>
                    <a:lnTo>
                      <a:pt x="9646" y="2806"/>
                    </a:lnTo>
                    <a:lnTo>
                      <a:pt x="7955" y="3190"/>
                    </a:lnTo>
                    <a:lnTo>
                      <a:pt x="6264" y="3613"/>
                    </a:lnTo>
                    <a:lnTo>
                      <a:pt x="4650" y="4036"/>
                    </a:lnTo>
                    <a:lnTo>
                      <a:pt x="3036" y="4458"/>
                    </a:lnTo>
                    <a:lnTo>
                      <a:pt x="0" y="5381"/>
                    </a:lnTo>
                    <a:lnTo>
                      <a:pt x="769" y="11606"/>
                    </a:lnTo>
                    <a:lnTo>
                      <a:pt x="3113" y="12182"/>
                    </a:lnTo>
                    <a:lnTo>
                      <a:pt x="5342" y="12682"/>
                    </a:lnTo>
                    <a:lnTo>
                      <a:pt x="7494" y="13143"/>
                    </a:lnTo>
                    <a:lnTo>
                      <a:pt x="9531" y="13527"/>
                    </a:lnTo>
                    <a:lnTo>
                      <a:pt x="11452" y="13835"/>
                    </a:lnTo>
                    <a:lnTo>
                      <a:pt x="13258" y="14142"/>
                    </a:lnTo>
                    <a:lnTo>
                      <a:pt x="14987" y="14373"/>
                    </a:lnTo>
                    <a:lnTo>
                      <a:pt x="16563" y="14565"/>
                    </a:lnTo>
                    <a:lnTo>
                      <a:pt x="19291" y="14911"/>
                    </a:lnTo>
                    <a:lnTo>
                      <a:pt x="21789" y="15218"/>
                    </a:lnTo>
                    <a:lnTo>
                      <a:pt x="22980" y="15333"/>
                    </a:lnTo>
                    <a:lnTo>
                      <a:pt x="24172" y="15449"/>
                    </a:lnTo>
                    <a:lnTo>
                      <a:pt x="25286" y="15487"/>
                    </a:lnTo>
                    <a:lnTo>
                      <a:pt x="26362" y="15526"/>
                    </a:lnTo>
                    <a:lnTo>
                      <a:pt x="27400" y="15526"/>
                    </a:lnTo>
                    <a:lnTo>
                      <a:pt x="28437" y="15449"/>
                    </a:lnTo>
                    <a:lnTo>
                      <a:pt x="29436" y="15333"/>
                    </a:lnTo>
                    <a:lnTo>
                      <a:pt x="30435" y="15180"/>
                    </a:lnTo>
                    <a:lnTo>
                      <a:pt x="31396" y="14911"/>
                    </a:lnTo>
                    <a:lnTo>
                      <a:pt x="32357" y="14603"/>
                    </a:lnTo>
                    <a:lnTo>
                      <a:pt x="33279" y="14219"/>
                    </a:lnTo>
                    <a:lnTo>
                      <a:pt x="34240" y="13719"/>
                    </a:lnTo>
                    <a:lnTo>
                      <a:pt x="34893" y="13335"/>
                    </a:lnTo>
                    <a:lnTo>
                      <a:pt x="35201" y="13489"/>
                    </a:lnTo>
                    <a:lnTo>
                      <a:pt x="35546" y="13604"/>
                    </a:lnTo>
                    <a:lnTo>
                      <a:pt x="35931" y="13681"/>
                    </a:lnTo>
                    <a:lnTo>
                      <a:pt x="36277" y="13681"/>
                    </a:lnTo>
                    <a:lnTo>
                      <a:pt x="36584" y="13604"/>
                    </a:lnTo>
                    <a:lnTo>
                      <a:pt x="36930" y="13489"/>
                    </a:lnTo>
                    <a:lnTo>
                      <a:pt x="37199" y="13335"/>
                    </a:lnTo>
                    <a:lnTo>
                      <a:pt x="37468" y="13143"/>
                    </a:lnTo>
                    <a:lnTo>
                      <a:pt x="37698" y="12836"/>
                    </a:lnTo>
                    <a:lnTo>
                      <a:pt x="37852" y="12528"/>
                    </a:lnTo>
                    <a:lnTo>
                      <a:pt x="37967" y="12221"/>
                    </a:lnTo>
                    <a:lnTo>
                      <a:pt x="38006" y="11913"/>
                    </a:lnTo>
                    <a:lnTo>
                      <a:pt x="38006" y="11683"/>
                    </a:lnTo>
                    <a:lnTo>
                      <a:pt x="38006" y="11452"/>
                    </a:lnTo>
                    <a:lnTo>
                      <a:pt x="37967" y="11222"/>
                    </a:lnTo>
                    <a:lnTo>
                      <a:pt x="38505" y="10914"/>
                    </a:lnTo>
                    <a:lnTo>
                      <a:pt x="39082" y="10568"/>
                    </a:lnTo>
                    <a:lnTo>
                      <a:pt x="39812" y="10184"/>
                    </a:lnTo>
                    <a:lnTo>
                      <a:pt x="40235" y="9954"/>
                    </a:lnTo>
                    <a:lnTo>
                      <a:pt x="40773" y="9761"/>
                    </a:lnTo>
                    <a:lnTo>
                      <a:pt x="41388" y="9531"/>
                    </a:lnTo>
                    <a:lnTo>
                      <a:pt x="42156" y="9300"/>
                    </a:lnTo>
                    <a:lnTo>
                      <a:pt x="43078" y="9147"/>
                    </a:lnTo>
                    <a:lnTo>
                      <a:pt x="44116" y="8993"/>
                    </a:lnTo>
                    <a:lnTo>
                      <a:pt x="45269" y="8916"/>
                    </a:lnTo>
                    <a:lnTo>
                      <a:pt x="46575" y="8916"/>
                    </a:lnTo>
                    <a:lnTo>
                      <a:pt x="46614" y="8570"/>
                    </a:lnTo>
                    <a:lnTo>
                      <a:pt x="46691" y="8147"/>
                    </a:lnTo>
                    <a:lnTo>
                      <a:pt x="46691" y="7609"/>
                    </a:lnTo>
                    <a:lnTo>
                      <a:pt x="46691" y="6995"/>
                    </a:lnTo>
                    <a:lnTo>
                      <a:pt x="46614" y="6303"/>
                    </a:lnTo>
                    <a:lnTo>
                      <a:pt x="46499" y="5573"/>
                    </a:lnTo>
                    <a:lnTo>
                      <a:pt x="46383" y="5188"/>
                    </a:lnTo>
                    <a:lnTo>
                      <a:pt x="46230" y="4766"/>
                    </a:lnTo>
                    <a:lnTo>
                      <a:pt x="46076" y="4381"/>
                    </a:lnTo>
                    <a:lnTo>
                      <a:pt x="45884" y="3959"/>
                    </a:lnTo>
                    <a:lnTo>
                      <a:pt x="45653" y="3498"/>
                    </a:lnTo>
                    <a:lnTo>
                      <a:pt x="45384" y="3075"/>
                    </a:lnTo>
                    <a:lnTo>
                      <a:pt x="45077" y="2691"/>
                    </a:lnTo>
                    <a:lnTo>
                      <a:pt x="44808" y="2306"/>
                    </a:lnTo>
                    <a:lnTo>
                      <a:pt x="44500" y="1999"/>
                    </a:lnTo>
                    <a:lnTo>
                      <a:pt x="44193" y="1691"/>
                    </a:lnTo>
                    <a:lnTo>
                      <a:pt x="43578" y="1192"/>
                    </a:lnTo>
                    <a:lnTo>
                      <a:pt x="43002" y="808"/>
                    </a:lnTo>
                    <a:lnTo>
                      <a:pt x="42502" y="500"/>
                    </a:lnTo>
                    <a:lnTo>
                      <a:pt x="42079" y="308"/>
                    </a:lnTo>
                    <a:lnTo>
                      <a:pt x="41772" y="193"/>
                    </a:lnTo>
                    <a:lnTo>
                      <a:pt x="38774" y="39"/>
                    </a:lnTo>
                    <a:lnTo>
                      <a:pt x="35662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38"/>
              <p:cNvSpPr/>
              <p:nvPr/>
            </p:nvSpPr>
            <p:spPr>
              <a:xfrm>
                <a:off x="7170143" y="4696383"/>
                <a:ext cx="171441" cy="261085"/>
              </a:xfrm>
              <a:custGeom>
                <a:rect b="b" l="l" r="r" t="t"/>
                <a:pathLst>
                  <a:path extrusionOk="0" h="24287" w="15948">
                    <a:moveTo>
                      <a:pt x="2652" y="0"/>
                    </a:moveTo>
                    <a:lnTo>
                      <a:pt x="2229" y="77"/>
                    </a:lnTo>
                    <a:lnTo>
                      <a:pt x="1806" y="231"/>
                    </a:lnTo>
                    <a:lnTo>
                      <a:pt x="1422" y="423"/>
                    </a:lnTo>
                    <a:lnTo>
                      <a:pt x="1115" y="653"/>
                    </a:lnTo>
                    <a:lnTo>
                      <a:pt x="769" y="922"/>
                    </a:lnTo>
                    <a:lnTo>
                      <a:pt x="500" y="1191"/>
                    </a:lnTo>
                    <a:lnTo>
                      <a:pt x="0" y="1729"/>
                    </a:lnTo>
                    <a:lnTo>
                      <a:pt x="6956" y="23826"/>
                    </a:lnTo>
                    <a:lnTo>
                      <a:pt x="7686" y="24056"/>
                    </a:lnTo>
                    <a:lnTo>
                      <a:pt x="8147" y="24133"/>
                    </a:lnTo>
                    <a:lnTo>
                      <a:pt x="8608" y="24210"/>
                    </a:lnTo>
                    <a:lnTo>
                      <a:pt x="9069" y="24248"/>
                    </a:lnTo>
                    <a:lnTo>
                      <a:pt x="9569" y="24287"/>
                    </a:lnTo>
                    <a:lnTo>
                      <a:pt x="10107" y="24210"/>
                    </a:lnTo>
                    <a:lnTo>
                      <a:pt x="10645" y="24133"/>
                    </a:lnTo>
                    <a:lnTo>
                      <a:pt x="11298" y="23941"/>
                    </a:lnTo>
                    <a:lnTo>
                      <a:pt x="11836" y="23710"/>
                    </a:lnTo>
                    <a:lnTo>
                      <a:pt x="12336" y="23441"/>
                    </a:lnTo>
                    <a:lnTo>
                      <a:pt x="12797" y="23134"/>
                    </a:lnTo>
                    <a:lnTo>
                      <a:pt x="13181" y="22826"/>
                    </a:lnTo>
                    <a:lnTo>
                      <a:pt x="13488" y="22557"/>
                    </a:lnTo>
                    <a:lnTo>
                      <a:pt x="13988" y="22058"/>
                    </a:lnTo>
                    <a:lnTo>
                      <a:pt x="14257" y="21750"/>
                    </a:lnTo>
                    <a:lnTo>
                      <a:pt x="14488" y="21405"/>
                    </a:lnTo>
                    <a:lnTo>
                      <a:pt x="14949" y="20751"/>
                    </a:lnTo>
                    <a:lnTo>
                      <a:pt x="15256" y="20098"/>
                    </a:lnTo>
                    <a:lnTo>
                      <a:pt x="15525" y="19483"/>
                    </a:lnTo>
                    <a:lnTo>
                      <a:pt x="15679" y="18907"/>
                    </a:lnTo>
                    <a:lnTo>
                      <a:pt x="15794" y="18407"/>
                    </a:lnTo>
                    <a:lnTo>
                      <a:pt x="15871" y="17946"/>
                    </a:lnTo>
                    <a:lnTo>
                      <a:pt x="15948" y="17600"/>
                    </a:lnTo>
                    <a:lnTo>
                      <a:pt x="15909" y="16908"/>
                    </a:lnTo>
                    <a:lnTo>
                      <a:pt x="15871" y="16524"/>
                    </a:lnTo>
                    <a:lnTo>
                      <a:pt x="15794" y="16101"/>
                    </a:lnTo>
                    <a:lnTo>
                      <a:pt x="15679" y="15717"/>
                    </a:lnTo>
                    <a:lnTo>
                      <a:pt x="15525" y="15295"/>
                    </a:lnTo>
                    <a:lnTo>
                      <a:pt x="15333" y="14910"/>
                    </a:lnTo>
                    <a:lnTo>
                      <a:pt x="15064" y="14526"/>
                    </a:lnTo>
                    <a:lnTo>
                      <a:pt x="14757" y="14180"/>
                    </a:lnTo>
                    <a:lnTo>
                      <a:pt x="14449" y="13950"/>
                    </a:lnTo>
                    <a:lnTo>
                      <a:pt x="14142" y="13757"/>
                    </a:lnTo>
                    <a:lnTo>
                      <a:pt x="13873" y="13604"/>
                    </a:lnTo>
                    <a:lnTo>
                      <a:pt x="13565" y="13450"/>
                    </a:lnTo>
                    <a:lnTo>
                      <a:pt x="13335" y="13258"/>
                    </a:lnTo>
                    <a:lnTo>
                      <a:pt x="13104" y="13066"/>
                    </a:lnTo>
                    <a:lnTo>
                      <a:pt x="12950" y="12835"/>
                    </a:lnTo>
                    <a:lnTo>
                      <a:pt x="12797" y="12528"/>
                    </a:lnTo>
                    <a:lnTo>
                      <a:pt x="12720" y="12182"/>
                    </a:lnTo>
                    <a:lnTo>
                      <a:pt x="12720" y="11798"/>
                    </a:lnTo>
                    <a:lnTo>
                      <a:pt x="12797" y="11298"/>
                    </a:lnTo>
                    <a:lnTo>
                      <a:pt x="12989" y="10683"/>
                    </a:lnTo>
                    <a:lnTo>
                      <a:pt x="13296" y="9991"/>
                    </a:lnTo>
                    <a:lnTo>
                      <a:pt x="13719" y="9184"/>
                    </a:lnTo>
                    <a:lnTo>
                      <a:pt x="14334" y="8224"/>
                    </a:lnTo>
                    <a:lnTo>
                      <a:pt x="13412" y="7724"/>
                    </a:lnTo>
                    <a:lnTo>
                      <a:pt x="12259" y="7071"/>
                    </a:lnTo>
                    <a:lnTo>
                      <a:pt x="11644" y="6648"/>
                    </a:lnTo>
                    <a:lnTo>
                      <a:pt x="10952" y="6187"/>
                    </a:lnTo>
                    <a:lnTo>
                      <a:pt x="10260" y="5687"/>
                    </a:lnTo>
                    <a:lnTo>
                      <a:pt x="9569" y="5111"/>
                    </a:lnTo>
                    <a:lnTo>
                      <a:pt x="8915" y="4573"/>
                    </a:lnTo>
                    <a:lnTo>
                      <a:pt x="8339" y="4073"/>
                    </a:lnTo>
                    <a:lnTo>
                      <a:pt x="7301" y="3074"/>
                    </a:lnTo>
                    <a:lnTo>
                      <a:pt x="6418" y="2190"/>
                    </a:lnTo>
                    <a:lnTo>
                      <a:pt x="5572" y="1422"/>
                    </a:lnTo>
                    <a:lnTo>
                      <a:pt x="5226" y="1076"/>
                    </a:lnTo>
                    <a:lnTo>
                      <a:pt x="4842" y="769"/>
                    </a:lnTo>
                    <a:lnTo>
                      <a:pt x="4496" y="500"/>
                    </a:lnTo>
                    <a:lnTo>
                      <a:pt x="4112" y="307"/>
                    </a:lnTo>
                    <a:lnTo>
                      <a:pt x="3766" y="154"/>
                    </a:lnTo>
                    <a:lnTo>
                      <a:pt x="3420" y="38"/>
                    </a:lnTo>
                    <a:lnTo>
                      <a:pt x="30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38"/>
              <p:cNvSpPr/>
              <p:nvPr/>
            </p:nvSpPr>
            <p:spPr>
              <a:xfrm>
                <a:off x="7410975" y="4717442"/>
                <a:ext cx="596120" cy="218547"/>
              </a:xfrm>
              <a:custGeom>
                <a:rect b="b" l="l" r="r" t="t"/>
                <a:pathLst>
                  <a:path extrusionOk="0" h="20330" w="55453">
                    <a:moveTo>
                      <a:pt x="42464" y="1"/>
                    </a:moveTo>
                    <a:lnTo>
                      <a:pt x="39313" y="39"/>
                    </a:lnTo>
                    <a:lnTo>
                      <a:pt x="36047" y="155"/>
                    </a:lnTo>
                    <a:lnTo>
                      <a:pt x="32703" y="308"/>
                    </a:lnTo>
                    <a:lnTo>
                      <a:pt x="29322" y="500"/>
                    </a:lnTo>
                    <a:lnTo>
                      <a:pt x="25825" y="769"/>
                    </a:lnTo>
                    <a:lnTo>
                      <a:pt x="22289" y="1115"/>
                    </a:lnTo>
                    <a:lnTo>
                      <a:pt x="18792" y="1500"/>
                    </a:lnTo>
                    <a:lnTo>
                      <a:pt x="15449" y="1922"/>
                    </a:lnTo>
                    <a:lnTo>
                      <a:pt x="12144" y="2422"/>
                    </a:lnTo>
                    <a:lnTo>
                      <a:pt x="8955" y="2921"/>
                    </a:lnTo>
                    <a:lnTo>
                      <a:pt x="5880" y="3459"/>
                    </a:lnTo>
                    <a:lnTo>
                      <a:pt x="2883" y="4036"/>
                    </a:lnTo>
                    <a:lnTo>
                      <a:pt x="1" y="4612"/>
                    </a:lnTo>
                    <a:lnTo>
                      <a:pt x="8839" y="15756"/>
                    </a:lnTo>
                    <a:lnTo>
                      <a:pt x="8993" y="16294"/>
                    </a:lnTo>
                    <a:lnTo>
                      <a:pt x="9147" y="16756"/>
                    </a:lnTo>
                    <a:lnTo>
                      <a:pt x="9377" y="17217"/>
                    </a:lnTo>
                    <a:lnTo>
                      <a:pt x="9608" y="17601"/>
                    </a:lnTo>
                    <a:lnTo>
                      <a:pt x="9800" y="17870"/>
                    </a:lnTo>
                    <a:lnTo>
                      <a:pt x="10031" y="18139"/>
                    </a:lnTo>
                    <a:lnTo>
                      <a:pt x="10530" y="18600"/>
                    </a:lnTo>
                    <a:lnTo>
                      <a:pt x="11068" y="18984"/>
                    </a:lnTo>
                    <a:lnTo>
                      <a:pt x="11683" y="19330"/>
                    </a:lnTo>
                    <a:lnTo>
                      <a:pt x="12336" y="19599"/>
                    </a:lnTo>
                    <a:lnTo>
                      <a:pt x="13028" y="19830"/>
                    </a:lnTo>
                    <a:lnTo>
                      <a:pt x="13797" y="20022"/>
                    </a:lnTo>
                    <a:lnTo>
                      <a:pt x="14565" y="20176"/>
                    </a:lnTo>
                    <a:lnTo>
                      <a:pt x="15372" y="20253"/>
                    </a:lnTo>
                    <a:lnTo>
                      <a:pt x="16218" y="20329"/>
                    </a:lnTo>
                    <a:lnTo>
                      <a:pt x="17947" y="20329"/>
                    </a:lnTo>
                    <a:lnTo>
                      <a:pt x="18831" y="20291"/>
                    </a:lnTo>
                    <a:lnTo>
                      <a:pt x="19753" y="20214"/>
                    </a:lnTo>
                    <a:lnTo>
                      <a:pt x="21521" y="19984"/>
                    </a:lnTo>
                    <a:lnTo>
                      <a:pt x="23288" y="19715"/>
                    </a:lnTo>
                    <a:lnTo>
                      <a:pt x="24941" y="19369"/>
                    </a:lnTo>
                    <a:lnTo>
                      <a:pt x="26478" y="19023"/>
                    </a:lnTo>
                    <a:lnTo>
                      <a:pt x="27861" y="18677"/>
                    </a:lnTo>
                    <a:lnTo>
                      <a:pt x="29014" y="18331"/>
                    </a:lnTo>
                    <a:lnTo>
                      <a:pt x="29975" y="18062"/>
                    </a:lnTo>
                    <a:lnTo>
                      <a:pt x="30897" y="17755"/>
                    </a:lnTo>
                    <a:lnTo>
                      <a:pt x="55453" y="18831"/>
                    </a:lnTo>
                    <a:lnTo>
                      <a:pt x="55453" y="18831"/>
                    </a:lnTo>
                    <a:lnTo>
                      <a:pt x="51495" y="155"/>
                    </a:lnTo>
                    <a:lnTo>
                      <a:pt x="48574" y="39"/>
                    </a:lnTo>
                    <a:lnTo>
                      <a:pt x="455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38"/>
              <p:cNvSpPr/>
              <p:nvPr/>
            </p:nvSpPr>
            <p:spPr>
              <a:xfrm>
                <a:off x="7511778" y="4410100"/>
                <a:ext cx="282574" cy="461444"/>
              </a:xfrm>
              <a:custGeom>
                <a:rect b="b" l="l" r="r" t="t"/>
                <a:pathLst>
                  <a:path extrusionOk="0" h="42925" w="26286">
                    <a:moveTo>
                      <a:pt x="20636" y="0"/>
                    </a:moveTo>
                    <a:lnTo>
                      <a:pt x="20137" y="77"/>
                    </a:lnTo>
                    <a:lnTo>
                      <a:pt x="19676" y="154"/>
                    </a:lnTo>
                    <a:lnTo>
                      <a:pt x="19253" y="231"/>
                    </a:lnTo>
                    <a:lnTo>
                      <a:pt x="18830" y="346"/>
                    </a:lnTo>
                    <a:lnTo>
                      <a:pt x="18100" y="615"/>
                    </a:lnTo>
                    <a:lnTo>
                      <a:pt x="17485" y="922"/>
                    </a:lnTo>
                    <a:lnTo>
                      <a:pt x="16986" y="1230"/>
                    </a:lnTo>
                    <a:lnTo>
                      <a:pt x="16601" y="1499"/>
                    </a:lnTo>
                    <a:lnTo>
                      <a:pt x="16332" y="1653"/>
                    </a:lnTo>
                    <a:lnTo>
                      <a:pt x="14718" y="4227"/>
                    </a:lnTo>
                    <a:lnTo>
                      <a:pt x="13104" y="6917"/>
                    </a:lnTo>
                    <a:lnTo>
                      <a:pt x="11529" y="9723"/>
                    </a:lnTo>
                    <a:lnTo>
                      <a:pt x="10722" y="11183"/>
                    </a:lnTo>
                    <a:lnTo>
                      <a:pt x="9953" y="12681"/>
                    </a:lnTo>
                    <a:lnTo>
                      <a:pt x="9031" y="14603"/>
                    </a:lnTo>
                    <a:lnTo>
                      <a:pt x="8147" y="16486"/>
                    </a:lnTo>
                    <a:lnTo>
                      <a:pt x="7302" y="18330"/>
                    </a:lnTo>
                    <a:lnTo>
                      <a:pt x="6495" y="20175"/>
                    </a:lnTo>
                    <a:lnTo>
                      <a:pt x="5726" y="22020"/>
                    </a:lnTo>
                    <a:lnTo>
                      <a:pt x="5034" y="23826"/>
                    </a:lnTo>
                    <a:lnTo>
                      <a:pt x="4343" y="25593"/>
                    </a:lnTo>
                    <a:lnTo>
                      <a:pt x="3728" y="27361"/>
                    </a:lnTo>
                    <a:lnTo>
                      <a:pt x="3113" y="29129"/>
                    </a:lnTo>
                    <a:lnTo>
                      <a:pt x="2575" y="30820"/>
                    </a:lnTo>
                    <a:lnTo>
                      <a:pt x="2075" y="32511"/>
                    </a:lnTo>
                    <a:lnTo>
                      <a:pt x="1576" y="34163"/>
                    </a:lnTo>
                    <a:lnTo>
                      <a:pt x="1115" y="35777"/>
                    </a:lnTo>
                    <a:lnTo>
                      <a:pt x="730" y="37391"/>
                    </a:lnTo>
                    <a:lnTo>
                      <a:pt x="0" y="40465"/>
                    </a:lnTo>
                    <a:lnTo>
                      <a:pt x="5765" y="42925"/>
                    </a:lnTo>
                    <a:lnTo>
                      <a:pt x="7455" y="41195"/>
                    </a:lnTo>
                    <a:lnTo>
                      <a:pt x="8993" y="39505"/>
                    </a:lnTo>
                    <a:lnTo>
                      <a:pt x="10453" y="37852"/>
                    </a:lnTo>
                    <a:lnTo>
                      <a:pt x="11798" y="36277"/>
                    </a:lnTo>
                    <a:lnTo>
                      <a:pt x="13027" y="34778"/>
                    </a:lnTo>
                    <a:lnTo>
                      <a:pt x="14180" y="33356"/>
                    </a:lnTo>
                    <a:lnTo>
                      <a:pt x="15256" y="31973"/>
                    </a:lnTo>
                    <a:lnTo>
                      <a:pt x="16217" y="30704"/>
                    </a:lnTo>
                    <a:lnTo>
                      <a:pt x="17869" y="28514"/>
                    </a:lnTo>
                    <a:lnTo>
                      <a:pt x="19368" y="26477"/>
                    </a:lnTo>
                    <a:lnTo>
                      <a:pt x="20098" y="25517"/>
                    </a:lnTo>
                    <a:lnTo>
                      <a:pt x="20752" y="24556"/>
                    </a:lnTo>
                    <a:lnTo>
                      <a:pt x="21366" y="23634"/>
                    </a:lnTo>
                    <a:lnTo>
                      <a:pt x="21943" y="22711"/>
                    </a:lnTo>
                    <a:lnTo>
                      <a:pt x="22442" y="21789"/>
                    </a:lnTo>
                    <a:lnTo>
                      <a:pt x="22904" y="20867"/>
                    </a:lnTo>
                    <a:lnTo>
                      <a:pt x="23326" y="19944"/>
                    </a:lnTo>
                    <a:lnTo>
                      <a:pt x="23634" y="18984"/>
                    </a:lnTo>
                    <a:lnTo>
                      <a:pt x="23903" y="18023"/>
                    </a:lnTo>
                    <a:lnTo>
                      <a:pt x="24133" y="17062"/>
                    </a:lnTo>
                    <a:lnTo>
                      <a:pt x="24249" y="16025"/>
                    </a:lnTo>
                    <a:lnTo>
                      <a:pt x="24287" y="14987"/>
                    </a:lnTo>
                    <a:lnTo>
                      <a:pt x="24287" y="14219"/>
                    </a:lnTo>
                    <a:lnTo>
                      <a:pt x="24594" y="14026"/>
                    </a:lnTo>
                    <a:lnTo>
                      <a:pt x="24863" y="13757"/>
                    </a:lnTo>
                    <a:lnTo>
                      <a:pt x="25094" y="13488"/>
                    </a:lnTo>
                    <a:lnTo>
                      <a:pt x="25248" y="13181"/>
                    </a:lnTo>
                    <a:lnTo>
                      <a:pt x="25363" y="12874"/>
                    </a:lnTo>
                    <a:lnTo>
                      <a:pt x="25440" y="12528"/>
                    </a:lnTo>
                    <a:lnTo>
                      <a:pt x="25440" y="12220"/>
                    </a:lnTo>
                    <a:lnTo>
                      <a:pt x="25401" y="11875"/>
                    </a:lnTo>
                    <a:lnTo>
                      <a:pt x="25248" y="11529"/>
                    </a:lnTo>
                    <a:lnTo>
                      <a:pt x="25056" y="11221"/>
                    </a:lnTo>
                    <a:lnTo>
                      <a:pt x="24863" y="10991"/>
                    </a:lnTo>
                    <a:lnTo>
                      <a:pt x="24633" y="10799"/>
                    </a:lnTo>
                    <a:lnTo>
                      <a:pt x="24402" y="10683"/>
                    </a:lnTo>
                    <a:lnTo>
                      <a:pt x="24210" y="10568"/>
                    </a:lnTo>
                    <a:lnTo>
                      <a:pt x="24018" y="10491"/>
                    </a:lnTo>
                    <a:lnTo>
                      <a:pt x="23980" y="9876"/>
                    </a:lnTo>
                    <a:lnTo>
                      <a:pt x="23980" y="9185"/>
                    </a:lnTo>
                    <a:lnTo>
                      <a:pt x="24018" y="8378"/>
                    </a:lnTo>
                    <a:lnTo>
                      <a:pt x="24018" y="7916"/>
                    </a:lnTo>
                    <a:lnTo>
                      <a:pt x="24095" y="7340"/>
                    </a:lnTo>
                    <a:lnTo>
                      <a:pt x="24249" y="6648"/>
                    </a:lnTo>
                    <a:lnTo>
                      <a:pt x="24441" y="5880"/>
                    </a:lnTo>
                    <a:lnTo>
                      <a:pt x="24710" y="5034"/>
                    </a:lnTo>
                    <a:lnTo>
                      <a:pt x="25132" y="4074"/>
                    </a:lnTo>
                    <a:lnTo>
                      <a:pt x="25632" y="2998"/>
                    </a:lnTo>
                    <a:lnTo>
                      <a:pt x="26285" y="1883"/>
                    </a:lnTo>
                    <a:lnTo>
                      <a:pt x="26016" y="1653"/>
                    </a:lnTo>
                    <a:lnTo>
                      <a:pt x="25670" y="1422"/>
                    </a:lnTo>
                    <a:lnTo>
                      <a:pt x="25248" y="1115"/>
                    </a:lnTo>
                    <a:lnTo>
                      <a:pt x="24671" y="807"/>
                    </a:lnTo>
                    <a:lnTo>
                      <a:pt x="24056" y="538"/>
                    </a:lnTo>
                    <a:lnTo>
                      <a:pt x="23326" y="308"/>
                    </a:lnTo>
                    <a:lnTo>
                      <a:pt x="22519" y="115"/>
                    </a:lnTo>
                    <a:lnTo>
                      <a:pt x="22097" y="39"/>
                    </a:lnTo>
                    <a:lnTo>
                      <a:pt x="21635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38"/>
              <p:cNvSpPr/>
              <p:nvPr/>
            </p:nvSpPr>
            <p:spPr>
              <a:xfrm>
                <a:off x="7347356" y="4800894"/>
                <a:ext cx="269771" cy="175988"/>
              </a:xfrm>
              <a:custGeom>
                <a:rect b="b" l="l" r="r" t="t"/>
                <a:pathLst>
                  <a:path extrusionOk="0" h="16371" w="25095">
                    <a:moveTo>
                      <a:pt x="15987" y="0"/>
                    </a:moveTo>
                    <a:lnTo>
                      <a:pt x="14911" y="500"/>
                    </a:lnTo>
                    <a:lnTo>
                      <a:pt x="13873" y="961"/>
                    </a:lnTo>
                    <a:lnTo>
                      <a:pt x="12874" y="1345"/>
                    </a:lnTo>
                    <a:lnTo>
                      <a:pt x="11952" y="1653"/>
                    </a:lnTo>
                    <a:lnTo>
                      <a:pt x="11068" y="1922"/>
                    </a:lnTo>
                    <a:lnTo>
                      <a:pt x="10261" y="2114"/>
                    </a:lnTo>
                    <a:lnTo>
                      <a:pt x="9531" y="2306"/>
                    </a:lnTo>
                    <a:lnTo>
                      <a:pt x="8839" y="2460"/>
                    </a:lnTo>
                    <a:lnTo>
                      <a:pt x="7341" y="2690"/>
                    </a:lnTo>
                    <a:lnTo>
                      <a:pt x="5957" y="2844"/>
                    </a:lnTo>
                    <a:lnTo>
                      <a:pt x="4689" y="2959"/>
                    </a:lnTo>
                    <a:lnTo>
                      <a:pt x="3536" y="3075"/>
                    </a:lnTo>
                    <a:lnTo>
                      <a:pt x="3037" y="3152"/>
                    </a:lnTo>
                    <a:lnTo>
                      <a:pt x="2576" y="3228"/>
                    </a:lnTo>
                    <a:lnTo>
                      <a:pt x="2114" y="3344"/>
                    </a:lnTo>
                    <a:lnTo>
                      <a:pt x="1730" y="3497"/>
                    </a:lnTo>
                    <a:lnTo>
                      <a:pt x="1346" y="3690"/>
                    </a:lnTo>
                    <a:lnTo>
                      <a:pt x="1038" y="3920"/>
                    </a:lnTo>
                    <a:lnTo>
                      <a:pt x="731" y="4189"/>
                    </a:lnTo>
                    <a:lnTo>
                      <a:pt x="500" y="4497"/>
                    </a:lnTo>
                    <a:lnTo>
                      <a:pt x="270" y="4881"/>
                    </a:lnTo>
                    <a:lnTo>
                      <a:pt x="155" y="5304"/>
                    </a:lnTo>
                    <a:lnTo>
                      <a:pt x="39" y="5688"/>
                    </a:lnTo>
                    <a:lnTo>
                      <a:pt x="1" y="6110"/>
                    </a:lnTo>
                    <a:lnTo>
                      <a:pt x="1" y="6533"/>
                    </a:lnTo>
                    <a:lnTo>
                      <a:pt x="39" y="6917"/>
                    </a:lnTo>
                    <a:lnTo>
                      <a:pt x="155" y="7648"/>
                    </a:lnTo>
                    <a:lnTo>
                      <a:pt x="21559" y="16371"/>
                    </a:lnTo>
                    <a:lnTo>
                      <a:pt x="22251" y="15948"/>
                    </a:lnTo>
                    <a:lnTo>
                      <a:pt x="22597" y="15679"/>
                    </a:lnTo>
                    <a:lnTo>
                      <a:pt x="22943" y="15372"/>
                    </a:lnTo>
                    <a:lnTo>
                      <a:pt x="23288" y="15026"/>
                    </a:lnTo>
                    <a:lnTo>
                      <a:pt x="23596" y="14642"/>
                    </a:lnTo>
                    <a:lnTo>
                      <a:pt x="23903" y="14219"/>
                    </a:lnTo>
                    <a:lnTo>
                      <a:pt x="24172" y="13719"/>
                    </a:lnTo>
                    <a:lnTo>
                      <a:pt x="24364" y="13335"/>
                    </a:lnTo>
                    <a:lnTo>
                      <a:pt x="24480" y="12912"/>
                    </a:lnTo>
                    <a:lnTo>
                      <a:pt x="24556" y="12528"/>
                    </a:lnTo>
                    <a:lnTo>
                      <a:pt x="24633" y="12067"/>
                    </a:lnTo>
                    <a:lnTo>
                      <a:pt x="24672" y="11106"/>
                    </a:lnTo>
                    <a:lnTo>
                      <a:pt x="24710" y="9838"/>
                    </a:lnTo>
                    <a:lnTo>
                      <a:pt x="24825" y="7571"/>
                    </a:lnTo>
                    <a:lnTo>
                      <a:pt x="24941" y="6187"/>
                    </a:lnTo>
                    <a:lnTo>
                      <a:pt x="25094" y="4612"/>
                    </a:lnTo>
                    <a:lnTo>
                      <a:pt x="24633" y="4420"/>
                    </a:lnTo>
                    <a:lnTo>
                      <a:pt x="24134" y="4228"/>
                    </a:lnTo>
                    <a:lnTo>
                      <a:pt x="23596" y="4074"/>
                    </a:lnTo>
                    <a:lnTo>
                      <a:pt x="23019" y="3959"/>
                    </a:lnTo>
                    <a:lnTo>
                      <a:pt x="22405" y="3882"/>
                    </a:lnTo>
                    <a:lnTo>
                      <a:pt x="21790" y="3882"/>
                    </a:lnTo>
                    <a:lnTo>
                      <a:pt x="21136" y="3959"/>
                    </a:lnTo>
                    <a:lnTo>
                      <a:pt x="20522" y="4112"/>
                    </a:lnTo>
                    <a:lnTo>
                      <a:pt x="20060" y="4228"/>
                    </a:lnTo>
                    <a:lnTo>
                      <a:pt x="19676" y="4420"/>
                    </a:lnTo>
                    <a:lnTo>
                      <a:pt x="19061" y="4727"/>
                    </a:lnTo>
                    <a:lnTo>
                      <a:pt x="18754" y="4881"/>
                    </a:lnTo>
                    <a:lnTo>
                      <a:pt x="18523" y="4958"/>
                    </a:lnTo>
                    <a:lnTo>
                      <a:pt x="18254" y="4996"/>
                    </a:lnTo>
                    <a:lnTo>
                      <a:pt x="17985" y="4958"/>
                    </a:lnTo>
                    <a:lnTo>
                      <a:pt x="17716" y="4881"/>
                    </a:lnTo>
                    <a:lnTo>
                      <a:pt x="17563" y="4766"/>
                    </a:lnTo>
                    <a:lnTo>
                      <a:pt x="17409" y="4650"/>
                    </a:lnTo>
                    <a:lnTo>
                      <a:pt x="17294" y="4497"/>
                    </a:lnTo>
                    <a:lnTo>
                      <a:pt x="17140" y="4343"/>
                    </a:lnTo>
                    <a:lnTo>
                      <a:pt x="16871" y="3843"/>
                    </a:lnTo>
                    <a:lnTo>
                      <a:pt x="16602" y="3190"/>
                    </a:lnTo>
                    <a:lnTo>
                      <a:pt x="16371" y="2345"/>
                    </a:lnTo>
                    <a:lnTo>
                      <a:pt x="16179" y="1307"/>
                    </a:lnTo>
                    <a:lnTo>
                      <a:pt x="159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38"/>
              <p:cNvSpPr/>
              <p:nvPr/>
            </p:nvSpPr>
            <p:spPr>
              <a:xfrm>
                <a:off x="7748073" y="4386138"/>
                <a:ext cx="457316" cy="562655"/>
              </a:xfrm>
              <a:custGeom>
                <a:rect b="b" l="l" r="r" t="t"/>
                <a:pathLst>
                  <a:path extrusionOk="0" h="52340" w="42541">
                    <a:moveTo>
                      <a:pt x="4612" y="0"/>
                    </a:moveTo>
                    <a:lnTo>
                      <a:pt x="4035" y="39"/>
                    </a:lnTo>
                    <a:lnTo>
                      <a:pt x="3497" y="116"/>
                    </a:lnTo>
                    <a:lnTo>
                      <a:pt x="2959" y="231"/>
                    </a:lnTo>
                    <a:lnTo>
                      <a:pt x="2460" y="423"/>
                    </a:lnTo>
                    <a:lnTo>
                      <a:pt x="1999" y="692"/>
                    </a:lnTo>
                    <a:lnTo>
                      <a:pt x="1537" y="999"/>
                    </a:lnTo>
                    <a:lnTo>
                      <a:pt x="1307" y="1230"/>
                    </a:lnTo>
                    <a:lnTo>
                      <a:pt x="1115" y="1461"/>
                    </a:lnTo>
                    <a:lnTo>
                      <a:pt x="923" y="1730"/>
                    </a:lnTo>
                    <a:lnTo>
                      <a:pt x="730" y="1999"/>
                    </a:lnTo>
                    <a:lnTo>
                      <a:pt x="577" y="2306"/>
                    </a:lnTo>
                    <a:lnTo>
                      <a:pt x="423" y="2652"/>
                    </a:lnTo>
                    <a:lnTo>
                      <a:pt x="308" y="2998"/>
                    </a:lnTo>
                    <a:lnTo>
                      <a:pt x="231" y="3344"/>
                    </a:lnTo>
                    <a:lnTo>
                      <a:pt x="77" y="4112"/>
                    </a:lnTo>
                    <a:lnTo>
                      <a:pt x="0" y="4958"/>
                    </a:lnTo>
                    <a:lnTo>
                      <a:pt x="0" y="5880"/>
                    </a:lnTo>
                    <a:lnTo>
                      <a:pt x="77" y="6841"/>
                    </a:lnTo>
                    <a:lnTo>
                      <a:pt x="231" y="7878"/>
                    </a:lnTo>
                    <a:lnTo>
                      <a:pt x="461" y="8954"/>
                    </a:lnTo>
                    <a:lnTo>
                      <a:pt x="807" y="10069"/>
                    </a:lnTo>
                    <a:lnTo>
                      <a:pt x="1192" y="11221"/>
                    </a:lnTo>
                    <a:lnTo>
                      <a:pt x="1653" y="12413"/>
                    </a:lnTo>
                    <a:lnTo>
                      <a:pt x="2229" y="13642"/>
                    </a:lnTo>
                    <a:lnTo>
                      <a:pt x="2844" y="14872"/>
                    </a:lnTo>
                    <a:lnTo>
                      <a:pt x="3574" y="16179"/>
                    </a:lnTo>
                    <a:lnTo>
                      <a:pt x="5111" y="19022"/>
                    </a:lnTo>
                    <a:lnTo>
                      <a:pt x="8916" y="26208"/>
                    </a:lnTo>
                    <a:lnTo>
                      <a:pt x="9530" y="27361"/>
                    </a:lnTo>
                    <a:lnTo>
                      <a:pt x="21674" y="50341"/>
                    </a:lnTo>
                    <a:lnTo>
                      <a:pt x="22212" y="50610"/>
                    </a:lnTo>
                    <a:lnTo>
                      <a:pt x="23019" y="50995"/>
                    </a:lnTo>
                    <a:lnTo>
                      <a:pt x="23518" y="51225"/>
                    </a:lnTo>
                    <a:lnTo>
                      <a:pt x="24056" y="51456"/>
                    </a:lnTo>
                    <a:lnTo>
                      <a:pt x="24710" y="51648"/>
                    </a:lnTo>
                    <a:lnTo>
                      <a:pt x="25363" y="51840"/>
                    </a:lnTo>
                    <a:lnTo>
                      <a:pt x="26093" y="52032"/>
                    </a:lnTo>
                    <a:lnTo>
                      <a:pt x="26900" y="52148"/>
                    </a:lnTo>
                    <a:lnTo>
                      <a:pt x="27707" y="52263"/>
                    </a:lnTo>
                    <a:lnTo>
                      <a:pt x="28591" y="52340"/>
                    </a:lnTo>
                    <a:lnTo>
                      <a:pt x="29475" y="52340"/>
                    </a:lnTo>
                    <a:lnTo>
                      <a:pt x="30435" y="52263"/>
                    </a:lnTo>
                    <a:lnTo>
                      <a:pt x="31396" y="52109"/>
                    </a:lnTo>
                    <a:lnTo>
                      <a:pt x="32395" y="51917"/>
                    </a:lnTo>
                    <a:lnTo>
                      <a:pt x="33049" y="51725"/>
                    </a:lnTo>
                    <a:lnTo>
                      <a:pt x="33740" y="51494"/>
                    </a:lnTo>
                    <a:lnTo>
                      <a:pt x="34355" y="51225"/>
                    </a:lnTo>
                    <a:lnTo>
                      <a:pt x="34970" y="50956"/>
                    </a:lnTo>
                    <a:lnTo>
                      <a:pt x="35546" y="50649"/>
                    </a:lnTo>
                    <a:lnTo>
                      <a:pt x="36084" y="50341"/>
                    </a:lnTo>
                    <a:lnTo>
                      <a:pt x="36584" y="49996"/>
                    </a:lnTo>
                    <a:lnTo>
                      <a:pt x="37084" y="49650"/>
                    </a:lnTo>
                    <a:lnTo>
                      <a:pt x="37583" y="49265"/>
                    </a:lnTo>
                    <a:lnTo>
                      <a:pt x="38006" y="48881"/>
                    </a:lnTo>
                    <a:lnTo>
                      <a:pt x="38851" y="48074"/>
                    </a:lnTo>
                    <a:lnTo>
                      <a:pt x="39581" y="47267"/>
                    </a:lnTo>
                    <a:lnTo>
                      <a:pt x="40196" y="46460"/>
                    </a:lnTo>
                    <a:lnTo>
                      <a:pt x="40773" y="45653"/>
                    </a:lnTo>
                    <a:lnTo>
                      <a:pt x="41234" y="44885"/>
                    </a:lnTo>
                    <a:lnTo>
                      <a:pt x="41618" y="44193"/>
                    </a:lnTo>
                    <a:lnTo>
                      <a:pt x="41926" y="43540"/>
                    </a:lnTo>
                    <a:lnTo>
                      <a:pt x="42348" y="42541"/>
                    </a:lnTo>
                    <a:lnTo>
                      <a:pt x="42540" y="42041"/>
                    </a:lnTo>
                    <a:lnTo>
                      <a:pt x="41810" y="40504"/>
                    </a:lnTo>
                    <a:lnTo>
                      <a:pt x="41042" y="38928"/>
                    </a:lnTo>
                    <a:lnTo>
                      <a:pt x="40196" y="37353"/>
                    </a:lnTo>
                    <a:lnTo>
                      <a:pt x="39351" y="35739"/>
                    </a:lnTo>
                    <a:lnTo>
                      <a:pt x="38429" y="34125"/>
                    </a:lnTo>
                    <a:lnTo>
                      <a:pt x="37429" y="32472"/>
                    </a:lnTo>
                    <a:lnTo>
                      <a:pt x="36430" y="30820"/>
                    </a:lnTo>
                    <a:lnTo>
                      <a:pt x="35393" y="29167"/>
                    </a:lnTo>
                    <a:lnTo>
                      <a:pt x="34201" y="27361"/>
                    </a:lnTo>
                    <a:lnTo>
                      <a:pt x="32972" y="25594"/>
                    </a:lnTo>
                    <a:lnTo>
                      <a:pt x="31742" y="23864"/>
                    </a:lnTo>
                    <a:lnTo>
                      <a:pt x="30474" y="22212"/>
                    </a:lnTo>
                    <a:lnTo>
                      <a:pt x="29244" y="20598"/>
                    </a:lnTo>
                    <a:lnTo>
                      <a:pt x="27976" y="19022"/>
                    </a:lnTo>
                    <a:lnTo>
                      <a:pt x="26708" y="17485"/>
                    </a:lnTo>
                    <a:lnTo>
                      <a:pt x="25440" y="16025"/>
                    </a:lnTo>
                    <a:lnTo>
                      <a:pt x="24018" y="14488"/>
                    </a:lnTo>
                    <a:lnTo>
                      <a:pt x="22596" y="12989"/>
                    </a:lnTo>
                    <a:lnTo>
                      <a:pt x="19138" y="9338"/>
                    </a:lnTo>
                    <a:lnTo>
                      <a:pt x="16409" y="6533"/>
                    </a:lnTo>
                    <a:lnTo>
                      <a:pt x="14334" y="4458"/>
                    </a:lnTo>
                    <a:lnTo>
                      <a:pt x="13450" y="3651"/>
                    </a:lnTo>
                    <a:lnTo>
                      <a:pt x="12682" y="2998"/>
                    </a:lnTo>
                    <a:lnTo>
                      <a:pt x="12144" y="2537"/>
                    </a:lnTo>
                    <a:lnTo>
                      <a:pt x="11644" y="2152"/>
                    </a:lnTo>
                    <a:lnTo>
                      <a:pt x="11183" y="1806"/>
                    </a:lnTo>
                    <a:lnTo>
                      <a:pt x="10722" y="1537"/>
                    </a:lnTo>
                    <a:lnTo>
                      <a:pt x="10337" y="1345"/>
                    </a:lnTo>
                    <a:lnTo>
                      <a:pt x="9915" y="1153"/>
                    </a:lnTo>
                    <a:lnTo>
                      <a:pt x="9108" y="846"/>
                    </a:lnTo>
                    <a:lnTo>
                      <a:pt x="8531" y="654"/>
                    </a:lnTo>
                    <a:lnTo>
                      <a:pt x="7724" y="423"/>
                    </a:lnTo>
                    <a:lnTo>
                      <a:pt x="6764" y="192"/>
                    </a:lnTo>
                    <a:lnTo>
                      <a:pt x="6264" y="116"/>
                    </a:lnTo>
                    <a:lnTo>
                      <a:pt x="5726" y="39"/>
                    </a:lnTo>
                    <a:lnTo>
                      <a:pt x="51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38"/>
              <p:cNvSpPr/>
              <p:nvPr/>
            </p:nvSpPr>
            <p:spPr>
              <a:xfrm>
                <a:off x="7903400" y="3922222"/>
                <a:ext cx="442438" cy="1007157"/>
              </a:xfrm>
              <a:custGeom>
                <a:rect b="b" l="l" r="r" t="t"/>
                <a:pathLst>
                  <a:path extrusionOk="0" h="93689" w="41157">
                    <a:moveTo>
                      <a:pt x="39505" y="0"/>
                    </a:moveTo>
                    <a:lnTo>
                      <a:pt x="38851" y="538"/>
                    </a:lnTo>
                    <a:lnTo>
                      <a:pt x="38044" y="1153"/>
                    </a:lnTo>
                    <a:lnTo>
                      <a:pt x="37045" y="1806"/>
                    </a:lnTo>
                    <a:lnTo>
                      <a:pt x="36469" y="2114"/>
                    </a:lnTo>
                    <a:lnTo>
                      <a:pt x="35854" y="2421"/>
                    </a:lnTo>
                    <a:lnTo>
                      <a:pt x="35239" y="2729"/>
                    </a:lnTo>
                    <a:lnTo>
                      <a:pt x="34547" y="2998"/>
                    </a:lnTo>
                    <a:lnTo>
                      <a:pt x="33856" y="3228"/>
                    </a:lnTo>
                    <a:lnTo>
                      <a:pt x="33087" y="3459"/>
                    </a:lnTo>
                    <a:lnTo>
                      <a:pt x="32318" y="3612"/>
                    </a:lnTo>
                    <a:lnTo>
                      <a:pt x="31511" y="3766"/>
                    </a:lnTo>
                    <a:lnTo>
                      <a:pt x="30666" y="3843"/>
                    </a:lnTo>
                    <a:lnTo>
                      <a:pt x="29782" y="3843"/>
                    </a:lnTo>
                    <a:lnTo>
                      <a:pt x="29129" y="3805"/>
                    </a:lnTo>
                    <a:lnTo>
                      <a:pt x="28514" y="3766"/>
                    </a:lnTo>
                    <a:lnTo>
                      <a:pt x="27899" y="3651"/>
                    </a:lnTo>
                    <a:lnTo>
                      <a:pt x="27323" y="3574"/>
                    </a:lnTo>
                    <a:lnTo>
                      <a:pt x="22366" y="15679"/>
                    </a:lnTo>
                    <a:lnTo>
                      <a:pt x="0" y="69978"/>
                    </a:lnTo>
                    <a:lnTo>
                      <a:pt x="12951" y="81853"/>
                    </a:lnTo>
                    <a:lnTo>
                      <a:pt x="25939" y="93689"/>
                    </a:lnTo>
                    <a:lnTo>
                      <a:pt x="27092" y="91806"/>
                    </a:lnTo>
                    <a:lnTo>
                      <a:pt x="28322" y="89654"/>
                    </a:lnTo>
                    <a:lnTo>
                      <a:pt x="29629" y="87271"/>
                    </a:lnTo>
                    <a:lnTo>
                      <a:pt x="30935" y="84658"/>
                    </a:lnTo>
                    <a:lnTo>
                      <a:pt x="31627" y="83236"/>
                    </a:lnTo>
                    <a:lnTo>
                      <a:pt x="32318" y="81776"/>
                    </a:lnTo>
                    <a:lnTo>
                      <a:pt x="32972" y="80277"/>
                    </a:lnTo>
                    <a:lnTo>
                      <a:pt x="33625" y="78702"/>
                    </a:lnTo>
                    <a:lnTo>
                      <a:pt x="34317" y="77088"/>
                    </a:lnTo>
                    <a:lnTo>
                      <a:pt x="34932" y="75397"/>
                    </a:lnTo>
                    <a:lnTo>
                      <a:pt x="35585" y="73667"/>
                    </a:lnTo>
                    <a:lnTo>
                      <a:pt x="36200" y="71900"/>
                    </a:lnTo>
                    <a:lnTo>
                      <a:pt x="37122" y="69018"/>
                    </a:lnTo>
                    <a:lnTo>
                      <a:pt x="37583" y="67442"/>
                    </a:lnTo>
                    <a:lnTo>
                      <a:pt x="38083" y="65713"/>
                    </a:lnTo>
                    <a:lnTo>
                      <a:pt x="38582" y="63907"/>
                    </a:lnTo>
                    <a:lnTo>
                      <a:pt x="39043" y="61947"/>
                    </a:lnTo>
                    <a:lnTo>
                      <a:pt x="39505" y="59910"/>
                    </a:lnTo>
                    <a:lnTo>
                      <a:pt x="39927" y="57758"/>
                    </a:lnTo>
                    <a:lnTo>
                      <a:pt x="40312" y="55529"/>
                    </a:lnTo>
                    <a:lnTo>
                      <a:pt x="40619" y="53185"/>
                    </a:lnTo>
                    <a:lnTo>
                      <a:pt x="40888" y="50726"/>
                    </a:lnTo>
                    <a:lnTo>
                      <a:pt x="41042" y="48189"/>
                    </a:lnTo>
                    <a:lnTo>
                      <a:pt x="41119" y="46883"/>
                    </a:lnTo>
                    <a:lnTo>
                      <a:pt x="41157" y="45538"/>
                    </a:lnTo>
                    <a:lnTo>
                      <a:pt x="41157" y="44193"/>
                    </a:lnTo>
                    <a:lnTo>
                      <a:pt x="41157" y="42809"/>
                    </a:lnTo>
                    <a:lnTo>
                      <a:pt x="41119" y="41426"/>
                    </a:lnTo>
                    <a:lnTo>
                      <a:pt x="41042" y="40004"/>
                    </a:lnTo>
                    <a:lnTo>
                      <a:pt x="40965" y="38582"/>
                    </a:lnTo>
                    <a:lnTo>
                      <a:pt x="40811" y="37122"/>
                    </a:lnTo>
                    <a:lnTo>
                      <a:pt x="40773" y="36661"/>
                    </a:lnTo>
                    <a:lnTo>
                      <a:pt x="40696" y="36161"/>
                    </a:lnTo>
                    <a:lnTo>
                      <a:pt x="40465" y="35085"/>
                    </a:lnTo>
                    <a:lnTo>
                      <a:pt x="40119" y="33971"/>
                    </a:lnTo>
                    <a:lnTo>
                      <a:pt x="39735" y="32780"/>
                    </a:lnTo>
                    <a:lnTo>
                      <a:pt x="38851" y="30205"/>
                    </a:lnTo>
                    <a:lnTo>
                      <a:pt x="37852" y="27400"/>
                    </a:lnTo>
                    <a:lnTo>
                      <a:pt x="37353" y="25978"/>
                    </a:lnTo>
                    <a:lnTo>
                      <a:pt x="36891" y="24479"/>
                    </a:lnTo>
                    <a:lnTo>
                      <a:pt x="36469" y="22980"/>
                    </a:lnTo>
                    <a:lnTo>
                      <a:pt x="36084" y="21482"/>
                    </a:lnTo>
                    <a:lnTo>
                      <a:pt x="35777" y="19945"/>
                    </a:lnTo>
                    <a:lnTo>
                      <a:pt x="35662" y="19176"/>
                    </a:lnTo>
                    <a:lnTo>
                      <a:pt x="35585" y="18407"/>
                    </a:lnTo>
                    <a:lnTo>
                      <a:pt x="35508" y="17639"/>
                    </a:lnTo>
                    <a:lnTo>
                      <a:pt x="35470" y="16909"/>
                    </a:lnTo>
                    <a:lnTo>
                      <a:pt x="35431" y="16140"/>
                    </a:lnTo>
                    <a:lnTo>
                      <a:pt x="35431" y="15372"/>
                    </a:lnTo>
                    <a:lnTo>
                      <a:pt x="35508" y="14411"/>
                    </a:lnTo>
                    <a:lnTo>
                      <a:pt x="35546" y="13565"/>
                    </a:lnTo>
                    <a:lnTo>
                      <a:pt x="35662" y="12720"/>
                    </a:lnTo>
                    <a:lnTo>
                      <a:pt x="35777" y="11682"/>
                    </a:lnTo>
                    <a:lnTo>
                      <a:pt x="35931" y="10683"/>
                    </a:lnTo>
                    <a:lnTo>
                      <a:pt x="36123" y="9723"/>
                    </a:lnTo>
                    <a:lnTo>
                      <a:pt x="36315" y="8762"/>
                    </a:lnTo>
                    <a:lnTo>
                      <a:pt x="36507" y="7840"/>
                    </a:lnTo>
                    <a:lnTo>
                      <a:pt x="36776" y="6994"/>
                    </a:lnTo>
                    <a:lnTo>
                      <a:pt x="37276" y="5303"/>
                    </a:lnTo>
                    <a:lnTo>
                      <a:pt x="37814" y="3766"/>
                    </a:lnTo>
                    <a:lnTo>
                      <a:pt x="38390" y="2383"/>
                    </a:lnTo>
                    <a:lnTo>
                      <a:pt x="38928" y="1115"/>
                    </a:lnTo>
                    <a:lnTo>
                      <a:pt x="39505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38"/>
              <p:cNvSpPr/>
              <p:nvPr/>
            </p:nvSpPr>
            <p:spPr>
              <a:xfrm>
                <a:off x="8143824" y="3960642"/>
                <a:ext cx="83871" cy="130129"/>
              </a:xfrm>
              <a:custGeom>
                <a:rect b="b" l="l" r="r" t="t"/>
                <a:pathLst>
                  <a:path extrusionOk="0" h="12105" w="7802">
                    <a:moveTo>
                      <a:pt x="4958" y="0"/>
                    </a:moveTo>
                    <a:lnTo>
                      <a:pt x="1" y="12105"/>
                    </a:lnTo>
                    <a:lnTo>
                      <a:pt x="346" y="12028"/>
                    </a:lnTo>
                    <a:lnTo>
                      <a:pt x="731" y="11913"/>
                    </a:lnTo>
                    <a:lnTo>
                      <a:pt x="1499" y="11644"/>
                    </a:lnTo>
                    <a:lnTo>
                      <a:pt x="2229" y="11260"/>
                    </a:lnTo>
                    <a:lnTo>
                      <a:pt x="2998" y="10798"/>
                    </a:lnTo>
                    <a:lnTo>
                      <a:pt x="3728" y="10222"/>
                    </a:lnTo>
                    <a:lnTo>
                      <a:pt x="4458" y="9607"/>
                    </a:lnTo>
                    <a:lnTo>
                      <a:pt x="5112" y="8877"/>
                    </a:lnTo>
                    <a:lnTo>
                      <a:pt x="5765" y="8032"/>
                    </a:lnTo>
                    <a:lnTo>
                      <a:pt x="6111" y="7532"/>
                    </a:lnTo>
                    <a:lnTo>
                      <a:pt x="6418" y="7032"/>
                    </a:lnTo>
                    <a:lnTo>
                      <a:pt x="6687" y="6494"/>
                    </a:lnTo>
                    <a:lnTo>
                      <a:pt x="6956" y="5995"/>
                    </a:lnTo>
                    <a:lnTo>
                      <a:pt x="7148" y="5457"/>
                    </a:lnTo>
                    <a:lnTo>
                      <a:pt x="7340" y="4919"/>
                    </a:lnTo>
                    <a:lnTo>
                      <a:pt x="7494" y="4419"/>
                    </a:lnTo>
                    <a:lnTo>
                      <a:pt x="7648" y="3920"/>
                    </a:lnTo>
                    <a:lnTo>
                      <a:pt x="7725" y="3420"/>
                    </a:lnTo>
                    <a:lnTo>
                      <a:pt x="7763" y="2921"/>
                    </a:lnTo>
                    <a:lnTo>
                      <a:pt x="7801" y="2421"/>
                    </a:lnTo>
                    <a:lnTo>
                      <a:pt x="7801" y="1960"/>
                    </a:lnTo>
                    <a:lnTo>
                      <a:pt x="7763" y="1499"/>
                    </a:lnTo>
                    <a:lnTo>
                      <a:pt x="7686" y="1076"/>
                    </a:lnTo>
                    <a:lnTo>
                      <a:pt x="7571" y="653"/>
                    </a:lnTo>
                    <a:lnTo>
                      <a:pt x="7417" y="269"/>
                    </a:lnTo>
                    <a:lnTo>
                      <a:pt x="49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38"/>
              <p:cNvSpPr/>
              <p:nvPr/>
            </p:nvSpPr>
            <p:spPr>
              <a:xfrm>
                <a:off x="8005848" y="3573975"/>
                <a:ext cx="484997" cy="443265"/>
              </a:xfrm>
              <a:custGeom>
                <a:rect b="b" l="l" r="r" t="t"/>
                <a:pathLst>
                  <a:path extrusionOk="0" h="41234" w="45116">
                    <a:moveTo>
                      <a:pt x="25286" y="0"/>
                    </a:moveTo>
                    <a:lnTo>
                      <a:pt x="24479" y="38"/>
                    </a:lnTo>
                    <a:lnTo>
                      <a:pt x="23711" y="115"/>
                    </a:lnTo>
                    <a:lnTo>
                      <a:pt x="22942" y="192"/>
                    </a:lnTo>
                    <a:lnTo>
                      <a:pt x="22212" y="307"/>
                    </a:lnTo>
                    <a:lnTo>
                      <a:pt x="21482" y="461"/>
                    </a:lnTo>
                    <a:lnTo>
                      <a:pt x="20790" y="615"/>
                    </a:lnTo>
                    <a:lnTo>
                      <a:pt x="20137" y="807"/>
                    </a:lnTo>
                    <a:lnTo>
                      <a:pt x="19522" y="999"/>
                    </a:lnTo>
                    <a:lnTo>
                      <a:pt x="18331" y="1460"/>
                    </a:lnTo>
                    <a:lnTo>
                      <a:pt x="17255" y="1960"/>
                    </a:lnTo>
                    <a:lnTo>
                      <a:pt x="16294" y="2421"/>
                    </a:lnTo>
                    <a:lnTo>
                      <a:pt x="15449" y="2882"/>
                    </a:lnTo>
                    <a:lnTo>
                      <a:pt x="14219" y="3651"/>
                    </a:lnTo>
                    <a:lnTo>
                      <a:pt x="13527" y="4112"/>
                    </a:lnTo>
                    <a:lnTo>
                      <a:pt x="12836" y="4650"/>
                    </a:lnTo>
                    <a:lnTo>
                      <a:pt x="11952" y="5380"/>
                    </a:lnTo>
                    <a:lnTo>
                      <a:pt x="11029" y="6225"/>
                    </a:lnTo>
                    <a:lnTo>
                      <a:pt x="10146" y="7186"/>
                    </a:lnTo>
                    <a:lnTo>
                      <a:pt x="9723" y="7724"/>
                    </a:lnTo>
                    <a:lnTo>
                      <a:pt x="9300" y="8301"/>
                    </a:lnTo>
                    <a:lnTo>
                      <a:pt x="8570" y="9261"/>
                    </a:lnTo>
                    <a:lnTo>
                      <a:pt x="8186" y="9876"/>
                    </a:lnTo>
                    <a:lnTo>
                      <a:pt x="7801" y="10529"/>
                    </a:lnTo>
                    <a:lnTo>
                      <a:pt x="7379" y="11298"/>
                    </a:lnTo>
                    <a:lnTo>
                      <a:pt x="7033" y="12143"/>
                    </a:lnTo>
                    <a:lnTo>
                      <a:pt x="6687" y="13066"/>
                    </a:lnTo>
                    <a:lnTo>
                      <a:pt x="6418" y="14103"/>
                    </a:lnTo>
                    <a:lnTo>
                      <a:pt x="6187" y="15218"/>
                    </a:lnTo>
                    <a:lnTo>
                      <a:pt x="6072" y="15986"/>
                    </a:lnTo>
                    <a:lnTo>
                      <a:pt x="6034" y="16640"/>
                    </a:lnTo>
                    <a:lnTo>
                      <a:pt x="5995" y="17331"/>
                    </a:lnTo>
                    <a:lnTo>
                      <a:pt x="5918" y="17946"/>
                    </a:lnTo>
                    <a:lnTo>
                      <a:pt x="5726" y="18830"/>
                    </a:lnTo>
                    <a:lnTo>
                      <a:pt x="5380" y="19944"/>
                    </a:lnTo>
                    <a:lnTo>
                      <a:pt x="5150" y="20559"/>
                    </a:lnTo>
                    <a:lnTo>
                      <a:pt x="4881" y="21174"/>
                    </a:lnTo>
                    <a:lnTo>
                      <a:pt x="4573" y="21789"/>
                    </a:lnTo>
                    <a:lnTo>
                      <a:pt x="4266" y="22442"/>
                    </a:lnTo>
                    <a:lnTo>
                      <a:pt x="3882" y="23057"/>
                    </a:lnTo>
                    <a:lnTo>
                      <a:pt x="3459" y="23634"/>
                    </a:lnTo>
                    <a:lnTo>
                      <a:pt x="2998" y="24210"/>
                    </a:lnTo>
                    <a:lnTo>
                      <a:pt x="2498" y="24710"/>
                    </a:lnTo>
                    <a:lnTo>
                      <a:pt x="1960" y="25171"/>
                    </a:lnTo>
                    <a:lnTo>
                      <a:pt x="1384" y="25555"/>
                    </a:lnTo>
                    <a:lnTo>
                      <a:pt x="1115" y="25709"/>
                    </a:lnTo>
                    <a:lnTo>
                      <a:pt x="769" y="25939"/>
                    </a:lnTo>
                    <a:lnTo>
                      <a:pt x="577" y="26131"/>
                    </a:lnTo>
                    <a:lnTo>
                      <a:pt x="423" y="26324"/>
                    </a:lnTo>
                    <a:lnTo>
                      <a:pt x="270" y="26516"/>
                    </a:lnTo>
                    <a:lnTo>
                      <a:pt x="193" y="26785"/>
                    </a:lnTo>
                    <a:lnTo>
                      <a:pt x="116" y="27015"/>
                    </a:lnTo>
                    <a:lnTo>
                      <a:pt x="116" y="27284"/>
                    </a:lnTo>
                    <a:lnTo>
                      <a:pt x="116" y="27515"/>
                    </a:lnTo>
                    <a:lnTo>
                      <a:pt x="154" y="27745"/>
                    </a:lnTo>
                    <a:lnTo>
                      <a:pt x="308" y="28168"/>
                    </a:lnTo>
                    <a:lnTo>
                      <a:pt x="462" y="28514"/>
                    </a:lnTo>
                    <a:lnTo>
                      <a:pt x="539" y="28745"/>
                    </a:lnTo>
                    <a:lnTo>
                      <a:pt x="577" y="29090"/>
                    </a:lnTo>
                    <a:lnTo>
                      <a:pt x="577" y="29359"/>
                    </a:lnTo>
                    <a:lnTo>
                      <a:pt x="500" y="29590"/>
                    </a:lnTo>
                    <a:lnTo>
                      <a:pt x="385" y="29820"/>
                    </a:lnTo>
                    <a:lnTo>
                      <a:pt x="231" y="30013"/>
                    </a:lnTo>
                    <a:lnTo>
                      <a:pt x="116" y="30205"/>
                    </a:lnTo>
                    <a:lnTo>
                      <a:pt x="39" y="30358"/>
                    </a:lnTo>
                    <a:lnTo>
                      <a:pt x="1" y="30551"/>
                    </a:lnTo>
                    <a:lnTo>
                      <a:pt x="39" y="30704"/>
                    </a:lnTo>
                    <a:lnTo>
                      <a:pt x="154" y="30820"/>
                    </a:lnTo>
                    <a:lnTo>
                      <a:pt x="231" y="30935"/>
                    </a:lnTo>
                    <a:lnTo>
                      <a:pt x="500" y="31050"/>
                    </a:lnTo>
                    <a:lnTo>
                      <a:pt x="769" y="31165"/>
                    </a:lnTo>
                    <a:lnTo>
                      <a:pt x="884" y="31242"/>
                    </a:lnTo>
                    <a:lnTo>
                      <a:pt x="1000" y="31358"/>
                    </a:lnTo>
                    <a:lnTo>
                      <a:pt x="1115" y="31550"/>
                    </a:lnTo>
                    <a:lnTo>
                      <a:pt x="1153" y="31742"/>
                    </a:lnTo>
                    <a:lnTo>
                      <a:pt x="1192" y="31972"/>
                    </a:lnTo>
                    <a:lnTo>
                      <a:pt x="1192" y="32165"/>
                    </a:lnTo>
                    <a:lnTo>
                      <a:pt x="1115" y="32587"/>
                    </a:lnTo>
                    <a:lnTo>
                      <a:pt x="1000" y="32972"/>
                    </a:lnTo>
                    <a:lnTo>
                      <a:pt x="808" y="33241"/>
                    </a:lnTo>
                    <a:lnTo>
                      <a:pt x="654" y="33586"/>
                    </a:lnTo>
                    <a:lnTo>
                      <a:pt x="539" y="33971"/>
                    </a:lnTo>
                    <a:lnTo>
                      <a:pt x="500" y="34201"/>
                    </a:lnTo>
                    <a:lnTo>
                      <a:pt x="500" y="34432"/>
                    </a:lnTo>
                    <a:lnTo>
                      <a:pt x="500" y="34624"/>
                    </a:lnTo>
                    <a:lnTo>
                      <a:pt x="539" y="34893"/>
                    </a:lnTo>
                    <a:lnTo>
                      <a:pt x="654" y="35239"/>
                    </a:lnTo>
                    <a:lnTo>
                      <a:pt x="884" y="35662"/>
                    </a:lnTo>
                    <a:lnTo>
                      <a:pt x="1230" y="36161"/>
                    </a:lnTo>
                    <a:lnTo>
                      <a:pt x="1461" y="36469"/>
                    </a:lnTo>
                    <a:lnTo>
                      <a:pt x="1730" y="36738"/>
                    </a:lnTo>
                    <a:lnTo>
                      <a:pt x="2076" y="37045"/>
                    </a:lnTo>
                    <a:lnTo>
                      <a:pt x="2460" y="37352"/>
                    </a:lnTo>
                    <a:lnTo>
                      <a:pt x="2883" y="37698"/>
                    </a:lnTo>
                    <a:lnTo>
                      <a:pt x="3382" y="38044"/>
                    </a:lnTo>
                    <a:lnTo>
                      <a:pt x="3920" y="38390"/>
                    </a:lnTo>
                    <a:lnTo>
                      <a:pt x="4458" y="38659"/>
                    </a:lnTo>
                    <a:lnTo>
                      <a:pt x="5534" y="39197"/>
                    </a:lnTo>
                    <a:lnTo>
                      <a:pt x="6572" y="39620"/>
                    </a:lnTo>
                    <a:lnTo>
                      <a:pt x="7571" y="40004"/>
                    </a:lnTo>
                    <a:lnTo>
                      <a:pt x="8532" y="40273"/>
                    </a:lnTo>
                    <a:lnTo>
                      <a:pt x="9454" y="40465"/>
                    </a:lnTo>
                    <a:lnTo>
                      <a:pt x="10338" y="40657"/>
                    </a:lnTo>
                    <a:lnTo>
                      <a:pt x="11106" y="40773"/>
                    </a:lnTo>
                    <a:lnTo>
                      <a:pt x="12105" y="40888"/>
                    </a:lnTo>
                    <a:lnTo>
                      <a:pt x="13258" y="41042"/>
                    </a:lnTo>
                    <a:lnTo>
                      <a:pt x="14488" y="41118"/>
                    </a:lnTo>
                    <a:lnTo>
                      <a:pt x="15795" y="41195"/>
                    </a:lnTo>
                    <a:lnTo>
                      <a:pt x="17216" y="41234"/>
                    </a:lnTo>
                    <a:lnTo>
                      <a:pt x="18715" y="41195"/>
                    </a:lnTo>
                    <a:lnTo>
                      <a:pt x="20291" y="41118"/>
                    </a:lnTo>
                    <a:lnTo>
                      <a:pt x="21981" y="41003"/>
                    </a:lnTo>
                    <a:lnTo>
                      <a:pt x="22712" y="40196"/>
                    </a:lnTo>
                    <a:lnTo>
                      <a:pt x="23173" y="39773"/>
                    </a:lnTo>
                    <a:lnTo>
                      <a:pt x="23672" y="39312"/>
                    </a:lnTo>
                    <a:lnTo>
                      <a:pt x="24210" y="38813"/>
                    </a:lnTo>
                    <a:lnTo>
                      <a:pt x="24825" y="38352"/>
                    </a:lnTo>
                    <a:lnTo>
                      <a:pt x="25478" y="37852"/>
                    </a:lnTo>
                    <a:lnTo>
                      <a:pt x="26170" y="37352"/>
                    </a:lnTo>
                    <a:lnTo>
                      <a:pt x="27246" y="36738"/>
                    </a:lnTo>
                    <a:lnTo>
                      <a:pt x="28245" y="36200"/>
                    </a:lnTo>
                    <a:lnTo>
                      <a:pt x="29206" y="35777"/>
                    </a:lnTo>
                    <a:lnTo>
                      <a:pt x="30051" y="35431"/>
                    </a:lnTo>
                    <a:lnTo>
                      <a:pt x="30820" y="35162"/>
                    </a:lnTo>
                    <a:lnTo>
                      <a:pt x="31473" y="34970"/>
                    </a:lnTo>
                    <a:lnTo>
                      <a:pt x="32396" y="34739"/>
                    </a:lnTo>
                    <a:lnTo>
                      <a:pt x="33664" y="33702"/>
                    </a:lnTo>
                    <a:lnTo>
                      <a:pt x="34932" y="32626"/>
                    </a:lnTo>
                    <a:lnTo>
                      <a:pt x="36008" y="31665"/>
                    </a:lnTo>
                    <a:lnTo>
                      <a:pt x="37122" y="30627"/>
                    </a:lnTo>
                    <a:lnTo>
                      <a:pt x="38314" y="29436"/>
                    </a:lnTo>
                    <a:lnTo>
                      <a:pt x="39505" y="28091"/>
                    </a:lnTo>
                    <a:lnTo>
                      <a:pt x="40773" y="26631"/>
                    </a:lnTo>
                    <a:lnTo>
                      <a:pt x="42041" y="25017"/>
                    </a:lnTo>
                    <a:lnTo>
                      <a:pt x="43309" y="23288"/>
                    </a:lnTo>
                    <a:lnTo>
                      <a:pt x="43962" y="22327"/>
                    </a:lnTo>
                    <a:lnTo>
                      <a:pt x="44577" y="21366"/>
                    </a:lnTo>
                    <a:lnTo>
                      <a:pt x="44769" y="20713"/>
                    </a:lnTo>
                    <a:lnTo>
                      <a:pt x="44923" y="20021"/>
                    </a:lnTo>
                    <a:lnTo>
                      <a:pt x="45038" y="19368"/>
                    </a:lnTo>
                    <a:lnTo>
                      <a:pt x="45115" y="18676"/>
                    </a:lnTo>
                    <a:lnTo>
                      <a:pt x="44385" y="16832"/>
                    </a:lnTo>
                    <a:lnTo>
                      <a:pt x="43655" y="15141"/>
                    </a:lnTo>
                    <a:lnTo>
                      <a:pt x="42963" y="13565"/>
                    </a:lnTo>
                    <a:lnTo>
                      <a:pt x="42272" y="12105"/>
                    </a:lnTo>
                    <a:lnTo>
                      <a:pt x="41580" y="10760"/>
                    </a:lnTo>
                    <a:lnTo>
                      <a:pt x="40927" y="9569"/>
                    </a:lnTo>
                    <a:lnTo>
                      <a:pt x="40273" y="8454"/>
                    </a:lnTo>
                    <a:lnTo>
                      <a:pt x="39620" y="7455"/>
                    </a:lnTo>
                    <a:lnTo>
                      <a:pt x="39005" y="6533"/>
                    </a:lnTo>
                    <a:lnTo>
                      <a:pt x="38429" y="5726"/>
                    </a:lnTo>
                    <a:lnTo>
                      <a:pt x="37814" y="4996"/>
                    </a:lnTo>
                    <a:lnTo>
                      <a:pt x="37276" y="4342"/>
                    </a:lnTo>
                    <a:lnTo>
                      <a:pt x="36700" y="3804"/>
                    </a:lnTo>
                    <a:lnTo>
                      <a:pt x="36162" y="3305"/>
                    </a:lnTo>
                    <a:lnTo>
                      <a:pt x="35662" y="2882"/>
                    </a:lnTo>
                    <a:lnTo>
                      <a:pt x="35162" y="2498"/>
                    </a:lnTo>
                    <a:lnTo>
                      <a:pt x="33933" y="1921"/>
                    </a:lnTo>
                    <a:lnTo>
                      <a:pt x="32703" y="1422"/>
                    </a:lnTo>
                    <a:lnTo>
                      <a:pt x="31435" y="999"/>
                    </a:lnTo>
                    <a:lnTo>
                      <a:pt x="30205" y="653"/>
                    </a:lnTo>
                    <a:lnTo>
                      <a:pt x="28937" y="346"/>
                    </a:lnTo>
                    <a:lnTo>
                      <a:pt x="27707" y="154"/>
                    </a:lnTo>
                    <a:lnTo>
                      <a:pt x="26478" y="38"/>
                    </a:lnTo>
                    <a:lnTo>
                      <a:pt x="25286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38"/>
              <p:cNvSpPr/>
              <p:nvPr/>
            </p:nvSpPr>
            <p:spPr>
              <a:xfrm>
                <a:off x="8009976" y="3789610"/>
                <a:ext cx="57437" cy="72304"/>
              </a:xfrm>
              <a:custGeom>
                <a:rect b="b" l="l" r="r" t="t"/>
                <a:pathLst>
                  <a:path extrusionOk="0" h="6726" w="5343">
                    <a:moveTo>
                      <a:pt x="5342" y="1"/>
                    </a:moveTo>
                    <a:lnTo>
                      <a:pt x="4689" y="577"/>
                    </a:lnTo>
                    <a:lnTo>
                      <a:pt x="4113" y="1038"/>
                    </a:lnTo>
                    <a:lnTo>
                      <a:pt x="3613" y="1384"/>
                    </a:lnTo>
                    <a:lnTo>
                      <a:pt x="3152" y="1692"/>
                    </a:lnTo>
                    <a:lnTo>
                      <a:pt x="2729" y="1922"/>
                    </a:lnTo>
                    <a:lnTo>
                      <a:pt x="2383" y="2076"/>
                    </a:lnTo>
                    <a:lnTo>
                      <a:pt x="2076" y="2153"/>
                    </a:lnTo>
                    <a:lnTo>
                      <a:pt x="1807" y="2230"/>
                    </a:lnTo>
                    <a:lnTo>
                      <a:pt x="1499" y="2268"/>
                    </a:lnTo>
                    <a:lnTo>
                      <a:pt x="1115" y="2383"/>
                    </a:lnTo>
                    <a:lnTo>
                      <a:pt x="885" y="2499"/>
                    </a:lnTo>
                    <a:lnTo>
                      <a:pt x="693" y="2614"/>
                    </a:lnTo>
                    <a:lnTo>
                      <a:pt x="500" y="2768"/>
                    </a:lnTo>
                    <a:lnTo>
                      <a:pt x="308" y="2960"/>
                    </a:lnTo>
                    <a:lnTo>
                      <a:pt x="193" y="3152"/>
                    </a:lnTo>
                    <a:lnTo>
                      <a:pt x="116" y="3306"/>
                    </a:lnTo>
                    <a:lnTo>
                      <a:pt x="39" y="3651"/>
                    </a:lnTo>
                    <a:lnTo>
                      <a:pt x="1" y="3920"/>
                    </a:lnTo>
                    <a:lnTo>
                      <a:pt x="39" y="4074"/>
                    </a:lnTo>
                    <a:lnTo>
                      <a:pt x="78" y="4420"/>
                    </a:lnTo>
                    <a:lnTo>
                      <a:pt x="193" y="4727"/>
                    </a:lnTo>
                    <a:lnTo>
                      <a:pt x="308" y="4920"/>
                    </a:lnTo>
                    <a:lnTo>
                      <a:pt x="424" y="5073"/>
                    </a:lnTo>
                    <a:lnTo>
                      <a:pt x="654" y="5265"/>
                    </a:lnTo>
                    <a:lnTo>
                      <a:pt x="885" y="5419"/>
                    </a:lnTo>
                    <a:lnTo>
                      <a:pt x="1115" y="5534"/>
                    </a:lnTo>
                    <a:lnTo>
                      <a:pt x="1384" y="5765"/>
                    </a:lnTo>
                    <a:lnTo>
                      <a:pt x="1615" y="5996"/>
                    </a:lnTo>
                    <a:lnTo>
                      <a:pt x="1845" y="6265"/>
                    </a:lnTo>
                    <a:lnTo>
                      <a:pt x="1999" y="6495"/>
                    </a:lnTo>
                    <a:lnTo>
                      <a:pt x="2114" y="6726"/>
                    </a:lnTo>
                    <a:lnTo>
                      <a:pt x="4535" y="3728"/>
                    </a:lnTo>
                    <a:lnTo>
                      <a:pt x="5342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38"/>
              <p:cNvSpPr/>
              <p:nvPr/>
            </p:nvSpPr>
            <p:spPr>
              <a:xfrm>
                <a:off x="8062446" y="3751608"/>
                <a:ext cx="45451" cy="48343"/>
              </a:xfrm>
              <a:custGeom>
                <a:rect b="b" l="l" r="r" t="t"/>
                <a:pathLst>
                  <a:path extrusionOk="0" h="4497" w="4228">
                    <a:moveTo>
                      <a:pt x="308" y="0"/>
                    </a:moveTo>
                    <a:lnTo>
                      <a:pt x="154" y="39"/>
                    </a:lnTo>
                    <a:lnTo>
                      <a:pt x="77" y="154"/>
                    </a:lnTo>
                    <a:lnTo>
                      <a:pt x="0" y="269"/>
                    </a:lnTo>
                    <a:lnTo>
                      <a:pt x="0" y="423"/>
                    </a:lnTo>
                    <a:lnTo>
                      <a:pt x="77" y="538"/>
                    </a:lnTo>
                    <a:lnTo>
                      <a:pt x="154" y="615"/>
                    </a:lnTo>
                    <a:lnTo>
                      <a:pt x="269" y="692"/>
                    </a:lnTo>
                    <a:lnTo>
                      <a:pt x="730" y="807"/>
                    </a:lnTo>
                    <a:lnTo>
                      <a:pt x="1268" y="1038"/>
                    </a:lnTo>
                    <a:lnTo>
                      <a:pt x="1537" y="1153"/>
                    </a:lnTo>
                    <a:lnTo>
                      <a:pt x="1806" y="1345"/>
                    </a:lnTo>
                    <a:lnTo>
                      <a:pt x="2075" y="1537"/>
                    </a:lnTo>
                    <a:lnTo>
                      <a:pt x="2344" y="1806"/>
                    </a:lnTo>
                    <a:lnTo>
                      <a:pt x="2652" y="2114"/>
                    </a:lnTo>
                    <a:lnTo>
                      <a:pt x="2882" y="2460"/>
                    </a:lnTo>
                    <a:lnTo>
                      <a:pt x="3074" y="2806"/>
                    </a:lnTo>
                    <a:lnTo>
                      <a:pt x="3228" y="3113"/>
                    </a:lnTo>
                    <a:lnTo>
                      <a:pt x="3343" y="3420"/>
                    </a:lnTo>
                    <a:lnTo>
                      <a:pt x="3420" y="3728"/>
                    </a:lnTo>
                    <a:lnTo>
                      <a:pt x="3497" y="4189"/>
                    </a:lnTo>
                    <a:lnTo>
                      <a:pt x="3536" y="4304"/>
                    </a:lnTo>
                    <a:lnTo>
                      <a:pt x="3651" y="4420"/>
                    </a:lnTo>
                    <a:lnTo>
                      <a:pt x="3728" y="4458"/>
                    </a:lnTo>
                    <a:lnTo>
                      <a:pt x="3881" y="4496"/>
                    </a:lnTo>
                    <a:lnTo>
                      <a:pt x="3920" y="4496"/>
                    </a:lnTo>
                    <a:lnTo>
                      <a:pt x="4035" y="4458"/>
                    </a:lnTo>
                    <a:lnTo>
                      <a:pt x="4150" y="4343"/>
                    </a:lnTo>
                    <a:lnTo>
                      <a:pt x="4189" y="4227"/>
                    </a:lnTo>
                    <a:lnTo>
                      <a:pt x="4227" y="4112"/>
                    </a:lnTo>
                    <a:lnTo>
                      <a:pt x="4112" y="3536"/>
                    </a:lnTo>
                    <a:lnTo>
                      <a:pt x="3997" y="3228"/>
                    </a:lnTo>
                    <a:lnTo>
                      <a:pt x="3881" y="2844"/>
                    </a:lnTo>
                    <a:lnTo>
                      <a:pt x="3689" y="2460"/>
                    </a:lnTo>
                    <a:lnTo>
                      <a:pt x="3459" y="2075"/>
                    </a:lnTo>
                    <a:lnTo>
                      <a:pt x="3190" y="1691"/>
                    </a:lnTo>
                    <a:lnTo>
                      <a:pt x="2844" y="1307"/>
                    </a:lnTo>
                    <a:lnTo>
                      <a:pt x="2536" y="999"/>
                    </a:lnTo>
                    <a:lnTo>
                      <a:pt x="2191" y="769"/>
                    </a:lnTo>
                    <a:lnTo>
                      <a:pt x="1883" y="577"/>
                    </a:lnTo>
                    <a:lnTo>
                      <a:pt x="1576" y="385"/>
                    </a:lnTo>
                    <a:lnTo>
                      <a:pt x="1268" y="269"/>
                    </a:lnTo>
                    <a:lnTo>
                      <a:pt x="961" y="154"/>
                    </a:ln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38"/>
              <p:cNvSpPr/>
              <p:nvPr/>
            </p:nvSpPr>
            <p:spPr>
              <a:xfrm>
                <a:off x="8081033" y="3719380"/>
                <a:ext cx="63210" cy="56201"/>
              </a:xfrm>
              <a:custGeom>
                <a:rect b="b" l="l" r="r" t="t"/>
                <a:pathLst>
                  <a:path extrusionOk="0" h="5228" w="5880">
                    <a:moveTo>
                      <a:pt x="1499" y="1"/>
                    </a:moveTo>
                    <a:lnTo>
                      <a:pt x="961" y="39"/>
                    </a:lnTo>
                    <a:lnTo>
                      <a:pt x="500" y="155"/>
                    </a:lnTo>
                    <a:lnTo>
                      <a:pt x="346" y="193"/>
                    </a:lnTo>
                    <a:lnTo>
                      <a:pt x="193" y="270"/>
                    </a:lnTo>
                    <a:lnTo>
                      <a:pt x="77" y="347"/>
                    </a:lnTo>
                    <a:lnTo>
                      <a:pt x="0" y="462"/>
                    </a:lnTo>
                    <a:lnTo>
                      <a:pt x="0" y="577"/>
                    </a:lnTo>
                    <a:lnTo>
                      <a:pt x="77" y="693"/>
                    </a:lnTo>
                    <a:lnTo>
                      <a:pt x="231" y="846"/>
                    </a:lnTo>
                    <a:lnTo>
                      <a:pt x="462" y="1038"/>
                    </a:lnTo>
                    <a:lnTo>
                      <a:pt x="1230" y="1576"/>
                    </a:lnTo>
                    <a:lnTo>
                      <a:pt x="2306" y="2422"/>
                    </a:lnTo>
                    <a:lnTo>
                      <a:pt x="3152" y="3114"/>
                    </a:lnTo>
                    <a:lnTo>
                      <a:pt x="3843" y="3690"/>
                    </a:lnTo>
                    <a:lnTo>
                      <a:pt x="4804" y="4612"/>
                    </a:lnTo>
                    <a:lnTo>
                      <a:pt x="5111" y="4920"/>
                    </a:lnTo>
                    <a:lnTo>
                      <a:pt x="5342" y="5112"/>
                    </a:lnTo>
                    <a:lnTo>
                      <a:pt x="5534" y="5227"/>
                    </a:lnTo>
                    <a:lnTo>
                      <a:pt x="5611" y="5227"/>
                    </a:lnTo>
                    <a:lnTo>
                      <a:pt x="5649" y="5189"/>
                    </a:lnTo>
                    <a:lnTo>
                      <a:pt x="5726" y="5112"/>
                    </a:lnTo>
                    <a:lnTo>
                      <a:pt x="5803" y="4958"/>
                    </a:lnTo>
                    <a:lnTo>
                      <a:pt x="5842" y="4766"/>
                    </a:lnTo>
                    <a:lnTo>
                      <a:pt x="5880" y="4497"/>
                    </a:lnTo>
                    <a:lnTo>
                      <a:pt x="5880" y="4228"/>
                    </a:lnTo>
                    <a:lnTo>
                      <a:pt x="5842" y="3921"/>
                    </a:lnTo>
                    <a:lnTo>
                      <a:pt x="5803" y="3613"/>
                    </a:lnTo>
                    <a:lnTo>
                      <a:pt x="5688" y="3267"/>
                    </a:lnTo>
                    <a:lnTo>
                      <a:pt x="5611" y="2921"/>
                    </a:lnTo>
                    <a:lnTo>
                      <a:pt x="5457" y="2576"/>
                    </a:lnTo>
                    <a:lnTo>
                      <a:pt x="5304" y="2191"/>
                    </a:lnTo>
                    <a:lnTo>
                      <a:pt x="5111" y="1845"/>
                    </a:lnTo>
                    <a:lnTo>
                      <a:pt x="4842" y="1538"/>
                    </a:lnTo>
                    <a:lnTo>
                      <a:pt x="4612" y="1231"/>
                    </a:lnTo>
                    <a:lnTo>
                      <a:pt x="4304" y="923"/>
                    </a:lnTo>
                    <a:lnTo>
                      <a:pt x="3959" y="693"/>
                    </a:lnTo>
                    <a:lnTo>
                      <a:pt x="3651" y="500"/>
                    </a:lnTo>
                    <a:lnTo>
                      <a:pt x="3344" y="385"/>
                    </a:lnTo>
                    <a:lnTo>
                      <a:pt x="3036" y="270"/>
                    </a:lnTo>
                    <a:lnTo>
                      <a:pt x="2729" y="155"/>
                    </a:lnTo>
                    <a:lnTo>
                      <a:pt x="2114" y="39"/>
                    </a:lnTo>
                    <a:lnTo>
                      <a:pt x="14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38"/>
              <p:cNvSpPr/>
              <p:nvPr/>
            </p:nvSpPr>
            <p:spPr>
              <a:xfrm>
                <a:off x="7803017" y="4418356"/>
                <a:ext cx="97911" cy="266879"/>
              </a:xfrm>
              <a:custGeom>
                <a:rect b="b" l="l" r="r" t="t"/>
                <a:pathLst>
                  <a:path extrusionOk="0" h="24826" w="9108">
                    <a:moveTo>
                      <a:pt x="7571" y="1"/>
                    </a:moveTo>
                    <a:lnTo>
                      <a:pt x="3766" y="7994"/>
                    </a:lnTo>
                    <a:lnTo>
                      <a:pt x="0" y="16025"/>
                    </a:lnTo>
                    <a:lnTo>
                      <a:pt x="3805" y="23211"/>
                    </a:lnTo>
                    <a:lnTo>
                      <a:pt x="4419" y="24364"/>
                    </a:lnTo>
                    <a:lnTo>
                      <a:pt x="5226" y="24825"/>
                    </a:lnTo>
                    <a:lnTo>
                      <a:pt x="7186" y="15103"/>
                    </a:lnTo>
                    <a:lnTo>
                      <a:pt x="9108" y="5381"/>
                    </a:lnTo>
                    <a:lnTo>
                      <a:pt x="75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38"/>
              <p:cNvSpPr/>
              <p:nvPr/>
            </p:nvSpPr>
            <p:spPr>
              <a:xfrm>
                <a:off x="7541523" y="4383655"/>
                <a:ext cx="725421" cy="577125"/>
              </a:xfrm>
              <a:custGeom>
                <a:rect b="b" l="l" r="r" t="t"/>
                <a:pathLst>
                  <a:path extrusionOk="0" h="53686" w="67481">
                    <a:moveTo>
                      <a:pt x="21866" y="1"/>
                    </a:moveTo>
                    <a:lnTo>
                      <a:pt x="21289" y="39"/>
                    </a:lnTo>
                    <a:lnTo>
                      <a:pt x="20675" y="78"/>
                    </a:lnTo>
                    <a:lnTo>
                      <a:pt x="20060" y="154"/>
                    </a:lnTo>
                    <a:lnTo>
                      <a:pt x="19445" y="270"/>
                    </a:lnTo>
                    <a:lnTo>
                      <a:pt x="18792" y="385"/>
                    </a:lnTo>
                    <a:lnTo>
                      <a:pt x="18177" y="539"/>
                    </a:lnTo>
                    <a:lnTo>
                      <a:pt x="17523" y="731"/>
                    </a:lnTo>
                    <a:lnTo>
                      <a:pt x="16870" y="961"/>
                    </a:lnTo>
                    <a:lnTo>
                      <a:pt x="15794" y="1423"/>
                    </a:lnTo>
                    <a:lnTo>
                      <a:pt x="14795" y="1922"/>
                    </a:lnTo>
                    <a:lnTo>
                      <a:pt x="13873" y="2460"/>
                    </a:lnTo>
                    <a:lnTo>
                      <a:pt x="13027" y="3075"/>
                    </a:lnTo>
                    <a:lnTo>
                      <a:pt x="12220" y="3690"/>
                    </a:lnTo>
                    <a:lnTo>
                      <a:pt x="11529" y="4305"/>
                    </a:lnTo>
                    <a:lnTo>
                      <a:pt x="10914" y="4958"/>
                    </a:lnTo>
                    <a:lnTo>
                      <a:pt x="10337" y="5573"/>
                    </a:lnTo>
                    <a:lnTo>
                      <a:pt x="9838" y="6188"/>
                    </a:lnTo>
                    <a:lnTo>
                      <a:pt x="9377" y="6803"/>
                    </a:lnTo>
                    <a:lnTo>
                      <a:pt x="8992" y="7341"/>
                    </a:lnTo>
                    <a:lnTo>
                      <a:pt x="8685" y="7879"/>
                    </a:lnTo>
                    <a:lnTo>
                      <a:pt x="8185" y="8724"/>
                    </a:lnTo>
                    <a:lnTo>
                      <a:pt x="7916" y="9300"/>
                    </a:lnTo>
                    <a:lnTo>
                      <a:pt x="7186" y="10876"/>
                    </a:lnTo>
                    <a:lnTo>
                      <a:pt x="6494" y="12490"/>
                    </a:lnTo>
                    <a:lnTo>
                      <a:pt x="5803" y="14181"/>
                    </a:lnTo>
                    <a:lnTo>
                      <a:pt x="5111" y="15910"/>
                    </a:lnTo>
                    <a:lnTo>
                      <a:pt x="4419" y="17716"/>
                    </a:lnTo>
                    <a:lnTo>
                      <a:pt x="3766" y="19561"/>
                    </a:lnTo>
                    <a:lnTo>
                      <a:pt x="3113" y="21444"/>
                    </a:lnTo>
                    <a:lnTo>
                      <a:pt x="2498" y="23404"/>
                    </a:lnTo>
                    <a:lnTo>
                      <a:pt x="1768" y="25825"/>
                    </a:lnTo>
                    <a:lnTo>
                      <a:pt x="1115" y="28169"/>
                    </a:lnTo>
                    <a:lnTo>
                      <a:pt x="500" y="30474"/>
                    </a:lnTo>
                    <a:lnTo>
                      <a:pt x="0" y="32703"/>
                    </a:lnTo>
                    <a:lnTo>
                      <a:pt x="11721" y="37891"/>
                    </a:lnTo>
                    <a:lnTo>
                      <a:pt x="22365" y="19445"/>
                    </a:lnTo>
                    <a:lnTo>
                      <a:pt x="22750" y="19445"/>
                    </a:lnTo>
                    <a:lnTo>
                      <a:pt x="37160" y="47229"/>
                    </a:lnTo>
                    <a:lnTo>
                      <a:pt x="37468" y="47767"/>
                    </a:lnTo>
                    <a:lnTo>
                      <a:pt x="37814" y="48305"/>
                    </a:lnTo>
                    <a:lnTo>
                      <a:pt x="38159" y="48805"/>
                    </a:lnTo>
                    <a:lnTo>
                      <a:pt x="38582" y="49304"/>
                    </a:lnTo>
                    <a:lnTo>
                      <a:pt x="39005" y="49765"/>
                    </a:lnTo>
                    <a:lnTo>
                      <a:pt x="39466" y="50188"/>
                    </a:lnTo>
                    <a:lnTo>
                      <a:pt x="39966" y="50572"/>
                    </a:lnTo>
                    <a:lnTo>
                      <a:pt x="40504" y="50918"/>
                    </a:lnTo>
                    <a:lnTo>
                      <a:pt x="41541" y="51533"/>
                    </a:lnTo>
                    <a:lnTo>
                      <a:pt x="42118" y="51802"/>
                    </a:lnTo>
                    <a:lnTo>
                      <a:pt x="42694" y="52110"/>
                    </a:lnTo>
                    <a:lnTo>
                      <a:pt x="43347" y="52379"/>
                    </a:lnTo>
                    <a:lnTo>
                      <a:pt x="44001" y="52609"/>
                    </a:lnTo>
                    <a:lnTo>
                      <a:pt x="44731" y="52840"/>
                    </a:lnTo>
                    <a:lnTo>
                      <a:pt x="45461" y="53070"/>
                    </a:lnTo>
                    <a:lnTo>
                      <a:pt x="46076" y="53224"/>
                    </a:lnTo>
                    <a:lnTo>
                      <a:pt x="47267" y="53416"/>
                    </a:lnTo>
                    <a:lnTo>
                      <a:pt x="48074" y="53531"/>
                    </a:lnTo>
                    <a:lnTo>
                      <a:pt x="48958" y="53608"/>
                    </a:lnTo>
                    <a:lnTo>
                      <a:pt x="49957" y="53685"/>
                    </a:lnTo>
                    <a:lnTo>
                      <a:pt x="51033" y="53685"/>
                    </a:lnTo>
                    <a:lnTo>
                      <a:pt x="52186" y="53608"/>
                    </a:lnTo>
                    <a:lnTo>
                      <a:pt x="53377" y="53493"/>
                    </a:lnTo>
                    <a:lnTo>
                      <a:pt x="54607" y="53301"/>
                    </a:lnTo>
                    <a:lnTo>
                      <a:pt x="55260" y="53147"/>
                    </a:lnTo>
                    <a:lnTo>
                      <a:pt x="55875" y="52955"/>
                    </a:lnTo>
                    <a:lnTo>
                      <a:pt x="56490" y="52763"/>
                    </a:lnTo>
                    <a:lnTo>
                      <a:pt x="57143" y="52532"/>
                    </a:lnTo>
                    <a:lnTo>
                      <a:pt x="57796" y="52263"/>
                    </a:lnTo>
                    <a:lnTo>
                      <a:pt x="58411" y="51994"/>
                    </a:lnTo>
                    <a:lnTo>
                      <a:pt x="59026" y="51648"/>
                    </a:lnTo>
                    <a:lnTo>
                      <a:pt x="59679" y="51303"/>
                    </a:lnTo>
                    <a:lnTo>
                      <a:pt x="60294" y="50880"/>
                    </a:lnTo>
                    <a:lnTo>
                      <a:pt x="60909" y="50457"/>
                    </a:lnTo>
                    <a:lnTo>
                      <a:pt x="61447" y="50034"/>
                    </a:lnTo>
                    <a:lnTo>
                      <a:pt x="61947" y="49573"/>
                    </a:lnTo>
                    <a:lnTo>
                      <a:pt x="62446" y="49074"/>
                    </a:lnTo>
                    <a:lnTo>
                      <a:pt x="62907" y="48574"/>
                    </a:lnTo>
                    <a:lnTo>
                      <a:pt x="63368" y="48075"/>
                    </a:lnTo>
                    <a:lnTo>
                      <a:pt x="63791" y="47537"/>
                    </a:lnTo>
                    <a:lnTo>
                      <a:pt x="64214" y="46960"/>
                    </a:lnTo>
                    <a:lnTo>
                      <a:pt x="64598" y="46384"/>
                    </a:lnTo>
                    <a:lnTo>
                      <a:pt x="64944" y="45807"/>
                    </a:lnTo>
                    <a:lnTo>
                      <a:pt x="65290" y="45192"/>
                    </a:lnTo>
                    <a:lnTo>
                      <a:pt x="65597" y="44578"/>
                    </a:lnTo>
                    <a:lnTo>
                      <a:pt x="65905" y="43924"/>
                    </a:lnTo>
                    <a:lnTo>
                      <a:pt x="66174" y="43271"/>
                    </a:lnTo>
                    <a:lnTo>
                      <a:pt x="66404" y="42618"/>
                    </a:lnTo>
                    <a:lnTo>
                      <a:pt x="66635" y="41926"/>
                    </a:lnTo>
                    <a:lnTo>
                      <a:pt x="66827" y="41234"/>
                    </a:lnTo>
                    <a:lnTo>
                      <a:pt x="66981" y="40543"/>
                    </a:lnTo>
                    <a:lnTo>
                      <a:pt x="67134" y="39851"/>
                    </a:lnTo>
                    <a:lnTo>
                      <a:pt x="67250" y="39121"/>
                    </a:lnTo>
                    <a:lnTo>
                      <a:pt x="67365" y="38391"/>
                    </a:lnTo>
                    <a:lnTo>
                      <a:pt x="67403" y="37661"/>
                    </a:lnTo>
                    <a:lnTo>
                      <a:pt x="67480" y="36892"/>
                    </a:lnTo>
                    <a:lnTo>
                      <a:pt x="67480" y="36162"/>
                    </a:lnTo>
                    <a:lnTo>
                      <a:pt x="67480" y="35393"/>
                    </a:lnTo>
                    <a:lnTo>
                      <a:pt x="67442" y="34663"/>
                    </a:lnTo>
                    <a:lnTo>
                      <a:pt x="67365" y="33895"/>
                    </a:lnTo>
                    <a:lnTo>
                      <a:pt x="67288" y="33126"/>
                    </a:lnTo>
                    <a:lnTo>
                      <a:pt x="67173" y="32357"/>
                    </a:lnTo>
                    <a:lnTo>
                      <a:pt x="67019" y="31589"/>
                    </a:lnTo>
                    <a:lnTo>
                      <a:pt x="66827" y="30820"/>
                    </a:lnTo>
                    <a:lnTo>
                      <a:pt x="66635" y="30052"/>
                    </a:lnTo>
                    <a:lnTo>
                      <a:pt x="66404" y="29283"/>
                    </a:lnTo>
                    <a:lnTo>
                      <a:pt x="64752" y="27323"/>
                    </a:lnTo>
                    <a:lnTo>
                      <a:pt x="62946" y="25287"/>
                    </a:lnTo>
                    <a:lnTo>
                      <a:pt x="61985" y="24211"/>
                    </a:lnTo>
                    <a:lnTo>
                      <a:pt x="60947" y="23173"/>
                    </a:lnTo>
                    <a:lnTo>
                      <a:pt x="59871" y="22059"/>
                    </a:lnTo>
                    <a:lnTo>
                      <a:pt x="58757" y="20983"/>
                    </a:lnTo>
                    <a:lnTo>
                      <a:pt x="57604" y="19868"/>
                    </a:lnTo>
                    <a:lnTo>
                      <a:pt x="56374" y="18754"/>
                    </a:lnTo>
                    <a:lnTo>
                      <a:pt x="55145" y="17639"/>
                    </a:lnTo>
                    <a:lnTo>
                      <a:pt x="53800" y="16525"/>
                    </a:lnTo>
                    <a:lnTo>
                      <a:pt x="52455" y="15410"/>
                    </a:lnTo>
                    <a:lnTo>
                      <a:pt x="51033" y="14296"/>
                    </a:lnTo>
                    <a:lnTo>
                      <a:pt x="49573" y="13182"/>
                    </a:lnTo>
                    <a:lnTo>
                      <a:pt x="48035" y="12067"/>
                    </a:lnTo>
                    <a:lnTo>
                      <a:pt x="45691" y="10453"/>
                    </a:lnTo>
                    <a:lnTo>
                      <a:pt x="43386" y="8955"/>
                    </a:lnTo>
                    <a:lnTo>
                      <a:pt x="41118" y="7571"/>
                    </a:lnTo>
                    <a:lnTo>
                      <a:pt x="38890" y="6303"/>
                    </a:lnTo>
                    <a:lnTo>
                      <a:pt x="36738" y="5150"/>
                    </a:lnTo>
                    <a:lnTo>
                      <a:pt x="34662" y="4074"/>
                    </a:lnTo>
                    <a:lnTo>
                      <a:pt x="32626" y="3152"/>
                    </a:lnTo>
                    <a:lnTo>
                      <a:pt x="30704" y="2268"/>
                    </a:lnTo>
                    <a:lnTo>
                      <a:pt x="30166" y="1961"/>
                    </a:lnTo>
                    <a:lnTo>
                      <a:pt x="29206" y="1499"/>
                    </a:lnTo>
                    <a:lnTo>
                      <a:pt x="28552" y="1230"/>
                    </a:lnTo>
                    <a:lnTo>
                      <a:pt x="27822" y="961"/>
                    </a:lnTo>
                    <a:lnTo>
                      <a:pt x="27015" y="692"/>
                    </a:lnTo>
                    <a:lnTo>
                      <a:pt x="26093" y="462"/>
                    </a:lnTo>
                    <a:lnTo>
                      <a:pt x="25132" y="270"/>
                    </a:lnTo>
                    <a:lnTo>
                      <a:pt x="24095" y="116"/>
                    </a:lnTo>
                    <a:lnTo>
                      <a:pt x="23019" y="39"/>
                    </a:lnTo>
                    <a:lnTo>
                      <a:pt x="218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38"/>
              <p:cNvSpPr/>
              <p:nvPr/>
            </p:nvSpPr>
            <p:spPr>
              <a:xfrm>
                <a:off x="7978994" y="4074657"/>
                <a:ext cx="401136" cy="722529"/>
              </a:xfrm>
              <a:custGeom>
                <a:rect b="b" l="l" r="r" t="t"/>
                <a:pathLst>
                  <a:path extrusionOk="0" h="67212" w="37315">
                    <a:moveTo>
                      <a:pt x="29283" y="0"/>
                    </a:moveTo>
                    <a:lnTo>
                      <a:pt x="15218" y="1730"/>
                    </a:lnTo>
                    <a:lnTo>
                      <a:pt x="39" y="35892"/>
                    </a:lnTo>
                    <a:lnTo>
                      <a:pt x="1" y="38160"/>
                    </a:lnTo>
                    <a:lnTo>
                      <a:pt x="78" y="40273"/>
                    </a:lnTo>
                    <a:lnTo>
                      <a:pt x="193" y="42195"/>
                    </a:lnTo>
                    <a:lnTo>
                      <a:pt x="385" y="43924"/>
                    </a:lnTo>
                    <a:lnTo>
                      <a:pt x="654" y="45538"/>
                    </a:lnTo>
                    <a:lnTo>
                      <a:pt x="961" y="46960"/>
                    </a:lnTo>
                    <a:lnTo>
                      <a:pt x="1307" y="48266"/>
                    </a:lnTo>
                    <a:lnTo>
                      <a:pt x="1730" y="49458"/>
                    </a:lnTo>
                    <a:lnTo>
                      <a:pt x="2191" y="50495"/>
                    </a:lnTo>
                    <a:lnTo>
                      <a:pt x="2652" y="51417"/>
                    </a:lnTo>
                    <a:lnTo>
                      <a:pt x="3152" y="52224"/>
                    </a:lnTo>
                    <a:lnTo>
                      <a:pt x="3690" y="52955"/>
                    </a:lnTo>
                    <a:lnTo>
                      <a:pt x="4228" y="53569"/>
                    </a:lnTo>
                    <a:lnTo>
                      <a:pt x="4766" y="54107"/>
                    </a:lnTo>
                    <a:lnTo>
                      <a:pt x="5342" y="54530"/>
                    </a:lnTo>
                    <a:lnTo>
                      <a:pt x="5919" y="54914"/>
                    </a:lnTo>
                    <a:lnTo>
                      <a:pt x="6303" y="55145"/>
                    </a:lnTo>
                    <a:lnTo>
                      <a:pt x="6687" y="55337"/>
                    </a:lnTo>
                    <a:lnTo>
                      <a:pt x="7494" y="55683"/>
                    </a:lnTo>
                    <a:lnTo>
                      <a:pt x="8301" y="55952"/>
                    </a:lnTo>
                    <a:lnTo>
                      <a:pt x="9108" y="56144"/>
                    </a:lnTo>
                    <a:lnTo>
                      <a:pt x="9915" y="56298"/>
                    </a:lnTo>
                    <a:lnTo>
                      <a:pt x="10761" y="56413"/>
                    </a:lnTo>
                    <a:lnTo>
                      <a:pt x="12375" y="56644"/>
                    </a:lnTo>
                    <a:lnTo>
                      <a:pt x="13182" y="56759"/>
                    </a:lnTo>
                    <a:lnTo>
                      <a:pt x="13989" y="56913"/>
                    </a:lnTo>
                    <a:lnTo>
                      <a:pt x="14796" y="57105"/>
                    </a:lnTo>
                    <a:lnTo>
                      <a:pt x="15564" y="57412"/>
                    </a:lnTo>
                    <a:lnTo>
                      <a:pt x="16294" y="57758"/>
                    </a:lnTo>
                    <a:lnTo>
                      <a:pt x="16679" y="57950"/>
                    </a:lnTo>
                    <a:lnTo>
                      <a:pt x="17063" y="58181"/>
                    </a:lnTo>
                    <a:lnTo>
                      <a:pt x="17409" y="58450"/>
                    </a:lnTo>
                    <a:lnTo>
                      <a:pt x="17755" y="58757"/>
                    </a:lnTo>
                    <a:lnTo>
                      <a:pt x="18100" y="59065"/>
                    </a:lnTo>
                    <a:lnTo>
                      <a:pt x="18446" y="59449"/>
                    </a:lnTo>
                    <a:lnTo>
                      <a:pt x="18946" y="60025"/>
                    </a:lnTo>
                    <a:lnTo>
                      <a:pt x="19330" y="60602"/>
                    </a:lnTo>
                    <a:lnTo>
                      <a:pt x="19676" y="61217"/>
                    </a:lnTo>
                    <a:lnTo>
                      <a:pt x="19983" y="61793"/>
                    </a:lnTo>
                    <a:lnTo>
                      <a:pt x="20252" y="62408"/>
                    </a:lnTo>
                    <a:lnTo>
                      <a:pt x="20483" y="62984"/>
                    </a:lnTo>
                    <a:lnTo>
                      <a:pt x="20906" y="64060"/>
                    </a:lnTo>
                    <a:lnTo>
                      <a:pt x="21290" y="65060"/>
                    </a:lnTo>
                    <a:lnTo>
                      <a:pt x="21521" y="65521"/>
                    </a:lnTo>
                    <a:lnTo>
                      <a:pt x="21751" y="65943"/>
                    </a:lnTo>
                    <a:lnTo>
                      <a:pt x="22020" y="66289"/>
                    </a:lnTo>
                    <a:lnTo>
                      <a:pt x="22366" y="66597"/>
                    </a:lnTo>
                    <a:lnTo>
                      <a:pt x="22750" y="66866"/>
                    </a:lnTo>
                    <a:lnTo>
                      <a:pt x="23173" y="67058"/>
                    </a:lnTo>
                    <a:lnTo>
                      <a:pt x="23557" y="67135"/>
                    </a:lnTo>
                    <a:lnTo>
                      <a:pt x="23903" y="67212"/>
                    </a:lnTo>
                    <a:lnTo>
                      <a:pt x="24287" y="67212"/>
                    </a:lnTo>
                    <a:lnTo>
                      <a:pt x="24672" y="67173"/>
                    </a:lnTo>
                    <a:lnTo>
                      <a:pt x="25056" y="67096"/>
                    </a:lnTo>
                    <a:lnTo>
                      <a:pt x="25440" y="67019"/>
                    </a:lnTo>
                    <a:lnTo>
                      <a:pt x="25824" y="66866"/>
                    </a:lnTo>
                    <a:lnTo>
                      <a:pt x="26209" y="66712"/>
                    </a:lnTo>
                    <a:lnTo>
                      <a:pt x="26977" y="66328"/>
                    </a:lnTo>
                    <a:lnTo>
                      <a:pt x="27746" y="65867"/>
                    </a:lnTo>
                    <a:lnTo>
                      <a:pt x="28438" y="65329"/>
                    </a:lnTo>
                    <a:lnTo>
                      <a:pt x="29129" y="64791"/>
                    </a:lnTo>
                    <a:lnTo>
                      <a:pt x="29783" y="63177"/>
                    </a:lnTo>
                    <a:lnTo>
                      <a:pt x="30436" y="61601"/>
                    </a:lnTo>
                    <a:lnTo>
                      <a:pt x="31012" y="60141"/>
                    </a:lnTo>
                    <a:lnTo>
                      <a:pt x="31512" y="58757"/>
                    </a:lnTo>
                    <a:lnTo>
                      <a:pt x="32357" y="56259"/>
                    </a:lnTo>
                    <a:lnTo>
                      <a:pt x="33049" y="54184"/>
                    </a:lnTo>
                    <a:lnTo>
                      <a:pt x="33664" y="52148"/>
                    </a:lnTo>
                    <a:lnTo>
                      <a:pt x="34202" y="50149"/>
                    </a:lnTo>
                    <a:lnTo>
                      <a:pt x="34701" y="48189"/>
                    </a:lnTo>
                    <a:lnTo>
                      <a:pt x="35163" y="46306"/>
                    </a:lnTo>
                    <a:lnTo>
                      <a:pt x="35547" y="44423"/>
                    </a:lnTo>
                    <a:lnTo>
                      <a:pt x="35893" y="42579"/>
                    </a:lnTo>
                    <a:lnTo>
                      <a:pt x="36200" y="40773"/>
                    </a:lnTo>
                    <a:lnTo>
                      <a:pt x="36469" y="39005"/>
                    </a:lnTo>
                    <a:lnTo>
                      <a:pt x="36700" y="37276"/>
                    </a:lnTo>
                    <a:lnTo>
                      <a:pt x="36892" y="35623"/>
                    </a:lnTo>
                    <a:lnTo>
                      <a:pt x="37046" y="33971"/>
                    </a:lnTo>
                    <a:lnTo>
                      <a:pt x="37161" y="32395"/>
                    </a:lnTo>
                    <a:lnTo>
                      <a:pt x="37238" y="30820"/>
                    </a:lnTo>
                    <a:lnTo>
                      <a:pt x="37315" y="29360"/>
                    </a:lnTo>
                    <a:lnTo>
                      <a:pt x="37315" y="27899"/>
                    </a:lnTo>
                    <a:lnTo>
                      <a:pt x="37315" y="26477"/>
                    </a:lnTo>
                    <a:lnTo>
                      <a:pt x="37276" y="25132"/>
                    </a:lnTo>
                    <a:lnTo>
                      <a:pt x="37238" y="23826"/>
                    </a:lnTo>
                    <a:lnTo>
                      <a:pt x="37161" y="22596"/>
                    </a:lnTo>
                    <a:lnTo>
                      <a:pt x="37084" y="21366"/>
                    </a:lnTo>
                    <a:lnTo>
                      <a:pt x="36815" y="19138"/>
                    </a:lnTo>
                    <a:lnTo>
                      <a:pt x="36546" y="17139"/>
                    </a:lnTo>
                    <a:lnTo>
                      <a:pt x="36200" y="15333"/>
                    </a:lnTo>
                    <a:lnTo>
                      <a:pt x="35854" y="13796"/>
                    </a:lnTo>
                    <a:lnTo>
                      <a:pt x="35508" y="12490"/>
                    </a:lnTo>
                    <a:lnTo>
                      <a:pt x="35163" y="11414"/>
                    </a:lnTo>
                    <a:lnTo>
                      <a:pt x="34778" y="10376"/>
                    </a:lnTo>
                    <a:lnTo>
                      <a:pt x="34356" y="9377"/>
                    </a:lnTo>
                    <a:lnTo>
                      <a:pt x="33587" y="7609"/>
                    </a:lnTo>
                    <a:lnTo>
                      <a:pt x="33011" y="6379"/>
                    </a:lnTo>
                    <a:lnTo>
                      <a:pt x="32780" y="5918"/>
                    </a:lnTo>
                    <a:lnTo>
                      <a:pt x="32011" y="4458"/>
                    </a:lnTo>
                    <a:lnTo>
                      <a:pt x="31166" y="2998"/>
                    </a:lnTo>
                    <a:lnTo>
                      <a:pt x="30282" y="1499"/>
                    </a:lnTo>
                    <a:lnTo>
                      <a:pt x="2928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38"/>
              <p:cNvSpPr/>
              <p:nvPr/>
            </p:nvSpPr>
            <p:spPr>
              <a:xfrm>
                <a:off x="8060382" y="3759037"/>
                <a:ext cx="32229" cy="35131"/>
              </a:xfrm>
              <a:custGeom>
                <a:rect b="b" l="l" r="r" t="t"/>
                <a:pathLst>
                  <a:path extrusionOk="0" h="3268" w="2998">
                    <a:moveTo>
                      <a:pt x="1845" y="1"/>
                    </a:moveTo>
                    <a:lnTo>
                      <a:pt x="1576" y="78"/>
                    </a:lnTo>
                    <a:lnTo>
                      <a:pt x="1268" y="193"/>
                    </a:lnTo>
                    <a:lnTo>
                      <a:pt x="999" y="385"/>
                    </a:lnTo>
                    <a:lnTo>
                      <a:pt x="730" y="577"/>
                    </a:lnTo>
                    <a:lnTo>
                      <a:pt x="500" y="885"/>
                    </a:lnTo>
                    <a:lnTo>
                      <a:pt x="307" y="1154"/>
                    </a:lnTo>
                    <a:lnTo>
                      <a:pt x="154" y="1500"/>
                    </a:lnTo>
                    <a:lnTo>
                      <a:pt x="77" y="1807"/>
                    </a:lnTo>
                    <a:lnTo>
                      <a:pt x="0" y="2115"/>
                    </a:lnTo>
                    <a:lnTo>
                      <a:pt x="38" y="2384"/>
                    </a:lnTo>
                    <a:lnTo>
                      <a:pt x="115" y="2653"/>
                    </a:lnTo>
                    <a:lnTo>
                      <a:pt x="231" y="2883"/>
                    </a:lnTo>
                    <a:lnTo>
                      <a:pt x="384" y="3075"/>
                    </a:lnTo>
                    <a:lnTo>
                      <a:pt x="615" y="3191"/>
                    </a:lnTo>
                    <a:lnTo>
                      <a:pt x="884" y="3267"/>
                    </a:lnTo>
                    <a:lnTo>
                      <a:pt x="1153" y="3267"/>
                    </a:lnTo>
                    <a:lnTo>
                      <a:pt x="1422" y="3191"/>
                    </a:lnTo>
                    <a:lnTo>
                      <a:pt x="1729" y="3075"/>
                    </a:lnTo>
                    <a:lnTo>
                      <a:pt x="1998" y="2883"/>
                    </a:lnTo>
                    <a:lnTo>
                      <a:pt x="2267" y="2691"/>
                    </a:lnTo>
                    <a:lnTo>
                      <a:pt x="2498" y="2422"/>
                    </a:lnTo>
                    <a:lnTo>
                      <a:pt x="2690" y="2115"/>
                    </a:lnTo>
                    <a:lnTo>
                      <a:pt x="2844" y="1769"/>
                    </a:lnTo>
                    <a:lnTo>
                      <a:pt x="2959" y="1461"/>
                    </a:lnTo>
                    <a:lnTo>
                      <a:pt x="2997" y="1154"/>
                    </a:lnTo>
                    <a:lnTo>
                      <a:pt x="2959" y="885"/>
                    </a:lnTo>
                    <a:lnTo>
                      <a:pt x="2921" y="616"/>
                    </a:lnTo>
                    <a:lnTo>
                      <a:pt x="2767" y="385"/>
                    </a:lnTo>
                    <a:lnTo>
                      <a:pt x="2613" y="193"/>
                    </a:lnTo>
                    <a:lnTo>
                      <a:pt x="2383" y="78"/>
                    </a:lnTo>
                    <a:lnTo>
                      <a:pt x="21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8"/>
              <p:cNvSpPr/>
              <p:nvPr/>
            </p:nvSpPr>
            <p:spPr>
              <a:xfrm>
                <a:off x="8177697" y="4175040"/>
                <a:ext cx="182191" cy="433773"/>
              </a:xfrm>
              <a:custGeom>
                <a:rect b="b" l="l" r="r" t="t"/>
                <a:pathLst>
                  <a:path extrusionOk="0" h="40351" w="16948">
                    <a:moveTo>
                      <a:pt x="7609" y="0"/>
                    </a:moveTo>
                    <a:lnTo>
                      <a:pt x="6995" y="39"/>
                    </a:lnTo>
                    <a:lnTo>
                      <a:pt x="6418" y="77"/>
                    </a:lnTo>
                    <a:lnTo>
                      <a:pt x="5842" y="154"/>
                    </a:lnTo>
                    <a:lnTo>
                      <a:pt x="5227" y="269"/>
                    </a:lnTo>
                    <a:lnTo>
                      <a:pt x="4689" y="423"/>
                    </a:lnTo>
                    <a:lnTo>
                      <a:pt x="4151" y="615"/>
                    </a:lnTo>
                    <a:lnTo>
                      <a:pt x="3651" y="807"/>
                    </a:lnTo>
                    <a:lnTo>
                      <a:pt x="3190" y="1038"/>
                    </a:lnTo>
                    <a:lnTo>
                      <a:pt x="2768" y="1269"/>
                    </a:lnTo>
                    <a:lnTo>
                      <a:pt x="2345" y="1499"/>
                    </a:lnTo>
                    <a:lnTo>
                      <a:pt x="1999" y="1730"/>
                    </a:lnTo>
                    <a:lnTo>
                      <a:pt x="1384" y="2229"/>
                    </a:lnTo>
                    <a:lnTo>
                      <a:pt x="885" y="2729"/>
                    </a:lnTo>
                    <a:lnTo>
                      <a:pt x="462" y="3152"/>
                    </a:lnTo>
                    <a:lnTo>
                      <a:pt x="193" y="3536"/>
                    </a:lnTo>
                    <a:lnTo>
                      <a:pt x="1" y="3766"/>
                    </a:lnTo>
                    <a:lnTo>
                      <a:pt x="2383" y="20252"/>
                    </a:lnTo>
                    <a:lnTo>
                      <a:pt x="3651" y="29283"/>
                    </a:lnTo>
                    <a:lnTo>
                      <a:pt x="4996" y="38352"/>
                    </a:lnTo>
                    <a:lnTo>
                      <a:pt x="5188" y="38544"/>
                    </a:lnTo>
                    <a:lnTo>
                      <a:pt x="5573" y="38851"/>
                    </a:lnTo>
                    <a:lnTo>
                      <a:pt x="6034" y="39197"/>
                    </a:lnTo>
                    <a:lnTo>
                      <a:pt x="6649" y="39543"/>
                    </a:lnTo>
                    <a:lnTo>
                      <a:pt x="7340" y="39889"/>
                    </a:lnTo>
                    <a:lnTo>
                      <a:pt x="7725" y="40004"/>
                    </a:lnTo>
                    <a:lnTo>
                      <a:pt x="8147" y="40158"/>
                    </a:lnTo>
                    <a:lnTo>
                      <a:pt x="8609" y="40235"/>
                    </a:lnTo>
                    <a:lnTo>
                      <a:pt x="9070" y="40312"/>
                    </a:lnTo>
                    <a:lnTo>
                      <a:pt x="9531" y="40350"/>
                    </a:lnTo>
                    <a:lnTo>
                      <a:pt x="10030" y="40350"/>
                    </a:lnTo>
                    <a:lnTo>
                      <a:pt x="10568" y="40273"/>
                    </a:lnTo>
                    <a:lnTo>
                      <a:pt x="11106" y="40196"/>
                    </a:lnTo>
                    <a:lnTo>
                      <a:pt x="11606" y="40043"/>
                    </a:lnTo>
                    <a:lnTo>
                      <a:pt x="12106" y="39851"/>
                    </a:lnTo>
                    <a:lnTo>
                      <a:pt x="12605" y="39620"/>
                    </a:lnTo>
                    <a:lnTo>
                      <a:pt x="13066" y="39351"/>
                    </a:lnTo>
                    <a:lnTo>
                      <a:pt x="13527" y="39082"/>
                    </a:lnTo>
                    <a:lnTo>
                      <a:pt x="13950" y="38736"/>
                    </a:lnTo>
                    <a:lnTo>
                      <a:pt x="14373" y="38352"/>
                    </a:lnTo>
                    <a:lnTo>
                      <a:pt x="14757" y="37929"/>
                    </a:lnTo>
                    <a:lnTo>
                      <a:pt x="15103" y="37506"/>
                    </a:lnTo>
                    <a:lnTo>
                      <a:pt x="15449" y="37045"/>
                    </a:lnTo>
                    <a:lnTo>
                      <a:pt x="15718" y="36546"/>
                    </a:lnTo>
                    <a:lnTo>
                      <a:pt x="15987" y="36008"/>
                    </a:lnTo>
                    <a:lnTo>
                      <a:pt x="16217" y="35470"/>
                    </a:lnTo>
                    <a:lnTo>
                      <a:pt x="16410" y="34893"/>
                    </a:lnTo>
                    <a:lnTo>
                      <a:pt x="16602" y="32895"/>
                    </a:lnTo>
                    <a:lnTo>
                      <a:pt x="16755" y="30820"/>
                    </a:lnTo>
                    <a:lnTo>
                      <a:pt x="16871" y="28668"/>
                    </a:lnTo>
                    <a:lnTo>
                      <a:pt x="16948" y="26478"/>
                    </a:lnTo>
                    <a:lnTo>
                      <a:pt x="16948" y="24210"/>
                    </a:lnTo>
                    <a:lnTo>
                      <a:pt x="16909" y="21905"/>
                    </a:lnTo>
                    <a:lnTo>
                      <a:pt x="16794" y="19560"/>
                    </a:lnTo>
                    <a:lnTo>
                      <a:pt x="16640" y="17101"/>
                    </a:lnTo>
                    <a:lnTo>
                      <a:pt x="16333" y="14488"/>
                    </a:lnTo>
                    <a:lnTo>
                      <a:pt x="16141" y="13104"/>
                    </a:lnTo>
                    <a:lnTo>
                      <a:pt x="15948" y="11721"/>
                    </a:lnTo>
                    <a:lnTo>
                      <a:pt x="15833" y="11068"/>
                    </a:lnTo>
                    <a:lnTo>
                      <a:pt x="15679" y="10414"/>
                    </a:lnTo>
                    <a:lnTo>
                      <a:pt x="15257" y="8186"/>
                    </a:lnTo>
                    <a:lnTo>
                      <a:pt x="14796" y="5995"/>
                    </a:lnTo>
                    <a:lnTo>
                      <a:pt x="14296" y="3843"/>
                    </a:lnTo>
                    <a:lnTo>
                      <a:pt x="13758" y="1768"/>
                    </a:lnTo>
                    <a:lnTo>
                      <a:pt x="13258" y="1461"/>
                    </a:lnTo>
                    <a:lnTo>
                      <a:pt x="12720" y="1192"/>
                    </a:lnTo>
                    <a:lnTo>
                      <a:pt x="12221" y="961"/>
                    </a:lnTo>
                    <a:lnTo>
                      <a:pt x="11683" y="731"/>
                    </a:lnTo>
                    <a:lnTo>
                      <a:pt x="11106" y="538"/>
                    </a:lnTo>
                    <a:lnTo>
                      <a:pt x="10530" y="385"/>
                    </a:lnTo>
                    <a:lnTo>
                      <a:pt x="9954" y="231"/>
                    </a:lnTo>
                    <a:lnTo>
                      <a:pt x="9377" y="116"/>
                    </a:lnTo>
                    <a:lnTo>
                      <a:pt x="8801" y="39"/>
                    </a:lnTo>
                    <a:lnTo>
                      <a:pt x="8186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8"/>
              <p:cNvSpPr/>
              <p:nvPr/>
            </p:nvSpPr>
            <p:spPr>
              <a:xfrm>
                <a:off x="8203314" y="4286991"/>
                <a:ext cx="153274" cy="105769"/>
              </a:xfrm>
              <a:custGeom>
                <a:rect b="b" l="l" r="r" t="t"/>
                <a:pathLst>
                  <a:path extrusionOk="0" h="9839" w="14258">
                    <a:moveTo>
                      <a:pt x="13296" y="0"/>
                    </a:moveTo>
                    <a:lnTo>
                      <a:pt x="2652" y="4035"/>
                    </a:lnTo>
                    <a:lnTo>
                      <a:pt x="1307" y="6918"/>
                    </a:lnTo>
                    <a:lnTo>
                      <a:pt x="0" y="9838"/>
                    </a:lnTo>
                    <a:lnTo>
                      <a:pt x="0" y="9838"/>
                    </a:lnTo>
                    <a:lnTo>
                      <a:pt x="14257" y="6687"/>
                    </a:lnTo>
                    <a:lnTo>
                      <a:pt x="13950" y="4074"/>
                    </a:lnTo>
                    <a:lnTo>
                      <a:pt x="13758" y="2690"/>
                    </a:lnTo>
                    <a:lnTo>
                      <a:pt x="13565" y="1307"/>
                    </a:lnTo>
                    <a:lnTo>
                      <a:pt x="13450" y="654"/>
                    </a:lnTo>
                    <a:lnTo>
                      <a:pt x="132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38"/>
              <p:cNvSpPr/>
              <p:nvPr/>
            </p:nvSpPr>
            <p:spPr>
              <a:xfrm>
                <a:off x="8172333" y="4130428"/>
                <a:ext cx="214409" cy="263977"/>
              </a:xfrm>
              <a:custGeom>
                <a:rect b="b" l="l" r="r" t="t"/>
                <a:pathLst>
                  <a:path extrusionOk="0" h="24556" w="19945">
                    <a:moveTo>
                      <a:pt x="12681" y="0"/>
                    </a:moveTo>
                    <a:lnTo>
                      <a:pt x="12105" y="39"/>
                    </a:lnTo>
                    <a:lnTo>
                      <a:pt x="11452" y="77"/>
                    </a:lnTo>
                    <a:lnTo>
                      <a:pt x="10798" y="154"/>
                    </a:lnTo>
                    <a:lnTo>
                      <a:pt x="10068" y="269"/>
                    </a:lnTo>
                    <a:lnTo>
                      <a:pt x="9300" y="423"/>
                    </a:lnTo>
                    <a:lnTo>
                      <a:pt x="8531" y="615"/>
                    </a:lnTo>
                    <a:lnTo>
                      <a:pt x="7724" y="884"/>
                    </a:lnTo>
                    <a:lnTo>
                      <a:pt x="6879" y="1191"/>
                    </a:lnTo>
                    <a:lnTo>
                      <a:pt x="6072" y="1576"/>
                    </a:lnTo>
                    <a:lnTo>
                      <a:pt x="5226" y="2037"/>
                    </a:lnTo>
                    <a:lnTo>
                      <a:pt x="4419" y="2575"/>
                    </a:lnTo>
                    <a:lnTo>
                      <a:pt x="3574" y="3190"/>
                    </a:lnTo>
                    <a:lnTo>
                      <a:pt x="2921" y="3805"/>
                    </a:lnTo>
                    <a:lnTo>
                      <a:pt x="2306" y="4458"/>
                    </a:lnTo>
                    <a:lnTo>
                      <a:pt x="1768" y="5073"/>
                    </a:lnTo>
                    <a:lnTo>
                      <a:pt x="1307" y="5688"/>
                    </a:lnTo>
                    <a:lnTo>
                      <a:pt x="884" y="6302"/>
                    </a:lnTo>
                    <a:lnTo>
                      <a:pt x="538" y="6879"/>
                    </a:lnTo>
                    <a:lnTo>
                      <a:pt x="231" y="7417"/>
                    </a:lnTo>
                    <a:lnTo>
                      <a:pt x="0" y="7916"/>
                    </a:lnTo>
                    <a:lnTo>
                      <a:pt x="2460" y="24556"/>
                    </a:lnTo>
                    <a:lnTo>
                      <a:pt x="19944" y="16563"/>
                    </a:lnTo>
                    <a:lnTo>
                      <a:pt x="14257" y="77"/>
                    </a:lnTo>
                    <a:lnTo>
                      <a:pt x="13604" y="39"/>
                    </a:lnTo>
                    <a:lnTo>
                      <a:pt x="1268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38"/>
              <p:cNvSpPr/>
              <p:nvPr/>
            </p:nvSpPr>
            <p:spPr>
              <a:xfrm>
                <a:off x="8008331" y="3882973"/>
                <a:ext cx="52471" cy="18189"/>
              </a:xfrm>
              <a:custGeom>
                <a:rect b="b" l="l" r="r" t="t"/>
                <a:pathLst>
                  <a:path extrusionOk="0" h="1692" w="4881">
                    <a:moveTo>
                      <a:pt x="308" y="1"/>
                    </a:moveTo>
                    <a:lnTo>
                      <a:pt x="154" y="39"/>
                    </a:lnTo>
                    <a:lnTo>
                      <a:pt x="77" y="154"/>
                    </a:lnTo>
                    <a:lnTo>
                      <a:pt x="0" y="270"/>
                    </a:lnTo>
                    <a:lnTo>
                      <a:pt x="39" y="385"/>
                    </a:lnTo>
                    <a:lnTo>
                      <a:pt x="77" y="538"/>
                    </a:lnTo>
                    <a:lnTo>
                      <a:pt x="154" y="615"/>
                    </a:lnTo>
                    <a:lnTo>
                      <a:pt x="538" y="846"/>
                    </a:lnTo>
                    <a:lnTo>
                      <a:pt x="961" y="1076"/>
                    </a:lnTo>
                    <a:lnTo>
                      <a:pt x="1345" y="1230"/>
                    </a:lnTo>
                    <a:lnTo>
                      <a:pt x="1768" y="1384"/>
                    </a:lnTo>
                    <a:lnTo>
                      <a:pt x="2267" y="1538"/>
                    </a:lnTo>
                    <a:lnTo>
                      <a:pt x="2767" y="1614"/>
                    </a:lnTo>
                    <a:lnTo>
                      <a:pt x="3266" y="1691"/>
                    </a:lnTo>
                    <a:lnTo>
                      <a:pt x="4189" y="1691"/>
                    </a:lnTo>
                    <a:lnTo>
                      <a:pt x="4573" y="1653"/>
                    </a:lnTo>
                    <a:lnTo>
                      <a:pt x="4688" y="1614"/>
                    </a:lnTo>
                    <a:lnTo>
                      <a:pt x="4804" y="1538"/>
                    </a:lnTo>
                    <a:lnTo>
                      <a:pt x="4842" y="1422"/>
                    </a:lnTo>
                    <a:lnTo>
                      <a:pt x="4880" y="1269"/>
                    </a:lnTo>
                    <a:lnTo>
                      <a:pt x="4842" y="1153"/>
                    </a:lnTo>
                    <a:lnTo>
                      <a:pt x="4727" y="1038"/>
                    </a:lnTo>
                    <a:lnTo>
                      <a:pt x="4611" y="961"/>
                    </a:lnTo>
                    <a:lnTo>
                      <a:pt x="4496" y="961"/>
                    </a:lnTo>
                    <a:lnTo>
                      <a:pt x="3843" y="1000"/>
                    </a:lnTo>
                    <a:lnTo>
                      <a:pt x="3228" y="961"/>
                    </a:lnTo>
                    <a:lnTo>
                      <a:pt x="2613" y="884"/>
                    </a:lnTo>
                    <a:lnTo>
                      <a:pt x="1998" y="731"/>
                    </a:lnTo>
                    <a:lnTo>
                      <a:pt x="1614" y="577"/>
                    </a:lnTo>
                    <a:lnTo>
                      <a:pt x="1268" y="423"/>
                    </a:lnTo>
                    <a:lnTo>
                      <a:pt x="884" y="231"/>
                    </a:lnTo>
                    <a:lnTo>
                      <a:pt x="577" y="39"/>
                    </a:lnTo>
                    <a:lnTo>
                      <a:pt x="4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38"/>
              <p:cNvSpPr/>
              <p:nvPr/>
            </p:nvSpPr>
            <p:spPr>
              <a:xfrm>
                <a:off x="8226029" y="4538573"/>
                <a:ext cx="154101" cy="443685"/>
              </a:xfrm>
              <a:custGeom>
                <a:rect b="b" l="l" r="r" t="t"/>
                <a:pathLst>
                  <a:path extrusionOk="0" h="41273" w="14335">
                    <a:moveTo>
                      <a:pt x="4881" y="0"/>
                    </a:moveTo>
                    <a:lnTo>
                      <a:pt x="4612" y="154"/>
                    </a:lnTo>
                    <a:lnTo>
                      <a:pt x="4113" y="385"/>
                    </a:lnTo>
                    <a:lnTo>
                      <a:pt x="3421" y="807"/>
                    </a:lnTo>
                    <a:lnTo>
                      <a:pt x="3037" y="1038"/>
                    </a:lnTo>
                    <a:lnTo>
                      <a:pt x="2652" y="1345"/>
                    </a:lnTo>
                    <a:lnTo>
                      <a:pt x="2268" y="1691"/>
                    </a:lnTo>
                    <a:lnTo>
                      <a:pt x="1884" y="2037"/>
                    </a:lnTo>
                    <a:lnTo>
                      <a:pt x="1499" y="2460"/>
                    </a:lnTo>
                    <a:lnTo>
                      <a:pt x="1154" y="2921"/>
                    </a:lnTo>
                    <a:lnTo>
                      <a:pt x="846" y="3420"/>
                    </a:lnTo>
                    <a:lnTo>
                      <a:pt x="539" y="3997"/>
                    </a:lnTo>
                    <a:lnTo>
                      <a:pt x="308" y="4573"/>
                    </a:lnTo>
                    <a:lnTo>
                      <a:pt x="154" y="5227"/>
                    </a:lnTo>
                    <a:lnTo>
                      <a:pt x="39" y="5765"/>
                    </a:lnTo>
                    <a:lnTo>
                      <a:pt x="1" y="6303"/>
                    </a:lnTo>
                    <a:lnTo>
                      <a:pt x="1" y="6764"/>
                    </a:lnTo>
                    <a:lnTo>
                      <a:pt x="39" y="7225"/>
                    </a:lnTo>
                    <a:lnTo>
                      <a:pt x="78" y="7648"/>
                    </a:lnTo>
                    <a:lnTo>
                      <a:pt x="154" y="8032"/>
                    </a:lnTo>
                    <a:lnTo>
                      <a:pt x="308" y="8685"/>
                    </a:lnTo>
                    <a:lnTo>
                      <a:pt x="385" y="9338"/>
                    </a:lnTo>
                    <a:lnTo>
                      <a:pt x="539" y="11029"/>
                    </a:lnTo>
                    <a:lnTo>
                      <a:pt x="808" y="13412"/>
                    </a:lnTo>
                    <a:lnTo>
                      <a:pt x="961" y="14757"/>
                    </a:lnTo>
                    <a:lnTo>
                      <a:pt x="1192" y="16140"/>
                    </a:lnTo>
                    <a:lnTo>
                      <a:pt x="1615" y="18753"/>
                    </a:lnTo>
                    <a:lnTo>
                      <a:pt x="1884" y="20406"/>
                    </a:lnTo>
                    <a:lnTo>
                      <a:pt x="2230" y="22250"/>
                    </a:lnTo>
                    <a:lnTo>
                      <a:pt x="2652" y="24249"/>
                    </a:lnTo>
                    <a:lnTo>
                      <a:pt x="3113" y="26285"/>
                    </a:lnTo>
                    <a:lnTo>
                      <a:pt x="3651" y="28361"/>
                    </a:lnTo>
                    <a:lnTo>
                      <a:pt x="4228" y="30436"/>
                    </a:lnTo>
                    <a:lnTo>
                      <a:pt x="4535" y="31473"/>
                    </a:lnTo>
                    <a:lnTo>
                      <a:pt x="4881" y="32472"/>
                    </a:lnTo>
                    <a:lnTo>
                      <a:pt x="5265" y="33433"/>
                    </a:lnTo>
                    <a:lnTo>
                      <a:pt x="5611" y="34394"/>
                    </a:lnTo>
                    <a:lnTo>
                      <a:pt x="6034" y="35278"/>
                    </a:lnTo>
                    <a:lnTo>
                      <a:pt x="6418" y="36161"/>
                    </a:lnTo>
                    <a:lnTo>
                      <a:pt x="6879" y="36968"/>
                    </a:lnTo>
                    <a:lnTo>
                      <a:pt x="7302" y="37737"/>
                    </a:lnTo>
                    <a:lnTo>
                      <a:pt x="7802" y="38429"/>
                    </a:lnTo>
                    <a:lnTo>
                      <a:pt x="8263" y="39082"/>
                    </a:lnTo>
                    <a:lnTo>
                      <a:pt x="8801" y="39658"/>
                    </a:lnTo>
                    <a:lnTo>
                      <a:pt x="9300" y="40158"/>
                    </a:lnTo>
                    <a:lnTo>
                      <a:pt x="9877" y="40542"/>
                    </a:lnTo>
                    <a:lnTo>
                      <a:pt x="10453" y="40888"/>
                    </a:lnTo>
                    <a:lnTo>
                      <a:pt x="10761" y="41003"/>
                    </a:lnTo>
                    <a:lnTo>
                      <a:pt x="11030" y="41119"/>
                    </a:lnTo>
                    <a:lnTo>
                      <a:pt x="11337" y="41196"/>
                    </a:lnTo>
                    <a:lnTo>
                      <a:pt x="11645" y="41234"/>
                    </a:lnTo>
                    <a:lnTo>
                      <a:pt x="12106" y="41272"/>
                    </a:lnTo>
                    <a:lnTo>
                      <a:pt x="12413" y="41234"/>
                    </a:lnTo>
                    <a:lnTo>
                      <a:pt x="12721" y="41196"/>
                    </a:lnTo>
                    <a:lnTo>
                      <a:pt x="13066" y="41157"/>
                    </a:lnTo>
                    <a:lnTo>
                      <a:pt x="13489" y="41042"/>
                    </a:lnTo>
                    <a:lnTo>
                      <a:pt x="13873" y="40850"/>
                    </a:lnTo>
                    <a:lnTo>
                      <a:pt x="14335" y="40658"/>
                    </a:lnTo>
                    <a:lnTo>
                      <a:pt x="14296" y="37161"/>
                    </a:lnTo>
                    <a:lnTo>
                      <a:pt x="14219" y="33664"/>
                    </a:lnTo>
                    <a:lnTo>
                      <a:pt x="14104" y="30090"/>
                    </a:lnTo>
                    <a:lnTo>
                      <a:pt x="13950" y="26478"/>
                    </a:lnTo>
                    <a:lnTo>
                      <a:pt x="13797" y="22827"/>
                    </a:lnTo>
                    <a:lnTo>
                      <a:pt x="13566" y="19138"/>
                    </a:lnTo>
                    <a:lnTo>
                      <a:pt x="13297" y="15410"/>
                    </a:lnTo>
                    <a:lnTo>
                      <a:pt x="12990" y="11644"/>
                    </a:lnTo>
                    <a:lnTo>
                      <a:pt x="12490" y="6303"/>
                    </a:lnTo>
                    <a:lnTo>
                      <a:pt x="11914" y="1076"/>
                    </a:lnTo>
                    <a:lnTo>
                      <a:pt x="4881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38"/>
              <p:cNvSpPr/>
              <p:nvPr/>
            </p:nvSpPr>
            <p:spPr>
              <a:xfrm>
                <a:off x="8307826" y="4942171"/>
                <a:ext cx="210281" cy="56610"/>
              </a:xfrm>
              <a:custGeom>
                <a:rect b="b" l="l" r="r" t="t"/>
                <a:pathLst>
                  <a:path extrusionOk="0" h="5266" w="19561">
                    <a:moveTo>
                      <a:pt x="2191" y="1"/>
                    </a:moveTo>
                    <a:lnTo>
                      <a:pt x="1615" y="39"/>
                    </a:lnTo>
                    <a:lnTo>
                      <a:pt x="1115" y="78"/>
                    </a:lnTo>
                    <a:lnTo>
                      <a:pt x="692" y="193"/>
                    </a:lnTo>
                    <a:lnTo>
                      <a:pt x="385" y="308"/>
                    </a:lnTo>
                    <a:lnTo>
                      <a:pt x="154" y="462"/>
                    </a:lnTo>
                    <a:lnTo>
                      <a:pt x="77" y="577"/>
                    </a:lnTo>
                    <a:lnTo>
                      <a:pt x="39" y="693"/>
                    </a:lnTo>
                    <a:lnTo>
                      <a:pt x="1" y="808"/>
                    </a:lnTo>
                    <a:lnTo>
                      <a:pt x="39" y="1000"/>
                    </a:lnTo>
                    <a:lnTo>
                      <a:pt x="77" y="1154"/>
                    </a:lnTo>
                    <a:lnTo>
                      <a:pt x="193" y="1346"/>
                    </a:lnTo>
                    <a:lnTo>
                      <a:pt x="500" y="1769"/>
                    </a:lnTo>
                    <a:lnTo>
                      <a:pt x="961" y="2191"/>
                    </a:lnTo>
                    <a:lnTo>
                      <a:pt x="1499" y="2652"/>
                    </a:lnTo>
                    <a:lnTo>
                      <a:pt x="2114" y="3075"/>
                    </a:lnTo>
                    <a:lnTo>
                      <a:pt x="2806" y="3536"/>
                    </a:lnTo>
                    <a:lnTo>
                      <a:pt x="3536" y="3959"/>
                    </a:lnTo>
                    <a:lnTo>
                      <a:pt x="4305" y="4343"/>
                    </a:lnTo>
                    <a:lnTo>
                      <a:pt x="5073" y="4651"/>
                    </a:lnTo>
                    <a:lnTo>
                      <a:pt x="5803" y="4958"/>
                    </a:lnTo>
                    <a:lnTo>
                      <a:pt x="6533" y="5150"/>
                    </a:lnTo>
                    <a:lnTo>
                      <a:pt x="7187" y="5266"/>
                    </a:lnTo>
                    <a:lnTo>
                      <a:pt x="7763" y="5266"/>
                    </a:lnTo>
                    <a:lnTo>
                      <a:pt x="8032" y="5227"/>
                    </a:lnTo>
                    <a:lnTo>
                      <a:pt x="8263" y="5189"/>
                    </a:lnTo>
                    <a:lnTo>
                      <a:pt x="8455" y="5073"/>
                    </a:lnTo>
                    <a:lnTo>
                      <a:pt x="8647" y="4958"/>
                    </a:lnTo>
                    <a:lnTo>
                      <a:pt x="8762" y="4804"/>
                    </a:lnTo>
                    <a:lnTo>
                      <a:pt x="8878" y="4612"/>
                    </a:lnTo>
                    <a:lnTo>
                      <a:pt x="8954" y="4459"/>
                    </a:lnTo>
                    <a:lnTo>
                      <a:pt x="8993" y="4228"/>
                    </a:lnTo>
                    <a:lnTo>
                      <a:pt x="9031" y="3844"/>
                    </a:lnTo>
                    <a:lnTo>
                      <a:pt x="8993" y="3421"/>
                    </a:lnTo>
                    <a:lnTo>
                      <a:pt x="11952" y="3383"/>
                    </a:lnTo>
                    <a:lnTo>
                      <a:pt x="14296" y="3306"/>
                    </a:lnTo>
                    <a:lnTo>
                      <a:pt x="16140" y="3229"/>
                    </a:lnTo>
                    <a:lnTo>
                      <a:pt x="17524" y="3114"/>
                    </a:lnTo>
                    <a:lnTo>
                      <a:pt x="18485" y="2998"/>
                    </a:lnTo>
                    <a:lnTo>
                      <a:pt x="19099" y="2883"/>
                    </a:lnTo>
                    <a:lnTo>
                      <a:pt x="19292" y="2806"/>
                    </a:lnTo>
                    <a:lnTo>
                      <a:pt x="19445" y="2729"/>
                    </a:lnTo>
                    <a:lnTo>
                      <a:pt x="19522" y="2652"/>
                    </a:lnTo>
                    <a:lnTo>
                      <a:pt x="19561" y="2576"/>
                    </a:lnTo>
                    <a:lnTo>
                      <a:pt x="19522" y="2537"/>
                    </a:lnTo>
                    <a:lnTo>
                      <a:pt x="19484" y="2460"/>
                    </a:lnTo>
                    <a:lnTo>
                      <a:pt x="19292" y="2307"/>
                    </a:lnTo>
                    <a:lnTo>
                      <a:pt x="19023" y="2191"/>
                    </a:lnTo>
                    <a:lnTo>
                      <a:pt x="18600" y="2038"/>
                    </a:lnTo>
                    <a:lnTo>
                      <a:pt x="17524" y="1769"/>
                    </a:lnTo>
                    <a:lnTo>
                      <a:pt x="16217" y="1500"/>
                    </a:lnTo>
                    <a:lnTo>
                      <a:pt x="14719" y="1231"/>
                    </a:lnTo>
                    <a:lnTo>
                      <a:pt x="13181" y="1000"/>
                    </a:lnTo>
                    <a:lnTo>
                      <a:pt x="11644" y="769"/>
                    </a:lnTo>
                    <a:lnTo>
                      <a:pt x="10223" y="616"/>
                    </a:lnTo>
                    <a:lnTo>
                      <a:pt x="6764" y="231"/>
                    </a:lnTo>
                    <a:lnTo>
                      <a:pt x="5073" y="78"/>
                    </a:lnTo>
                    <a:lnTo>
                      <a:pt x="3536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38"/>
              <p:cNvSpPr/>
              <p:nvPr/>
            </p:nvSpPr>
            <p:spPr>
              <a:xfrm>
                <a:off x="7768724" y="4555504"/>
                <a:ext cx="15706" cy="38431"/>
              </a:xfrm>
              <a:custGeom>
                <a:rect b="b" l="l" r="r" t="t"/>
                <a:pathLst>
                  <a:path extrusionOk="0" h="3575" w="1461">
                    <a:moveTo>
                      <a:pt x="270" y="1"/>
                    </a:moveTo>
                    <a:lnTo>
                      <a:pt x="154" y="78"/>
                    </a:lnTo>
                    <a:lnTo>
                      <a:pt x="39" y="193"/>
                    </a:lnTo>
                    <a:lnTo>
                      <a:pt x="1" y="308"/>
                    </a:lnTo>
                    <a:lnTo>
                      <a:pt x="39" y="462"/>
                    </a:lnTo>
                    <a:lnTo>
                      <a:pt x="808" y="3344"/>
                    </a:lnTo>
                    <a:lnTo>
                      <a:pt x="846" y="3421"/>
                    </a:lnTo>
                    <a:lnTo>
                      <a:pt x="923" y="3536"/>
                    </a:lnTo>
                    <a:lnTo>
                      <a:pt x="1000" y="3575"/>
                    </a:lnTo>
                    <a:lnTo>
                      <a:pt x="1230" y="3575"/>
                    </a:lnTo>
                    <a:lnTo>
                      <a:pt x="1346" y="3536"/>
                    </a:lnTo>
                    <a:lnTo>
                      <a:pt x="1423" y="3421"/>
                    </a:lnTo>
                    <a:lnTo>
                      <a:pt x="1461" y="3306"/>
                    </a:lnTo>
                    <a:lnTo>
                      <a:pt x="1461" y="3152"/>
                    </a:lnTo>
                    <a:lnTo>
                      <a:pt x="692" y="270"/>
                    </a:lnTo>
                    <a:lnTo>
                      <a:pt x="654" y="155"/>
                    </a:lnTo>
                    <a:lnTo>
                      <a:pt x="539" y="39"/>
                    </a:lnTo>
                    <a:lnTo>
                      <a:pt x="4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38"/>
              <p:cNvSpPr/>
              <p:nvPr/>
            </p:nvSpPr>
            <p:spPr>
              <a:xfrm>
                <a:off x="7784838" y="4566663"/>
                <a:ext cx="10750" cy="24800"/>
              </a:xfrm>
              <a:custGeom>
                <a:rect b="b" l="l" r="r" t="t"/>
                <a:pathLst>
                  <a:path extrusionOk="0" h="2307" w="1000">
                    <a:moveTo>
                      <a:pt x="577" y="0"/>
                    </a:moveTo>
                    <a:lnTo>
                      <a:pt x="462" y="77"/>
                    </a:lnTo>
                    <a:lnTo>
                      <a:pt x="385" y="154"/>
                    </a:lnTo>
                    <a:lnTo>
                      <a:pt x="308" y="269"/>
                    </a:lnTo>
                    <a:lnTo>
                      <a:pt x="0" y="1883"/>
                    </a:lnTo>
                    <a:lnTo>
                      <a:pt x="0" y="2037"/>
                    </a:lnTo>
                    <a:lnTo>
                      <a:pt x="77" y="2152"/>
                    </a:lnTo>
                    <a:lnTo>
                      <a:pt x="193" y="2229"/>
                    </a:lnTo>
                    <a:lnTo>
                      <a:pt x="346" y="2306"/>
                    </a:lnTo>
                    <a:lnTo>
                      <a:pt x="462" y="2268"/>
                    </a:lnTo>
                    <a:lnTo>
                      <a:pt x="577" y="2229"/>
                    </a:lnTo>
                    <a:lnTo>
                      <a:pt x="654" y="2114"/>
                    </a:lnTo>
                    <a:lnTo>
                      <a:pt x="692" y="1999"/>
                    </a:lnTo>
                    <a:lnTo>
                      <a:pt x="1000" y="423"/>
                    </a:lnTo>
                    <a:lnTo>
                      <a:pt x="1000" y="269"/>
                    </a:lnTo>
                    <a:lnTo>
                      <a:pt x="961" y="154"/>
                    </a:lnTo>
                    <a:lnTo>
                      <a:pt x="846" y="39"/>
                    </a:lnTo>
                    <a:lnTo>
                      <a:pt x="7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8"/>
              <p:cNvSpPr/>
              <p:nvPr/>
            </p:nvSpPr>
            <p:spPr>
              <a:xfrm>
                <a:off x="8159938" y="3801596"/>
                <a:ext cx="77669" cy="95847"/>
              </a:xfrm>
              <a:custGeom>
                <a:rect b="b" l="l" r="r" t="t"/>
                <a:pathLst>
                  <a:path extrusionOk="0" h="8916" w="7225">
                    <a:moveTo>
                      <a:pt x="4420" y="0"/>
                    </a:moveTo>
                    <a:lnTo>
                      <a:pt x="4074" y="39"/>
                    </a:lnTo>
                    <a:lnTo>
                      <a:pt x="3728" y="77"/>
                    </a:lnTo>
                    <a:lnTo>
                      <a:pt x="3344" y="192"/>
                    </a:lnTo>
                    <a:lnTo>
                      <a:pt x="3036" y="346"/>
                    </a:lnTo>
                    <a:lnTo>
                      <a:pt x="2690" y="538"/>
                    </a:lnTo>
                    <a:lnTo>
                      <a:pt x="2344" y="730"/>
                    </a:lnTo>
                    <a:lnTo>
                      <a:pt x="2037" y="999"/>
                    </a:lnTo>
                    <a:lnTo>
                      <a:pt x="1730" y="1268"/>
                    </a:lnTo>
                    <a:lnTo>
                      <a:pt x="1422" y="1576"/>
                    </a:lnTo>
                    <a:lnTo>
                      <a:pt x="1153" y="1922"/>
                    </a:lnTo>
                    <a:lnTo>
                      <a:pt x="923" y="2306"/>
                    </a:lnTo>
                    <a:lnTo>
                      <a:pt x="692" y="2690"/>
                    </a:lnTo>
                    <a:lnTo>
                      <a:pt x="500" y="3113"/>
                    </a:lnTo>
                    <a:lnTo>
                      <a:pt x="308" y="3574"/>
                    </a:lnTo>
                    <a:lnTo>
                      <a:pt x="192" y="3997"/>
                    </a:lnTo>
                    <a:lnTo>
                      <a:pt x="116" y="4458"/>
                    </a:lnTo>
                    <a:lnTo>
                      <a:pt x="39" y="4881"/>
                    </a:lnTo>
                    <a:lnTo>
                      <a:pt x="0" y="5303"/>
                    </a:lnTo>
                    <a:lnTo>
                      <a:pt x="39" y="5726"/>
                    </a:lnTo>
                    <a:lnTo>
                      <a:pt x="77" y="6110"/>
                    </a:lnTo>
                    <a:lnTo>
                      <a:pt x="154" y="6495"/>
                    </a:lnTo>
                    <a:lnTo>
                      <a:pt x="231" y="6879"/>
                    </a:lnTo>
                    <a:lnTo>
                      <a:pt x="385" y="7225"/>
                    </a:lnTo>
                    <a:lnTo>
                      <a:pt x="538" y="7532"/>
                    </a:lnTo>
                    <a:lnTo>
                      <a:pt x="730" y="7840"/>
                    </a:lnTo>
                    <a:lnTo>
                      <a:pt x="961" y="8108"/>
                    </a:lnTo>
                    <a:lnTo>
                      <a:pt x="1230" y="8339"/>
                    </a:lnTo>
                    <a:lnTo>
                      <a:pt x="1499" y="8531"/>
                    </a:lnTo>
                    <a:lnTo>
                      <a:pt x="1806" y="8685"/>
                    </a:lnTo>
                    <a:lnTo>
                      <a:pt x="2152" y="8800"/>
                    </a:lnTo>
                    <a:lnTo>
                      <a:pt x="2498" y="8877"/>
                    </a:lnTo>
                    <a:lnTo>
                      <a:pt x="2844" y="8915"/>
                    </a:lnTo>
                    <a:lnTo>
                      <a:pt x="3190" y="8877"/>
                    </a:lnTo>
                    <a:lnTo>
                      <a:pt x="3536" y="8800"/>
                    </a:lnTo>
                    <a:lnTo>
                      <a:pt x="3882" y="8723"/>
                    </a:lnTo>
                    <a:lnTo>
                      <a:pt x="4227" y="8570"/>
                    </a:lnTo>
                    <a:lnTo>
                      <a:pt x="4573" y="8377"/>
                    </a:lnTo>
                    <a:lnTo>
                      <a:pt x="4881" y="8185"/>
                    </a:lnTo>
                    <a:lnTo>
                      <a:pt x="5188" y="7916"/>
                    </a:lnTo>
                    <a:lnTo>
                      <a:pt x="5496" y="7647"/>
                    </a:lnTo>
                    <a:lnTo>
                      <a:pt x="5803" y="7340"/>
                    </a:lnTo>
                    <a:lnTo>
                      <a:pt x="6072" y="6994"/>
                    </a:lnTo>
                    <a:lnTo>
                      <a:pt x="6302" y="6610"/>
                    </a:lnTo>
                    <a:lnTo>
                      <a:pt x="6533" y="6226"/>
                    </a:lnTo>
                    <a:lnTo>
                      <a:pt x="6764" y="5764"/>
                    </a:lnTo>
                    <a:lnTo>
                      <a:pt x="6917" y="5342"/>
                    </a:lnTo>
                    <a:lnTo>
                      <a:pt x="7033" y="4919"/>
                    </a:lnTo>
                    <a:lnTo>
                      <a:pt x="7148" y="4458"/>
                    </a:lnTo>
                    <a:lnTo>
                      <a:pt x="7186" y="4035"/>
                    </a:lnTo>
                    <a:lnTo>
                      <a:pt x="7225" y="3612"/>
                    </a:lnTo>
                    <a:lnTo>
                      <a:pt x="7225" y="3190"/>
                    </a:lnTo>
                    <a:lnTo>
                      <a:pt x="7186" y="2767"/>
                    </a:lnTo>
                    <a:lnTo>
                      <a:pt x="7109" y="2383"/>
                    </a:lnTo>
                    <a:lnTo>
                      <a:pt x="6994" y="2037"/>
                    </a:lnTo>
                    <a:lnTo>
                      <a:pt x="6840" y="1691"/>
                    </a:lnTo>
                    <a:lnTo>
                      <a:pt x="6687" y="1345"/>
                    </a:lnTo>
                    <a:lnTo>
                      <a:pt x="6495" y="1076"/>
                    </a:lnTo>
                    <a:lnTo>
                      <a:pt x="6264" y="807"/>
                    </a:lnTo>
                    <a:lnTo>
                      <a:pt x="5995" y="577"/>
                    </a:lnTo>
                    <a:lnTo>
                      <a:pt x="5726" y="384"/>
                    </a:lnTo>
                    <a:lnTo>
                      <a:pt x="5419" y="231"/>
                    </a:lnTo>
                    <a:lnTo>
                      <a:pt x="5073" y="115"/>
                    </a:lnTo>
                    <a:lnTo>
                      <a:pt x="4765" y="39"/>
                    </a:lnTo>
                    <a:lnTo>
                      <a:pt x="4420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38"/>
              <p:cNvSpPr/>
              <p:nvPr/>
            </p:nvSpPr>
            <p:spPr>
              <a:xfrm>
                <a:off x="8162830" y="3880082"/>
                <a:ext cx="57018" cy="21081"/>
              </a:xfrm>
              <a:custGeom>
                <a:rect b="b" l="l" r="r" t="t"/>
                <a:pathLst>
                  <a:path extrusionOk="0" h="1961" w="5304">
                    <a:moveTo>
                      <a:pt x="269" y="1"/>
                    </a:moveTo>
                    <a:lnTo>
                      <a:pt x="154" y="39"/>
                    </a:lnTo>
                    <a:lnTo>
                      <a:pt x="39" y="154"/>
                    </a:lnTo>
                    <a:lnTo>
                      <a:pt x="0" y="270"/>
                    </a:lnTo>
                    <a:lnTo>
                      <a:pt x="0" y="423"/>
                    </a:lnTo>
                    <a:lnTo>
                      <a:pt x="39" y="539"/>
                    </a:lnTo>
                    <a:lnTo>
                      <a:pt x="346" y="923"/>
                    </a:lnTo>
                    <a:lnTo>
                      <a:pt x="654" y="1230"/>
                    </a:lnTo>
                    <a:lnTo>
                      <a:pt x="999" y="1499"/>
                    </a:lnTo>
                    <a:lnTo>
                      <a:pt x="1422" y="1730"/>
                    </a:lnTo>
                    <a:lnTo>
                      <a:pt x="1691" y="1807"/>
                    </a:lnTo>
                    <a:lnTo>
                      <a:pt x="1960" y="1883"/>
                    </a:lnTo>
                    <a:lnTo>
                      <a:pt x="2268" y="1922"/>
                    </a:lnTo>
                    <a:lnTo>
                      <a:pt x="2575" y="1960"/>
                    </a:lnTo>
                    <a:lnTo>
                      <a:pt x="2882" y="1922"/>
                    </a:lnTo>
                    <a:lnTo>
                      <a:pt x="3228" y="1883"/>
                    </a:lnTo>
                    <a:lnTo>
                      <a:pt x="3574" y="1807"/>
                    </a:lnTo>
                    <a:lnTo>
                      <a:pt x="3882" y="1691"/>
                    </a:lnTo>
                    <a:lnTo>
                      <a:pt x="4227" y="1538"/>
                    </a:lnTo>
                    <a:lnTo>
                      <a:pt x="4535" y="1345"/>
                    </a:lnTo>
                    <a:lnTo>
                      <a:pt x="4842" y="1153"/>
                    </a:lnTo>
                    <a:lnTo>
                      <a:pt x="5150" y="884"/>
                    </a:lnTo>
                    <a:lnTo>
                      <a:pt x="5265" y="769"/>
                    </a:lnTo>
                    <a:lnTo>
                      <a:pt x="5303" y="654"/>
                    </a:lnTo>
                    <a:lnTo>
                      <a:pt x="5265" y="500"/>
                    </a:lnTo>
                    <a:lnTo>
                      <a:pt x="5188" y="385"/>
                    </a:lnTo>
                    <a:lnTo>
                      <a:pt x="5111" y="308"/>
                    </a:lnTo>
                    <a:lnTo>
                      <a:pt x="4958" y="270"/>
                    </a:lnTo>
                    <a:lnTo>
                      <a:pt x="4842" y="270"/>
                    </a:lnTo>
                    <a:lnTo>
                      <a:pt x="4727" y="346"/>
                    </a:lnTo>
                    <a:lnTo>
                      <a:pt x="4343" y="654"/>
                    </a:lnTo>
                    <a:lnTo>
                      <a:pt x="3958" y="884"/>
                    </a:lnTo>
                    <a:lnTo>
                      <a:pt x="3574" y="1038"/>
                    </a:lnTo>
                    <a:lnTo>
                      <a:pt x="3190" y="1153"/>
                    </a:lnTo>
                    <a:lnTo>
                      <a:pt x="2767" y="1230"/>
                    </a:lnTo>
                    <a:lnTo>
                      <a:pt x="2421" y="1230"/>
                    </a:lnTo>
                    <a:lnTo>
                      <a:pt x="2037" y="1192"/>
                    </a:lnTo>
                    <a:lnTo>
                      <a:pt x="1691" y="1076"/>
                    </a:lnTo>
                    <a:lnTo>
                      <a:pt x="1384" y="923"/>
                    </a:lnTo>
                    <a:lnTo>
                      <a:pt x="1115" y="692"/>
                    </a:lnTo>
                    <a:lnTo>
                      <a:pt x="846" y="462"/>
                    </a:lnTo>
                    <a:lnTo>
                      <a:pt x="654" y="154"/>
                    </a:lnTo>
                    <a:lnTo>
                      <a:pt x="538" y="77"/>
                    </a:lnTo>
                    <a:lnTo>
                      <a:pt x="4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38"/>
              <p:cNvSpPr/>
              <p:nvPr/>
            </p:nvSpPr>
            <p:spPr>
              <a:xfrm>
                <a:off x="8216945" y="3863559"/>
                <a:ext cx="17770" cy="22317"/>
              </a:xfrm>
              <a:custGeom>
                <a:rect b="b" l="l" r="r" t="t"/>
                <a:pathLst>
                  <a:path extrusionOk="0" h="2076" w="1653">
                    <a:moveTo>
                      <a:pt x="1307" y="0"/>
                    </a:moveTo>
                    <a:lnTo>
                      <a:pt x="1192" y="39"/>
                    </a:lnTo>
                    <a:lnTo>
                      <a:pt x="1076" y="77"/>
                    </a:lnTo>
                    <a:lnTo>
                      <a:pt x="961" y="193"/>
                    </a:lnTo>
                    <a:lnTo>
                      <a:pt x="769" y="538"/>
                    </a:lnTo>
                    <a:lnTo>
                      <a:pt x="577" y="884"/>
                    </a:lnTo>
                    <a:lnTo>
                      <a:pt x="346" y="1192"/>
                    </a:lnTo>
                    <a:lnTo>
                      <a:pt x="77" y="1499"/>
                    </a:lnTo>
                    <a:lnTo>
                      <a:pt x="39" y="1614"/>
                    </a:lnTo>
                    <a:lnTo>
                      <a:pt x="0" y="1730"/>
                    </a:lnTo>
                    <a:lnTo>
                      <a:pt x="39" y="1883"/>
                    </a:lnTo>
                    <a:lnTo>
                      <a:pt x="116" y="1999"/>
                    </a:lnTo>
                    <a:lnTo>
                      <a:pt x="231" y="2037"/>
                    </a:lnTo>
                    <a:lnTo>
                      <a:pt x="346" y="2076"/>
                    </a:lnTo>
                    <a:lnTo>
                      <a:pt x="500" y="2037"/>
                    </a:lnTo>
                    <a:lnTo>
                      <a:pt x="615" y="1960"/>
                    </a:lnTo>
                    <a:lnTo>
                      <a:pt x="884" y="1653"/>
                    </a:lnTo>
                    <a:lnTo>
                      <a:pt x="1153" y="1269"/>
                    </a:lnTo>
                    <a:lnTo>
                      <a:pt x="1384" y="923"/>
                    </a:lnTo>
                    <a:lnTo>
                      <a:pt x="1614" y="500"/>
                    </a:lnTo>
                    <a:lnTo>
                      <a:pt x="1653" y="385"/>
                    </a:lnTo>
                    <a:lnTo>
                      <a:pt x="1614" y="231"/>
                    </a:lnTo>
                    <a:lnTo>
                      <a:pt x="1537" y="116"/>
                    </a:lnTo>
                    <a:lnTo>
                      <a:pt x="1461" y="39"/>
                    </a:lnTo>
                    <a:lnTo>
                      <a:pt x="13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38"/>
              <p:cNvSpPr/>
              <p:nvPr/>
            </p:nvSpPr>
            <p:spPr>
              <a:xfrm>
                <a:off x="8202067" y="3797876"/>
                <a:ext cx="39259" cy="64865"/>
              </a:xfrm>
              <a:custGeom>
                <a:rect b="b" l="l" r="r" t="t"/>
                <a:pathLst>
                  <a:path extrusionOk="0" h="6034" w="3652">
                    <a:moveTo>
                      <a:pt x="308" y="0"/>
                    </a:moveTo>
                    <a:lnTo>
                      <a:pt x="193" y="39"/>
                    </a:lnTo>
                    <a:lnTo>
                      <a:pt x="78" y="116"/>
                    </a:lnTo>
                    <a:lnTo>
                      <a:pt x="1" y="231"/>
                    </a:lnTo>
                    <a:lnTo>
                      <a:pt x="1" y="385"/>
                    </a:lnTo>
                    <a:lnTo>
                      <a:pt x="39" y="500"/>
                    </a:lnTo>
                    <a:lnTo>
                      <a:pt x="116" y="615"/>
                    </a:lnTo>
                    <a:lnTo>
                      <a:pt x="232" y="692"/>
                    </a:lnTo>
                    <a:lnTo>
                      <a:pt x="347" y="730"/>
                    </a:lnTo>
                    <a:lnTo>
                      <a:pt x="885" y="730"/>
                    </a:lnTo>
                    <a:lnTo>
                      <a:pt x="1115" y="807"/>
                    </a:lnTo>
                    <a:lnTo>
                      <a:pt x="1346" y="884"/>
                    </a:lnTo>
                    <a:lnTo>
                      <a:pt x="1615" y="999"/>
                    </a:lnTo>
                    <a:lnTo>
                      <a:pt x="1846" y="1192"/>
                    </a:lnTo>
                    <a:lnTo>
                      <a:pt x="2076" y="1384"/>
                    </a:lnTo>
                    <a:lnTo>
                      <a:pt x="2268" y="1576"/>
                    </a:lnTo>
                    <a:lnTo>
                      <a:pt x="2422" y="1806"/>
                    </a:lnTo>
                    <a:lnTo>
                      <a:pt x="2576" y="2075"/>
                    </a:lnTo>
                    <a:lnTo>
                      <a:pt x="2691" y="2383"/>
                    </a:lnTo>
                    <a:lnTo>
                      <a:pt x="2806" y="2690"/>
                    </a:lnTo>
                    <a:lnTo>
                      <a:pt x="2883" y="2998"/>
                    </a:lnTo>
                    <a:lnTo>
                      <a:pt x="2921" y="3344"/>
                    </a:lnTo>
                    <a:lnTo>
                      <a:pt x="2960" y="3689"/>
                    </a:lnTo>
                    <a:lnTo>
                      <a:pt x="2960" y="4035"/>
                    </a:lnTo>
                    <a:lnTo>
                      <a:pt x="2921" y="4420"/>
                    </a:lnTo>
                    <a:lnTo>
                      <a:pt x="2883" y="4804"/>
                    </a:lnTo>
                    <a:lnTo>
                      <a:pt x="2768" y="5150"/>
                    </a:lnTo>
                    <a:lnTo>
                      <a:pt x="2652" y="5534"/>
                    </a:lnTo>
                    <a:lnTo>
                      <a:pt x="2652" y="5688"/>
                    </a:lnTo>
                    <a:lnTo>
                      <a:pt x="2691" y="5841"/>
                    </a:lnTo>
                    <a:lnTo>
                      <a:pt x="2806" y="5918"/>
                    </a:lnTo>
                    <a:lnTo>
                      <a:pt x="2998" y="6034"/>
                    </a:lnTo>
                    <a:lnTo>
                      <a:pt x="3114" y="5995"/>
                    </a:lnTo>
                    <a:lnTo>
                      <a:pt x="3190" y="5957"/>
                    </a:lnTo>
                    <a:lnTo>
                      <a:pt x="3267" y="5880"/>
                    </a:lnTo>
                    <a:lnTo>
                      <a:pt x="3344" y="5765"/>
                    </a:lnTo>
                    <a:lnTo>
                      <a:pt x="3459" y="5342"/>
                    </a:lnTo>
                    <a:lnTo>
                      <a:pt x="3575" y="4881"/>
                    </a:lnTo>
                    <a:lnTo>
                      <a:pt x="3613" y="4420"/>
                    </a:lnTo>
                    <a:lnTo>
                      <a:pt x="3652" y="3997"/>
                    </a:lnTo>
                    <a:lnTo>
                      <a:pt x="3652" y="3574"/>
                    </a:lnTo>
                    <a:lnTo>
                      <a:pt x="3613" y="3151"/>
                    </a:lnTo>
                    <a:lnTo>
                      <a:pt x="3536" y="2767"/>
                    </a:lnTo>
                    <a:lnTo>
                      <a:pt x="3459" y="2383"/>
                    </a:lnTo>
                    <a:lnTo>
                      <a:pt x="3306" y="2037"/>
                    </a:lnTo>
                    <a:lnTo>
                      <a:pt x="3152" y="1691"/>
                    </a:lnTo>
                    <a:lnTo>
                      <a:pt x="2960" y="1384"/>
                    </a:lnTo>
                    <a:lnTo>
                      <a:pt x="2768" y="1076"/>
                    </a:lnTo>
                    <a:lnTo>
                      <a:pt x="2537" y="807"/>
                    </a:lnTo>
                    <a:lnTo>
                      <a:pt x="2268" y="577"/>
                    </a:lnTo>
                    <a:lnTo>
                      <a:pt x="1961" y="385"/>
                    </a:lnTo>
                    <a:lnTo>
                      <a:pt x="1653" y="231"/>
                    </a:lnTo>
                    <a:lnTo>
                      <a:pt x="1308" y="116"/>
                    </a:lnTo>
                    <a:lnTo>
                      <a:pt x="1000" y="39"/>
                    </a:lnTo>
                    <a:lnTo>
                      <a:pt x="6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38"/>
              <p:cNvSpPr/>
              <p:nvPr/>
            </p:nvSpPr>
            <p:spPr>
              <a:xfrm>
                <a:off x="8178933" y="3830094"/>
                <a:ext cx="42151" cy="42151"/>
              </a:xfrm>
              <a:custGeom>
                <a:rect b="b" l="l" r="r" t="t"/>
                <a:pathLst>
                  <a:path extrusionOk="0" h="3921" w="3921">
                    <a:moveTo>
                      <a:pt x="3421" y="1"/>
                    </a:moveTo>
                    <a:lnTo>
                      <a:pt x="3306" y="78"/>
                    </a:lnTo>
                    <a:lnTo>
                      <a:pt x="78" y="3306"/>
                    </a:lnTo>
                    <a:lnTo>
                      <a:pt x="1" y="3421"/>
                    </a:lnTo>
                    <a:lnTo>
                      <a:pt x="1" y="3575"/>
                    </a:lnTo>
                    <a:lnTo>
                      <a:pt x="1" y="3690"/>
                    </a:lnTo>
                    <a:lnTo>
                      <a:pt x="78" y="3805"/>
                    </a:lnTo>
                    <a:lnTo>
                      <a:pt x="193" y="3882"/>
                    </a:lnTo>
                    <a:lnTo>
                      <a:pt x="347" y="3920"/>
                    </a:lnTo>
                    <a:lnTo>
                      <a:pt x="462" y="3882"/>
                    </a:lnTo>
                    <a:lnTo>
                      <a:pt x="577" y="3805"/>
                    </a:lnTo>
                    <a:lnTo>
                      <a:pt x="3805" y="577"/>
                    </a:lnTo>
                    <a:lnTo>
                      <a:pt x="3882" y="462"/>
                    </a:lnTo>
                    <a:lnTo>
                      <a:pt x="3921" y="347"/>
                    </a:lnTo>
                    <a:lnTo>
                      <a:pt x="3882" y="193"/>
                    </a:lnTo>
                    <a:lnTo>
                      <a:pt x="3805" y="78"/>
                    </a:lnTo>
                    <a:lnTo>
                      <a:pt x="36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38"/>
              <p:cNvSpPr/>
              <p:nvPr/>
            </p:nvSpPr>
            <p:spPr>
              <a:xfrm>
                <a:off x="8195048" y="3827202"/>
                <a:ext cx="9922" cy="23972"/>
              </a:xfrm>
              <a:custGeom>
                <a:rect b="b" l="l" r="r" t="t"/>
                <a:pathLst>
                  <a:path extrusionOk="0" h="2230" w="923">
                    <a:moveTo>
                      <a:pt x="308" y="1"/>
                    </a:moveTo>
                    <a:lnTo>
                      <a:pt x="193" y="39"/>
                    </a:lnTo>
                    <a:lnTo>
                      <a:pt x="78" y="116"/>
                    </a:lnTo>
                    <a:lnTo>
                      <a:pt x="1" y="231"/>
                    </a:lnTo>
                    <a:lnTo>
                      <a:pt x="1" y="385"/>
                    </a:lnTo>
                    <a:lnTo>
                      <a:pt x="231" y="1922"/>
                    </a:lnTo>
                    <a:lnTo>
                      <a:pt x="270" y="2037"/>
                    </a:lnTo>
                    <a:lnTo>
                      <a:pt x="347" y="2153"/>
                    </a:lnTo>
                    <a:lnTo>
                      <a:pt x="462" y="2191"/>
                    </a:lnTo>
                    <a:lnTo>
                      <a:pt x="577" y="2230"/>
                    </a:lnTo>
                    <a:lnTo>
                      <a:pt x="654" y="2230"/>
                    </a:lnTo>
                    <a:lnTo>
                      <a:pt x="769" y="2191"/>
                    </a:lnTo>
                    <a:lnTo>
                      <a:pt x="885" y="2076"/>
                    </a:lnTo>
                    <a:lnTo>
                      <a:pt x="923" y="1961"/>
                    </a:lnTo>
                    <a:lnTo>
                      <a:pt x="923" y="1845"/>
                    </a:lnTo>
                    <a:lnTo>
                      <a:pt x="692" y="270"/>
                    </a:lnTo>
                    <a:lnTo>
                      <a:pt x="654" y="154"/>
                    </a:lnTo>
                    <a:lnTo>
                      <a:pt x="577" y="39"/>
                    </a:lnTo>
                    <a:lnTo>
                      <a:pt x="46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38"/>
              <p:cNvSpPr/>
              <p:nvPr/>
            </p:nvSpPr>
            <p:spPr>
              <a:xfrm>
                <a:off x="7649335" y="4725290"/>
                <a:ext cx="57846" cy="66113"/>
              </a:xfrm>
              <a:custGeom>
                <a:rect b="b" l="l" r="r" t="t"/>
                <a:pathLst>
                  <a:path extrusionOk="0" h="6150" w="5381">
                    <a:moveTo>
                      <a:pt x="4881" y="1"/>
                    </a:moveTo>
                    <a:lnTo>
                      <a:pt x="4766" y="116"/>
                    </a:lnTo>
                    <a:lnTo>
                      <a:pt x="78" y="5573"/>
                    </a:lnTo>
                    <a:lnTo>
                      <a:pt x="1" y="5688"/>
                    </a:lnTo>
                    <a:lnTo>
                      <a:pt x="1" y="5842"/>
                    </a:lnTo>
                    <a:lnTo>
                      <a:pt x="1" y="5957"/>
                    </a:lnTo>
                    <a:lnTo>
                      <a:pt x="116" y="6073"/>
                    </a:lnTo>
                    <a:lnTo>
                      <a:pt x="231" y="6150"/>
                    </a:lnTo>
                    <a:lnTo>
                      <a:pt x="347" y="6150"/>
                    </a:lnTo>
                    <a:lnTo>
                      <a:pt x="462" y="6111"/>
                    </a:lnTo>
                    <a:lnTo>
                      <a:pt x="616" y="6034"/>
                    </a:lnTo>
                    <a:lnTo>
                      <a:pt x="5304" y="577"/>
                    </a:lnTo>
                    <a:lnTo>
                      <a:pt x="5381" y="424"/>
                    </a:lnTo>
                    <a:lnTo>
                      <a:pt x="5381" y="308"/>
                    </a:lnTo>
                    <a:lnTo>
                      <a:pt x="5342" y="193"/>
                    </a:lnTo>
                    <a:lnTo>
                      <a:pt x="5266" y="78"/>
                    </a:lnTo>
                    <a:lnTo>
                      <a:pt x="51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38"/>
              <p:cNvSpPr/>
              <p:nvPr/>
            </p:nvSpPr>
            <p:spPr>
              <a:xfrm>
                <a:off x="7859605" y="4726537"/>
                <a:ext cx="103286" cy="193758"/>
              </a:xfrm>
              <a:custGeom>
                <a:rect b="b" l="l" r="r" t="t"/>
                <a:pathLst>
                  <a:path extrusionOk="0" h="18024" w="9608">
                    <a:moveTo>
                      <a:pt x="308" y="0"/>
                    </a:moveTo>
                    <a:lnTo>
                      <a:pt x="193" y="39"/>
                    </a:lnTo>
                    <a:lnTo>
                      <a:pt x="78" y="116"/>
                    </a:lnTo>
                    <a:lnTo>
                      <a:pt x="1" y="231"/>
                    </a:lnTo>
                    <a:lnTo>
                      <a:pt x="1" y="385"/>
                    </a:lnTo>
                    <a:lnTo>
                      <a:pt x="39" y="500"/>
                    </a:lnTo>
                    <a:lnTo>
                      <a:pt x="8955" y="17831"/>
                    </a:lnTo>
                    <a:lnTo>
                      <a:pt x="8993" y="17908"/>
                    </a:lnTo>
                    <a:lnTo>
                      <a:pt x="9070" y="17985"/>
                    </a:lnTo>
                    <a:lnTo>
                      <a:pt x="9147" y="18023"/>
                    </a:lnTo>
                    <a:lnTo>
                      <a:pt x="9262" y="18023"/>
                    </a:lnTo>
                    <a:lnTo>
                      <a:pt x="9416" y="17985"/>
                    </a:lnTo>
                    <a:lnTo>
                      <a:pt x="9531" y="17908"/>
                    </a:lnTo>
                    <a:lnTo>
                      <a:pt x="9570" y="17793"/>
                    </a:lnTo>
                    <a:lnTo>
                      <a:pt x="9608" y="17639"/>
                    </a:lnTo>
                    <a:lnTo>
                      <a:pt x="9570" y="17524"/>
                    </a:lnTo>
                    <a:lnTo>
                      <a:pt x="654" y="192"/>
                    </a:lnTo>
                    <a:lnTo>
                      <a:pt x="577" y="77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94" name="Google Shape;1294;p38"/>
              <p:cNvGrpSpPr/>
              <p:nvPr/>
            </p:nvGrpSpPr>
            <p:grpSpPr>
              <a:xfrm flipH="1" rot="1239235">
                <a:off x="8060267" y="3569115"/>
                <a:ext cx="708277" cy="407320"/>
                <a:chOff x="2780853" y="2548210"/>
                <a:chExt cx="789087" cy="453841"/>
              </a:xfrm>
            </p:grpSpPr>
            <p:sp>
              <p:nvSpPr>
                <p:cNvPr id="1295" name="Google Shape;1295;p38"/>
                <p:cNvSpPr/>
                <p:nvPr/>
              </p:nvSpPr>
              <p:spPr>
                <a:xfrm>
                  <a:off x="3156683" y="2560530"/>
                  <a:ext cx="413257" cy="253248"/>
                </a:xfrm>
                <a:custGeom>
                  <a:rect b="b" l="l" r="r" t="t"/>
                  <a:pathLst>
                    <a:path extrusionOk="0" h="15664" w="25561">
                      <a:moveTo>
                        <a:pt x="7232" y="0"/>
                      </a:moveTo>
                      <a:lnTo>
                        <a:pt x="6530" y="29"/>
                      </a:lnTo>
                      <a:lnTo>
                        <a:pt x="5827" y="59"/>
                      </a:lnTo>
                      <a:lnTo>
                        <a:pt x="5154" y="117"/>
                      </a:lnTo>
                      <a:lnTo>
                        <a:pt x="4510" y="234"/>
                      </a:lnTo>
                      <a:lnTo>
                        <a:pt x="3895" y="351"/>
                      </a:lnTo>
                      <a:lnTo>
                        <a:pt x="3309" y="527"/>
                      </a:lnTo>
                      <a:lnTo>
                        <a:pt x="2753" y="703"/>
                      </a:lnTo>
                      <a:lnTo>
                        <a:pt x="2255" y="908"/>
                      </a:lnTo>
                      <a:lnTo>
                        <a:pt x="1816" y="1171"/>
                      </a:lnTo>
                      <a:lnTo>
                        <a:pt x="1406" y="1435"/>
                      </a:lnTo>
                      <a:lnTo>
                        <a:pt x="1026" y="1757"/>
                      </a:lnTo>
                      <a:lnTo>
                        <a:pt x="733" y="2079"/>
                      </a:lnTo>
                      <a:lnTo>
                        <a:pt x="469" y="2459"/>
                      </a:lnTo>
                      <a:lnTo>
                        <a:pt x="264" y="2811"/>
                      </a:lnTo>
                      <a:lnTo>
                        <a:pt x="147" y="3191"/>
                      </a:lnTo>
                      <a:lnTo>
                        <a:pt x="59" y="3572"/>
                      </a:lnTo>
                      <a:lnTo>
                        <a:pt x="1" y="3953"/>
                      </a:lnTo>
                      <a:lnTo>
                        <a:pt x="1" y="4362"/>
                      </a:lnTo>
                      <a:lnTo>
                        <a:pt x="1" y="4743"/>
                      </a:lnTo>
                      <a:lnTo>
                        <a:pt x="59" y="5153"/>
                      </a:lnTo>
                      <a:lnTo>
                        <a:pt x="118" y="5534"/>
                      </a:lnTo>
                      <a:lnTo>
                        <a:pt x="206" y="5914"/>
                      </a:lnTo>
                      <a:lnTo>
                        <a:pt x="323" y="6266"/>
                      </a:lnTo>
                      <a:lnTo>
                        <a:pt x="557" y="6968"/>
                      </a:lnTo>
                      <a:lnTo>
                        <a:pt x="821" y="7583"/>
                      </a:lnTo>
                      <a:lnTo>
                        <a:pt x="1026" y="8081"/>
                      </a:lnTo>
                      <a:lnTo>
                        <a:pt x="1406" y="8813"/>
                      </a:lnTo>
                      <a:lnTo>
                        <a:pt x="1845" y="9515"/>
                      </a:lnTo>
                      <a:lnTo>
                        <a:pt x="2314" y="10159"/>
                      </a:lnTo>
                      <a:lnTo>
                        <a:pt x="2811" y="10774"/>
                      </a:lnTo>
                      <a:lnTo>
                        <a:pt x="3368" y="11331"/>
                      </a:lnTo>
                      <a:lnTo>
                        <a:pt x="3953" y="11828"/>
                      </a:lnTo>
                      <a:lnTo>
                        <a:pt x="4568" y="12326"/>
                      </a:lnTo>
                      <a:lnTo>
                        <a:pt x="5212" y="12736"/>
                      </a:lnTo>
                      <a:lnTo>
                        <a:pt x="5886" y="13146"/>
                      </a:lnTo>
                      <a:lnTo>
                        <a:pt x="6559" y="13497"/>
                      </a:lnTo>
                      <a:lnTo>
                        <a:pt x="7262" y="13819"/>
                      </a:lnTo>
                      <a:lnTo>
                        <a:pt x="7994" y="14112"/>
                      </a:lnTo>
                      <a:lnTo>
                        <a:pt x="8696" y="14375"/>
                      </a:lnTo>
                      <a:lnTo>
                        <a:pt x="9428" y="14610"/>
                      </a:lnTo>
                      <a:lnTo>
                        <a:pt x="10131" y="14785"/>
                      </a:lnTo>
                      <a:lnTo>
                        <a:pt x="10863" y="14961"/>
                      </a:lnTo>
                      <a:lnTo>
                        <a:pt x="11565" y="15107"/>
                      </a:lnTo>
                      <a:lnTo>
                        <a:pt x="12268" y="15254"/>
                      </a:lnTo>
                      <a:lnTo>
                        <a:pt x="13586" y="15429"/>
                      </a:lnTo>
                      <a:lnTo>
                        <a:pt x="14845" y="15576"/>
                      </a:lnTo>
                      <a:lnTo>
                        <a:pt x="15957" y="15634"/>
                      </a:lnTo>
                      <a:lnTo>
                        <a:pt x="16923" y="15664"/>
                      </a:lnTo>
                      <a:lnTo>
                        <a:pt x="17714" y="15664"/>
                      </a:lnTo>
                      <a:lnTo>
                        <a:pt x="18592" y="15634"/>
                      </a:lnTo>
                      <a:lnTo>
                        <a:pt x="19500" y="15576"/>
                      </a:lnTo>
                      <a:lnTo>
                        <a:pt x="20466" y="15488"/>
                      </a:lnTo>
                      <a:lnTo>
                        <a:pt x="21461" y="15342"/>
                      </a:lnTo>
                      <a:lnTo>
                        <a:pt x="21988" y="15254"/>
                      </a:lnTo>
                      <a:lnTo>
                        <a:pt x="22457" y="15137"/>
                      </a:lnTo>
                      <a:lnTo>
                        <a:pt x="22925" y="14990"/>
                      </a:lnTo>
                      <a:lnTo>
                        <a:pt x="23394" y="14844"/>
                      </a:lnTo>
                      <a:lnTo>
                        <a:pt x="23804" y="14639"/>
                      </a:lnTo>
                      <a:lnTo>
                        <a:pt x="24213" y="14405"/>
                      </a:lnTo>
                      <a:lnTo>
                        <a:pt x="24565" y="14170"/>
                      </a:lnTo>
                      <a:lnTo>
                        <a:pt x="24858" y="13878"/>
                      </a:lnTo>
                      <a:lnTo>
                        <a:pt x="25121" y="13556"/>
                      </a:lnTo>
                      <a:lnTo>
                        <a:pt x="25238" y="13351"/>
                      </a:lnTo>
                      <a:lnTo>
                        <a:pt x="25326" y="13175"/>
                      </a:lnTo>
                      <a:lnTo>
                        <a:pt x="25443" y="12912"/>
                      </a:lnTo>
                      <a:lnTo>
                        <a:pt x="25502" y="12648"/>
                      </a:lnTo>
                      <a:lnTo>
                        <a:pt x="25531" y="12385"/>
                      </a:lnTo>
                      <a:lnTo>
                        <a:pt x="25560" y="12092"/>
                      </a:lnTo>
                      <a:lnTo>
                        <a:pt x="25560" y="11828"/>
                      </a:lnTo>
                      <a:lnTo>
                        <a:pt x="25502" y="11536"/>
                      </a:lnTo>
                      <a:lnTo>
                        <a:pt x="25472" y="11272"/>
                      </a:lnTo>
                      <a:lnTo>
                        <a:pt x="25385" y="10979"/>
                      </a:lnTo>
                      <a:lnTo>
                        <a:pt x="25180" y="10394"/>
                      </a:lnTo>
                      <a:lnTo>
                        <a:pt x="24916" y="9808"/>
                      </a:lnTo>
                      <a:lnTo>
                        <a:pt x="24623" y="9252"/>
                      </a:lnTo>
                      <a:lnTo>
                        <a:pt x="24272" y="8696"/>
                      </a:lnTo>
                      <a:lnTo>
                        <a:pt x="23921" y="8169"/>
                      </a:lnTo>
                      <a:lnTo>
                        <a:pt x="23540" y="7671"/>
                      </a:lnTo>
                      <a:lnTo>
                        <a:pt x="23159" y="7202"/>
                      </a:lnTo>
                      <a:lnTo>
                        <a:pt x="22779" y="6793"/>
                      </a:lnTo>
                      <a:lnTo>
                        <a:pt x="22135" y="6090"/>
                      </a:lnTo>
                      <a:lnTo>
                        <a:pt x="21696" y="5651"/>
                      </a:lnTo>
                      <a:lnTo>
                        <a:pt x="21051" y="5094"/>
                      </a:lnTo>
                      <a:lnTo>
                        <a:pt x="20378" y="4538"/>
                      </a:lnTo>
                      <a:lnTo>
                        <a:pt x="19705" y="4011"/>
                      </a:lnTo>
                      <a:lnTo>
                        <a:pt x="18973" y="3543"/>
                      </a:lnTo>
                      <a:lnTo>
                        <a:pt x="18241" y="3104"/>
                      </a:lnTo>
                      <a:lnTo>
                        <a:pt x="17480" y="2664"/>
                      </a:lnTo>
                      <a:lnTo>
                        <a:pt x="16718" y="2284"/>
                      </a:lnTo>
                      <a:lnTo>
                        <a:pt x="15928" y="1932"/>
                      </a:lnTo>
                      <a:lnTo>
                        <a:pt x="15137" y="1610"/>
                      </a:lnTo>
                      <a:lnTo>
                        <a:pt x="14347" y="1288"/>
                      </a:lnTo>
                      <a:lnTo>
                        <a:pt x="13527" y="1025"/>
                      </a:lnTo>
                      <a:lnTo>
                        <a:pt x="12737" y="791"/>
                      </a:lnTo>
                      <a:lnTo>
                        <a:pt x="11917" y="586"/>
                      </a:lnTo>
                      <a:lnTo>
                        <a:pt x="11097" y="410"/>
                      </a:lnTo>
                      <a:lnTo>
                        <a:pt x="10307" y="293"/>
                      </a:lnTo>
                      <a:lnTo>
                        <a:pt x="9516" y="176"/>
                      </a:lnTo>
                      <a:lnTo>
                        <a:pt x="8755" y="88"/>
                      </a:lnTo>
                      <a:lnTo>
                        <a:pt x="7994" y="29"/>
                      </a:lnTo>
                      <a:lnTo>
                        <a:pt x="723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38"/>
                <p:cNvSpPr/>
                <p:nvPr/>
              </p:nvSpPr>
              <p:spPr>
                <a:xfrm>
                  <a:off x="3077598" y="2592593"/>
                  <a:ext cx="285453" cy="409458"/>
                </a:xfrm>
                <a:custGeom>
                  <a:rect b="b" l="l" r="r" t="t"/>
                  <a:pathLst>
                    <a:path extrusionOk="0" h="25326" w="17656">
                      <a:moveTo>
                        <a:pt x="4129" y="0"/>
                      </a:moveTo>
                      <a:lnTo>
                        <a:pt x="4012" y="30"/>
                      </a:lnTo>
                      <a:lnTo>
                        <a:pt x="3895" y="117"/>
                      </a:lnTo>
                      <a:lnTo>
                        <a:pt x="3719" y="234"/>
                      </a:lnTo>
                      <a:lnTo>
                        <a:pt x="3572" y="410"/>
                      </a:lnTo>
                      <a:lnTo>
                        <a:pt x="3397" y="586"/>
                      </a:lnTo>
                      <a:lnTo>
                        <a:pt x="3045" y="1113"/>
                      </a:lnTo>
                      <a:lnTo>
                        <a:pt x="2665" y="1728"/>
                      </a:lnTo>
                      <a:lnTo>
                        <a:pt x="2284" y="2489"/>
                      </a:lnTo>
                      <a:lnTo>
                        <a:pt x="1874" y="3367"/>
                      </a:lnTo>
                      <a:lnTo>
                        <a:pt x="1494" y="4333"/>
                      </a:lnTo>
                      <a:lnTo>
                        <a:pt x="1142" y="5417"/>
                      </a:lnTo>
                      <a:lnTo>
                        <a:pt x="820" y="6558"/>
                      </a:lnTo>
                      <a:lnTo>
                        <a:pt x="528" y="7788"/>
                      </a:lnTo>
                      <a:lnTo>
                        <a:pt x="293" y="9076"/>
                      </a:lnTo>
                      <a:lnTo>
                        <a:pt x="206" y="9750"/>
                      </a:lnTo>
                      <a:lnTo>
                        <a:pt x="118" y="10423"/>
                      </a:lnTo>
                      <a:lnTo>
                        <a:pt x="59" y="11096"/>
                      </a:lnTo>
                      <a:lnTo>
                        <a:pt x="30" y="11799"/>
                      </a:lnTo>
                      <a:lnTo>
                        <a:pt x="1" y="12502"/>
                      </a:lnTo>
                      <a:lnTo>
                        <a:pt x="30" y="13234"/>
                      </a:lnTo>
                      <a:lnTo>
                        <a:pt x="30" y="13936"/>
                      </a:lnTo>
                      <a:lnTo>
                        <a:pt x="88" y="14668"/>
                      </a:lnTo>
                      <a:lnTo>
                        <a:pt x="206" y="15605"/>
                      </a:lnTo>
                      <a:lnTo>
                        <a:pt x="323" y="16542"/>
                      </a:lnTo>
                      <a:lnTo>
                        <a:pt x="498" y="17479"/>
                      </a:lnTo>
                      <a:lnTo>
                        <a:pt x="703" y="18387"/>
                      </a:lnTo>
                      <a:lnTo>
                        <a:pt x="937" y="19294"/>
                      </a:lnTo>
                      <a:lnTo>
                        <a:pt x="1230" y="20173"/>
                      </a:lnTo>
                      <a:lnTo>
                        <a:pt x="1494" y="21022"/>
                      </a:lnTo>
                      <a:lnTo>
                        <a:pt x="1816" y="21812"/>
                      </a:lnTo>
                      <a:lnTo>
                        <a:pt x="2167" y="22573"/>
                      </a:lnTo>
                      <a:lnTo>
                        <a:pt x="2518" y="23217"/>
                      </a:lnTo>
                      <a:lnTo>
                        <a:pt x="2899" y="23832"/>
                      </a:lnTo>
                      <a:lnTo>
                        <a:pt x="3280" y="24330"/>
                      </a:lnTo>
                      <a:lnTo>
                        <a:pt x="3485" y="24564"/>
                      </a:lnTo>
                      <a:lnTo>
                        <a:pt x="3690" y="24740"/>
                      </a:lnTo>
                      <a:lnTo>
                        <a:pt x="3895" y="24916"/>
                      </a:lnTo>
                      <a:lnTo>
                        <a:pt x="4099" y="25062"/>
                      </a:lnTo>
                      <a:lnTo>
                        <a:pt x="4304" y="25179"/>
                      </a:lnTo>
                      <a:lnTo>
                        <a:pt x="4509" y="25267"/>
                      </a:lnTo>
                      <a:lnTo>
                        <a:pt x="4714" y="25325"/>
                      </a:lnTo>
                      <a:lnTo>
                        <a:pt x="5183" y="25325"/>
                      </a:lnTo>
                      <a:lnTo>
                        <a:pt x="5388" y="25267"/>
                      </a:lnTo>
                      <a:lnTo>
                        <a:pt x="5593" y="25150"/>
                      </a:lnTo>
                      <a:lnTo>
                        <a:pt x="5798" y="25003"/>
                      </a:lnTo>
                      <a:lnTo>
                        <a:pt x="6003" y="24798"/>
                      </a:lnTo>
                      <a:lnTo>
                        <a:pt x="6207" y="24564"/>
                      </a:lnTo>
                      <a:lnTo>
                        <a:pt x="6647" y="24008"/>
                      </a:lnTo>
                      <a:lnTo>
                        <a:pt x="7174" y="23305"/>
                      </a:lnTo>
                      <a:lnTo>
                        <a:pt x="7847" y="22515"/>
                      </a:lnTo>
                      <a:lnTo>
                        <a:pt x="8257" y="22046"/>
                      </a:lnTo>
                      <a:lnTo>
                        <a:pt x="8725" y="21578"/>
                      </a:lnTo>
                      <a:lnTo>
                        <a:pt x="9252" y="21109"/>
                      </a:lnTo>
                      <a:lnTo>
                        <a:pt x="9838" y="20582"/>
                      </a:lnTo>
                      <a:lnTo>
                        <a:pt x="10365" y="20173"/>
                      </a:lnTo>
                      <a:lnTo>
                        <a:pt x="10833" y="19821"/>
                      </a:lnTo>
                      <a:lnTo>
                        <a:pt x="11272" y="19528"/>
                      </a:lnTo>
                      <a:lnTo>
                        <a:pt x="11682" y="19265"/>
                      </a:lnTo>
                      <a:lnTo>
                        <a:pt x="12414" y="18855"/>
                      </a:lnTo>
                      <a:lnTo>
                        <a:pt x="13058" y="18533"/>
                      </a:lnTo>
                      <a:lnTo>
                        <a:pt x="13644" y="18240"/>
                      </a:lnTo>
                      <a:lnTo>
                        <a:pt x="13937" y="18094"/>
                      </a:lnTo>
                      <a:lnTo>
                        <a:pt x="14200" y="17918"/>
                      </a:lnTo>
                      <a:lnTo>
                        <a:pt x="14464" y="17743"/>
                      </a:lnTo>
                      <a:lnTo>
                        <a:pt x="14727" y="17508"/>
                      </a:lnTo>
                      <a:lnTo>
                        <a:pt x="15020" y="17245"/>
                      </a:lnTo>
                      <a:lnTo>
                        <a:pt x="15284" y="16952"/>
                      </a:lnTo>
                      <a:lnTo>
                        <a:pt x="15693" y="16454"/>
                      </a:lnTo>
                      <a:lnTo>
                        <a:pt x="16045" y="15927"/>
                      </a:lnTo>
                      <a:lnTo>
                        <a:pt x="16396" y="15342"/>
                      </a:lnTo>
                      <a:lnTo>
                        <a:pt x="16689" y="14727"/>
                      </a:lnTo>
                      <a:lnTo>
                        <a:pt x="16952" y="14112"/>
                      </a:lnTo>
                      <a:lnTo>
                        <a:pt x="17187" y="13468"/>
                      </a:lnTo>
                      <a:lnTo>
                        <a:pt x="17362" y="12795"/>
                      </a:lnTo>
                      <a:lnTo>
                        <a:pt x="17509" y="12121"/>
                      </a:lnTo>
                      <a:lnTo>
                        <a:pt x="17626" y="11477"/>
                      </a:lnTo>
                      <a:lnTo>
                        <a:pt x="17655" y="10804"/>
                      </a:lnTo>
                      <a:lnTo>
                        <a:pt x="17655" y="10189"/>
                      </a:lnTo>
                      <a:lnTo>
                        <a:pt x="17596" y="9574"/>
                      </a:lnTo>
                      <a:lnTo>
                        <a:pt x="17479" y="8959"/>
                      </a:lnTo>
                      <a:lnTo>
                        <a:pt x="17392" y="8696"/>
                      </a:lnTo>
                      <a:lnTo>
                        <a:pt x="17304" y="8432"/>
                      </a:lnTo>
                      <a:lnTo>
                        <a:pt x="17187" y="8169"/>
                      </a:lnTo>
                      <a:lnTo>
                        <a:pt x="17040" y="7905"/>
                      </a:lnTo>
                      <a:lnTo>
                        <a:pt x="16894" y="7671"/>
                      </a:lnTo>
                      <a:lnTo>
                        <a:pt x="16718" y="7437"/>
                      </a:lnTo>
                      <a:lnTo>
                        <a:pt x="16484" y="7173"/>
                      </a:lnTo>
                      <a:lnTo>
                        <a:pt x="16191" y="6910"/>
                      </a:lnTo>
                      <a:lnTo>
                        <a:pt x="15898" y="6705"/>
                      </a:lnTo>
                      <a:lnTo>
                        <a:pt x="15576" y="6500"/>
                      </a:lnTo>
                      <a:lnTo>
                        <a:pt x="15225" y="6354"/>
                      </a:lnTo>
                      <a:lnTo>
                        <a:pt x="14874" y="6236"/>
                      </a:lnTo>
                      <a:lnTo>
                        <a:pt x="14493" y="6119"/>
                      </a:lnTo>
                      <a:lnTo>
                        <a:pt x="14112" y="6031"/>
                      </a:lnTo>
                      <a:lnTo>
                        <a:pt x="13732" y="5973"/>
                      </a:lnTo>
                      <a:lnTo>
                        <a:pt x="13322" y="5914"/>
                      </a:lnTo>
                      <a:lnTo>
                        <a:pt x="12473" y="5856"/>
                      </a:lnTo>
                      <a:lnTo>
                        <a:pt x="11595" y="5827"/>
                      </a:lnTo>
                      <a:lnTo>
                        <a:pt x="10716" y="5797"/>
                      </a:lnTo>
                      <a:lnTo>
                        <a:pt x="9838" y="5797"/>
                      </a:lnTo>
                      <a:lnTo>
                        <a:pt x="8989" y="5768"/>
                      </a:lnTo>
                      <a:lnTo>
                        <a:pt x="8169" y="5680"/>
                      </a:lnTo>
                      <a:lnTo>
                        <a:pt x="7759" y="5622"/>
                      </a:lnTo>
                      <a:lnTo>
                        <a:pt x="7379" y="5534"/>
                      </a:lnTo>
                      <a:lnTo>
                        <a:pt x="7027" y="5446"/>
                      </a:lnTo>
                      <a:lnTo>
                        <a:pt x="6647" y="5329"/>
                      </a:lnTo>
                      <a:lnTo>
                        <a:pt x="6325" y="5182"/>
                      </a:lnTo>
                      <a:lnTo>
                        <a:pt x="6003" y="5007"/>
                      </a:lnTo>
                      <a:lnTo>
                        <a:pt x="5710" y="4802"/>
                      </a:lnTo>
                      <a:lnTo>
                        <a:pt x="5417" y="4568"/>
                      </a:lnTo>
                      <a:lnTo>
                        <a:pt x="5153" y="4304"/>
                      </a:lnTo>
                      <a:lnTo>
                        <a:pt x="4949" y="3982"/>
                      </a:lnTo>
                      <a:lnTo>
                        <a:pt x="4744" y="3660"/>
                      </a:lnTo>
                      <a:lnTo>
                        <a:pt x="4597" y="3309"/>
                      </a:lnTo>
                      <a:lnTo>
                        <a:pt x="4480" y="2957"/>
                      </a:lnTo>
                      <a:lnTo>
                        <a:pt x="4392" y="2635"/>
                      </a:lnTo>
                      <a:lnTo>
                        <a:pt x="4363" y="2284"/>
                      </a:lnTo>
                      <a:lnTo>
                        <a:pt x="4334" y="1962"/>
                      </a:lnTo>
                      <a:lnTo>
                        <a:pt x="4334" y="1347"/>
                      </a:lnTo>
                      <a:lnTo>
                        <a:pt x="4392" y="410"/>
                      </a:lnTo>
                      <a:lnTo>
                        <a:pt x="4392" y="234"/>
                      </a:lnTo>
                      <a:lnTo>
                        <a:pt x="4363" y="117"/>
                      </a:lnTo>
                      <a:lnTo>
                        <a:pt x="4334" y="30"/>
                      </a:lnTo>
                      <a:lnTo>
                        <a:pt x="424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7" name="Google Shape;1297;p38"/>
                <p:cNvSpPr/>
                <p:nvPr/>
              </p:nvSpPr>
              <p:spPr>
                <a:xfrm>
                  <a:off x="2796471" y="2560045"/>
                  <a:ext cx="384851" cy="439756"/>
                </a:xfrm>
                <a:custGeom>
                  <a:rect b="b" l="l" r="r" t="t"/>
                  <a:pathLst>
                    <a:path extrusionOk="0" h="27200" w="23804">
                      <a:moveTo>
                        <a:pt x="14142" y="1"/>
                      </a:moveTo>
                      <a:lnTo>
                        <a:pt x="13556" y="59"/>
                      </a:lnTo>
                      <a:lnTo>
                        <a:pt x="12970" y="118"/>
                      </a:lnTo>
                      <a:lnTo>
                        <a:pt x="12414" y="235"/>
                      </a:lnTo>
                      <a:lnTo>
                        <a:pt x="11887" y="352"/>
                      </a:lnTo>
                      <a:lnTo>
                        <a:pt x="11360" y="499"/>
                      </a:lnTo>
                      <a:lnTo>
                        <a:pt x="10892" y="674"/>
                      </a:lnTo>
                      <a:lnTo>
                        <a:pt x="10423" y="908"/>
                      </a:lnTo>
                      <a:lnTo>
                        <a:pt x="10013" y="1143"/>
                      </a:lnTo>
                      <a:lnTo>
                        <a:pt x="9633" y="1406"/>
                      </a:lnTo>
                      <a:lnTo>
                        <a:pt x="9311" y="1728"/>
                      </a:lnTo>
                      <a:lnTo>
                        <a:pt x="9018" y="2050"/>
                      </a:lnTo>
                      <a:lnTo>
                        <a:pt x="8784" y="2402"/>
                      </a:lnTo>
                      <a:lnTo>
                        <a:pt x="8608" y="2753"/>
                      </a:lnTo>
                      <a:lnTo>
                        <a:pt x="8491" y="3134"/>
                      </a:lnTo>
                      <a:lnTo>
                        <a:pt x="8403" y="3514"/>
                      </a:lnTo>
                      <a:lnTo>
                        <a:pt x="8315" y="3924"/>
                      </a:lnTo>
                      <a:lnTo>
                        <a:pt x="8257" y="4334"/>
                      </a:lnTo>
                      <a:lnTo>
                        <a:pt x="8169" y="5154"/>
                      </a:lnTo>
                      <a:lnTo>
                        <a:pt x="8110" y="5534"/>
                      </a:lnTo>
                      <a:lnTo>
                        <a:pt x="8052" y="5944"/>
                      </a:lnTo>
                      <a:lnTo>
                        <a:pt x="7964" y="6296"/>
                      </a:lnTo>
                      <a:lnTo>
                        <a:pt x="7847" y="6647"/>
                      </a:lnTo>
                      <a:lnTo>
                        <a:pt x="7671" y="6998"/>
                      </a:lnTo>
                      <a:lnTo>
                        <a:pt x="7466" y="7291"/>
                      </a:lnTo>
                      <a:lnTo>
                        <a:pt x="7203" y="7584"/>
                      </a:lnTo>
                      <a:lnTo>
                        <a:pt x="6881" y="7818"/>
                      </a:lnTo>
                      <a:lnTo>
                        <a:pt x="6647" y="7964"/>
                      </a:lnTo>
                      <a:lnTo>
                        <a:pt x="6442" y="8052"/>
                      </a:lnTo>
                      <a:lnTo>
                        <a:pt x="6207" y="8140"/>
                      </a:lnTo>
                      <a:lnTo>
                        <a:pt x="5973" y="8199"/>
                      </a:lnTo>
                      <a:lnTo>
                        <a:pt x="5534" y="8257"/>
                      </a:lnTo>
                      <a:lnTo>
                        <a:pt x="5095" y="8286"/>
                      </a:lnTo>
                      <a:lnTo>
                        <a:pt x="4656" y="8345"/>
                      </a:lnTo>
                      <a:lnTo>
                        <a:pt x="4451" y="8374"/>
                      </a:lnTo>
                      <a:lnTo>
                        <a:pt x="4246" y="8433"/>
                      </a:lnTo>
                      <a:lnTo>
                        <a:pt x="4041" y="8521"/>
                      </a:lnTo>
                      <a:lnTo>
                        <a:pt x="3865" y="8608"/>
                      </a:lnTo>
                      <a:lnTo>
                        <a:pt x="3660" y="8755"/>
                      </a:lnTo>
                      <a:lnTo>
                        <a:pt x="3485" y="8931"/>
                      </a:lnTo>
                      <a:lnTo>
                        <a:pt x="3338" y="9077"/>
                      </a:lnTo>
                      <a:lnTo>
                        <a:pt x="3221" y="9282"/>
                      </a:lnTo>
                      <a:lnTo>
                        <a:pt x="3133" y="9516"/>
                      </a:lnTo>
                      <a:lnTo>
                        <a:pt x="3045" y="9809"/>
                      </a:lnTo>
                      <a:lnTo>
                        <a:pt x="2987" y="10219"/>
                      </a:lnTo>
                      <a:lnTo>
                        <a:pt x="2899" y="10775"/>
                      </a:lnTo>
                      <a:lnTo>
                        <a:pt x="2723" y="12327"/>
                      </a:lnTo>
                      <a:lnTo>
                        <a:pt x="2489" y="14493"/>
                      </a:lnTo>
                      <a:lnTo>
                        <a:pt x="2401" y="15254"/>
                      </a:lnTo>
                      <a:lnTo>
                        <a:pt x="2313" y="15869"/>
                      </a:lnTo>
                      <a:lnTo>
                        <a:pt x="2226" y="16338"/>
                      </a:lnTo>
                      <a:lnTo>
                        <a:pt x="2108" y="16748"/>
                      </a:lnTo>
                      <a:lnTo>
                        <a:pt x="1962" y="17070"/>
                      </a:lnTo>
                      <a:lnTo>
                        <a:pt x="1786" y="17392"/>
                      </a:lnTo>
                      <a:lnTo>
                        <a:pt x="1494" y="17802"/>
                      </a:lnTo>
                      <a:lnTo>
                        <a:pt x="1230" y="18124"/>
                      </a:lnTo>
                      <a:lnTo>
                        <a:pt x="967" y="18329"/>
                      </a:lnTo>
                      <a:lnTo>
                        <a:pt x="732" y="18534"/>
                      </a:lnTo>
                      <a:lnTo>
                        <a:pt x="527" y="18680"/>
                      </a:lnTo>
                      <a:lnTo>
                        <a:pt x="323" y="18826"/>
                      </a:lnTo>
                      <a:lnTo>
                        <a:pt x="176" y="19031"/>
                      </a:lnTo>
                      <a:lnTo>
                        <a:pt x="59" y="19295"/>
                      </a:lnTo>
                      <a:lnTo>
                        <a:pt x="0" y="19558"/>
                      </a:lnTo>
                      <a:lnTo>
                        <a:pt x="0" y="19822"/>
                      </a:lnTo>
                      <a:lnTo>
                        <a:pt x="0" y="20115"/>
                      </a:lnTo>
                      <a:lnTo>
                        <a:pt x="88" y="20437"/>
                      </a:lnTo>
                      <a:lnTo>
                        <a:pt x="176" y="20788"/>
                      </a:lnTo>
                      <a:lnTo>
                        <a:pt x="323" y="21110"/>
                      </a:lnTo>
                      <a:lnTo>
                        <a:pt x="498" y="21491"/>
                      </a:lnTo>
                      <a:lnTo>
                        <a:pt x="703" y="21842"/>
                      </a:lnTo>
                      <a:lnTo>
                        <a:pt x="937" y="22193"/>
                      </a:lnTo>
                      <a:lnTo>
                        <a:pt x="1201" y="22574"/>
                      </a:lnTo>
                      <a:lnTo>
                        <a:pt x="1494" y="22955"/>
                      </a:lnTo>
                      <a:lnTo>
                        <a:pt x="1786" y="23306"/>
                      </a:lnTo>
                      <a:lnTo>
                        <a:pt x="2138" y="23686"/>
                      </a:lnTo>
                      <a:lnTo>
                        <a:pt x="2489" y="24038"/>
                      </a:lnTo>
                      <a:lnTo>
                        <a:pt x="2870" y="24389"/>
                      </a:lnTo>
                      <a:lnTo>
                        <a:pt x="3250" y="24711"/>
                      </a:lnTo>
                      <a:lnTo>
                        <a:pt x="3660" y="25062"/>
                      </a:lnTo>
                      <a:lnTo>
                        <a:pt x="4070" y="25355"/>
                      </a:lnTo>
                      <a:lnTo>
                        <a:pt x="4480" y="25677"/>
                      </a:lnTo>
                      <a:lnTo>
                        <a:pt x="4919" y="25941"/>
                      </a:lnTo>
                      <a:lnTo>
                        <a:pt x="5358" y="26204"/>
                      </a:lnTo>
                      <a:lnTo>
                        <a:pt x="5797" y="26439"/>
                      </a:lnTo>
                      <a:lnTo>
                        <a:pt x="6237" y="26643"/>
                      </a:lnTo>
                      <a:lnTo>
                        <a:pt x="6676" y="26819"/>
                      </a:lnTo>
                      <a:lnTo>
                        <a:pt x="7115" y="26966"/>
                      </a:lnTo>
                      <a:lnTo>
                        <a:pt x="7554" y="27083"/>
                      </a:lnTo>
                      <a:lnTo>
                        <a:pt x="7964" y="27170"/>
                      </a:lnTo>
                      <a:lnTo>
                        <a:pt x="8403" y="27200"/>
                      </a:lnTo>
                      <a:lnTo>
                        <a:pt x="8813" y="27200"/>
                      </a:lnTo>
                      <a:lnTo>
                        <a:pt x="9194" y="27170"/>
                      </a:lnTo>
                      <a:lnTo>
                        <a:pt x="9574" y="27083"/>
                      </a:lnTo>
                      <a:lnTo>
                        <a:pt x="9955" y="26966"/>
                      </a:lnTo>
                      <a:lnTo>
                        <a:pt x="10248" y="26819"/>
                      </a:lnTo>
                      <a:lnTo>
                        <a:pt x="10511" y="26643"/>
                      </a:lnTo>
                      <a:lnTo>
                        <a:pt x="10745" y="26439"/>
                      </a:lnTo>
                      <a:lnTo>
                        <a:pt x="11009" y="26204"/>
                      </a:lnTo>
                      <a:lnTo>
                        <a:pt x="11214" y="25912"/>
                      </a:lnTo>
                      <a:lnTo>
                        <a:pt x="11419" y="25589"/>
                      </a:lnTo>
                      <a:lnTo>
                        <a:pt x="11624" y="25238"/>
                      </a:lnTo>
                      <a:lnTo>
                        <a:pt x="11829" y="24828"/>
                      </a:lnTo>
                      <a:lnTo>
                        <a:pt x="12034" y="24389"/>
                      </a:lnTo>
                      <a:lnTo>
                        <a:pt x="12209" y="23921"/>
                      </a:lnTo>
                      <a:lnTo>
                        <a:pt x="12619" y="22837"/>
                      </a:lnTo>
                      <a:lnTo>
                        <a:pt x="13029" y="21549"/>
                      </a:lnTo>
                      <a:lnTo>
                        <a:pt x="13468" y="20115"/>
                      </a:lnTo>
                      <a:lnTo>
                        <a:pt x="13732" y="19295"/>
                      </a:lnTo>
                      <a:lnTo>
                        <a:pt x="13937" y="18534"/>
                      </a:lnTo>
                      <a:lnTo>
                        <a:pt x="14229" y="17275"/>
                      </a:lnTo>
                      <a:lnTo>
                        <a:pt x="14434" y="16250"/>
                      </a:lnTo>
                      <a:lnTo>
                        <a:pt x="14551" y="15372"/>
                      </a:lnTo>
                      <a:lnTo>
                        <a:pt x="14669" y="14610"/>
                      </a:lnTo>
                      <a:lnTo>
                        <a:pt x="14786" y="13908"/>
                      </a:lnTo>
                      <a:lnTo>
                        <a:pt x="14874" y="13527"/>
                      </a:lnTo>
                      <a:lnTo>
                        <a:pt x="14991" y="13146"/>
                      </a:lnTo>
                      <a:lnTo>
                        <a:pt x="15108" y="12766"/>
                      </a:lnTo>
                      <a:lnTo>
                        <a:pt x="15283" y="12327"/>
                      </a:lnTo>
                      <a:lnTo>
                        <a:pt x="15547" y="11770"/>
                      </a:lnTo>
                      <a:lnTo>
                        <a:pt x="15810" y="11243"/>
                      </a:lnTo>
                      <a:lnTo>
                        <a:pt x="16074" y="10775"/>
                      </a:lnTo>
                      <a:lnTo>
                        <a:pt x="16396" y="10307"/>
                      </a:lnTo>
                      <a:lnTo>
                        <a:pt x="16718" y="9867"/>
                      </a:lnTo>
                      <a:lnTo>
                        <a:pt x="17040" y="9458"/>
                      </a:lnTo>
                      <a:lnTo>
                        <a:pt x="17391" y="9077"/>
                      </a:lnTo>
                      <a:lnTo>
                        <a:pt x="17743" y="8696"/>
                      </a:lnTo>
                      <a:lnTo>
                        <a:pt x="18094" y="8374"/>
                      </a:lnTo>
                      <a:lnTo>
                        <a:pt x="18475" y="8052"/>
                      </a:lnTo>
                      <a:lnTo>
                        <a:pt x="19207" y="7467"/>
                      </a:lnTo>
                      <a:lnTo>
                        <a:pt x="19939" y="6940"/>
                      </a:lnTo>
                      <a:lnTo>
                        <a:pt x="20641" y="6471"/>
                      </a:lnTo>
                      <a:lnTo>
                        <a:pt x="21959" y="5681"/>
                      </a:lnTo>
                      <a:lnTo>
                        <a:pt x="22515" y="5329"/>
                      </a:lnTo>
                      <a:lnTo>
                        <a:pt x="22983" y="4978"/>
                      </a:lnTo>
                      <a:lnTo>
                        <a:pt x="23188" y="4802"/>
                      </a:lnTo>
                      <a:lnTo>
                        <a:pt x="23364" y="4627"/>
                      </a:lnTo>
                      <a:lnTo>
                        <a:pt x="23510" y="4451"/>
                      </a:lnTo>
                      <a:lnTo>
                        <a:pt x="23628" y="4275"/>
                      </a:lnTo>
                      <a:lnTo>
                        <a:pt x="23715" y="4100"/>
                      </a:lnTo>
                      <a:lnTo>
                        <a:pt x="23774" y="3924"/>
                      </a:lnTo>
                      <a:lnTo>
                        <a:pt x="23803" y="3719"/>
                      </a:lnTo>
                      <a:lnTo>
                        <a:pt x="23774" y="3514"/>
                      </a:lnTo>
                      <a:lnTo>
                        <a:pt x="23657" y="3192"/>
                      </a:lnTo>
                      <a:lnTo>
                        <a:pt x="23510" y="2899"/>
                      </a:lnTo>
                      <a:lnTo>
                        <a:pt x="23306" y="2636"/>
                      </a:lnTo>
                      <a:lnTo>
                        <a:pt x="23042" y="2343"/>
                      </a:lnTo>
                      <a:lnTo>
                        <a:pt x="22720" y="2080"/>
                      </a:lnTo>
                      <a:lnTo>
                        <a:pt x="22369" y="1845"/>
                      </a:lnTo>
                      <a:lnTo>
                        <a:pt x="21988" y="1582"/>
                      </a:lnTo>
                      <a:lnTo>
                        <a:pt x="21549" y="1377"/>
                      </a:lnTo>
                      <a:lnTo>
                        <a:pt x="21080" y="1143"/>
                      </a:lnTo>
                      <a:lnTo>
                        <a:pt x="20583" y="967"/>
                      </a:lnTo>
                      <a:lnTo>
                        <a:pt x="20085" y="762"/>
                      </a:lnTo>
                      <a:lnTo>
                        <a:pt x="19529" y="616"/>
                      </a:lnTo>
                      <a:lnTo>
                        <a:pt x="18972" y="469"/>
                      </a:lnTo>
                      <a:lnTo>
                        <a:pt x="18387" y="323"/>
                      </a:lnTo>
                      <a:lnTo>
                        <a:pt x="17772" y="235"/>
                      </a:lnTo>
                      <a:lnTo>
                        <a:pt x="17186" y="147"/>
                      </a:lnTo>
                      <a:lnTo>
                        <a:pt x="16572" y="59"/>
                      </a:lnTo>
                      <a:lnTo>
                        <a:pt x="15957" y="30"/>
                      </a:lnTo>
                      <a:lnTo>
                        <a:pt x="1534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8" name="Google Shape;1298;p38"/>
                <p:cNvSpPr/>
                <p:nvPr/>
              </p:nvSpPr>
              <p:spPr>
                <a:xfrm>
                  <a:off x="2780853" y="2548210"/>
                  <a:ext cx="392886" cy="448276"/>
                </a:xfrm>
                <a:custGeom>
                  <a:rect b="b" l="l" r="r" t="t"/>
                  <a:pathLst>
                    <a:path extrusionOk="0" h="27727" w="24301">
                      <a:moveTo>
                        <a:pt x="15488" y="499"/>
                      </a:moveTo>
                      <a:lnTo>
                        <a:pt x="16162" y="528"/>
                      </a:lnTo>
                      <a:lnTo>
                        <a:pt x="16835" y="586"/>
                      </a:lnTo>
                      <a:lnTo>
                        <a:pt x="17508" y="645"/>
                      </a:lnTo>
                      <a:lnTo>
                        <a:pt x="18182" y="762"/>
                      </a:lnTo>
                      <a:lnTo>
                        <a:pt x="18826" y="879"/>
                      </a:lnTo>
                      <a:lnTo>
                        <a:pt x="19821" y="1143"/>
                      </a:lnTo>
                      <a:lnTo>
                        <a:pt x="20729" y="1436"/>
                      </a:lnTo>
                      <a:lnTo>
                        <a:pt x="21139" y="1582"/>
                      </a:lnTo>
                      <a:lnTo>
                        <a:pt x="21549" y="1758"/>
                      </a:lnTo>
                      <a:lnTo>
                        <a:pt x="21900" y="1933"/>
                      </a:lnTo>
                      <a:lnTo>
                        <a:pt x="22251" y="2138"/>
                      </a:lnTo>
                      <a:lnTo>
                        <a:pt x="22544" y="2343"/>
                      </a:lnTo>
                      <a:lnTo>
                        <a:pt x="22837" y="2519"/>
                      </a:lnTo>
                      <a:lnTo>
                        <a:pt x="23071" y="2724"/>
                      </a:lnTo>
                      <a:lnTo>
                        <a:pt x="23276" y="2958"/>
                      </a:lnTo>
                      <a:lnTo>
                        <a:pt x="23452" y="3163"/>
                      </a:lnTo>
                      <a:lnTo>
                        <a:pt x="23598" y="3368"/>
                      </a:lnTo>
                      <a:lnTo>
                        <a:pt x="23715" y="3602"/>
                      </a:lnTo>
                      <a:lnTo>
                        <a:pt x="23774" y="3807"/>
                      </a:lnTo>
                      <a:lnTo>
                        <a:pt x="23803" y="3953"/>
                      </a:lnTo>
                      <a:lnTo>
                        <a:pt x="23803" y="4100"/>
                      </a:lnTo>
                      <a:lnTo>
                        <a:pt x="23774" y="4217"/>
                      </a:lnTo>
                      <a:lnTo>
                        <a:pt x="23715" y="4363"/>
                      </a:lnTo>
                      <a:lnTo>
                        <a:pt x="23657" y="4480"/>
                      </a:lnTo>
                      <a:lnTo>
                        <a:pt x="23569" y="4627"/>
                      </a:lnTo>
                      <a:lnTo>
                        <a:pt x="23305" y="4861"/>
                      </a:lnTo>
                      <a:lnTo>
                        <a:pt x="22983" y="5154"/>
                      </a:lnTo>
                      <a:lnTo>
                        <a:pt x="22573" y="5417"/>
                      </a:lnTo>
                      <a:lnTo>
                        <a:pt x="21578" y="6061"/>
                      </a:lnTo>
                      <a:lnTo>
                        <a:pt x="20787" y="6530"/>
                      </a:lnTo>
                      <a:lnTo>
                        <a:pt x="19938" y="7086"/>
                      </a:lnTo>
                      <a:lnTo>
                        <a:pt x="19089" y="7701"/>
                      </a:lnTo>
                      <a:lnTo>
                        <a:pt x="18650" y="8052"/>
                      </a:lnTo>
                      <a:lnTo>
                        <a:pt x="18240" y="8404"/>
                      </a:lnTo>
                      <a:lnTo>
                        <a:pt x="17830" y="8813"/>
                      </a:lnTo>
                      <a:lnTo>
                        <a:pt x="17421" y="9223"/>
                      </a:lnTo>
                      <a:lnTo>
                        <a:pt x="17011" y="9692"/>
                      </a:lnTo>
                      <a:lnTo>
                        <a:pt x="16630" y="10160"/>
                      </a:lnTo>
                      <a:lnTo>
                        <a:pt x="16279" y="10687"/>
                      </a:lnTo>
                      <a:lnTo>
                        <a:pt x="15927" y="11244"/>
                      </a:lnTo>
                      <a:lnTo>
                        <a:pt x="15605" y="11858"/>
                      </a:lnTo>
                      <a:lnTo>
                        <a:pt x="15313" y="12502"/>
                      </a:lnTo>
                      <a:lnTo>
                        <a:pt x="15166" y="12912"/>
                      </a:lnTo>
                      <a:lnTo>
                        <a:pt x="15020" y="13293"/>
                      </a:lnTo>
                      <a:lnTo>
                        <a:pt x="14844" y="14025"/>
                      </a:lnTo>
                      <a:lnTo>
                        <a:pt x="14698" y="14728"/>
                      </a:lnTo>
                      <a:lnTo>
                        <a:pt x="14610" y="15430"/>
                      </a:lnTo>
                      <a:lnTo>
                        <a:pt x="14463" y="16309"/>
                      </a:lnTo>
                      <a:lnTo>
                        <a:pt x="14288" y="17363"/>
                      </a:lnTo>
                      <a:lnTo>
                        <a:pt x="14141" y="17977"/>
                      </a:lnTo>
                      <a:lnTo>
                        <a:pt x="13966" y="18680"/>
                      </a:lnTo>
                      <a:lnTo>
                        <a:pt x="13761" y="19441"/>
                      </a:lnTo>
                      <a:lnTo>
                        <a:pt x="13497" y="20290"/>
                      </a:lnTo>
                      <a:lnTo>
                        <a:pt x="13058" y="21725"/>
                      </a:lnTo>
                      <a:lnTo>
                        <a:pt x="12648" y="22955"/>
                      </a:lnTo>
                      <a:lnTo>
                        <a:pt x="12268" y="24038"/>
                      </a:lnTo>
                      <a:lnTo>
                        <a:pt x="11887" y="24945"/>
                      </a:lnTo>
                      <a:lnTo>
                        <a:pt x="11711" y="25326"/>
                      </a:lnTo>
                      <a:lnTo>
                        <a:pt x="11506" y="25677"/>
                      </a:lnTo>
                      <a:lnTo>
                        <a:pt x="11301" y="25999"/>
                      </a:lnTo>
                      <a:lnTo>
                        <a:pt x="11097" y="26263"/>
                      </a:lnTo>
                      <a:lnTo>
                        <a:pt x="10862" y="26497"/>
                      </a:lnTo>
                      <a:lnTo>
                        <a:pt x="10628" y="26702"/>
                      </a:lnTo>
                      <a:lnTo>
                        <a:pt x="10394" y="26878"/>
                      </a:lnTo>
                      <a:lnTo>
                        <a:pt x="10130" y="26995"/>
                      </a:lnTo>
                      <a:lnTo>
                        <a:pt x="9750" y="27141"/>
                      </a:lnTo>
                      <a:lnTo>
                        <a:pt x="9340" y="27200"/>
                      </a:lnTo>
                      <a:lnTo>
                        <a:pt x="8930" y="27229"/>
                      </a:lnTo>
                      <a:lnTo>
                        <a:pt x="8491" y="27200"/>
                      </a:lnTo>
                      <a:lnTo>
                        <a:pt x="8052" y="27141"/>
                      </a:lnTo>
                      <a:lnTo>
                        <a:pt x="7613" y="27024"/>
                      </a:lnTo>
                      <a:lnTo>
                        <a:pt x="7144" y="26878"/>
                      </a:lnTo>
                      <a:lnTo>
                        <a:pt x="6676" y="26702"/>
                      </a:lnTo>
                      <a:lnTo>
                        <a:pt x="6207" y="26497"/>
                      </a:lnTo>
                      <a:lnTo>
                        <a:pt x="5768" y="26263"/>
                      </a:lnTo>
                      <a:lnTo>
                        <a:pt x="5300" y="25999"/>
                      </a:lnTo>
                      <a:lnTo>
                        <a:pt x="4860" y="25707"/>
                      </a:lnTo>
                      <a:lnTo>
                        <a:pt x="4421" y="25385"/>
                      </a:lnTo>
                      <a:lnTo>
                        <a:pt x="3982" y="25063"/>
                      </a:lnTo>
                      <a:lnTo>
                        <a:pt x="3572" y="24711"/>
                      </a:lnTo>
                      <a:lnTo>
                        <a:pt x="3162" y="24360"/>
                      </a:lnTo>
                      <a:lnTo>
                        <a:pt x="2518" y="23716"/>
                      </a:lnTo>
                      <a:lnTo>
                        <a:pt x="1933" y="23042"/>
                      </a:lnTo>
                      <a:lnTo>
                        <a:pt x="1435" y="22369"/>
                      </a:lnTo>
                      <a:lnTo>
                        <a:pt x="1230" y="22047"/>
                      </a:lnTo>
                      <a:lnTo>
                        <a:pt x="1025" y="21725"/>
                      </a:lnTo>
                      <a:lnTo>
                        <a:pt x="879" y="21403"/>
                      </a:lnTo>
                      <a:lnTo>
                        <a:pt x="732" y="21110"/>
                      </a:lnTo>
                      <a:lnTo>
                        <a:pt x="644" y="20817"/>
                      </a:lnTo>
                      <a:lnTo>
                        <a:pt x="557" y="20554"/>
                      </a:lnTo>
                      <a:lnTo>
                        <a:pt x="498" y="20290"/>
                      </a:lnTo>
                      <a:lnTo>
                        <a:pt x="498" y="20056"/>
                      </a:lnTo>
                      <a:lnTo>
                        <a:pt x="498" y="19822"/>
                      </a:lnTo>
                      <a:lnTo>
                        <a:pt x="557" y="19617"/>
                      </a:lnTo>
                      <a:lnTo>
                        <a:pt x="644" y="19441"/>
                      </a:lnTo>
                      <a:lnTo>
                        <a:pt x="762" y="19295"/>
                      </a:lnTo>
                      <a:lnTo>
                        <a:pt x="908" y="19148"/>
                      </a:lnTo>
                      <a:lnTo>
                        <a:pt x="1084" y="19002"/>
                      </a:lnTo>
                      <a:lnTo>
                        <a:pt x="1347" y="18826"/>
                      </a:lnTo>
                      <a:lnTo>
                        <a:pt x="1640" y="18563"/>
                      </a:lnTo>
                      <a:lnTo>
                        <a:pt x="1933" y="18241"/>
                      </a:lnTo>
                      <a:lnTo>
                        <a:pt x="2108" y="18036"/>
                      </a:lnTo>
                      <a:lnTo>
                        <a:pt x="2255" y="17802"/>
                      </a:lnTo>
                      <a:lnTo>
                        <a:pt x="2430" y="17480"/>
                      </a:lnTo>
                      <a:lnTo>
                        <a:pt x="2577" y="17158"/>
                      </a:lnTo>
                      <a:lnTo>
                        <a:pt x="2694" y="16806"/>
                      </a:lnTo>
                      <a:lnTo>
                        <a:pt x="2782" y="16396"/>
                      </a:lnTo>
                      <a:lnTo>
                        <a:pt x="2870" y="15899"/>
                      </a:lnTo>
                      <a:lnTo>
                        <a:pt x="2957" y="15284"/>
                      </a:lnTo>
                      <a:lnTo>
                        <a:pt x="3133" y="13615"/>
                      </a:lnTo>
                      <a:lnTo>
                        <a:pt x="3250" y="12620"/>
                      </a:lnTo>
                      <a:lnTo>
                        <a:pt x="3426" y="11068"/>
                      </a:lnTo>
                      <a:lnTo>
                        <a:pt x="3484" y="10541"/>
                      </a:lnTo>
                      <a:lnTo>
                        <a:pt x="3543" y="10160"/>
                      </a:lnTo>
                      <a:lnTo>
                        <a:pt x="3631" y="9867"/>
                      </a:lnTo>
                      <a:lnTo>
                        <a:pt x="3719" y="9663"/>
                      </a:lnTo>
                      <a:lnTo>
                        <a:pt x="3806" y="9487"/>
                      </a:lnTo>
                      <a:lnTo>
                        <a:pt x="3924" y="9340"/>
                      </a:lnTo>
                      <a:lnTo>
                        <a:pt x="4099" y="9194"/>
                      </a:lnTo>
                      <a:lnTo>
                        <a:pt x="4275" y="9077"/>
                      </a:lnTo>
                      <a:lnTo>
                        <a:pt x="4451" y="8960"/>
                      </a:lnTo>
                      <a:lnTo>
                        <a:pt x="4655" y="8901"/>
                      </a:lnTo>
                      <a:lnTo>
                        <a:pt x="4860" y="8843"/>
                      </a:lnTo>
                      <a:lnTo>
                        <a:pt x="5065" y="8813"/>
                      </a:lnTo>
                      <a:lnTo>
                        <a:pt x="5505" y="8784"/>
                      </a:lnTo>
                      <a:lnTo>
                        <a:pt x="5914" y="8755"/>
                      </a:lnTo>
                      <a:lnTo>
                        <a:pt x="6354" y="8667"/>
                      </a:lnTo>
                      <a:lnTo>
                        <a:pt x="6588" y="8609"/>
                      </a:lnTo>
                      <a:lnTo>
                        <a:pt x="6822" y="8521"/>
                      </a:lnTo>
                      <a:lnTo>
                        <a:pt x="7056" y="8433"/>
                      </a:lnTo>
                      <a:lnTo>
                        <a:pt x="7290" y="8286"/>
                      </a:lnTo>
                      <a:lnTo>
                        <a:pt x="7495" y="8140"/>
                      </a:lnTo>
                      <a:lnTo>
                        <a:pt x="7671" y="7994"/>
                      </a:lnTo>
                      <a:lnTo>
                        <a:pt x="7847" y="7818"/>
                      </a:lnTo>
                      <a:lnTo>
                        <a:pt x="7964" y="7642"/>
                      </a:lnTo>
                      <a:lnTo>
                        <a:pt x="8110" y="7467"/>
                      </a:lnTo>
                      <a:lnTo>
                        <a:pt x="8198" y="7262"/>
                      </a:lnTo>
                      <a:lnTo>
                        <a:pt x="8374" y="6852"/>
                      </a:lnTo>
                      <a:lnTo>
                        <a:pt x="8520" y="6442"/>
                      </a:lnTo>
                      <a:lnTo>
                        <a:pt x="8608" y="5974"/>
                      </a:lnTo>
                      <a:lnTo>
                        <a:pt x="8725" y="5066"/>
                      </a:lnTo>
                      <a:lnTo>
                        <a:pt x="8813" y="4363"/>
                      </a:lnTo>
                      <a:lnTo>
                        <a:pt x="8871" y="4012"/>
                      </a:lnTo>
                      <a:lnTo>
                        <a:pt x="8930" y="3690"/>
                      </a:lnTo>
                      <a:lnTo>
                        <a:pt x="9018" y="3368"/>
                      </a:lnTo>
                      <a:lnTo>
                        <a:pt x="9135" y="3046"/>
                      </a:lnTo>
                      <a:lnTo>
                        <a:pt x="9281" y="2753"/>
                      </a:lnTo>
                      <a:lnTo>
                        <a:pt x="9457" y="2460"/>
                      </a:lnTo>
                      <a:lnTo>
                        <a:pt x="9633" y="2255"/>
                      </a:lnTo>
                      <a:lnTo>
                        <a:pt x="9808" y="2080"/>
                      </a:lnTo>
                      <a:lnTo>
                        <a:pt x="9984" y="1904"/>
                      </a:lnTo>
                      <a:lnTo>
                        <a:pt x="10189" y="1758"/>
                      </a:lnTo>
                      <a:lnTo>
                        <a:pt x="10628" y="1465"/>
                      </a:lnTo>
                      <a:lnTo>
                        <a:pt x="11126" y="1201"/>
                      </a:lnTo>
                      <a:lnTo>
                        <a:pt x="11653" y="996"/>
                      </a:lnTo>
                      <a:lnTo>
                        <a:pt x="12238" y="821"/>
                      </a:lnTo>
                      <a:lnTo>
                        <a:pt x="12853" y="704"/>
                      </a:lnTo>
                      <a:lnTo>
                        <a:pt x="13468" y="586"/>
                      </a:lnTo>
                      <a:lnTo>
                        <a:pt x="14141" y="528"/>
                      </a:lnTo>
                      <a:lnTo>
                        <a:pt x="14786" y="499"/>
                      </a:lnTo>
                      <a:close/>
                      <a:moveTo>
                        <a:pt x="14727" y="1"/>
                      </a:moveTo>
                      <a:lnTo>
                        <a:pt x="14024" y="59"/>
                      </a:lnTo>
                      <a:lnTo>
                        <a:pt x="13322" y="118"/>
                      </a:lnTo>
                      <a:lnTo>
                        <a:pt x="12648" y="235"/>
                      </a:lnTo>
                      <a:lnTo>
                        <a:pt x="12033" y="382"/>
                      </a:lnTo>
                      <a:lnTo>
                        <a:pt x="11419" y="586"/>
                      </a:lnTo>
                      <a:lnTo>
                        <a:pt x="10833" y="821"/>
                      </a:lnTo>
                      <a:lnTo>
                        <a:pt x="10335" y="1084"/>
                      </a:lnTo>
                      <a:lnTo>
                        <a:pt x="9838" y="1406"/>
                      </a:lnTo>
                      <a:lnTo>
                        <a:pt x="9633" y="1582"/>
                      </a:lnTo>
                      <a:lnTo>
                        <a:pt x="9428" y="1758"/>
                      </a:lnTo>
                      <a:lnTo>
                        <a:pt x="9252" y="1962"/>
                      </a:lnTo>
                      <a:lnTo>
                        <a:pt x="9076" y="2167"/>
                      </a:lnTo>
                      <a:lnTo>
                        <a:pt x="8871" y="2489"/>
                      </a:lnTo>
                      <a:lnTo>
                        <a:pt x="8696" y="2812"/>
                      </a:lnTo>
                      <a:lnTo>
                        <a:pt x="8549" y="3163"/>
                      </a:lnTo>
                      <a:lnTo>
                        <a:pt x="8462" y="3514"/>
                      </a:lnTo>
                      <a:lnTo>
                        <a:pt x="8374" y="3895"/>
                      </a:lnTo>
                      <a:lnTo>
                        <a:pt x="8315" y="4275"/>
                      </a:lnTo>
                      <a:lnTo>
                        <a:pt x="8227" y="5007"/>
                      </a:lnTo>
                      <a:lnTo>
                        <a:pt x="8110" y="5856"/>
                      </a:lnTo>
                      <a:lnTo>
                        <a:pt x="8052" y="6266"/>
                      </a:lnTo>
                      <a:lnTo>
                        <a:pt x="7935" y="6647"/>
                      </a:lnTo>
                      <a:lnTo>
                        <a:pt x="7788" y="6998"/>
                      </a:lnTo>
                      <a:lnTo>
                        <a:pt x="7583" y="7350"/>
                      </a:lnTo>
                      <a:lnTo>
                        <a:pt x="7466" y="7496"/>
                      </a:lnTo>
                      <a:lnTo>
                        <a:pt x="7349" y="7642"/>
                      </a:lnTo>
                      <a:lnTo>
                        <a:pt x="7203" y="7759"/>
                      </a:lnTo>
                      <a:lnTo>
                        <a:pt x="7027" y="7877"/>
                      </a:lnTo>
                      <a:lnTo>
                        <a:pt x="6822" y="7994"/>
                      </a:lnTo>
                      <a:lnTo>
                        <a:pt x="6617" y="8082"/>
                      </a:lnTo>
                      <a:lnTo>
                        <a:pt x="6236" y="8199"/>
                      </a:lnTo>
                      <a:lnTo>
                        <a:pt x="5856" y="8257"/>
                      </a:lnTo>
                      <a:lnTo>
                        <a:pt x="5475" y="8286"/>
                      </a:lnTo>
                      <a:lnTo>
                        <a:pt x="4978" y="8345"/>
                      </a:lnTo>
                      <a:lnTo>
                        <a:pt x="4743" y="8374"/>
                      </a:lnTo>
                      <a:lnTo>
                        <a:pt x="4480" y="8433"/>
                      </a:lnTo>
                      <a:lnTo>
                        <a:pt x="4246" y="8521"/>
                      </a:lnTo>
                      <a:lnTo>
                        <a:pt x="4011" y="8638"/>
                      </a:lnTo>
                      <a:lnTo>
                        <a:pt x="3777" y="8813"/>
                      </a:lnTo>
                      <a:lnTo>
                        <a:pt x="3572" y="9018"/>
                      </a:lnTo>
                      <a:lnTo>
                        <a:pt x="3397" y="9194"/>
                      </a:lnTo>
                      <a:lnTo>
                        <a:pt x="3279" y="9399"/>
                      </a:lnTo>
                      <a:lnTo>
                        <a:pt x="3162" y="9663"/>
                      </a:lnTo>
                      <a:lnTo>
                        <a:pt x="3074" y="9985"/>
                      </a:lnTo>
                      <a:lnTo>
                        <a:pt x="3016" y="10394"/>
                      </a:lnTo>
                      <a:lnTo>
                        <a:pt x="2928" y="10951"/>
                      </a:lnTo>
                      <a:lnTo>
                        <a:pt x="2752" y="12561"/>
                      </a:lnTo>
                      <a:lnTo>
                        <a:pt x="2635" y="13556"/>
                      </a:lnTo>
                      <a:lnTo>
                        <a:pt x="2460" y="15196"/>
                      </a:lnTo>
                      <a:lnTo>
                        <a:pt x="2372" y="15811"/>
                      </a:lnTo>
                      <a:lnTo>
                        <a:pt x="2313" y="16279"/>
                      </a:lnTo>
                      <a:lnTo>
                        <a:pt x="2225" y="16660"/>
                      </a:lnTo>
                      <a:lnTo>
                        <a:pt x="2108" y="16982"/>
                      </a:lnTo>
                      <a:lnTo>
                        <a:pt x="1991" y="17245"/>
                      </a:lnTo>
                      <a:lnTo>
                        <a:pt x="1845" y="17538"/>
                      </a:lnTo>
                      <a:lnTo>
                        <a:pt x="1552" y="17919"/>
                      </a:lnTo>
                      <a:lnTo>
                        <a:pt x="1289" y="18212"/>
                      </a:lnTo>
                      <a:lnTo>
                        <a:pt x="1054" y="18446"/>
                      </a:lnTo>
                      <a:lnTo>
                        <a:pt x="820" y="18621"/>
                      </a:lnTo>
                      <a:lnTo>
                        <a:pt x="586" y="18768"/>
                      </a:lnTo>
                      <a:lnTo>
                        <a:pt x="381" y="18944"/>
                      </a:lnTo>
                      <a:lnTo>
                        <a:pt x="235" y="19178"/>
                      </a:lnTo>
                      <a:lnTo>
                        <a:pt x="147" y="19324"/>
                      </a:lnTo>
                      <a:lnTo>
                        <a:pt x="88" y="19471"/>
                      </a:lnTo>
                      <a:lnTo>
                        <a:pt x="30" y="19763"/>
                      </a:lnTo>
                      <a:lnTo>
                        <a:pt x="0" y="20056"/>
                      </a:lnTo>
                      <a:lnTo>
                        <a:pt x="30" y="20407"/>
                      </a:lnTo>
                      <a:lnTo>
                        <a:pt x="88" y="20729"/>
                      </a:lnTo>
                      <a:lnTo>
                        <a:pt x="176" y="21081"/>
                      </a:lnTo>
                      <a:lnTo>
                        <a:pt x="322" y="21403"/>
                      </a:lnTo>
                      <a:lnTo>
                        <a:pt x="498" y="21754"/>
                      </a:lnTo>
                      <a:lnTo>
                        <a:pt x="674" y="22106"/>
                      </a:lnTo>
                      <a:lnTo>
                        <a:pt x="908" y="22457"/>
                      </a:lnTo>
                      <a:lnTo>
                        <a:pt x="1142" y="22808"/>
                      </a:lnTo>
                      <a:lnTo>
                        <a:pt x="1669" y="23511"/>
                      </a:lnTo>
                      <a:lnTo>
                        <a:pt x="2255" y="24155"/>
                      </a:lnTo>
                      <a:lnTo>
                        <a:pt x="2840" y="24741"/>
                      </a:lnTo>
                      <a:lnTo>
                        <a:pt x="3484" y="25297"/>
                      </a:lnTo>
                      <a:lnTo>
                        <a:pt x="4187" y="25824"/>
                      </a:lnTo>
                      <a:lnTo>
                        <a:pt x="4919" y="26351"/>
                      </a:lnTo>
                      <a:lnTo>
                        <a:pt x="5709" y="26790"/>
                      </a:lnTo>
                      <a:lnTo>
                        <a:pt x="6119" y="26995"/>
                      </a:lnTo>
                      <a:lnTo>
                        <a:pt x="6500" y="27171"/>
                      </a:lnTo>
                      <a:lnTo>
                        <a:pt x="6910" y="27317"/>
                      </a:lnTo>
                      <a:lnTo>
                        <a:pt x="7320" y="27463"/>
                      </a:lnTo>
                      <a:lnTo>
                        <a:pt x="7730" y="27580"/>
                      </a:lnTo>
                      <a:lnTo>
                        <a:pt x="8140" y="27668"/>
                      </a:lnTo>
                      <a:lnTo>
                        <a:pt x="8520" y="27698"/>
                      </a:lnTo>
                      <a:lnTo>
                        <a:pt x="8930" y="27727"/>
                      </a:lnTo>
                      <a:lnTo>
                        <a:pt x="9281" y="27698"/>
                      </a:lnTo>
                      <a:lnTo>
                        <a:pt x="9633" y="27668"/>
                      </a:lnTo>
                      <a:lnTo>
                        <a:pt x="9984" y="27580"/>
                      </a:lnTo>
                      <a:lnTo>
                        <a:pt x="10306" y="27463"/>
                      </a:lnTo>
                      <a:lnTo>
                        <a:pt x="10599" y="27317"/>
                      </a:lnTo>
                      <a:lnTo>
                        <a:pt x="10892" y="27141"/>
                      </a:lnTo>
                      <a:lnTo>
                        <a:pt x="11155" y="26907"/>
                      </a:lnTo>
                      <a:lnTo>
                        <a:pt x="11419" y="26644"/>
                      </a:lnTo>
                      <a:lnTo>
                        <a:pt x="11653" y="26380"/>
                      </a:lnTo>
                      <a:lnTo>
                        <a:pt x="11858" y="26029"/>
                      </a:lnTo>
                      <a:lnTo>
                        <a:pt x="12092" y="25677"/>
                      </a:lnTo>
                      <a:lnTo>
                        <a:pt x="12297" y="25268"/>
                      </a:lnTo>
                      <a:lnTo>
                        <a:pt x="12502" y="24828"/>
                      </a:lnTo>
                      <a:lnTo>
                        <a:pt x="12678" y="24331"/>
                      </a:lnTo>
                      <a:lnTo>
                        <a:pt x="13087" y="23218"/>
                      </a:lnTo>
                      <a:lnTo>
                        <a:pt x="13497" y="21930"/>
                      </a:lnTo>
                      <a:lnTo>
                        <a:pt x="13966" y="20437"/>
                      </a:lnTo>
                      <a:lnTo>
                        <a:pt x="14229" y="19558"/>
                      </a:lnTo>
                      <a:lnTo>
                        <a:pt x="14463" y="18797"/>
                      </a:lnTo>
                      <a:lnTo>
                        <a:pt x="14610" y="18094"/>
                      </a:lnTo>
                      <a:lnTo>
                        <a:pt x="14756" y="17480"/>
                      </a:lnTo>
                      <a:lnTo>
                        <a:pt x="14961" y="16396"/>
                      </a:lnTo>
                      <a:lnTo>
                        <a:pt x="15078" y="15518"/>
                      </a:lnTo>
                      <a:lnTo>
                        <a:pt x="15195" y="14815"/>
                      </a:lnTo>
                      <a:lnTo>
                        <a:pt x="15313" y="14142"/>
                      </a:lnTo>
                      <a:lnTo>
                        <a:pt x="15488" y="13439"/>
                      </a:lnTo>
                      <a:lnTo>
                        <a:pt x="15635" y="13088"/>
                      </a:lnTo>
                      <a:lnTo>
                        <a:pt x="15781" y="12678"/>
                      </a:lnTo>
                      <a:lnTo>
                        <a:pt x="16044" y="12063"/>
                      </a:lnTo>
                      <a:lnTo>
                        <a:pt x="16367" y="11478"/>
                      </a:lnTo>
                      <a:lnTo>
                        <a:pt x="16689" y="10951"/>
                      </a:lnTo>
                      <a:lnTo>
                        <a:pt x="17040" y="10453"/>
                      </a:lnTo>
                      <a:lnTo>
                        <a:pt x="17391" y="9985"/>
                      </a:lnTo>
                      <a:lnTo>
                        <a:pt x="17801" y="9545"/>
                      </a:lnTo>
                      <a:lnTo>
                        <a:pt x="18182" y="9136"/>
                      </a:lnTo>
                      <a:lnTo>
                        <a:pt x="18592" y="8755"/>
                      </a:lnTo>
                      <a:lnTo>
                        <a:pt x="19002" y="8404"/>
                      </a:lnTo>
                      <a:lnTo>
                        <a:pt x="19411" y="8052"/>
                      </a:lnTo>
                      <a:lnTo>
                        <a:pt x="20231" y="7467"/>
                      </a:lnTo>
                      <a:lnTo>
                        <a:pt x="21051" y="6940"/>
                      </a:lnTo>
                      <a:lnTo>
                        <a:pt x="21812" y="6471"/>
                      </a:lnTo>
                      <a:lnTo>
                        <a:pt x="22368" y="6120"/>
                      </a:lnTo>
                      <a:lnTo>
                        <a:pt x="22895" y="5798"/>
                      </a:lnTo>
                      <a:lnTo>
                        <a:pt x="23335" y="5476"/>
                      </a:lnTo>
                      <a:lnTo>
                        <a:pt x="23715" y="5154"/>
                      </a:lnTo>
                      <a:lnTo>
                        <a:pt x="23862" y="5007"/>
                      </a:lnTo>
                      <a:lnTo>
                        <a:pt x="24008" y="4832"/>
                      </a:lnTo>
                      <a:lnTo>
                        <a:pt x="24125" y="4656"/>
                      </a:lnTo>
                      <a:lnTo>
                        <a:pt x="24213" y="4480"/>
                      </a:lnTo>
                      <a:lnTo>
                        <a:pt x="24272" y="4305"/>
                      </a:lnTo>
                      <a:lnTo>
                        <a:pt x="24301" y="4129"/>
                      </a:lnTo>
                      <a:lnTo>
                        <a:pt x="24301" y="3924"/>
                      </a:lnTo>
                      <a:lnTo>
                        <a:pt x="24272" y="3719"/>
                      </a:lnTo>
                      <a:lnTo>
                        <a:pt x="24184" y="3426"/>
                      </a:lnTo>
                      <a:lnTo>
                        <a:pt x="24037" y="3104"/>
                      </a:lnTo>
                      <a:lnTo>
                        <a:pt x="23832" y="2841"/>
                      </a:lnTo>
                      <a:lnTo>
                        <a:pt x="23598" y="2577"/>
                      </a:lnTo>
                      <a:lnTo>
                        <a:pt x="23335" y="2314"/>
                      </a:lnTo>
                      <a:lnTo>
                        <a:pt x="23042" y="2080"/>
                      </a:lnTo>
                      <a:lnTo>
                        <a:pt x="22691" y="1845"/>
                      </a:lnTo>
                      <a:lnTo>
                        <a:pt x="22339" y="1640"/>
                      </a:lnTo>
                      <a:lnTo>
                        <a:pt x="21959" y="1436"/>
                      </a:lnTo>
                      <a:lnTo>
                        <a:pt x="21549" y="1231"/>
                      </a:lnTo>
                      <a:lnTo>
                        <a:pt x="21139" y="1055"/>
                      </a:lnTo>
                      <a:lnTo>
                        <a:pt x="20700" y="909"/>
                      </a:lnTo>
                      <a:lnTo>
                        <a:pt x="19821" y="616"/>
                      </a:lnTo>
                      <a:lnTo>
                        <a:pt x="18943" y="411"/>
                      </a:lnTo>
                      <a:lnTo>
                        <a:pt x="18270" y="264"/>
                      </a:lnTo>
                      <a:lnTo>
                        <a:pt x="17567" y="177"/>
                      </a:lnTo>
                      <a:lnTo>
                        <a:pt x="16864" y="89"/>
                      </a:lnTo>
                      <a:lnTo>
                        <a:pt x="16132" y="30"/>
                      </a:lnTo>
                      <a:lnTo>
                        <a:pt x="1543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39"/>
          <p:cNvSpPr txBox="1"/>
          <p:nvPr>
            <p:ph type="title"/>
          </p:nvPr>
        </p:nvSpPr>
        <p:spPr>
          <a:xfrm>
            <a:off x="123500" y="274400"/>
            <a:ext cx="895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If childcare markets aren't the same, what’s different?</a:t>
            </a:r>
            <a:endParaRPr sz="2500"/>
          </a:p>
        </p:txBody>
      </p:sp>
      <p:sp>
        <p:nvSpPr>
          <p:cNvPr id="1304" name="Google Shape;1304;p39"/>
          <p:cNvSpPr txBox="1"/>
          <p:nvPr>
            <p:ph idx="5" type="subTitle"/>
          </p:nvPr>
        </p:nvSpPr>
        <p:spPr>
          <a:xfrm>
            <a:off x="818800" y="1259050"/>
            <a:ext cx="59535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Do counties form distinct childcare market types?</a:t>
            </a:r>
            <a:endParaRPr sz="1500"/>
          </a:p>
        </p:txBody>
      </p:sp>
      <p:grpSp>
        <p:nvGrpSpPr>
          <p:cNvPr id="1305" name="Google Shape;1305;p39"/>
          <p:cNvGrpSpPr/>
          <p:nvPr/>
        </p:nvGrpSpPr>
        <p:grpSpPr>
          <a:xfrm>
            <a:off x="6709187" y="2367477"/>
            <a:ext cx="2157119" cy="2517685"/>
            <a:chOff x="3952275" y="3847675"/>
            <a:chExt cx="3505800" cy="4091800"/>
          </a:xfrm>
        </p:grpSpPr>
        <p:sp>
          <p:nvSpPr>
            <p:cNvPr id="1306" name="Google Shape;1306;p39"/>
            <p:cNvSpPr/>
            <p:nvPr/>
          </p:nvSpPr>
          <p:spPr>
            <a:xfrm>
              <a:off x="4003225" y="5660675"/>
              <a:ext cx="558200" cy="706275"/>
            </a:xfrm>
            <a:custGeom>
              <a:rect b="b" l="l" r="r" t="t"/>
              <a:pathLst>
                <a:path extrusionOk="0" h="28251" w="22328">
                  <a:moveTo>
                    <a:pt x="13091" y="0"/>
                  </a:moveTo>
                  <a:lnTo>
                    <a:pt x="12804" y="605"/>
                  </a:lnTo>
                  <a:lnTo>
                    <a:pt x="12422" y="1306"/>
                  </a:lnTo>
                  <a:lnTo>
                    <a:pt x="11976" y="2102"/>
                  </a:lnTo>
                  <a:lnTo>
                    <a:pt x="11466" y="2962"/>
                  </a:lnTo>
                  <a:lnTo>
                    <a:pt x="10830" y="3886"/>
                  </a:lnTo>
                  <a:lnTo>
                    <a:pt x="10288" y="4618"/>
                  </a:lnTo>
                  <a:lnTo>
                    <a:pt x="9587" y="5510"/>
                  </a:lnTo>
                  <a:lnTo>
                    <a:pt x="8791" y="6688"/>
                  </a:lnTo>
                  <a:lnTo>
                    <a:pt x="7995" y="7899"/>
                  </a:lnTo>
                  <a:lnTo>
                    <a:pt x="7294" y="9077"/>
                  </a:lnTo>
                  <a:lnTo>
                    <a:pt x="6594" y="10256"/>
                  </a:lnTo>
                  <a:lnTo>
                    <a:pt x="5925" y="11434"/>
                  </a:lnTo>
                  <a:lnTo>
                    <a:pt x="5320" y="12612"/>
                  </a:lnTo>
                  <a:lnTo>
                    <a:pt x="4746" y="13759"/>
                  </a:lnTo>
                  <a:lnTo>
                    <a:pt x="4205" y="14905"/>
                  </a:lnTo>
                  <a:lnTo>
                    <a:pt x="3695" y="16020"/>
                  </a:lnTo>
                  <a:lnTo>
                    <a:pt x="3218" y="17135"/>
                  </a:lnTo>
                  <a:lnTo>
                    <a:pt x="2740" y="18250"/>
                  </a:lnTo>
                  <a:lnTo>
                    <a:pt x="2326" y="19301"/>
                  </a:lnTo>
                  <a:lnTo>
                    <a:pt x="1944" y="20383"/>
                  </a:lnTo>
                  <a:lnTo>
                    <a:pt x="1593" y="21403"/>
                  </a:lnTo>
                  <a:lnTo>
                    <a:pt x="956" y="23409"/>
                  </a:lnTo>
                  <a:lnTo>
                    <a:pt x="447" y="25161"/>
                  </a:lnTo>
                  <a:lnTo>
                    <a:pt x="1" y="26849"/>
                  </a:lnTo>
                  <a:lnTo>
                    <a:pt x="2644" y="28250"/>
                  </a:lnTo>
                  <a:lnTo>
                    <a:pt x="5192" y="25479"/>
                  </a:lnTo>
                  <a:lnTo>
                    <a:pt x="5893" y="24715"/>
                  </a:lnTo>
                  <a:lnTo>
                    <a:pt x="8664" y="21594"/>
                  </a:lnTo>
                  <a:lnTo>
                    <a:pt x="9970" y="20097"/>
                  </a:lnTo>
                  <a:lnTo>
                    <a:pt x="11244" y="18568"/>
                  </a:lnTo>
                  <a:lnTo>
                    <a:pt x="12486" y="17039"/>
                  </a:lnTo>
                  <a:lnTo>
                    <a:pt x="13664" y="15511"/>
                  </a:lnTo>
                  <a:lnTo>
                    <a:pt x="14842" y="13886"/>
                  </a:lnTo>
                  <a:lnTo>
                    <a:pt x="15989" y="12230"/>
                  </a:lnTo>
                  <a:lnTo>
                    <a:pt x="16530" y="11370"/>
                  </a:lnTo>
                  <a:lnTo>
                    <a:pt x="16913" y="10765"/>
                  </a:lnTo>
                  <a:lnTo>
                    <a:pt x="17327" y="10064"/>
                  </a:lnTo>
                  <a:lnTo>
                    <a:pt x="17996" y="9045"/>
                  </a:lnTo>
                  <a:lnTo>
                    <a:pt x="19270" y="7166"/>
                  </a:lnTo>
                  <a:lnTo>
                    <a:pt x="20416" y="5542"/>
                  </a:lnTo>
                  <a:lnTo>
                    <a:pt x="21467" y="4140"/>
                  </a:lnTo>
                  <a:lnTo>
                    <a:pt x="22327" y="3058"/>
                  </a:lnTo>
                  <a:lnTo>
                    <a:pt x="13091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4249275" y="5033250"/>
              <a:ext cx="396550" cy="748475"/>
            </a:xfrm>
            <a:custGeom>
              <a:rect b="b" l="l" r="r" t="t"/>
              <a:pathLst>
                <a:path extrusionOk="0" h="29939" w="15862">
                  <a:moveTo>
                    <a:pt x="8599" y="0"/>
                  </a:moveTo>
                  <a:lnTo>
                    <a:pt x="8154" y="32"/>
                  </a:lnTo>
                  <a:lnTo>
                    <a:pt x="7740" y="96"/>
                  </a:lnTo>
                  <a:lnTo>
                    <a:pt x="7357" y="159"/>
                  </a:lnTo>
                  <a:lnTo>
                    <a:pt x="6975" y="255"/>
                  </a:lnTo>
                  <a:lnTo>
                    <a:pt x="6625" y="350"/>
                  </a:lnTo>
                  <a:lnTo>
                    <a:pt x="6020" y="605"/>
                  </a:lnTo>
                  <a:lnTo>
                    <a:pt x="5510" y="860"/>
                  </a:lnTo>
                  <a:lnTo>
                    <a:pt x="5096" y="1083"/>
                  </a:lnTo>
                  <a:lnTo>
                    <a:pt x="4778" y="1306"/>
                  </a:lnTo>
                  <a:lnTo>
                    <a:pt x="4555" y="1465"/>
                  </a:lnTo>
                  <a:lnTo>
                    <a:pt x="2389" y="15001"/>
                  </a:lnTo>
                  <a:lnTo>
                    <a:pt x="1179" y="22422"/>
                  </a:lnTo>
                  <a:lnTo>
                    <a:pt x="0" y="29874"/>
                  </a:lnTo>
                  <a:lnTo>
                    <a:pt x="9842" y="29938"/>
                  </a:lnTo>
                  <a:lnTo>
                    <a:pt x="10479" y="28409"/>
                  </a:lnTo>
                  <a:lnTo>
                    <a:pt x="11116" y="26817"/>
                  </a:lnTo>
                  <a:lnTo>
                    <a:pt x="11721" y="25161"/>
                  </a:lnTo>
                  <a:lnTo>
                    <a:pt x="12326" y="23473"/>
                  </a:lnTo>
                  <a:lnTo>
                    <a:pt x="12867" y="21689"/>
                  </a:lnTo>
                  <a:lnTo>
                    <a:pt x="13409" y="19874"/>
                  </a:lnTo>
                  <a:lnTo>
                    <a:pt x="13886" y="17963"/>
                  </a:lnTo>
                  <a:lnTo>
                    <a:pt x="14364" y="16020"/>
                  </a:lnTo>
                  <a:lnTo>
                    <a:pt x="14778" y="13886"/>
                  </a:lnTo>
                  <a:lnTo>
                    <a:pt x="14969" y="12772"/>
                  </a:lnTo>
                  <a:lnTo>
                    <a:pt x="15129" y="11625"/>
                  </a:lnTo>
                  <a:lnTo>
                    <a:pt x="15192" y="11084"/>
                  </a:lnTo>
                  <a:lnTo>
                    <a:pt x="15256" y="10542"/>
                  </a:lnTo>
                  <a:lnTo>
                    <a:pt x="15479" y="8663"/>
                  </a:lnTo>
                  <a:lnTo>
                    <a:pt x="15670" y="6848"/>
                  </a:lnTo>
                  <a:lnTo>
                    <a:pt x="15797" y="5032"/>
                  </a:lnTo>
                  <a:lnTo>
                    <a:pt x="15861" y="3281"/>
                  </a:lnTo>
                  <a:lnTo>
                    <a:pt x="15543" y="2898"/>
                  </a:lnTo>
                  <a:lnTo>
                    <a:pt x="15192" y="2580"/>
                  </a:lnTo>
                  <a:lnTo>
                    <a:pt x="14842" y="2230"/>
                  </a:lnTo>
                  <a:lnTo>
                    <a:pt x="14492" y="1943"/>
                  </a:lnTo>
                  <a:lnTo>
                    <a:pt x="14077" y="1656"/>
                  </a:lnTo>
                  <a:lnTo>
                    <a:pt x="13695" y="1370"/>
                  </a:lnTo>
                  <a:lnTo>
                    <a:pt x="13249" y="1115"/>
                  </a:lnTo>
                  <a:lnTo>
                    <a:pt x="12835" y="892"/>
                  </a:lnTo>
                  <a:lnTo>
                    <a:pt x="12389" y="701"/>
                  </a:lnTo>
                  <a:lnTo>
                    <a:pt x="11944" y="510"/>
                  </a:lnTo>
                  <a:lnTo>
                    <a:pt x="11466" y="382"/>
                  </a:lnTo>
                  <a:lnTo>
                    <a:pt x="10988" y="255"/>
                  </a:lnTo>
                  <a:lnTo>
                    <a:pt x="10510" y="128"/>
                  </a:lnTo>
                  <a:lnTo>
                    <a:pt x="10033" y="64"/>
                  </a:lnTo>
                  <a:lnTo>
                    <a:pt x="9555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4308975" y="5296800"/>
              <a:ext cx="321700" cy="136975"/>
            </a:xfrm>
            <a:custGeom>
              <a:rect b="b" l="l" r="r" t="t"/>
              <a:pathLst>
                <a:path extrusionOk="0" h="5479" w="12868">
                  <a:moveTo>
                    <a:pt x="12868" y="0"/>
                  </a:moveTo>
                  <a:lnTo>
                    <a:pt x="3504" y="542"/>
                  </a:lnTo>
                  <a:lnTo>
                    <a:pt x="1753" y="2484"/>
                  </a:lnTo>
                  <a:lnTo>
                    <a:pt x="1" y="4459"/>
                  </a:lnTo>
                  <a:lnTo>
                    <a:pt x="11976" y="5478"/>
                  </a:lnTo>
                  <a:lnTo>
                    <a:pt x="12390" y="3344"/>
                  </a:lnTo>
                  <a:lnTo>
                    <a:pt x="12581" y="2230"/>
                  </a:lnTo>
                  <a:lnTo>
                    <a:pt x="12741" y="1083"/>
                  </a:lnTo>
                  <a:lnTo>
                    <a:pt x="12804" y="542"/>
                  </a:lnTo>
                  <a:lnTo>
                    <a:pt x="128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9"/>
            <p:cNvSpPr/>
            <p:nvPr/>
          </p:nvSpPr>
          <p:spPr>
            <a:xfrm>
              <a:off x="4300225" y="4975125"/>
              <a:ext cx="391775" cy="433950"/>
            </a:xfrm>
            <a:custGeom>
              <a:rect b="b" l="l" r="r" t="t"/>
              <a:pathLst>
                <a:path extrusionOk="0" h="17358" w="15671">
                  <a:moveTo>
                    <a:pt x="9937" y="0"/>
                  </a:moveTo>
                  <a:lnTo>
                    <a:pt x="9205" y="64"/>
                  </a:lnTo>
                  <a:lnTo>
                    <a:pt x="8441" y="159"/>
                  </a:lnTo>
                  <a:lnTo>
                    <a:pt x="7676" y="319"/>
                  </a:lnTo>
                  <a:lnTo>
                    <a:pt x="6912" y="542"/>
                  </a:lnTo>
                  <a:lnTo>
                    <a:pt x="6116" y="828"/>
                  </a:lnTo>
                  <a:lnTo>
                    <a:pt x="5415" y="1147"/>
                  </a:lnTo>
                  <a:lnTo>
                    <a:pt x="4810" y="1497"/>
                  </a:lnTo>
                  <a:lnTo>
                    <a:pt x="4205" y="1879"/>
                  </a:lnTo>
                  <a:lnTo>
                    <a:pt x="3695" y="2230"/>
                  </a:lnTo>
                  <a:lnTo>
                    <a:pt x="3217" y="2612"/>
                  </a:lnTo>
                  <a:lnTo>
                    <a:pt x="2803" y="2994"/>
                  </a:lnTo>
                  <a:lnTo>
                    <a:pt x="2453" y="3344"/>
                  </a:lnTo>
                  <a:lnTo>
                    <a:pt x="2134" y="3663"/>
                  </a:lnTo>
                  <a:lnTo>
                    <a:pt x="1" y="17358"/>
                  </a:lnTo>
                  <a:lnTo>
                    <a:pt x="15670" y="15351"/>
                  </a:lnTo>
                  <a:lnTo>
                    <a:pt x="15256" y="987"/>
                  </a:lnTo>
                  <a:lnTo>
                    <a:pt x="14779" y="796"/>
                  </a:lnTo>
                  <a:lnTo>
                    <a:pt x="14014" y="573"/>
                  </a:lnTo>
                  <a:lnTo>
                    <a:pt x="13568" y="446"/>
                  </a:lnTo>
                  <a:lnTo>
                    <a:pt x="13059" y="319"/>
                  </a:lnTo>
                  <a:lnTo>
                    <a:pt x="12517" y="191"/>
                  </a:lnTo>
                  <a:lnTo>
                    <a:pt x="11912" y="96"/>
                  </a:lnTo>
                  <a:lnTo>
                    <a:pt x="11307" y="32"/>
                  </a:lnTo>
                  <a:lnTo>
                    <a:pt x="106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9"/>
            <p:cNvSpPr/>
            <p:nvPr/>
          </p:nvSpPr>
          <p:spPr>
            <a:xfrm>
              <a:off x="4337650" y="5844600"/>
              <a:ext cx="719025" cy="1210275"/>
            </a:xfrm>
            <a:custGeom>
              <a:rect b="b" l="l" r="r" t="t"/>
              <a:pathLst>
                <a:path extrusionOk="0" h="48411" w="28761">
                  <a:moveTo>
                    <a:pt x="14269" y="0"/>
                  </a:moveTo>
                  <a:lnTo>
                    <a:pt x="13473" y="1083"/>
                  </a:lnTo>
                  <a:lnTo>
                    <a:pt x="12676" y="2230"/>
                  </a:lnTo>
                  <a:lnTo>
                    <a:pt x="11912" y="3472"/>
                  </a:lnTo>
                  <a:lnTo>
                    <a:pt x="11116" y="4714"/>
                  </a:lnTo>
                  <a:lnTo>
                    <a:pt x="10320" y="6052"/>
                  </a:lnTo>
                  <a:lnTo>
                    <a:pt x="9555" y="7421"/>
                  </a:lnTo>
                  <a:lnTo>
                    <a:pt x="8791" y="8886"/>
                  </a:lnTo>
                  <a:lnTo>
                    <a:pt x="8058" y="10383"/>
                  </a:lnTo>
                  <a:lnTo>
                    <a:pt x="7135" y="12421"/>
                  </a:lnTo>
                  <a:lnTo>
                    <a:pt x="6307" y="14396"/>
                  </a:lnTo>
                  <a:lnTo>
                    <a:pt x="5542" y="16371"/>
                  </a:lnTo>
                  <a:lnTo>
                    <a:pt x="4905" y="18282"/>
                  </a:lnTo>
                  <a:lnTo>
                    <a:pt x="4300" y="20161"/>
                  </a:lnTo>
                  <a:lnTo>
                    <a:pt x="3790" y="22008"/>
                  </a:lnTo>
                  <a:lnTo>
                    <a:pt x="3345" y="23823"/>
                  </a:lnTo>
                  <a:lnTo>
                    <a:pt x="2931" y="25575"/>
                  </a:lnTo>
                  <a:lnTo>
                    <a:pt x="2771" y="26849"/>
                  </a:lnTo>
                  <a:lnTo>
                    <a:pt x="2580" y="27996"/>
                  </a:lnTo>
                  <a:lnTo>
                    <a:pt x="2230" y="29875"/>
                  </a:lnTo>
                  <a:lnTo>
                    <a:pt x="2166" y="30225"/>
                  </a:lnTo>
                  <a:lnTo>
                    <a:pt x="1720" y="32168"/>
                  </a:lnTo>
                  <a:lnTo>
                    <a:pt x="1306" y="33856"/>
                  </a:lnTo>
                  <a:lnTo>
                    <a:pt x="924" y="35321"/>
                  </a:lnTo>
                  <a:lnTo>
                    <a:pt x="574" y="36690"/>
                  </a:lnTo>
                  <a:lnTo>
                    <a:pt x="319" y="37964"/>
                  </a:lnTo>
                  <a:lnTo>
                    <a:pt x="192" y="38569"/>
                  </a:lnTo>
                  <a:lnTo>
                    <a:pt x="96" y="39206"/>
                  </a:lnTo>
                  <a:lnTo>
                    <a:pt x="32" y="39843"/>
                  </a:lnTo>
                  <a:lnTo>
                    <a:pt x="0" y="40480"/>
                  </a:lnTo>
                  <a:lnTo>
                    <a:pt x="0" y="41149"/>
                  </a:lnTo>
                  <a:lnTo>
                    <a:pt x="0" y="41882"/>
                  </a:lnTo>
                  <a:lnTo>
                    <a:pt x="32" y="42455"/>
                  </a:lnTo>
                  <a:lnTo>
                    <a:pt x="64" y="42965"/>
                  </a:lnTo>
                  <a:lnTo>
                    <a:pt x="192" y="43952"/>
                  </a:lnTo>
                  <a:lnTo>
                    <a:pt x="351" y="44780"/>
                  </a:lnTo>
                  <a:lnTo>
                    <a:pt x="510" y="45417"/>
                  </a:lnTo>
                  <a:lnTo>
                    <a:pt x="1561" y="46022"/>
                  </a:lnTo>
                  <a:lnTo>
                    <a:pt x="2548" y="46532"/>
                  </a:lnTo>
                  <a:lnTo>
                    <a:pt x="3440" y="46977"/>
                  </a:lnTo>
                  <a:lnTo>
                    <a:pt x="4268" y="47360"/>
                  </a:lnTo>
                  <a:lnTo>
                    <a:pt x="5001" y="47678"/>
                  </a:lnTo>
                  <a:lnTo>
                    <a:pt x="5670" y="47933"/>
                  </a:lnTo>
                  <a:lnTo>
                    <a:pt x="6275" y="48124"/>
                  </a:lnTo>
                  <a:lnTo>
                    <a:pt x="6848" y="48251"/>
                  </a:lnTo>
                  <a:lnTo>
                    <a:pt x="7326" y="48347"/>
                  </a:lnTo>
                  <a:lnTo>
                    <a:pt x="7740" y="48411"/>
                  </a:lnTo>
                  <a:lnTo>
                    <a:pt x="8122" y="48411"/>
                  </a:lnTo>
                  <a:lnTo>
                    <a:pt x="8472" y="48379"/>
                  </a:lnTo>
                  <a:lnTo>
                    <a:pt x="8759" y="48315"/>
                  </a:lnTo>
                  <a:lnTo>
                    <a:pt x="9014" y="48220"/>
                  </a:lnTo>
                  <a:lnTo>
                    <a:pt x="9205" y="48092"/>
                  </a:lnTo>
                  <a:lnTo>
                    <a:pt x="9364" y="47965"/>
                  </a:lnTo>
                  <a:lnTo>
                    <a:pt x="9523" y="47837"/>
                  </a:lnTo>
                  <a:lnTo>
                    <a:pt x="9619" y="47678"/>
                  </a:lnTo>
                  <a:lnTo>
                    <a:pt x="9714" y="47519"/>
                  </a:lnTo>
                  <a:lnTo>
                    <a:pt x="9778" y="47328"/>
                  </a:lnTo>
                  <a:lnTo>
                    <a:pt x="9874" y="46914"/>
                  </a:lnTo>
                  <a:lnTo>
                    <a:pt x="9937" y="46404"/>
                  </a:lnTo>
                  <a:lnTo>
                    <a:pt x="10065" y="45130"/>
                  </a:lnTo>
                  <a:lnTo>
                    <a:pt x="10160" y="44270"/>
                  </a:lnTo>
                  <a:lnTo>
                    <a:pt x="10320" y="43315"/>
                  </a:lnTo>
                  <a:lnTo>
                    <a:pt x="10511" y="42519"/>
                  </a:lnTo>
                  <a:lnTo>
                    <a:pt x="10702" y="41786"/>
                  </a:lnTo>
                  <a:lnTo>
                    <a:pt x="10893" y="41085"/>
                  </a:lnTo>
                  <a:lnTo>
                    <a:pt x="11084" y="40448"/>
                  </a:lnTo>
                  <a:lnTo>
                    <a:pt x="11307" y="39875"/>
                  </a:lnTo>
                  <a:lnTo>
                    <a:pt x="11530" y="39334"/>
                  </a:lnTo>
                  <a:lnTo>
                    <a:pt x="11944" y="38410"/>
                  </a:lnTo>
                  <a:lnTo>
                    <a:pt x="12899" y="36881"/>
                  </a:lnTo>
                  <a:lnTo>
                    <a:pt x="14906" y="33601"/>
                  </a:lnTo>
                  <a:lnTo>
                    <a:pt x="16148" y="31658"/>
                  </a:lnTo>
                  <a:lnTo>
                    <a:pt x="17358" y="29715"/>
                  </a:lnTo>
                  <a:lnTo>
                    <a:pt x="18346" y="28123"/>
                  </a:lnTo>
                  <a:lnTo>
                    <a:pt x="28760" y="11402"/>
                  </a:lnTo>
                  <a:lnTo>
                    <a:pt x="142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9"/>
            <p:cNvSpPr/>
            <p:nvPr/>
          </p:nvSpPr>
          <p:spPr>
            <a:xfrm>
              <a:off x="4561400" y="5831850"/>
              <a:ext cx="485700" cy="1200725"/>
            </a:xfrm>
            <a:custGeom>
              <a:rect b="b" l="l" r="r" t="t"/>
              <a:pathLst>
                <a:path extrusionOk="0" h="48029" w="19428">
                  <a:moveTo>
                    <a:pt x="1274" y="1"/>
                  </a:moveTo>
                  <a:lnTo>
                    <a:pt x="1019" y="1338"/>
                  </a:lnTo>
                  <a:lnTo>
                    <a:pt x="764" y="2772"/>
                  </a:lnTo>
                  <a:lnTo>
                    <a:pt x="573" y="4237"/>
                  </a:lnTo>
                  <a:lnTo>
                    <a:pt x="382" y="5733"/>
                  </a:lnTo>
                  <a:lnTo>
                    <a:pt x="223" y="7294"/>
                  </a:lnTo>
                  <a:lnTo>
                    <a:pt x="96" y="8918"/>
                  </a:lnTo>
                  <a:lnTo>
                    <a:pt x="32" y="10575"/>
                  </a:lnTo>
                  <a:lnTo>
                    <a:pt x="0" y="12294"/>
                  </a:lnTo>
                  <a:lnTo>
                    <a:pt x="0" y="14365"/>
                  </a:lnTo>
                  <a:lnTo>
                    <a:pt x="64" y="16371"/>
                  </a:lnTo>
                  <a:lnTo>
                    <a:pt x="191" y="18346"/>
                  </a:lnTo>
                  <a:lnTo>
                    <a:pt x="382" y="20257"/>
                  </a:lnTo>
                  <a:lnTo>
                    <a:pt x="573" y="21913"/>
                  </a:lnTo>
                  <a:lnTo>
                    <a:pt x="796" y="23505"/>
                  </a:lnTo>
                  <a:lnTo>
                    <a:pt x="1051" y="25066"/>
                  </a:lnTo>
                  <a:lnTo>
                    <a:pt x="1338" y="26563"/>
                  </a:lnTo>
                  <a:lnTo>
                    <a:pt x="1529" y="27582"/>
                  </a:lnTo>
                  <a:lnTo>
                    <a:pt x="1784" y="28569"/>
                  </a:lnTo>
                  <a:lnTo>
                    <a:pt x="2198" y="29971"/>
                  </a:lnTo>
                  <a:lnTo>
                    <a:pt x="2516" y="31245"/>
                  </a:lnTo>
                  <a:lnTo>
                    <a:pt x="3026" y="33251"/>
                  </a:lnTo>
                  <a:lnTo>
                    <a:pt x="3440" y="35226"/>
                  </a:lnTo>
                  <a:lnTo>
                    <a:pt x="3790" y="36977"/>
                  </a:lnTo>
                  <a:lnTo>
                    <a:pt x="4077" y="38506"/>
                  </a:lnTo>
                  <a:lnTo>
                    <a:pt x="4332" y="39907"/>
                  </a:lnTo>
                  <a:lnTo>
                    <a:pt x="4586" y="41213"/>
                  </a:lnTo>
                  <a:lnTo>
                    <a:pt x="4777" y="41850"/>
                  </a:lnTo>
                  <a:lnTo>
                    <a:pt x="4937" y="42455"/>
                  </a:lnTo>
                  <a:lnTo>
                    <a:pt x="5160" y="43092"/>
                  </a:lnTo>
                  <a:lnTo>
                    <a:pt x="5383" y="43697"/>
                  </a:lnTo>
                  <a:lnTo>
                    <a:pt x="5669" y="44334"/>
                  </a:lnTo>
                  <a:lnTo>
                    <a:pt x="5988" y="45003"/>
                  </a:lnTo>
                  <a:lnTo>
                    <a:pt x="6051" y="45131"/>
                  </a:lnTo>
                  <a:lnTo>
                    <a:pt x="6465" y="45799"/>
                  </a:lnTo>
                  <a:lnTo>
                    <a:pt x="6848" y="46150"/>
                  </a:lnTo>
                  <a:lnTo>
                    <a:pt x="7325" y="46532"/>
                  </a:lnTo>
                  <a:lnTo>
                    <a:pt x="7930" y="46914"/>
                  </a:lnTo>
                  <a:lnTo>
                    <a:pt x="8599" y="47296"/>
                  </a:lnTo>
                  <a:lnTo>
                    <a:pt x="8950" y="47456"/>
                  </a:lnTo>
                  <a:lnTo>
                    <a:pt x="9332" y="47615"/>
                  </a:lnTo>
                  <a:lnTo>
                    <a:pt x="9746" y="47774"/>
                  </a:lnTo>
                  <a:lnTo>
                    <a:pt x="10160" y="47870"/>
                  </a:lnTo>
                  <a:lnTo>
                    <a:pt x="10606" y="47965"/>
                  </a:lnTo>
                  <a:lnTo>
                    <a:pt x="11052" y="47997"/>
                  </a:lnTo>
                  <a:lnTo>
                    <a:pt x="11529" y="48029"/>
                  </a:lnTo>
                  <a:lnTo>
                    <a:pt x="12007" y="48029"/>
                  </a:lnTo>
                  <a:lnTo>
                    <a:pt x="12389" y="47965"/>
                  </a:lnTo>
                  <a:lnTo>
                    <a:pt x="12772" y="47902"/>
                  </a:lnTo>
                  <a:lnTo>
                    <a:pt x="13154" y="47838"/>
                  </a:lnTo>
                  <a:lnTo>
                    <a:pt x="13536" y="47710"/>
                  </a:lnTo>
                  <a:lnTo>
                    <a:pt x="13886" y="47583"/>
                  </a:lnTo>
                  <a:lnTo>
                    <a:pt x="14237" y="47456"/>
                  </a:lnTo>
                  <a:lnTo>
                    <a:pt x="14905" y="47105"/>
                  </a:lnTo>
                  <a:lnTo>
                    <a:pt x="15542" y="46691"/>
                  </a:lnTo>
                  <a:lnTo>
                    <a:pt x="16116" y="46245"/>
                  </a:lnTo>
                  <a:lnTo>
                    <a:pt x="16657" y="45768"/>
                  </a:lnTo>
                  <a:lnTo>
                    <a:pt x="17135" y="45258"/>
                  </a:lnTo>
                  <a:lnTo>
                    <a:pt x="16657" y="43920"/>
                  </a:lnTo>
                  <a:lnTo>
                    <a:pt x="16370" y="43029"/>
                  </a:lnTo>
                  <a:lnTo>
                    <a:pt x="16084" y="41946"/>
                  </a:lnTo>
                  <a:lnTo>
                    <a:pt x="15925" y="41150"/>
                  </a:lnTo>
                  <a:lnTo>
                    <a:pt x="15765" y="40417"/>
                  </a:lnTo>
                  <a:lnTo>
                    <a:pt x="15670" y="39684"/>
                  </a:lnTo>
                  <a:lnTo>
                    <a:pt x="15574" y="38984"/>
                  </a:lnTo>
                  <a:lnTo>
                    <a:pt x="15542" y="38347"/>
                  </a:lnTo>
                  <a:lnTo>
                    <a:pt x="15511" y="37774"/>
                  </a:lnTo>
                  <a:lnTo>
                    <a:pt x="15479" y="36754"/>
                  </a:lnTo>
                  <a:lnTo>
                    <a:pt x="15829" y="33856"/>
                  </a:lnTo>
                  <a:lnTo>
                    <a:pt x="16179" y="30990"/>
                  </a:lnTo>
                  <a:lnTo>
                    <a:pt x="16466" y="28760"/>
                  </a:lnTo>
                  <a:lnTo>
                    <a:pt x="16753" y="26531"/>
                  </a:lnTo>
                  <a:lnTo>
                    <a:pt x="16753" y="26372"/>
                  </a:lnTo>
                  <a:lnTo>
                    <a:pt x="17549" y="19779"/>
                  </a:lnTo>
                  <a:lnTo>
                    <a:pt x="19428" y="4523"/>
                  </a:lnTo>
                  <a:lnTo>
                    <a:pt x="12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9"/>
            <p:cNvSpPr/>
            <p:nvPr/>
          </p:nvSpPr>
          <p:spPr>
            <a:xfrm>
              <a:off x="4337650" y="6710100"/>
              <a:ext cx="299400" cy="980175"/>
            </a:xfrm>
            <a:custGeom>
              <a:rect b="b" l="l" r="r" t="t"/>
              <a:pathLst>
                <a:path extrusionOk="0" h="39207" w="11976">
                  <a:moveTo>
                    <a:pt x="8186" y="0"/>
                  </a:moveTo>
                  <a:lnTo>
                    <a:pt x="0" y="9013"/>
                  </a:lnTo>
                  <a:lnTo>
                    <a:pt x="160" y="9587"/>
                  </a:lnTo>
                  <a:lnTo>
                    <a:pt x="287" y="10192"/>
                  </a:lnTo>
                  <a:lnTo>
                    <a:pt x="446" y="10924"/>
                  </a:lnTo>
                  <a:lnTo>
                    <a:pt x="574" y="11721"/>
                  </a:lnTo>
                  <a:lnTo>
                    <a:pt x="637" y="12421"/>
                  </a:lnTo>
                  <a:lnTo>
                    <a:pt x="669" y="13090"/>
                  </a:lnTo>
                  <a:lnTo>
                    <a:pt x="701" y="13695"/>
                  </a:lnTo>
                  <a:lnTo>
                    <a:pt x="701" y="14237"/>
                  </a:lnTo>
                  <a:lnTo>
                    <a:pt x="637" y="15065"/>
                  </a:lnTo>
                  <a:lnTo>
                    <a:pt x="606" y="15542"/>
                  </a:lnTo>
                  <a:lnTo>
                    <a:pt x="542" y="16339"/>
                  </a:lnTo>
                  <a:lnTo>
                    <a:pt x="510" y="17517"/>
                  </a:lnTo>
                  <a:lnTo>
                    <a:pt x="510" y="19109"/>
                  </a:lnTo>
                  <a:lnTo>
                    <a:pt x="542" y="21148"/>
                  </a:lnTo>
                  <a:lnTo>
                    <a:pt x="637" y="23664"/>
                  </a:lnTo>
                  <a:lnTo>
                    <a:pt x="733" y="26753"/>
                  </a:lnTo>
                  <a:lnTo>
                    <a:pt x="892" y="30384"/>
                  </a:lnTo>
                  <a:lnTo>
                    <a:pt x="1115" y="34652"/>
                  </a:lnTo>
                  <a:lnTo>
                    <a:pt x="1211" y="36531"/>
                  </a:lnTo>
                  <a:lnTo>
                    <a:pt x="1338" y="39142"/>
                  </a:lnTo>
                  <a:lnTo>
                    <a:pt x="6530" y="39206"/>
                  </a:lnTo>
                  <a:lnTo>
                    <a:pt x="7039" y="38155"/>
                  </a:lnTo>
                  <a:lnTo>
                    <a:pt x="7581" y="36945"/>
                  </a:lnTo>
                  <a:lnTo>
                    <a:pt x="7708" y="36658"/>
                  </a:lnTo>
                  <a:lnTo>
                    <a:pt x="8122" y="35671"/>
                  </a:lnTo>
                  <a:lnTo>
                    <a:pt x="8536" y="34620"/>
                  </a:lnTo>
                  <a:lnTo>
                    <a:pt x="9014" y="33378"/>
                  </a:lnTo>
                  <a:lnTo>
                    <a:pt x="9460" y="32072"/>
                  </a:lnTo>
                  <a:lnTo>
                    <a:pt x="9906" y="30671"/>
                  </a:lnTo>
                  <a:lnTo>
                    <a:pt x="10320" y="29206"/>
                  </a:lnTo>
                  <a:lnTo>
                    <a:pt x="10734" y="27677"/>
                  </a:lnTo>
                  <a:lnTo>
                    <a:pt x="11052" y="26116"/>
                  </a:lnTo>
                  <a:lnTo>
                    <a:pt x="11371" y="24460"/>
                  </a:lnTo>
                  <a:lnTo>
                    <a:pt x="11625" y="22772"/>
                  </a:lnTo>
                  <a:lnTo>
                    <a:pt x="11816" y="21020"/>
                  </a:lnTo>
                  <a:lnTo>
                    <a:pt x="11944" y="19205"/>
                  </a:lnTo>
                  <a:lnTo>
                    <a:pt x="11976" y="18281"/>
                  </a:lnTo>
                  <a:lnTo>
                    <a:pt x="11976" y="17358"/>
                  </a:lnTo>
                  <a:lnTo>
                    <a:pt x="11976" y="16434"/>
                  </a:lnTo>
                  <a:lnTo>
                    <a:pt x="11944" y="15479"/>
                  </a:lnTo>
                  <a:lnTo>
                    <a:pt x="11912" y="14523"/>
                  </a:lnTo>
                  <a:lnTo>
                    <a:pt x="11816" y="13536"/>
                  </a:lnTo>
                  <a:lnTo>
                    <a:pt x="11721" y="12580"/>
                  </a:lnTo>
                  <a:lnTo>
                    <a:pt x="11594" y="11593"/>
                  </a:lnTo>
                  <a:lnTo>
                    <a:pt x="11466" y="10574"/>
                  </a:lnTo>
                  <a:lnTo>
                    <a:pt x="11275" y="9587"/>
                  </a:lnTo>
                  <a:lnTo>
                    <a:pt x="11084" y="8567"/>
                  </a:lnTo>
                  <a:lnTo>
                    <a:pt x="10861" y="7548"/>
                  </a:lnTo>
                  <a:lnTo>
                    <a:pt x="10574" y="6529"/>
                  </a:lnTo>
                  <a:lnTo>
                    <a:pt x="10288" y="5510"/>
                  </a:lnTo>
                  <a:lnTo>
                    <a:pt x="9969" y="4523"/>
                  </a:lnTo>
                  <a:lnTo>
                    <a:pt x="9651" y="3567"/>
                  </a:lnTo>
                  <a:lnTo>
                    <a:pt x="9300" y="2644"/>
                  </a:lnTo>
                  <a:lnTo>
                    <a:pt x="8950" y="1752"/>
                  </a:lnTo>
                  <a:lnTo>
                    <a:pt x="8568" y="860"/>
                  </a:lnTo>
                  <a:lnTo>
                    <a:pt x="81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9"/>
            <p:cNvSpPr/>
            <p:nvPr/>
          </p:nvSpPr>
          <p:spPr>
            <a:xfrm>
              <a:off x="4314550" y="4569850"/>
              <a:ext cx="819350" cy="1634650"/>
            </a:xfrm>
            <a:custGeom>
              <a:rect b="b" l="l" r="r" t="t"/>
              <a:pathLst>
                <a:path extrusionOk="0" h="65386" w="32774">
                  <a:moveTo>
                    <a:pt x="8696" y="0"/>
                  </a:moveTo>
                  <a:lnTo>
                    <a:pt x="2135" y="3535"/>
                  </a:lnTo>
                  <a:lnTo>
                    <a:pt x="1020" y="4140"/>
                  </a:lnTo>
                  <a:lnTo>
                    <a:pt x="510" y="4395"/>
                  </a:lnTo>
                  <a:lnTo>
                    <a:pt x="1" y="4682"/>
                  </a:lnTo>
                  <a:lnTo>
                    <a:pt x="351" y="7007"/>
                  </a:lnTo>
                  <a:lnTo>
                    <a:pt x="701" y="9364"/>
                  </a:lnTo>
                  <a:lnTo>
                    <a:pt x="893" y="10606"/>
                  </a:lnTo>
                  <a:lnTo>
                    <a:pt x="5065" y="37996"/>
                  </a:lnTo>
                  <a:lnTo>
                    <a:pt x="9237" y="65386"/>
                  </a:lnTo>
                  <a:lnTo>
                    <a:pt x="10893" y="65036"/>
                  </a:lnTo>
                  <a:lnTo>
                    <a:pt x="12645" y="64622"/>
                  </a:lnTo>
                  <a:lnTo>
                    <a:pt x="14460" y="64144"/>
                  </a:lnTo>
                  <a:lnTo>
                    <a:pt x="16308" y="63634"/>
                  </a:lnTo>
                  <a:lnTo>
                    <a:pt x="18218" y="63029"/>
                  </a:lnTo>
                  <a:lnTo>
                    <a:pt x="20161" y="62360"/>
                  </a:lnTo>
                  <a:lnTo>
                    <a:pt x="22168" y="61628"/>
                  </a:lnTo>
                  <a:lnTo>
                    <a:pt x="24206" y="60832"/>
                  </a:lnTo>
                  <a:lnTo>
                    <a:pt x="26436" y="59844"/>
                  </a:lnTo>
                  <a:lnTo>
                    <a:pt x="28569" y="58857"/>
                  </a:lnTo>
                  <a:lnTo>
                    <a:pt x="30544" y="57870"/>
                  </a:lnTo>
                  <a:lnTo>
                    <a:pt x="32455" y="56850"/>
                  </a:lnTo>
                  <a:lnTo>
                    <a:pt x="32551" y="55736"/>
                  </a:lnTo>
                  <a:lnTo>
                    <a:pt x="32678" y="54366"/>
                  </a:lnTo>
                  <a:lnTo>
                    <a:pt x="32742" y="52774"/>
                  </a:lnTo>
                  <a:lnTo>
                    <a:pt x="32774" y="50990"/>
                  </a:lnTo>
                  <a:lnTo>
                    <a:pt x="32774" y="49016"/>
                  </a:lnTo>
                  <a:lnTo>
                    <a:pt x="32710" y="47933"/>
                  </a:lnTo>
                  <a:lnTo>
                    <a:pt x="32646" y="46850"/>
                  </a:lnTo>
                  <a:lnTo>
                    <a:pt x="32582" y="45735"/>
                  </a:lnTo>
                  <a:lnTo>
                    <a:pt x="32455" y="44557"/>
                  </a:lnTo>
                  <a:lnTo>
                    <a:pt x="32328" y="43346"/>
                  </a:lnTo>
                  <a:lnTo>
                    <a:pt x="32137" y="42136"/>
                  </a:lnTo>
                  <a:lnTo>
                    <a:pt x="31945" y="40862"/>
                  </a:lnTo>
                  <a:lnTo>
                    <a:pt x="31723" y="39588"/>
                  </a:lnTo>
                  <a:lnTo>
                    <a:pt x="31436" y="38283"/>
                  </a:lnTo>
                  <a:lnTo>
                    <a:pt x="31117" y="36945"/>
                  </a:lnTo>
                  <a:lnTo>
                    <a:pt x="30767" y="35607"/>
                  </a:lnTo>
                  <a:lnTo>
                    <a:pt x="30353" y="34238"/>
                  </a:lnTo>
                  <a:lnTo>
                    <a:pt x="29939" y="32836"/>
                  </a:lnTo>
                  <a:lnTo>
                    <a:pt x="29429" y="31467"/>
                  </a:lnTo>
                  <a:lnTo>
                    <a:pt x="28888" y="30065"/>
                  </a:lnTo>
                  <a:lnTo>
                    <a:pt x="28283" y="28632"/>
                  </a:lnTo>
                  <a:lnTo>
                    <a:pt x="27646" y="27231"/>
                  </a:lnTo>
                  <a:lnTo>
                    <a:pt x="26913" y="25798"/>
                  </a:lnTo>
                  <a:lnTo>
                    <a:pt x="26149" y="24396"/>
                  </a:lnTo>
                  <a:lnTo>
                    <a:pt x="25321" y="22963"/>
                  </a:lnTo>
                  <a:lnTo>
                    <a:pt x="24429" y="21562"/>
                  </a:lnTo>
                  <a:lnTo>
                    <a:pt x="23474" y="20129"/>
                  </a:lnTo>
                  <a:lnTo>
                    <a:pt x="22677" y="19046"/>
                  </a:lnTo>
                  <a:lnTo>
                    <a:pt x="21849" y="17963"/>
                  </a:lnTo>
                  <a:lnTo>
                    <a:pt x="21021" y="16944"/>
                  </a:lnTo>
                  <a:lnTo>
                    <a:pt x="20161" y="15988"/>
                  </a:lnTo>
                  <a:lnTo>
                    <a:pt x="19333" y="15033"/>
                  </a:lnTo>
                  <a:lnTo>
                    <a:pt x="18473" y="14173"/>
                  </a:lnTo>
                  <a:lnTo>
                    <a:pt x="17645" y="13313"/>
                  </a:lnTo>
                  <a:lnTo>
                    <a:pt x="16785" y="12517"/>
                  </a:lnTo>
                  <a:lnTo>
                    <a:pt x="15957" y="11752"/>
                  </a:lnTo>
                  <a:lnTo>
                    <a:pt x="15129" y="11020"/>
                  </a:lnTo>
                  <a:lnTo>
                    <a:pt x="14301" y="10351"/>
                  </a:lnTo>
                  <a:lnTo>
                    <a:pt x="13505" y="9714"/>
                  </a:lnTo>
                  <a:lnTo>
                    <a:pt x="12709" y="9077"/>
                  </a:lnTo>
                  <a:lnTo>
                    <a:pt x="11912" y="8536"/>
                  </a:lnTo>
                  <a:lnTo>
                    <a:pt x="10415" y="7485"/>
                  </a:lnTo>
                  <a:lnTo>
                    <a:pt x="10129" y="6975"/>
                  </a:lnTo>
                  <a:lnTo>
                    <a:pt x="9842" y="6370"/>
                  </a:lnTo>
                  <a:lnTo>
                    <a:pt x="9556" y="5765"/>
                  </a:lnTo>
                  <a:lnTo>
                    <a:pt x="9301" y="5064"/>
                  </a:lnTo>
                  <a:lnTo>
                    <a:pt x="9078" y="4300"/>
                  </a:lnTo>
                  <a:lnTo>
                    <a:pt x="8887" y="3567"/>
                  </a:lnTo>
                  <a:lnTo>
                    <a:pt x="8791" y="2866"/>
                  </a:lnTo>
                  <a:lnTo>
                    <a:pt x="8696" y="2198"/>
                  </a:lnTo>
                  <a:lnTo>
                    <a:pt x="8664" y="1561"/>
                  </a:lnTo>
                  <a:lnTo>
                    <a:pt x="8664" y="987"/>
                  </a:lnTo>
                  <a:lnTo>
                    <a:pt x="8664" y="478"/>
                  </a:lnTo>
                  <a:lnTo>
                    <a:pt x="86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9"/>
            <p:cNvSpPr/>
            <p:nvPr/>
          </p:nvSpPr>
          <p:spPr>
            <a:xfrm>
              <a:off x="4103550" y="7558075"/>
              <a:ext cx="478575" cy="301800"/>
            </a:xfrm>
            <a:custGeom>
              <a:rect b="b" l="l" r="r" t="t"/>
              <a:pathLst>
                <a:path extrusionOk="0" h="12072" w="19143">
                  <a:moveTo>
                    <a:pt x="11116" y="0"/>
                  </a:moveTo>
                  <a:lnTo>
                    <a:pt x="10607" y="796"/>
                  </a:lnTo>
                  <a:lnTo>
                    <a:pt x="9906" y="1752"/>
                  </a:lnTo>
                  <a:lnTo>
                    <a:pt x="9237" y="2612"/>
                  </a:lnTo>
                  <a:lnTo>
                    <a:pt x="8536" y="3376"/>
                  </a:lnTo>
                  <a:lnTo>
                    <a:pt x="7836" y="4045"/>
                  </a:lnTo>
                  <a:lnTo>
                    <a:pt x="7167" y="4650"/>
                  </a:lnTo>
                  <a:lnTo>
                    <a:pt x="6498" y="5160"/>
                  </a:lnTo>
                  <a:lnTo>
                    <a:pt x="5861" y="5606"/>
                  </a:lnTo>
                  <a:lnTo>
                    <a:pt x="5256" y="5956"/>
                  </a:lnTo>
                  <a:lnTo>
                    <a:pt x="4364" y="6434"/>
                  </a:lnTo>
                  <a:lnTo>
                    <a:pt x="3504" y="6880"/>
                  </a:lnTo>
                  <a:lnTo>
                    <a:pt x="2644" y="7294"/>
                  </a:lnTo>
                  <a:lnTo>
                    <a:pt x="1880" y="7708"/>
                  </a:lnTo>
                  <a:lnTo>
                    <a:pt x="1530" y="7931"/>
                  </a:lnTo>
                  <a:lnTo>
                    <a:pt x="1211" y="8154"/>
                  </a:lnTo>
                  <a:lnTo>
                    <a:pt x="924" y="8377"/>
                  </a:lnTo>
                  <a:lnTo>
                    <a:pt x="670" y="8599"/>
                  </a:lnTo>
                  <a:lnTo>
                    <a:pt x="447" y="8886"/>
                  </a:lnTo>
                  <a:lnTo>
                    <a:pt x="256" y="9141"/>
                  </a:lnTo>
                  <a:lnTo>
                    <a:pt x="128" y="9459"/>
                  </a:lnTo>
                  <a:lnTo>
                    <a:pt x="33" y="9778"/>
                  </a:lnTo>
                  <a:lnTo>
                    <a:pt x="1" y="10096"/>
                  </a:lnTo>
                  <a:lnTo>
                    <a:pt x="1" y="10415"/>
                  </a:lnTo>
                  <a:lnTo>
                    <a:pt x="65" y="10733"/>
                  </a:lnTo>
                  <a:lnTo>
                    <a:pt x="160" y="11020"/>
                  </a:lnTo>
                  <a:lnTo>
                    <a:pt x="256" y="11307"/>
                  </a:lnTo>
                  <a:lnTo>
                    <a:pt x="383" y="11593"/>
                  </a:lnTo>
                  <a:lnTo>
                    <a:pt x="701" y="12071"/>
                  </a:lnTo>
                  <a:lnTo>
                    <a:pt x="18091" y="12071"/>
                  </a:lnTo>
                  <a:lnTo>
                    <a:pt x="18441" y="11561"/>
                  </a:lnTo>
                  <a:lnTo>
                    <a:pt x="18601" y="11275"/>
                  </a:lnTo>
                  <a:lnTo>
                    <a:pt x="18760" y="10956"/>
                  </a:lnTo>
                  <a:lnTo>
                    <a:pt x="18887" y="10638"/>
                  </a:lnTo>
                  <a:lnTo>
                    <a:pt x="19015" y="10256"/>
                  </a:lnTo>
                  <a:lnTo>
                    <a:pt x="19078" y="9873"/>
                  </a:lnTo>
                  <a:lnTo>
                    <a:pt x="19142" y="9459"/>
                  </a:lnTo>
                  <a:lnTo>
                    <a:pt x="19142" y="9014"/>
                  </a:lnTo>
                  <a:lnTo>
                    <a:pt x="19110" y="8599"/>
                  </a:lnTo>
                  <a:lnTo>
                    <a:pt x="19015" y="8217"/>
                  </a:lnTo>
                  <a:lnTo>
                    <a:pt x="18919" y="7835"/>
                  </a:lnTo>
                  <a:lnTo>
                    <a:pt x="18792" y="7517"/>
                  </a:lnTo>
                  <a:lnTo>
                    <a:pt x="18664" y="7198"/>
                  </a:lnTo>
                  <a:lnTo>
                    <a:pt x="18410" y="6625"/>
                  </a:lnTo>
                  <a:lnTo>
                    <a:pt x="18282" y="6306"/>
                  </a:lnTo>
                  <a:lnTo>
                    <a:pt x="18155" y="5924"/>
                  </a:lnTo>
                  <a:lnTo>
                    <a:pt x="18059" y="5542"/>
                  </a:lnTo>
                  <a:lnTo>
                    <a:pt x="17964" y="5128"/>
                  </a:lnTo>
                  <a:lnTo>
                    <a:pt x="17868" y="4650"/>
                  </a:lnTo>
                  <a:lnTo>
                    <a:pt x="17804" y="4141"/>
                  </a:lnTo>
                  <a:lnTo>
                    <a:pt x="17773" y="3599"/>
                  </a:lnTo>
                  <a:lnTo>
                    <a:pt x="17773" y="3026"/>
                  </a:lnTo>
                  <a:lnTo>
                    <a:pt x="17804" y="2516"/>
                  </a:lnTo>
                  <a:lnTo>
                    <a:pt x="17836" y="1975"/>
                  </a:lnTo>
                  <a:lnTo>
                    <a:pt x="17932" y="1402"/>
                  </a:lnTo>
                  <a:lnTo>
                    <a:pt x="18027" y="796"/>
                  </a:lnTo>
                  <a:lnTo>
                    <a:pt x="18059" y="637"/>
                  </a:lnTo>
                  <a:lnTo>
                    <a:pt x="18091" y="510"/>
                  </a:lnTo>
                  <a:lnTo>
                    <a:pt x="111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9"/>
            <p:cNvSpPr/>
            <p:nvPr/>
          </p:nvSpPr>
          <p:spPr>
            <a:xfrm>
              <a:off x="4064550" y="7630525"/>
              <a:ext cx="542250" cy="229350"/>
            </a:xfrm>
            <a:custGeom>
              <a:rect b="b" l="l" r="r" t="t"/>
              <a:pathLst>
                <a:path extrusionOk="0" h="9174" w="21690">
                  <a:moveTo>
                    <a:pt x="10542" y="1"/>
                  </a:moveTo>
                  <a:lnTo>
                    <a:pt x="9969" y="96"/>
                  </a:lnTo>
                  <a:lnTo>
                    <a:pt x="8950" y="287"/>
                  </a:lnTo>
                  <a:lnTo>
                    <a:pt x="8313" y="478"/>
                  </a:lnTo>
                  <a:lnTo>
                    <a:pt x="7612" y="669"/>
                  </a:lnTo>
                  <a:lnTo>
                    <a:pt x="6848" y="956"/>
                  </a:lnTo>
                  <a:lnTo>
                    <a:pt x="6083" y="1274"/>
                  </a:lnTo>
                  <a:lnTo>
                    <a:pt x="5255" y="1657"/>
                  </a:lnTo>
                  <a:lnTo>
                    <a:pt x="4459" y="2103"/>
                  </a:lnTo>
                  <a:lnTo>
                    <a:pt x="3695" y="2612"/>
                  </a:lnTo>
                  <a:lnTo>
                    <a:pt x="3313" y="2899"/>
                  </a:lnTo>
                  <a:lnTo>
                    <a:pt x="2930" y="3217"/>
                  </a:lnTo>
                  <a:lnTo>
                    <a:pt x="2580" y="3536"/>
                  </a:lnTo>
                  <a:lnTo>
                    <a:pt x="2230" y="3886"/>
                  </a:lnTo>
                  <a:lnTo>
                    <a:pt x="1911" y="4236"/>
                  </a:lnTo>
                  <a:lnTo>
                    <a:pt x="1593" y="4619"/>
                  </a:lnTo>
                  <a:lnTo>
                    <a:pt x="1306" y="5033"/>
                  </a:lnTo>
                  <a:lnTo>
                    <a:pt x="1051" y="5479"/>
                  </a:lnTo>
                  <a:lnTo>
                    <a:pt x="796" y="5924"/>
                  </a:lnTo>
                  <a:lnTo>
                    <a:pt x="605" y="6402"/>
                  </a:lnTo>
                  <a:lnTo>
                    <a:pt x="382" y="6975"/>
                  </a:lnTo>
                  <a:lnTo>
                    <a:pt x="223" y="7612"/>
                  </a:lnTo>
                  <a:lnTo>
                    <a:pt x="64" y="8345"/>
                  </a:lnTo>
                  <a:lnTo>
                    <a:pt x="32" y="8759"/>
                  </a:lnTo>
                  <a:lnTo>
                    <a:pt x="0" y="9173"/>
                  </a:lnTo>
                  <a:lnTo>
                    <a:pt x="21021" y="9173"/>
                  </a:lnTo>
                  <a:lnTo>
                    <a:pt x="21275" y="8632"/>
                  </a:lnTo>
                  <a:lnTo>
                    <a:pt x="21403" y="8345"/>
                  </a:lnTo>
                  <a:lnTo>
                    <a:pt x="21498" y="8026"/>
                  </a:lnTo>
                  <a:lnTo>
                    <a:pt x="21594" y="7676"/>
                  </a:lnTo>
                  <a:lnTo>
                    <a:pt x="21626" y="7326"/>
                  </a:lnTo>
                  <a:lnTo>
                    <a:pt x="21658" y="7007"/>
                  </a:lnTo>
                  <a:lnTo>
                    <a:pt x="21689" y="6689"/>
                  </a:lnTo>
                  <a:lnTo>
                    <a:pt x="21658" y="6084"/>
                  </a:lnTo>
                  <a:lnTo>
                    <a:pt x="21562" y="5510"/>
                  </a:lnTo>
                  <a:lnTo>
                    <a:pt x="21435" y="5033"/>
                  </a:lnTo>
                  <a:lnTo>
                    <a:pt x="21307" y="4587"/>
                  </a:lnTo>
                  <a:lnTo>
                    <a:pt x="21148" y="4205"/>
                  </a:lnTo>
                  <a:lnTo>
                    <a:pt x="21021" y="3918"/>
                  </a:lnTo>
                  <a:lnTo>
                    <a:pt x="20734" y="3663"/>
                  </a:lnTo>
                  <a:lnTo>
                    <a:pt x="20415" y="3408"/>
                  </a:lnTo>
                  <a:lnTo>
                    <a:pt x="20097" y="3185"/>
                  </a:lnTo>
                  <a:lnTo>
                    <a:pt x="19778" y="2994"/>
                  </a:lnTo>
                  <a:lnTo>
                    <a:pt x="19428" y="2835"/>
                  </a:lnTo>
                  <a:lnTo>
                    <a:pt x="19110" y="2740"/>
                  </a:lnTo>
                  <a:lnTo>
                    <a:pt x="18791" y="2708"/>
                  </a:lnTo>
                  <a:lnTo>
                    <a:pt x="18632" y="2740"/>
                  </a:lnTo>
                  <a:lnTo>
                    <a:pt x="18473" y="2771"/>
                  </a:lnTo>
                  <a:lnTo>
                    <a:pt x="18218" y="2899"/>
                  </a:lnTo>
                  <a:lnTo>
                    <a:pt x="18027" y="3026"/>
                  </a:lnTo>
                  <a:lnTo>
                    <a:pt x="17868" y="3217"/>
                  </a:lnTo>
                  <a:lnTo>
                    <a:pt x="17708" y="3440"/>
                  </a:lnTo>
                  <a:lnTo>
                    <a:pt x="17549" y="3663"/>
                  </a:lnTo>
                  <a:lnTo>
                    <a:pt x="17358" y="3886"/>
                  </a:lnTo>
                  <a:lnTo>
                    <a:pt x="17135" y="4109"/>
                  </a:lnTo>
                  <a:lnTo>
                    <a:pt x="16848" y="4332"/>
                  </a:lnTo>
                  <a:lnTo>
                    <a:pt x="16594" y="4459"/>
                  </a:lnTo>
                  <a:lnTo>
                    <a:pt x="16307" y="4587"/>
                  </a:lnTo>
                  <a:lnTo>
                    <a:pt x="15988" y="4650"/>
                  </a:lnTo>
                  <a:lnTo>
                    <a:pt x="15702" y="4682"/>
                  </a:lnTo>
                  <a:lnTo>
                    <a:pt x="15415" y="4714"/>
                  </a:lnTo>
                  <a:lnTo>
                    <a:pt x="15129" y="4714"/>
                  </a:lnTo>
                  <a:lnTo>
                    <a:pt x="14555" y="4619"/>
                  </a:lnTo>
                  <a:lnTo>
                    <a:pt x="14077" y="4523"/>
                  </a:lnTo>
                  <a:lnTo>
                    <a:pt x="13663" y="4396"/>
                  </a:lnTo>
                  <a:lnTo>
                    <a:pt x="13218" y="4205"/>
                  </a:lnTo>
                  <a:lnTo>
                    <a:pt x="12804" y="3982"/>
                  </a:lnTo>
                  <a:lnTo>
                    <a:pt x="12421" y="3695"/>
                  </a:lnTo>
                  <a:lnTo>
                    <a:pt x="12103" y="3408"/>
                  </a:lnTo>
                  <a:lnTo>
                    <a:pt x="11784" y="3090"/>
                  </a:lnTo>
                  <a:lnTo>
                    <a:pt x="11561" y="2771"/>
                  </a:lnTo>
                  <a:lnTo>
                    <a:pt x="11338" y="2421"/>
                  </a:lnTo>
                  <a:lnTo>
                    <a:pt x="11147" y="2071"/>
                  </a:lnTo>
                  <a:lnTo>
                    <a:pt x="10988" y="1720"/>
                  </a:lnTo>
                  <a:lnTo>
                    <a:pt x="10861" y="1402"/>
                  </a:lnTo>
                  <a:lnTo>
                    <a:pt x="10765" y="1083"/>
                  </a:lnTo>
                  <a:lnTo>
                    <a:pt x="10638" y="574"/>
                  </a:lnTo>
                  <a:lnTo>
                    <a:pt x="10574" y="160"/>
                  </a:lnTo>
                  <a:lnTo>
                    <a:pt x="105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9"/>
            <p:cNvSpPr/>
            <p:nvPr/>
          </p:nvSpPr>
          <p:spPr>
            <a:xfrm>
              <a:off x="4365525" y="7575575"/>
              <a:ext cx="188725" cy="58150"/>
            </a:xfrm>
            <a:custGeom>
              <a:rect b="b" l="l" r="r" t="t"/>
              <a:pathLst>
                <a:path extrusionOk="0" h="2326" w="7549">
                  <a:moveTo>
                    <a:pt x="3790" y="1"/>
                  </a:moveTo>
                  <a:lnTo>
                    <a:pt x="159" y="33"/>
                  </a:lnTo>
                  <a:lnTo>
                    <a:pt x="0" y="33"/>
                  </a:lnTo>
                  <a:lnTo>
                    <a:pt x="128" y="96"/>
                  </a:lnTo>
                  <a:lnTo>
                    <a:pt x="4300" y="1339"/>
                  </a:lnTo>
                  <a:lnTo>
                    <a:pt x="6593" y="2039"/>
                  </a:lnTo>
                  <a:lnTo>
                    <a:pt x="6943" y="2167"/>
                  </a:lnTo>
                  <a:lnTo>
                    <a:pt x="7294" y="2326"/>
                  </a:lnTo>
                  <a:lnTo>
                    <a:pt x="7325" y="1816"/>
                  </a:lnTo>
                  <a:lnTo>
                    <a:pt x="7357" y="1275"/>
                  </a:lnTo>
                  <a:lnTo>
                    <a:pt x="7453" y="702"/>
                  </a:lnTo>
                  <a:lnTo>
                    <a:pt x="7548" y="96"/>
                  </a:lnTo>
                  <a:lnTo>
                    <a:pt x="7453" y="33"/>
                  </a:lnTo>
                  <a:lnTo>
                    <a:pt x="74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9"/>
            <p:cNvSpPr/>
            <p:nvPr/>
          </p:nvSpPr>
          <p:spPr>
            <a:xfrm>
              <a:off x="4315350" y="5831850"/>
              <a:ext cx="750075" cy="1759675"/>
            </a:xfrm>
            <a:custGeom>
              <a:rect b="b" l="l" r="r" t="t"/>
              <a:pathLst>
                <a:path extrusionOk="0" h="70387" w="30003">
                  <a:moveTo>
                    <a:pt x="14460" y="1"/>
                  </a:moveTo>
                  <a:lnTo>
                    <a:pt x="13314" y="1657"/>
                  </a:lnTo>
                  <a:lnTo>
                    <a:pt x="12103" y="3472"/>
                  </a:lnTo>
                  <a:lnTo>
                    <a:pt x="11498" y="4460"/>
                  </a:lnTo>
                  <a:lnTo>
                    <a:pt x="10861" y="5479"/>
                  </a:lnTo>
                  <a:lnTo>
                    <a:pt x="10256" y="6562"/>
                  </a:lnTo>
                  <a:lnTo>
                    <a:pt x="9619" y="7676"/>
                  </a:lnTo>
                  <a:lnTo>
                    <a:pt x="9014" y="8855"/>
                  </a:lnTo>
                  <a:lnTo>
                    <a:pt x="8409" y="10065"/>
                  </a:lnTo>
                  <a:lnTo>
                    <a:pt x="7804" y="11307"/>
                  </a:lnTo>
                  <a:lnTo>
                    <a:pt x="7199" y="12613"/>
                  </a:lnTo>
                  <a:lnTo>
                    <a:pt x="6593" y="13951"/>
                  </a:lnTo>
                  <a:lnTo>
                    <a:pt x="6020" y="15352"/>
                  </a:lnTo>
                  <a:lnTo>
                    <a:pt x="5479" y="16785"/>
                  </a:lnTo>
                  <a:lnTo>
                    <a:pt x="4937" y="18250"/>
                  </a:lnTo>
                  <a:lnTo>
                    <a:pt x="4491" y="19620"/>
                  </a:lnTo>
                  <a:lnTo>
                    <a:pt x="4077" y="20925"/>
                  </a:lnTo>
                  <a:lnTo>
                    <a:pt x="3695" y="22263"/>
                  </a:lnTo>
                  <a:lnTo>
                    <a:pt x="3345" y="23537"/>
                  </a:lnTo>
                  <a:lnTo>
                    <a:pt x="3026" y="24811"/>
                  </a:lnTo>
                  <a:lnTo>
                    <a:pt x="2708" y="26053"/>
                  </a:lnTo>
                  <a:lnTo>
                    <a:pt x="2453" y="27263"/>
                  </a:lnTo>
                  <a:lnTo>
                    <a:pt x="2230" y="28442"/>
                  </a:lnTo>
                  <a:lnTo>
                    <a:pt x="2007" y="29588"/>
                  </a:lnTo>
                  <a:lnTo>
                    <a:pt x="1816" y="30735"/>
                  </a:lnTo>
                  <a:lnTo>
                    <a:pt x="1529" y="32901"/>
                  </a:lnTo>
                  <a:lnTo>
                    <a:pt x="1306" y="34939"/>
                  </a:lnTo>
                  <a:lnTo>
                    <a:pt x="1147" y="36818"/>
                  </a:lnTo>
                  <a:lnTo>
                    <a:pt x="892" y="37901"/>
                  </a:lnTo>
                  <a:lnTo>
                    <a:pt x="574" y="39398"/>
                  </a:lnTo>
                  <a:lnTo>
                    <a:pt x="447" y="40321"/>
                  </a:lnTo>
                  <a:lnTo>
                    <a:pt x="319" y="41181"/>
                  </a:lnTo>
                  <a:lnTo>
                    <a:pt x="224" y="42009"/>
                  </a:lnTo>
                  <a:lnTo>
                    <a:pt x="128" y="42838"/>
                  </a:lnTo>
                  <a:lnTo>
                    <a:pt x="33" y="44398"/>
                  </a:lnTo>
                  <a:lnTo>
                    <a:pt x="1" y="45831"/>
                  </a:lnTo>
                  <a:lnTo>
                    <a:pt x="33" y="47137"/>
                  </a:lnTo>
                  <a:lnTo>
                    <a:pt x="96" y="48316"/>
                  </a:lnTo>
                  <a:lnTo>
                    <a:pt x="224" y="50227"/>
                  </a:lnTo>
                  <a:lnTo>
                    <a:pt x="510" y="54176"/>
                  </a:lnTo>
                  <a:lnTo>
                    <a:pt x="829" y="58762"/>
                  </a:lnTo>
                  <a:lnTo>
                    <a:pt x="1593" y="69750"/>
                  </a:lnTo>
                  <a:lnTo>
                    <a:pt x="11243" y="70387"/>
                  </a:lnTo>
                  <a:lnTo>
                    <a:pt x="11626" y="69431"/>
                  </a:lnTo>
                  <a:lnTo>
                    <a:pt x="12008" y="68349"/>
                  </a:lnTo>
                  <a:lnTo>
                    <a:pt x="12422" y="67234"/>
                  </a:lnTo>
                  <a:lnTo>
                    <a:pt x="12804" y="66024"/>
                  </a:lnTo>
                  <a:lnTo>
                    <a:pt x="13154" y="64750"/>
                  </a:lnTo>
                  <a:lnTo>
                    <a:pt x="13505" y="63412"/>
                  </a:lnTo>
                  <a:lnTo>
                    <a:pt x="13823" y="61979"/>
                  </a:lnTo>
                  <a:lnTo>
                    <a:pt x="14110" y="60546"/>
                  </a:lnTo>
                  <a:lnTo>
                    <a:pt x="14333" y="59017"/>
                  </a:lnTo>
                  <a:lnTo>
                    <a:pt x="14524" y="57424"/>
                  </a:lnTo>
                  <a:lnTo>
                    <a:pt x="14651" y="55800"/>
                  </a:lnTo>
                  <a:lnTo>
                    <a:pt x="14715" y="54144"/>
                  </a:lnTo>
                  <a:lnTo>
                    <a:pt x="14683" y="52424"/>
                  </a:lnTo>
                  <a:lnTo>
                    <a:pt x="14651" y="51532"/>
                  </a:lnTo>
                  <a:lnTo>
                    <a:pt x="14619" y="50641"/>
                  </a:lnTo>
                  <a:lnTo>
                    <a:pt x="14524" y="49749"/>
                  </a:lnTo>
                  <a:lnTo>
                    <a:pt x="14428" y="48857"/>
                  </a:lnTo>
                  <a:lnTo>
                    <a:pt x="14333" y="47933"/>
                  </a:lnTo>
                  <a:lnTo>
                    <a:pt x="14174" y="47010"/>
                  </a:lnTo>
                  <a:lnTo>
                    <a:pt x="13887" y="45417"/>
                  </a:lnTo>
                  <a:lnTo>
                    <a:pt x="13537" y="43920"/>
                  </a:lnTo>
                  <a:lnTo>
                    <a:pt x="13154" y="42455"/>
                  </a:lnTo>
                  <a:lnTo>
                    <a:pt x="12708" y="41086"/>
                  </a:lnTo>
                  <a:lnTo>
                    <a:pt x="30003" y="12199"/>
                  </a:lnTo>
                  <a:lnTo>
                    <a:pt x="144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9"/>
            <p:cNvSpPr/>
            <p:nvPr/>
          </p:nvSpPr>
          <p:spPr>
            <a:xfrm>
              <a:off x="4804250" y="6710100"/>
              <a:ext cx="623450" cy="844800"/>
            </a:xfrm>
            <a:custGeom>
              <a:rect b="b" l="l" r="r" t="t"/>
              <a:pathLst>
                <a:path extrusionOk="0" h="33792" w="24938">
                  <a:moveTo>
                    <a:pt x="127" y="0"/>
                  </a:moveTo>
                  <a:lnTo>
                    <a:pt x="0" y="12198"/>
                  </a:lnTo>
                  <a:lnTo>
                    <a:pt x="478" y="12485"/>
                  </a:lnTo>
                  <a:lnTo>
                    <a:pt x="1019" y="12867"/>
                  </a:lnTo>
                  <a:lnTo>
                    <a:pt x="1592" y="13313"/>
                  </a:lnTo>
                  <a:lnTo>
                    <a:pt x="2229" y="13823"/>
                  </a:lnTo>
                  <a:lnTo>
                    <a:pt x="2739" y="14300"/>
                  </a:lnTo>
                  <a:lnTo>
                    <a:pt x="3217" y="14778"/>
                  </a:lnTo>
                  <a:lnTo>
                    <a:pt x="3631" y="15224"/>
                  </a:lnTo>
                  <a:lnTo>
                    <a:pt x="3981" y="15638"/>
                  </a:lnTo>
                  <a:lnTo>
                    <a:pt x="4491" y="16275"/>
                  </a:lnTo>
                  <a:lnTo>
                    <a:pt x="4777" y="16657"/>
                  </a:lnTo>
                  <a:lnTo>
                    <a:pt x="5255" y="17294"/>
                  </a:lnTo>
                  <a:lnTo>
                    <a:pt x="6019" y="18186"/>
                  </a:lnTo>
                  <a:lnTo>
                    <a:pt x="7102" y="19364"/>
                  </a:lnTo>
                  <a:lnTo>
                    <a:pt x="8472" y="20861"/>
                  </a:lnTo>
                  <a:lnTo>
                    <a:pt x="10224" y="22708"/>
                  </a:lnTo>
                  <a:lnTo>
                    <a:pt x="12326" y="24938"/>
                  </a:lnTo>
                  <a:lnTo>
                    <a:pt x="14874" y="27549"/>
                  </a:lnTo>
                  <a:lnTo>
                    <a:pt x="17867" y="30607"/>
                  </a:lnTo>
                  <a:lnTo>
                    <a:pt x="19205" y="31913"/>
                  </a:lnTo>
                  <a:lnTo>
                    <a:pt x="21020" y="33792"/>
                  </a:lnTo>
                  <a:lnTo>
                    <a:pt x="24938" y="30384"/>
                  </a:lnTo>
                  <a:lnTo>
                    <a:pt x="24619" y="29237"/>
                  </a:lnTo>
                  <a:lnTo>
                    <a:pt x="24237" y="27995"/>
                  </a:lnTo>
                  <a:lnTo>
                    <a:pt x="24142" y="27677"/>
                  </a:lnTo>
                  <a:lnTo>
                    <a:pt x="23791" y="26690"/>
                  </a:lnTo>
                  <a:lnTo>
                    <a:pt x="23409" y="25607"/>
                  </a:lnTo>
                  <a:lnTo>
                    <a:pt x="22931" y="24365"/>
                  </a:lnTo>
                  <a:lnTo>
                    <a:pt x="22390" y="23091"/>
                  </a:lnTo>
                  <a:lnTo>
                    <a:pt x="21785" y="21753"/>
                  </a:lnTo>
                  <a:lnTo>
                    <a:pt x="21148" y="20383"/>
                  </a:lnTo>
                  <a:lnTo>
                    <a:pt x="20415" y="19014"/>
                  </a:lnTo>
                  <a:lnTo>
                    <a:pt x="19619" y="17581"/>
                  </a:lnTo>
                  <a:lnTo>
                    <a:pt x="18759" y="16148"/>
                  </a:lnTo>
                  <a:lnTo>
                    <a:pt x="17804" y="14714"/>
                  </a:lnTo>
                  <a:lnTo>
                    <a:pt x="16784" y="13281"/>
                  </a:lnTo>
                  <a:lnTo>
                    <a:pt x="15670" y="11848"/>
                  </a:lnTo>
                  <a:lnTo>
                    <a:pt x="15096" y="11147"/>
                  </a:lnTo>
                  <a:lnTo>
                    <a:pt x="14491" y="10447"/>
                  </a:lnTo>
                  <a:lnTo>
                    <a:pt x="13854" y="9746"/>
                  </a:lnTo>
                  <a:lnTo>
                    <a:pt x="13217" y="9045"/>
                  </a:lnTo>
                  <a:lnTo>
                    <a:pt x="12549" y="8376"/>
                  </a:lnTo>
                  <a:lnTo>
                    <a:pt x="11848" y="7708"/>
                  </a:lnTo>
                  <a:lnTo>
                    <a:pt x="11115" y="7039"/>
                  </a:lnTo>
                  <a:lnTo>
                    <a:pt x="10351" y="6370"/>
                  </a:lnTo>
                  <a:lnTo>
                    <a:pt x="9587" y="5733"/>
                  </a:lnTo>
                  <a:lnTo>
                    <a:pt x="8790" y="5096"/>
                  </a:lnTo>
                  <a:lnTo>
                    <a:pt x="7962" y="4491"/>
                  </a:lnTo>
                  <a:lnTo>
                    <a:pt x="7134" y="3886"/>
                  </a:lnTo>
                  <a:lnTo>
                    <a:pt x="6242" y="3281"/>
                  </a:lnTo>
                  <a:lnTo>
                    <a:pt x="5351" y="2707"/>
                  </a:lnTo>
                  <a:lnTo>
                    <a:pt x="4459" y="2198"/>
                  </a:lnTo>
                  <a:lnTo>
                    <a:pt x="3567" y="1688"/>
                  </a:lnTo>
                  <a:lnTo>
                    <a:pt x="2707" y="1242"/>
                  </a:lnTo>
                  <a:lnTo>
                    <a:pt x="1847" y="796"/>
                  </a:lnTo>
                  <a:lnTo>
                    <a:pt x="955" y="382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9"/>
            <p:cNvSpPr/>
            <p:nvPr/>
          </p:nvSpPr>
          <p:spPr>
            <a:xfrm>
              <a:off x="5235800" y="7391650"/>
              <a:ext cx="328075" cy="433975"/>
            </a:xfrm>
            <a:custGeom>
              <a:rect b="b" l="l" r="r" t="t"/>
              <a:pathLst>
                <a:path extrusionOk="0" h="17359" w="13123">
                  <a:moveTo>
                    <a:pt x="6529" y="1"/>
                  </a:moveTo>
                  <a:lnTo>
                    <a:pt x="1784" y="3663"/>
                  </a:lnTo>
                  <a:lnTo>
                    <a:pt x="1943" y="4842"/>
                  </a:lnTo>
                  <a:lnTo>
                    <a:pt x="2039" y="5925"/>
                  </a:lnTo>
                  <a:lnTo>
                    <a:pt x="2070" y="6912"/>
                  </a:lnTo>
                  <a:lnTo>
                    <a:pt x="2007" y="7836"/>
                  </a:lnTo>
                  <a:lnTo>
                    <a:pt x="1911" y="8696"/>
                  </a:lnTo>
                  <a:lnTo>
                    <a:pt x="1784" y="9492"/>
                  </a:lnTo>
                  <a:lnTo>
                    <a:pt x="1625" y="10192"/>
                  </a:lnTo>
                  <a:lnTo>
                    <a:pt x="1433" y="10861"/>
                  </a:lnTo>
                  <a:lnTo>
                    <a:pt x="1147" y="11658"/>
                  </a:lnTo>
                  <a:lnTo>
                    <a:pt x="828" y="12454"/>
                  </a:lnTo>
                  <a:lnTo>
                    <a:pt x="510" y="13186"/>
                  </a:lnTo>
                  <a:lnTo>
                    <a:pt x="255" y="13887"/>
                  </a:lnTo>
                  <a:lnTo>
                    <a:pt x="159" y="14237"/>
                  </a:lnTo>
                  <a:lnTo>
                    <a:pt x="64" y="14556"/>
                  </a:lnTo>
                  <a:lnTo>
                    <a:pt x="32" y="14874"/>
                  </a:lnTo>
                  <a:lnTo>
                    <a:pt x="0" y="15161"/>
                  </a:lnTo>
                  <a:lnTo>
                    <a:pt x="0" y="15479"/>
                  </a:lnTo>
                  <a:lnTo>
                    <a:pt x="32" y="15734"/>
                  </a:lnTo>
                  <a:lnTo>
                    <a:pt x="128" y="16021"/>
                  </a:lnTo>
                  <a:lnTo>
                    <a:pt x="255" y="16276"/>
                  </a:lnTo>
                  <a:lnTo>
                    <a:pt x="414" y="16499"/>
                  </a:lnTo>
                  <a:lnTo>
                    <a:pt x="605" y="16722"/>
                  </a:lnTo>
                  <a:lnTo>
                    <a:pt x="828" y="16881"/>
                  </a:lnTo>
                  <a:lnTo>
                    <a:pt x="1051" y="17008"/>
                  </a:lnTo>
                  <a:lnTo>
                    <a:pt x="1274" y="17136"/>
                  </a:lnTo>
                  <a:lnTo>
                    <a:pt x="1529" y="17231"/>
                  </a:lnTo>
                  <a:lnTo>
                    <a:pt x="1975" y="17359"/>
                  </a:lnTo>
                  <a:lnTo>
                    <a:pt x="13122" y="7422"/>
                  </a:lnTo>
                  <a:lnTo>
                    <a:pt x="13058" y="6912"/>
                  </a:lnTo>
                  <a:lnTo>
                    <a:pt x="13026" y="6657"/>
                  </a:lnTo>
                  <a:lnTo>
                    <a:pt x="12931" y="6339"/>
                  </a:lnTo>
                  <a:lnTo>
                    <a:pt x="12835" y="6052"/>
                  </a:lnTo>
                  <a:lnTo>
                    <a:pt x="12708" y="5765"/>
                  </a:lnTo>
                  <a:lnTo>
                    <a:pt x="12549" y="5447"/>
                  </a:lnTo>
                  <a:lnTo>
                    <a:pt x="12326" y="5160"/>
                  </a:lnTo>
                  <a:lnTo>
                    <a:pt x="12071" y="4874"/>
                  </a:lnTo>
                  <a:lnTo>
                    <a:pt x="11816" y="4619"/>
                  </a:lnTo>
                  <a:lnTo>
                    <a:pt x="11530" y="4428"/>
                  </a:lnTo>
                  <a:lnTo>
                    <a:pt x="11275" y="4237"/>
                  </a:lnTo>
                  <a:lnTo>
                    <a:pt x="10733" y="3982"/>
                  </a:lnTo>
                  <a:lnTo>
                    <a:pt x="10256" y="3759"/>
                  </a:lnTo>
                  <a:lnTo>
                    <a:pt x="9842" y="3536"/>
                  </a:lnTo>
                  <a:lnTo>
                    <a:pt x="9396" y="3281"/>
                  </a:lnTo>
                  <a:lnTo>
                    <a:pt x="8950" y="2963"/>
                  </a:lnTo>
                  <a:lnTo>
                    <a:pt x="8472" y="2549"/>
                  </a:lnTo>
                  <a:lnTo>
                    <a:pt x="7994" y="2071"/>
                  </a:lnTo>
                  <a:lnTo>
                    <a:pt x="7517" y="1466"/>
                  </a:lnTo>
                  <a:lnTo>
                    <a:pt x="7007" y="797"/>
                  </a:lnTo>
                  <a:lnTo>
                    <a:pt x="65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9"/>
            <p:cNvSpPr/>
            <p:nvPr/>
          </p:nvSpPr>
          <p:spPr>
            <a:xfrm>
              <a:off x="5209525" y="7478450"/>
              <a:ext cx="367075" cy="379825"/>
            </a:xfrm>
            <a:custGeom>
              <a:rect b="b" l="l" r="r" t="t"/>
              <a:pathLst>
                <a:path extrusionOk="0" h="15193" w="14683">
                  <a:moveTo>
                    <a:pt x="11625" y="0"/>
                  </a:moveTo>
                  <a:lnTo>
                    <a:pt x="11243" y="32"/>
                  </a:lnTo>
                  <a:lnTo>
                    <a:pt x="10797" y="96"/>
                  </a:lnTo>
                  <a:lnTo>
                    <a:pt x="10542" y="160"/>
                  </a:lnTo>
                  <a:lnTo>
                    <a:pt x="10287" y="255"/>
                  </a:lnTo>
                  <a:lnTo>
                    <a:pt x="10033" y="383"/>
                  </a:lnTo>
                  <a:lnTo>
                    <a:pt x="9778" y="542"/>
                  </a:lnTo>
                  <a:lnTo>
                    <a:pt x="9491" y="765"/>
                  </a:lnTo>
                  <a:lnTo>
                    <a:pt x="9236" y="988"/>
                  </a:lnTo>
                  <a:lnTo>
                    <a:pt x="9013" y="1242"/>
                  </a:lnTo>
                  <a:lnTo>
                    <a:pt x="8854" y="1529"/>
                  </a:lnTo>
                  <a:lnTo>
                    <a:pt x="8695" y="1784"/>
                  </a:lnTo>
                  <a:lnTo>
                    <a:pt x="8568" y="2071"/>
                  </a:lnTo>
                  <a:lnTo>
                    <a:pt x="8345" y="2644"/>
                  </a:lnTo>
                  <a:lnTo>
                    <a:pt x="8154" y="3217"/>
                  </a:lnTo>
                  <a:lnTo>
                    <a:pt x="7931" y="3695"/>
                  </a:lnTo>
                  <a:lnTo>
                    <a:pt x="7803" y="3918"/>
                  </a:lnTo>
                  <a:lnTo>
                    <a:pt x="7644" y="4141"/>
                  </a:lnTo>
                  <a:lnTo>
                    <a:pt x="7453" y="4300"/>
                  </a:lnTo>
                  <a:lnTo>
                    <a:pt x="7230" y="4459"/>
                  </a:lnTo>
                  <a:lnTo>
                    <a:pt x="6975" y="4555"/>
                  </a:lnTo>
                  <a:lnTo>
                    <a:pt x="6657" y="4650"/>
                  </a:lnTo>
                  <a:lnTo>
                    <a:pt x="6274" y="4650"/>
                  </a:lnTo>
                  <a:lnTo>
                    <a:pt x="5829" y="4587"/>
                  </a:lnTo>
                  <a:lnTo>
                    <a:pt x="5287" y="4427"/>
                  </a:lnTo>
                  <a:lnTo>
                    <a:pt x="4650" y="4173"/>
                  </a:lnTo>
                  <a:lnTo>
                    <a:pt x="3918" y="3790"/>
                  </a:lnTo>
                  <a:lnTo>
                    <a:pt x="3121" y="3281"/>
                  </a:lnTo>
                  <a:lnTo>
                    <a:pt x="2803" y="3663"/>
                  </a:lnTo>
                  <a:lnTo>
                    <a:pt x="2261" y="4396"/>
                  </a:lnTo>
                  <a:lnTo>
                    <a:pt x="1943" y="4873"/>
                  </a:lnTo>
                  <a:lnTo>
                    <a:pt x="1624" y="5383"/>
                  </a:lnTo>
                  <a:lnTo>
                    <a:pt x="1274" y="5988"/>
                  </a:lnTo>
                  <a:lnTo>
                    <a:pt x="956" y="6657"/>
                  </a:lnTo>
                  <a:lnTo>
                    <a:pt x="669" y="7357"/>
                  </a:lnTo>
                  <a:lnTo>
                    <a:pt x="414" y="8090"/>
                  </a:lnTo>
                  <a:lnTo>
                    <a:pt x="191" y="8886"/>
                  </a:lnTo>
                  <a:lnTo>
                    <a:pt x="64" y="9682"/>
                  </a:lnTo>
                  <a:lnTo>
                    <a:pt x="32" y="10096"/>
                  </a:lnTo>
                  <a:lnTo>
                    <a:pt x="0" y="10511"/>
                  </a:lnTo>
                  <a:lnTo>
                    <a:pt x="0" y="10925"/>
                  </a:lnTo>
                  <a:lnTo>
                    <a:pt x="32" y="11370"/>
                  </a:lnTo>
                  <a:lnTo>
                    <a:pt x="64" y="11784"/>
                  </a:lnTo>
                  <a:lnTo>
                    <a:pt x="159" y="12230"/>
                  </a:lnTo>
                  <a:lnTo>
                    <a:pt x="255" y="12644"/>
                  </a:lnTo>
                  <a:lnTo>
                    <a:pt x="382" y="13090"/>
                  </a:lnTo>
                  <a:lnTo>
                    <a:pt x="573" y="13568"/>
                  </a:lnTo>
                  <a:lnTo>
                    <a:pt x="828" y="14078"/>
                  </a:lnTo>
                  <a:lnTo>
                    <a:pt x="1179" y="14619"/>
                  </a:lnTo>
                  <a:lnTo>
                    <a:pt x="1593" y="15192"/>
                  </a:lnTo>
                  <a:lnTo>
                    <a:pt x="14683" y="3504"/>
                  </a:lnTo>
                  <a:lnTo>
                    <a:pt x="14683" y="3281"/>
                  </a:lnTo>
                  <a:lnTo>
                    <a:pt x="14683" y="3090"/>
                  </a:lnTo>
                  <a:lnTo>
                    <a:pt x="14619" y="2739"/>
                  </a:lnTo>
                  <a:lnTo>
                    <a:pt x="14492" y="2421"/>
                  </a:lnTo>
                  <a:lnTo>
                    <a:pt x="14364" y="2134"/>
                  </a:lnTo>
                  <a:lnTo>
                    <a:pt x="14173" y="1848"/>
                  </a:lnTo>
                  <a:lnTo>
                    <a:pt x="13982" y="1593"/>
                  </a:lnTo>
                  <a:lnTo>
                    <a:pt x="13759" y="1370"/>
                  </a:lnTo>
                  <a:lnTo>
                    <a:pt x="13536" y="1147"/>
                  </a:lnTo>
                  <a:lnTo>
                    <a:pt x="13281" y="956"/>
                  </a:lnTo>
                  <a:lnTo>
                    <a:pt x="12772" y="605"/>
                  </a:lnTo>
                  <a:lnTo>
                    <a:pt x="12294" y="319"/>
                  </a:lnTo>
                  <a:lnTo>
                    <a:pt x="11912" y="128"/>
                  </a:lnTo>
                  <a:lnTo>
                    <a:pt x="116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9"/>
            <p:cNvSpPr/>
            <p:nvPr/>
          </p:nvSpPr>
          <p:spPr>
            <a:xfrm>
              <a:off x="5250925" y="7350250"/>
              <a:ext cx="156875" cy="125025"/>
            </a:xfrm>
            <a:custGeom>
              <a:rect b="b" l="l" r="r" t="t"/>
              <a:pathLst>
                <a:path extrusionOk="0" h="5001" w="6275">
                  <a:moveTo>
                    <a:pt x="5542" y="1"/>
                  </a:moveTo>
                  <a:lnTo>
                    <a:pt x="2771" y="2485"/>
                  </a:lnTo>
                  <a:lnTo>
                    <a:pt x="0" y="5001"/>
                  </a:lnTo>
                  <a:lnTo>
                    <a:pt x="4077" y="3122"/>
                  </a:lnTo>
                  <a:lnTo>
                    <a:pt x="6275" y="2071"/>
                  </a:lnTo>
                  <a:lnTo>
                    <a:pt x="5924" y="1084"/>
                  </a:lnTo>
                  <a:lnTo>
                    <a:pt x="55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9"/>
            <p:cNvSpPr/>
            <p:nvPr/>
          </p:nvSpPr>
          <p:spPr>
            <a:xfrm>
              <a:off x="4723025" y="6657550"/>
              <a:ext cx="742900" cy="853575"/>
            </a:xfrm>
            <a:custGeom>
              <a:rect b="b" l="l" r="r" t="t"/>
              <a:pathLst>
                <a:path extrusionOk="0" h="34143" w="29716">
                  <a:moveTo>
                    <a:pt x="3249" y="0"/>
                  </a:moveTo>
                  <a:lnTo>
                    <a:pt x="0" y="12771"/>
                  </a:lnTo>
                  <a:lnTo>
                    <a:pt x="19174" y="34142"/>
                  </a:lnTo>
                  <a:lnTo>
                    <a:pt x="29716" y="26275"/>
                  </a:lnTo>
                  <a:lnTo>
                    <a:pt x="28888" y="24874"/>
                  </a:lnTo>
                  <a:lnTo>
                    <a:pt x="27996" y="23473"/>
                  </a:lnTo>
                  <a:lnTo>
                    <a:pt x="27040" y="22008"/>
                  </a:lnTo>
                  <a:lnTo>
                    <a:pt x="26021" y="20511"/>
                  </a:lnTo>
                  <a:lnTo>
                    <a:pt x="24906" y="18982"/>
                  </a:lnTo>
                  <a:lnTo>
                    <a:pt x="23760" y="17421"/>
                  </a:lnTo>
                  <a:lnTo>
                    <a:pt x="22518" y="15829"/>
                  </a:lnTo>
                  <a:lnTo>
                    <a:pt x="21212" y="14237"/>
                  </a:lnTo>
                  <a:lnTo>
                    <a:pt x="19619" y="12453"/>
                  </a:lnTo>
                  <a:lnTo>
                    <a:pt x="18059" y="10733"/>
                  </a:lnTo>
                  <a:lnTo>
                    <a:pt x="16530" y="9141"/>
                  </a:lnTo>
                  <a:lnTo>
                    <a:pt x="14969" y="7612"/>
                  </a:lnTo>
                  <a:lnTo>
                    <a:pt x="13473" y="6211"/>
                  </a:lnTo>
                  <a:lnTo>
                    <a:pt x="12008" y="4905"/>
                  </a:lnTo>
                  <a:lnTo>
                    <a:pt x="10574" y="3663"/>
                  </a:lnTo>
                  <a:lnTo>
                    <a:pt x="9173" y="2516"/>
                  </a:lnTo>
                  <a:lnTo>
                    <a:pt x="32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9"/>
            <p:cNvSpPr/>
            <p:nvPr/>
          </p:nvSpPr>
          <p:spPr>
            <a:xfrm>
              <a:off x="4485750" y="7760300"/>
              <a:ext cx="51775" cy="51800"/>
            </a:xfrm>
            <a:custGeom>
              <a:rect b="b" l="l" r="r" t="t"/>
              <a:pathLst>
                <a:path extrusionOk="0" h="2072" w="2071">
                  <a:moveTo>
                    <a:pt x="1020" y="1"/>
                  </a:moveTo>
                  <a:lnTo>
                    <a:pt x="828" y="33"/>
                  </a:lnTo>
                  <a:lnTo>
                    <a:pt x="637" y="96"/>
                  </a:lnTo>
                  <a:lnTo>
                    <a:pt x="446" y="192"/>
                  </a:lnTo>
                  <a:lnTo>
                    <a:pt x="287" y="319"/>
                  </a:lnTo>
                  <a:lnTo>
                    <a:pt x="160" y="447"/>
                  </a:lnTo>
                  <a:lnTo>
                    <a:pt x="64" y="638"/>
                  </a:lnTo>
                  <a:lnTo>
                    <a:pt x="0" y="829"/>
                  </a:lnTo>
                  <a:lnTo>
                    <a:pt x="0" y="1052"/>
                  </a:lnTo>
                  <a:lnTo>
                    <a:pt x="0" y="1243"/>
                  </a:lnTo>
                  <a:lnTo>
                    <a:pt x="64" y="1434"/>
                  </a:lnTo>
                  <a:lnTo>
                    <a:pt x="160" y="1625"/>
                  </a:lnTo>
                  <a:lnTo>
                    <a:pt x="287" y="1753"/>
                  </a:lnTo>
                  <a:lnTo>
                    <a:pt x="446" y="1880"/>
                  </a:lnTo>
                  <a:lnTo>
                    <a:pt x="637" y="1976"/>
                  </a:lnTo>
                  <a:lnTo>
                    <a:pt x="828" y="2039"/>
                  </a:lnTo>
                  <a:lnTo>
                    <a:pt x="1020" y="2071"/>
                  </a:lnTo>
                  <a:lnTo>
                    <a:pt x="1242" y="2039"/>
                  </a:lnTo>
                  <a:lnTo>
                    <a:pt x="1434" y="1976"/>
                  </a:lnTo>
                  <a:lnTo>
                    <a:pt x="1593" y="1880"/>
                  </a:lnTo>
                  <a:lnTo>
                    <a:pt x="1752" y="1753"/>
                  </a:lnTo>
                  <a:lnTo>
                    <a:pt x="1879" y="1625"/>
                  </a:lnTo>
                  <a:lnTo>
                    <a:pt x="1975" y="1434"/>
                  </a:lnTo>
                  <a:lnTo>
                    <a:pt x="2039" y="1243"/>
                  </a:lnTo>
                  <a:lnTo>
                    <a:pt x="2071" y="1052"/>
                  </a:lnTo>
                  <a:lnTo>
                    <a:pt x="2039" y="829"/>
                  </a:lnTo>
                  <a:lnTo>
                    <a:pt x="1975" y="638"/>
                  </a:lnTo>
                  <a:lnTo>
                    <a:pt x="1879" y="447"/>
                  </a:lnTo>
                  <a:lnTo>
                    <a:pt x="1752" y="319"/>
                  </a:lnTo>
                  <a:lnTo>
                    <a:pt x="1593" y="192"/>
                  </a:lnTo>
                  <a:lnTo>
                    <a:pt x="1434" y="96"/>
                  </a:lnTo>
                  <a:lnTo>
                    <a:pt x="1242" y="33"/>
                  </a:lnTo>
                  <a:lnTo>
                    <a:pt x="10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9"/>
            <p:cNvSpPr/>
            <p:nvPr/>
          </p:nvSpPr>
          <p:spPr>
            <a:xfrm>
              <a:off x="5453175" y="7511100"/>
              <a:ext cx="43800" cy="44600"/>
            </a:xfrm>
            <a:custGeom>
              <a:rect b="b" l="l" r="r" t="t"/>
              <a:pathLst>
                <a:path extrusionOk="0" h="1784" w="1752">
                  <a:moveTo>
                    <a:pt x="701" y="0"/>
                  </a:moveTo>
                  <a:lnTo>
                    <a:pt x="541" y="64"/>
                  </a:lnTo>
                  <a:lnTo>
                    <a:pt x="382" y="159"/>
                  </a:lnTo>
                  <a:lnTo>
                    <a:pt x="255" y="255"/>
                  </a:lnTo>
                  <a:lnTo>
                    <a:pt x="127" y="382"/>
                  </a:lnTo>
                  <a:lnTo>
                    <a:pt x="64" y="542"/>
                  </a:lnTo>
                  <a:lnTo>
                    <a:pt x="0" y="701"/>
                  </a:lnTo>
                  <a:lnTo>
                    <a:pt x="0" y="892"/>
                  </a:lnTo>
                  <a:lnTo>
                    <a:pt x="0" y="1051"/>
                  </a:lnTo>
                  <a:lnTo>
                    <a:pt x="64" y="1242"/>
                  </a:lnTo>
                  <a:lnTo>
                    <a:pt x="127" y="1370"/>
                  </a:lnTo>
                  <a:lnTo>
                    <a:pt x="255" y="1497"/>
                  </a:lnTo>
                  <a:lnTo>
                    <a:pt x="382" y="1624"/>
                  </a:lnTo>
                  <a:lnTo>
                    <a:pt x="541" y="1688"/>
                  </a:lnTo>
                  <a:lnTo>
                    <a:pt x="701" y="1752"/>
                  </a:lnTo>
                  <a:lnTo>
                    <a:pt x="860" y="1784"/>
                  </a:lnTo>
                  <a:lnTo>
                    <a:pt x="1051" y="1752"/>
                  </a:lnTo>
                  <a:lnTo>
                    <a:pt x="1210" y="1688"/>
                  </a:lnTo>
                  <a:lnTo>
                    <a:pt x="1370" y="1624"/>
                  </a:lnTo>
                  <a:lnTo>
                    <a:pt x="1497" y="1497"/>
                  </a:lnTo>
                  <a:lnTo>
                    <a:pt x="1624" y="1370"/>
                  </a:lnTo>
                  <a:lnTo>
                    <a:pt x="1688" y="1242"/>
                  </a:lnTo>
                  <a:lnTo>
                    <a:pt x="1752" y="1051"/>
                  </a:lnTo>
                  <a:lnTo>
                    <a:pt x="1752" y="892"/>
                  </a:lnTo>
                  <a:lnTo>
                    <a:pt x="1752" y="701"/>
                  </a:lnTo>
                  <a:lnTo>
                    <a:pt x="1688" y="542"/>
                  </a:lnTo>
                  <a:lnTo>
                    <a:pt x="1624" y="382"/>
                  </a:lnTo>
                  <a:lnTo>
                    <a:pt x="1497" y="255"/>
                  </a:lnTo>
                  <a:lnTo>
                    <a:pt x="1370" y="159"/>
                  </a:lnTo>
                  <a:lnTo>
                    <a:pt x="1210" y="64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9"/>
            <p:cNvSpPr/>
            <p:nvPr/>
          </p:nvSpPr>
          <p:spPr>
            <a:xfrm>
              <a:off x="4051800" y="7847900"/>
              <a:ext cx="555000" cy="45400"/>
            </a:xfrm>
            <a:custGeom>
              <a:rect b="b" l="l" r="r" t="t"/>
              <a:pathLst>
                <a:path extrusionOk="0" h="1816" w="22200">
                  <a:moveTo>
                    <a:pt x="1" y="0"/>
                  </a:moveTo>
                  <a:lnTo>
                    <a:pt x="1" y="32"/>
                  </a:lnTo>
                  <a:lnTo>
                    <a:pt x="1" y="1784"/>
                  </a:lnTo>
                  <a:lnTo>
                    <a:pt x="1" y="1816"/>
                  </a:lnTo>
                  <a:lnTo>
                    <a:pt x="22168" y="1816"/>
                  </a:lnTo>
                  <a:lnTo>
                    <a:pt x="22199" y="1784"/>
                  </a:lnTo>
                  <a:lnTo>
                    <a:pt x="22199" y="32"/>
                  </a:lnTo>
                  <a:lnTo>
                    <a:pt x="221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9"/>
            <p:cNvSpPr/>
            <p:nvPr/>
          </p:nvSpPr>
          <p:spPr>
            <a:xfrm>
              <a:off x="5235800" y="7533375"/>
              <a:ext cx="364700" cy="333650"/>
            </a:xfrm>
            <a:custGeom>
              <a:rect b="b" l="l" r="r" t="t"/>
              <a:pathLst>
                <a:path extrusionOk="0" h="13346" w="14588">
                  <a:moveTo>
                    <a:pt x="13695" y="1"/>
                  </a:moveTo>
                  <a:lnTo>
                    <a:pt x="13568" y="33"/>
                  </a:lnTo>
                  <a:lnTo>
                    <a:pt x="13441" y="96"/>
                  </a:lnTo>
                  <a:lnTo>
                    <a:pt x="13313" y="192"/>
                  </a:lnTo>
                  <a:lnTo>
                    <a:pt x="223" y="11976"/>
                  </a:lnTo>
                  <a:lnTo>
                    <a:pt x="128" y="12104"/>
                  </a:lnTo>
                  <a:lnTo>
                    <a:pt x="64" y="12231"/>
                  </a:lnTo>
                  <a:lnTo>
                    <a:pt x="0" y="12358"/>
                  </a:lnTo>
                  <a:lnTo>
                    <a:pt x="0" y="12486"/>
                  </a:lnTo>
                  <a:lnTo>
                    <a:pt x="0" y="12645"/>
                  </a:lnTo>
                  <a:lnTo>
                    <a:pt x="64" y="12804"/>
                  </a:lnTo>
                  <a:lnTo>
                    <a:pt x="128" y="12963"/>
                  </a:lnTo>
                  <a:lnTo>
                    <a:pt x="255" y="13091"/>
                  </a:lnTo>
                  <a:lnTo>
                    <a:pt x="351" y="13186"/>
                  </a:lnTo>
                  <a:lnTo>
                    <a:pt x="478" y="13282"/>
                  </a:lnTo>
                  <a:lnTo>
                    <a:pt x="605" y="13314"/>
                  </a:lnTo>
                  <a:lnTo>
                    <a:pt x="765" y="13346"/>
                  </a:lnTo>
                  <a:lnTo>
                    <a:pt x="892" y="13314"/>
                  </a:lnTo>
                  <a:lnTo>
                    <a:pt x="1019" y="13282"/>
                  </a:lnTo>
                  <a:lnTo>
                    <a:pt x="1179" y="13250"/>
                  </a:lnTo>
                  <a:lnTo>
                    <a:pt x="1274" y="13155"/>
                  </a:lnTo>
                  <a:lnTo>
                    <a:pt x="14364" y="1339"/>
                  </a:lnTo>
                  <a:lnTo>
                    <a:pt x="14460" y="1243"/>
                  </a:lnTo>
                  <a:lnTo>
                    <a:pt x="14523" y="1116"/>
                  </a:lnTo>
                  <a:lnTo>
                    <a:pt x="14587" y="988"/>
                  </a:lnTo>
                  <a:lnTo>
                    <a:pt x="14587" y="829"/>
                  </a:lnTo>
                  <a:lnTo>
                    <a:pt x="14587" y="670"/>
                  </a:lnTo>
                  <a:lnTo>
                    <a:pt x="14523" y="542"/>
                  </a:lnTo>
                  <a:lnTo>
                    <a:pt x="14460" y="383"/>
                  </a:lnTo>
                  <a:lnTo>
                    <a:pt x="14332" y="224"/>
                  </a:lnTo>
                  <a:lnTo>
                    <a:pt x="14237" y="128"/>
                  </a:lnTo>
                  <a:lnTo>
                    <a:pt x="14109" y="65"/>
                  </a:lnTo>
                  <a:lnTo>
                    <a:pt x="13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9"/>
            <p:cNvSpPr/>
            <p:nvPr/>
          </p:nvSpPr>
          <p:spPr>
            <a:xfrm>
              <a:off x="4625875" y="6272950"/>
              <a:ext cx="360725" cy="593225"/>
            </a:xfrm>
            <a:custGeom>
              <a:rect b="b" l="l" r="r" t="t"/>
              <a:pathLst>
                <a:path extrusionOk="0" h="23729" w="14429">
                  <a:moveTo>
                    <a:pt x="14078" y="1"/>
                  </a:moveTo>
                  <a:lnTo>
                    <a:pt x="13983" y="65"/>
                  </a:lnTo>
                  <a:lnTo>
                    <a:pt x="13887" y="160"/>
                  </a:lnTo>
                  <a:lnTo>
                    <a:pt x="33" y="23283"/>
                  </a:lnTo>
                  <a:lnTo>
                    <a:pt x="1" y="23378"/>
                  </a:lnTo>
                  <a:lnTo>
                    <a:pt x="1" y="23506"/>
                  </a:lnTo>
                  <a:lnTo>
                    <a:pt x="33" y="23601"/>
                  </a:lnTo>
                  <a:lnTo>
                    <a:pt x="128" y="23697"/>
                  </a:lnTo>
                  <a:lnTo>
                    <a:pt x="224" y="23728"/>
                  </a:lnTo>
                  <a:lnTo>
                    <a:pt x="287" y="23728"/>
                  </a:lnTo>
                  <a:lnTo>
                    <a:pt x="447" y="23697"/>
                  </a:lnTo>
                  <a:lnTo>
                    <a:pt x="510" y="23633"/>
                  </a:lnTo>
                  <a:lnTo>
                    <a:pt x="542" y="23569"/>
                  </a:lnTo>
                  <a:lnTo>
                    <a:pt x="14397" y="447"/>
                  </a:lnTo>
                  <a:lnTo>
                    <a:pt x="14428" y="351"/>
                  </a:lnTo>
                  <a:lnTo>
                    <a:pt x="14428" y="224"/>
                  </a:lnTo>
                  <a:lnTo>
                    <a:pt x="14397" y="128"/>
                  </a:lnTo>
                  <a:lnTo>
                    <a:pt x="14301" y="65"/>
                  </a:lnTo>
                  <a:lnTo>
                    <a:pt x="142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9"/>
            <p:cNvSpPr/>
            <p:nvPr/>
          </p:nvSpPr>
          <p:spPr>
            <a:xfrm>
              <a:off x="4914925" y="6723625"/>
              <a:ext cx="44600" cy="54975"/>
            </a:xfrm>
            <a:custGeom>
              <a:rect b="b" l="l" r="r" t="t"/>
              <a:pathLst>
                <a:path extrusionOk="0" h="2199" w="1784">
                  <a:moveTo>
                    <a:pt x="1465" y="1"/>
                  </a:moveTo>
                  <a:lnTo>
                    <a:pt x="1338" y="64"/>
                  </a:lnTo>
                  <a:lnTo>
                    <a:pt x="1274" y="128"/>
                  </a:lnTo>
                  <a:lnTo>
                    <a:pt x="64" y="1720"/>
                  </a:lnTo>
                  <a:lnTo>
                    <a:pt x="0" y="1816"/>
                  </a:lnTo>
                  <a:lnTo>
                    <a:pt x="0" y="1911"/>
                  </a:lnTo>
                  <a:lnTo>
                    <a:pt x="32" y="2039"/>
                  </a:lnTo>
                  <a:lnTo>
                    <a:pt x="127" y="2134"/>
                  </a:lnTo>
                  <a:lnTo>
                    <a:pt x="191" y="2166"/>
                  </a:lnTo>
                  <a:lnTo>
                    <a:pt x="287" y="2198"/>
                  </a:lnTo>
                  <a:lnTo>
                    <a:pt x="414" y="2166"/>
                  </a:lnTo>
                  <a:lnTo>
                    <a:pt x="541" y="2071"/>
                  </a:lnTo>
                  <a:lnTo>
                    <a:pt x="1720" y="478"/>
                  </a:lnTo>
                  <a:lnTo>
                    <a:pt x="1784" y="383"/>
                  </a:lnTo>
                  <a:lnTo>
                    <a:pt x="1784" y="287"/>
                  </a:lnTo>
                  <a:lnTo>
                    <a:pt x="1752" y="160"/>
                  </a:lnTo>
                  <a:lnTo>
                    <a:pt x="1688" y="64"/>
                  </a:lnTo>
                  <a:lnTo>
                    <a:pt x="1561" y="32"/>
                  </a:lnTo>
                  <a:lnTo>
                    <a:pt x="14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9"/>
            <p:cNvSpPr/>
            <p:nvPr/>
          </p:nvSpPr>
          <p:spPr>
            <a:xfrm>
              <a:off x="4343225" y="4756950"/>
              <a:ext cx="972225" cy="1442000"/>
            </a:xfrm>
            <a:custGeom>
              <a:rect b="b" l="l" r="r" t="t"/>
              <a:pathLst>
                <a:path extrusionOk="0" h="57680" w="38889">
                  <a:moveTo>
                    <a:pt x="9268" y="1"/>
                  </a:moveTo>
                  <a:lnTo>
                    <a:pt x="0" y="4810"/>
                  </a:lnTo>
                  <a:lnTo>
                    <a:pt x="4109" y="56883"/>
                  </a:lnTo>
                  <a:lnTo>
                    <a:pt x="5064" y="57042"/>
                  </a:lnTo>
                  <a:lnTo>
                    <a:pt x="6147" y="57201"/>
                  </a:lnTo>
                  <a:lnTo>
                    <a:pt x="7294" y="57329"/>
                  </a:lnTo>
                  <a:lnTo>
                    <a:pt x="8536" y="57456"/>
                  </a:lnTo>
                  <a:lnTo>
                    <a:pt x="9874" y="57583"/>
                  </a:lnTo>
                  <a:lnTo>
                    <a:pt x="11275" y="57647"/>
                  </a:lnTo>
                  <a:lnTo>
                    <a:pt x="12740" y="57679"/>
                  </a:lnTo>
                  <a:lnTo>
                    <a:pt x="14301" y="57647"/>
                  </a:lnTo>
                  <a:lnTo>
                    <a:pt x="15893" y="57583"/>
                  </a:lnTo>
                  <a:lnTo>
                    <a:pt x="17549" y="57424"/>
                  </a:lnTo>
                  <a:lnTo>
                    <a:pt x="19301" y="57233"/>
                  </a:lnTo>
                  <a:lnTo>
                    <a:pt x="21053" y="56947"/>
                  </a:lnTo>
                  <a:lnTo>
                    <a:pt x="21944" y="56787"/>
                  </a:lnTo>
                  <a:lnTo>
                    <a:pt x="22868" y="56564"/>
                  </a:lnTo>
                  <a:lnTo>
                    <a:pt x="23792" y="56373"/>
                  </a:lnTo>
                  <a:lnTo>
                    <a:pt x="24715" y="56118"/>
                  </a:lnTo>
                  <a:lnTo>
                    <a:pt x="25671" y="55864"/>
                  </a:lnTo>
                  <a:lnTo>
                    <a:pt x="26594" y="55577"/>
                  </a:lnTo>
                  <a:lnTo>
                    <a:pt x="27550" y="55259"/>
                  </a:lnTo>
                  <a:lnTo>
                    <a:pt x="28537" y="54908"/>
                  </a:lnTo>
                  <a:lnTo>
                    <a:pt x="30098" y="54303"/>
                  </a:lnTo>
                  <a:lnTo>
                    <a:pt x="31563" y="53666"/>
                  </a:lnTo>
                  <a:lnTo>
                    <a:pt x="32996" y="52997"/>
                  </a:lnTo>
                  <a:lnTo>
                    <a:pt x="34302" y="52297"/>
                  </a:lnTo>
                  <a:lnTo>
                    <a:pt x="35576" y="51596"/>
                  </a:lnTo>
                  <a:lnTo>
                    <a:pt x="36754" y="50895"/>
                  </a:lnTo>
                  <a:lnTo>
                    <a:pt x="37869" y="50163"/>
                  </a:lnTo>
                  <a:lnTo>
                    <a:pt x="38888" y="49462"/>
                  </a:lnTo>
                  <a:lnTo>
                    <a:pt x="38697" y="47742"/>
                  </a:lnTo>
                  <a:lnTo>
                    <a:pt x="38474" y="45736"/>
                  </a:lnTo>
                  <a:lnTo>
                    <a:pt x="38124" y="43474"/>
                  </a:lnTo>
                  <a:lnTo>
                    <a:pt x="37901" y="42264"/>
                  </a:lnTo>
                  <a:lnTo>
                    <a:pt x="37678" y="40990"/>
                  </a:lnTo>
                  <a:lnTo>
                    <a:pt x="37391" y="39716"/>
                  </a:lnTo>
                  <a:lnTo>
                    <a:pt x="37105" y="38347"/>
                  </a:lnTo>
                  <a:lnTo>
                    <a:pt x="36754" y="36977"/>
                  </a:lnTo>
                  <a:lnTo>
                    <a:pt x="36372" y="35544"/>
                  </a:lnTo>
                  <a:lnTo>
                    <a:pt x="35958" y="34111"/>
                  </a:lnTo>
                  <a:lnTo>
                    <a:pt x="35512" y="32614"/>
                  </a:lnTo>
                  <a:lnTo>
                    <a:pt x="35003" y="31117"/>
                  </a:lnTo>
                  <a:lnTo>
                    <a:pt x="34461" y="29588"/>
                  </a:lnTo>
                  <a:lnTo>
                    <a:pt x="33856" y="28059"/>
                  </a:lnTo>
                  <a:lnTo>
                    <a:pt x="33219" y="26499"/>
                  </a:lnTo>
                  <a:lnTo>
                    <a:pt x="32518" y="24938"/>
                  </a:lnTo>
                  <a:lnTo>
                    <a:pt x="31786" y="23378"/>
                  </a:lnTo>
                  <a:lnTo>
                    <a:pt x="30990" y="21817"/>
                  </a:lnTo>
                  <a:lnTo>
                    <a:pt x="30098" y="20256"/>
                  </a:lnTo>
                  <a:lnTo>
                    <a:pt x="29174" y="18696"/>
                  </a:lnTo>
                  <a:lnTo>
                    <a:pt x="28187" y="17167"/>
                  </a:lnTo>
                  <a:lnTo>
                    <a:pt x="27136" y="15638"/>
                  </a:lnTo>
                  <a:lnTo>
                    <a:pt x="26021" y="14110"/>
                  </a:lnTo>
                  <a:lnTo>
                    <a:pt x="24843" y="12613"/>
                  </a:lnTo>
                  <a:lnTo>
                    <a:pt x="23569" y="11148"/>
                  </a:lnTo>
                  <a:lnTo>
                    <a:pt x="22263" y="9714"/>
                  </a:lnTo>
                  <a:lnTo>
                    <a:pt x="21562" y="9014"/>
                  </a:lnTo>
                  <a:lnTo>
                    <a:pt x="20830" y="8313"/>
                  </a:lnTo>
                  <a:lnTo>
                    <a:pt x="20097" y="7612"/>
                  </a:lnTo>
                  <a:lnTo>
                    <a:pt x="19365" y="6944"/>
                  </a:lnTo>
                  <a:lnTo>
                    <a:pt x="18600" y="6275"/>
                  </a:lnTo>
                  <a:lnTo>
                    <a:pt x="17804" y="5606"/>
                  </a:lnTo>
                  <a:lnTo>
                    <a:pt x="16753" y="4778"/>
                  </a:lnTo>
                  <a:lnTo>
                    <a:pt x="15670" y="3982"/>
                  </a:lnTo>
                  <a:lnTo>
                    <a:pt x="14619" y="3217"/>
                  </a:lnTo>
                  <a:lnTo>
                    <a:pt x="13536" y="2517"/>
                  </a:lnTo>
                  <a:lnTo>
                    <a:pt x="12485" y="1816"/>
                  </a:lnTo>
                  <a:lnTo>
                    <a:pt x="11402" y="1179"/>
                  </a:lnTo>
                  <a:lnTo>
                    <a:pt x="10351" y="574"/>
                  </a:lnTo>
                  <a:lnTo>
                    <a:pt x="9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9"/>
            <p:cNvSpPr/>
            <p:nvPr/>
          </p:nvSpPr>
          <p:spPr>
            <a:xfrm>
              <a:off x="4314550" y="4670150"/>
              <a:ext cx="86825" cy="164850"/>
            </a:xfrm>
            <a:custGeom>
              <a:rect b="b" l="l" r="r" t="t"/>
              <a:pathLst>
                <a:path extrusionOk="0" h="6594" w="3473">
                  <a:moveTo>
                    <a:pt x="1721" y="1"/>
                  </a:moveTo>
                  <a:lnTo>
                    <a:pt x="1498" y="33"/>
                  </a:lnTo>
                  <a:lnTo>
                    <a:pt x="1243" y="65"/>
                  </a:lnTo>
                  <a:lnTo>
                    <a:pt x="1020" y="128"/>
                  </a:lnTo>
                  <a:lnTo>
                    <a:pt x="510" y="383"/>
                  </a:lnTo>
                  <a:lnTo>
                    <a:pt x="1" y="670"/>
                  </a:lnTo>
                  <a:lnTo>
                    <a:pt x="351" y="2995"/>
                  </a:lnTo>
                  <a:lnTo>
                    <a:pt x="701" y="5352"/>
                  </a:lnTo>
                  <a:lnTo>
                    <a:pt x="893" y="6594"/>
                  </a:lnTo>
                  <a:lnTo>
                    <a:pt x="1275" y="6307"/>
                  </a:lnTo>
                  <a:lnTo>
                    <a:pt x="1625" y="5957"/>
                  </a:lnTo>
                  <a:lnTo>
                    <a:pt x="1975" y="5575"/>
                  </a:lnTo>
                  <a:lnTo>
                    <a:pt x="2326" y="5161"/>
                  </a:lnTo>
                  <a:lnTo>
                    <a:pt x="2549" y="4810"/>
                  </a:lnTo>
                  <a:lnTo>
                    <a:pt x="2772" y="4460"/>
                  </a:lnTo>
                  <a:lnTo>
                    <a:pt x="2963" y="4110"/>
                  </a:lnTo>
                  <a:lnTo>
                    <a:pt x="3122" y="3727"/>
                  </a:lnTo>
                  <a:lnTo>
                    <a:pt x="3249" y="3377"/>
                  </a:lnTo>
                  <a:lnTo>
                    <a:pt x="3345" y="3027"/>
                  </a:lnTo>
                  <a:lnTo>
                    <a:pt x="3409" y="2676"/>
                  </a:lnTo>
                  <a:lnTo>
                    <a:pt x="3441" y="2358"/>
                  </a:lnTo>
                  <a:lnTo>
                    <a:pt x="3472" y="2039"/>
                  </a:lnTo>
                  <a:lnTo>
                    <a:pt x="3441" y="1721"/>
                  </a:lnTo>
                  <a:lnTo>
                    <a:pt x="3409" y="1434"/>
                  </a:lnTo>
                  <a:lnTo>
                    <a:pt x="3345" y="1148"/>
                  </a:lnTo>
                  <a:lnTo>
                    <a:pt x="3218" y="925"/>
                  </a:lnTo>
                  <a:lnTo>
                    <a:pt x="3090" y="702"/>
                  </a:lnTo>
                  <a:lnTo>
                    <a:pt x="2931" y="479"/>
                  </a:lnTo>
                  <a:lnTo>
                    <a:pt x="2740" y="319"/>
                  </a:lnTo>
                  <a:lnTo>
                    <a:pt x="2549" y="192"/>
                  </a:lnTo>
                  <a:lnTo>
                    <a:pt x="2358" y="128"/>
                  </a:lnTo>
                  <a:lnTo>
                    <a:pt x="2167" y="65"/>
                  </a:lnTo>
                  <a:lnTo>
                    <a:pt x="1944" y="33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9"/>
            <p:cNvSpPr/>
            <p:nvPr/>
          </p:nvSpPr>
          <p:spPr>
            <a:xfrm>
              <a:off x="3967400" y="3885075"/>
              <a:ext cx="781125" cy="878275"/>
            </a:xfrm>
            <a:custGeom>
              <a:rect b="b" l="l" r="r" t="t"/>
              <a:pathLst>
                <a:path extrusionOk="0" h="35131" w="31245">
                  <a:moveTo>
                    <a:pt x="17677" y="1"/>
                  </a:moveTo>
                  <a:lnTo>
                    <a:pt x="16690" y="33"/>
                  </a:lnTo>
                  <a:lnTo>
                    <a:pt x="15670" y="128"/>
                  </a:lnTo>
                  <a:lnTo>
                    <a:pt x="14715" y="256"/>
                  </a:lnTo>
                  <a:lnTo>
                    <a:pt x="13823" y="447"/>
                  </a:lnTo>
                  <a:lnTo>
                    <a:pt x="13027" y="638"/>
                  </a:lnTo>
                  <a:lnTo>
                    <a:pt x="12422" y="829"/>
                  </a:lnTo>
                  <a:lnTo>
                    <a:pt x="11817" y="1084"/>
                  </a:lnTo>
                  <a:lnTo>
                    <a:pt x="11275" y="1307"/>
                  </a:lnTo>
                  <a:lnTo>
                    <a:pt x="10734" y="1562"/>
                  </a:lnTo>
                  <a:lnTo>
                    <a:pt x="10224" y="1848"/>
                  </a:lnTo>
                  <a:lnTo>
                    <a:pt x="9715" y="2135"/>
                  </a:lnTo>
                  <a:lnTo>
                    <a:pt x="9269" y="2421"/>
                  </a:lnTo>
                  <a:lnTo>
                    <a:pt x="8823" y="2740"/>
                  </a:lnTo>
                  <a:lnTo>
                    <a:pt x="8027" y="3345"/>
                  </a:lnTo>
                  <a:lnTo>
                    <a:pt x="7326" y="3950"/>
                  </a:lnTo>
                  <a:lnTo>
                    <a:pt x="6721" y="4555"/>
                  </a:lnTo>
                  <a:lnTo>
                    <a:pt x="6179" y="5097"/>
                  </a:lnTo>
                  <a:lnTo>
                    <a:pt x="5829" y="5479"/>
                  </a:lnTo>
                  <a:lnTo>
                    <a:pt x="5447" y="5893"/>
                  </a:lnTo>
                  <a:lnTo>
                    <a:pt x="5065" y="6371"/>
                  </a:lnTo>
                  <a:lnTo>
                    <a:pt x="4682" y="6880"/>
                  </a:lnTo>
                  <a:lnTo>
                    <a:pt x="4300" y="7454"/>
                  </a:lnTo>
                  <a:lnTo>
                    <a:pt x="3918" y="8059"/>
                  </a:lnTo>
                  <a:lnTo>
                    <a:pt x="3536" y="8728"/>
                  </a:lnTo>
                  <a:lnTo>
                    <a:pt x="3186" y="9428"/>
                  </a:lnTo>
                  <a:lnTo>
                    <a:pt x="2931" y="10001"/>
                  </a:lnTo>
                  <a:lnTo>
                    <a:pt x="2708" y="10607"/>
                  </a:lnTo>
                  <a:lnTo>
                    <a:pt x="2389" y="11498"/>
                  </a:lnTo>
                  <a:lnTo>
                    <a:pt x="2230" y="12040"/>
                  </a:lnTo>
                  <a:lnTo>
                    <a:pt x="2103" y="12677"/>
                  </a:lnTo>
                  <a:lnTo>
                    <a:pt x="1975" y="13346"/>
                  </a:lnTo>
                  <a:lnTo>
                    <a:pt x="1880" y="14078"/>
                  </a:lnTo>
                  <a:lnTo>
                    <a:pt x="1816" y="14843"/>
                  </a:lnTo>
                  <a:lnTo>
                    <a:pt x="1848" y="15671"/>
                  </a:lnTo>
                  <a:lnTo>
                    <a:pt x="1880" y="16180"/>
                  </a:lnTo>
                  <a:lnTo>
                    <a:pt x="1943" y="16594"/>
                  </a:lnTo>
                  <a:lnTo>
                    <a:pt x="2039" y="17199"/>
                  </a:lnTo>
                  <a:lnTo>
                    <a:pt x="2135" y="17709"/>
                  </a:lnTo>
                  <a:lnTo>
                    <a:pt x="2294" y="18250"/>
                  </a:lnTo>
                  <a:lnTo>
                    <a:pt x="2357" y="18728"/>
                  </a:lnTo>
                  <a:lnTo>
                    <a:pt x="2421" y="19461"/>
                  </a:lnTo>
                  <a:lnTo>
                    <a:pt x="2389" y="20384"/>
                  </a:lnTo>
                  <a:lnTo>
                    <a:pt x="2357" y="20894"/>
                  </a:lnTo>
                  <a:lnTo>
                    <a:pt x="2294" y="21435"/>
                  </a:lnTo>
                  <a:lnTo>
                    <a:pt x="2230" y="21977"/>
                  </a:lnTo>
                  <a:lnTo>
                    <a:pt x="2103" y="22518"/>
                  </a:lnTo>
                  <a:lnTo>
                    <a:pt x="1975" y="23091"/>
                  </a:lnTo>
                  <a:lnTo>
                    <a:pt x="1784" y="23633"/>
                  </a:lnTo>
                  <a:lnTo>
                    <a:pt x="1561" y="24174"/>
                  </a:lnTo>
                  <a:lnTo>
                    <a:pt x="1275" y="24652"/>
                  </a:lnTo>
                  <a:lnTo>
                    <a:pt x="988" y="25130"/>
                  </a:lnTo>
                  <a:lnTo>
                    <a:pt x="606" y="25544"/>
                  </a:lnTo>
                  <a:lnTo>
                    <a:pt x="415" y="25767"/>
                  </a:lnTo>
                  <a:lnTo>
                    <a:pt x="192" y="26053"/>
                  </a:lnTo>
                  <a:lnTo>
                    <a:pt x="96" y="26213"/>
                  </a:lnTo>
                  <a:lnTo>
                    <a:pt x="32" y="26404"/>
                  </a:lnTo>
                  <a:lnTo>
                    <a:pt x="1" y="26595"/>
                  </a:lnTo>
                  <a:lnTo>
                    <a:pt x="1" y="26786"/>
                  </a:lnTo>
                  <a:lnTo>
                    <a:pt x="64" y="26977"/>
                  </a:lnTo>
                  <a:lnTo>
                    <a:pt x="160" y="27104"/>
                  </a:lnTo>
                  <a:lnTo>
                    <a:pt x="319" y="27264"/>
                  </a:lnTo>
                  <a:lnTo>
                    <a:pt x="478" y="27391"/>
                  </a:lnTo>
                  <a:lnTo>
                    <a:pt x="638" y="27518"/>
                  </a:lnTo>
                  <a:lnTo>
                    <a:pt x="861" y="27678"/>
                  </a:lnTo>
                  <a:lnTo>
                    <a:pt x="1211" y="27837"/>
                  </a:lnTo>
                  <a:lnTo>
                    <a:pt x="1402" y="27901"/>
                  </a:lnTo>
                  <a:lnTo>
                    <a:pt x="1593" y="27932"/>
                  </a:lnTo>
                  <a:lnTo>
                    <a:pt x="1943" y="27964"/>
                  </a:lnTo>
                  <a:lnTo>
                    <a:pt x="2198" y="27932"/>
                  </a:lnTo>
                  <a:lnTo>
                    <a:pt x="2357" y="27901"/>
                  </a:lnTo>
                  <a:lnTo>
                    <a:pt x="2421" y="27901"/>
                  </a:lnTo>
                  <a:lnTo>
                    <a:pt x="2453" y="27932"/>
                  </a:lnTo>
                  <a:lnTo>
                    <a:pt x="2453" y="27964"/>
                  </a:lnTo>
                  <a:lnTo>
                    <a:pt x="2389" y="28028"/>
                  </a:lnTo>
                  <a:lnTo>
                    <a:pt x="2230" y="28155"/>
                  </a:lnTo>
                  <a:lnTo>
                    <a:pt x="2007" y="28283"/>
                  </a:lnTo>
                  <a:lnTo>
                    <a:pt x="1720" y="28410"/>
                  </a:lnTo>
                  <a:lnTo>
                    <a:pt x="1561" y="28410"/>
                  </a:lnTo>
                  <a:lnTo>
                    <a:pt x="1434" y="28442"/>
                  </a:lnTo>
                  <a:lnTo>
                    <a:pt x="1179" y="28410"/>
                  </a:lnTo>
                  <a:lnTo>
                    <a:pt x="1020" y="28378"/>
                  </a:lnTo>
                  <a:lnTo>
                    <a:pt x="924" y="28378"/>
                  </a:lnTo>
                  <a:lnTo>
                    <a:pt x="829" y="28410"/>
                  </a:lnTo>
                  <a:lnTo>
                    <a:pt x="701" y="28538"/>
                  </a:lnTo>
                  <a:lnTo>
                    <a:pt x="638" y="28697"/>
                  </a:lnTo>
                  <a:lnTo>
                    <a:pt x="574" y="28856"/>
                  </a:lnTo>
                  <a:lnTo>
                    <a:pt x="542" y="29047"/>
                  </a:lnTo>
                  <a:lnTo>
                    <a:pt x="574" y="29270"/>
                  </a:lnTo>
                  <a:lnTo>
                    <a:pt x="606" y="29461"/>
                  </a:lnTo>
                  <a:lnTo>
                    <a:pt x="669" y="29652"/>
                  </a:lnTo>
                  <a:lnTo>
                    <a:pt x="797" y="29812"/>
                  </a:lnTo>
                  <a:lnTo>
                    <a:pt x="892" y="29875"/>
                  </a:lnTo>
                  <a:lnTo>
                    <a:pt x="988" y="29907"/>
                  </a:lnTo>
                  <a:lnTo>
                    <a:pt x="1211" y="29971"/>
                  </a:lnTo>
                  <a:lnTo>
                    <a:pt x="1434" y="30003"/>
                  </a:lnTo>
                  <a:lnTo>
                    <a:pt x="1561" y="30034"/>
                  </a:lnTo>
                  <a:lnTo>
                    <a:pt x="1657" y="30130"/>
                  </a:lnTo>
                  <a:lnTo>
                    <a:pt x="1784" y="30226"/>
                  </a:lnTo>
                  <a:lnTo>
                    <a:pt x="1880" y="30353"/>
                  </a:lnTo>
                  <a:lnTo>
                    <a:pt x="1943" y="30512"/>
                  </a:lnTo>
                  <a:lnTo>
                    <a:pt x="2007" y="30671"/>
                  </a:lnTo>
                  <a:lnTo>
                    <a:pt x="2039" y="30990"/>
                  </a:lnTo>
                  <a:lnTo>
                    <a:pt x="2039" y="31308"/>
                  </a:lnTo>
                  <a:lnTo>
                    <a:pt x="1975" y="31563"/>
                  </a:lnTo>
                  <a:lnTo>
                    <a:pt x="1912" y="31850"/>
                  </a:lnTo>
                  <a:lnTo>
                    <a:pt x="1912" y="32200"/>
                  </a:lnTo>
                  <a:lnTo>
                    <a:pt x="1975" y="32519"/>
                  </a:lnTo>
                  <a:lnTo>
                    <a:pt x="2007" y="32678"/>
                  </a:lnTo>
                  <a:lnTo>
                    <a:pt x="2103" y="32869"/>
                  </a:lnTo>
                  <a:lnTo>
                    <a:pt x="2294" y="33124"/>
                  </a:lnTo>
                  <a:lnTo>
                    <a:pt x="2549" y="33410"/>
                  </a:lnTo>
                  <a:lnTo>
                    <a:pt x="2931" y="33697"/>
                  </a:lnTo>
                  <a:lnTo>
                    <a:pt x="3186" y="33856"/>
                  </a:lnTo>
                  <a:lnTo>
                    <a:pt x="3472" y="34016"/>
                  </a:lnTo>
                  <a:lnTo>
                    <a:pt x="3791" y="34175"/>
                  </a:lnTo>
                  <a:lnTo>
                    <a:pt x="4141" y="34334"/>
                  </a:lnTo>
                  <a:lnTo>
                    <a:pt x="4555" y="34493"/>
                  </a:lnTo>
                  <a:lnTo>
                    <a:pt x="5001" y="34621"/>
                  </a:lnTo>
                  <a:lnTo>
                    <a:pt x="5511" y="34748"/>
                  </a:lnTo>
                  <a:lnTo>
                    <a:pt x="5988" y="34876"/>
                  </a:lnTo>
                  <a:lnTo>
                    <a:pt x="6912" y="35035"/>
                  </a:lnTo>
                  <a:lnTo>
                    <a:pt x="7804" y="35130"/>
                  </a:lnTo>
                  <a:lnTo>
                    <a:pt x="9460" y="35130"/>
                  </a:lnTo>
                  <a:lnTo>
                    <a:pt x="10192" y="35098"/>
                  </a:lnTo>
                  <a:lnTo>
                    <a:pt x="10893" y="35003"/>
                  </a:lnTo>
                  <a:lnTo>
                    <a:pt x="11498" y="34939"/>
                  </a:lnTo>
                  <a:lnTo>
                    <a:pt x="12326" y="34812"/>
                  </a:lnTo>
                  <a:lnTo>
                    <a:pt x="13218" y="34653"/>
                  </a:lnTo>
                  <a:lnTo>
                    <a:pt x="14173" y="34430"/>
                  </a:lnTo>
                  <a:lnTo>
                    <a:pt x="15193" y="34175"/>
                  </a:lnTo>
                  <a:lnTo>
                    <a:pt x="16275" y="33888"/>
                  </a:lnTo>
                  <a:lnTo>
                    <a:pt x="17422" y="33538"/>
                  </a:lnTo>
                  <a:lnTo>
                    <a:pt x="18600" y="33124"/>
                  </a:lnTo>
                  <a:lnTo>
                    <a:pt x="19843" y="32646"/>
                  </a:lnTo>
                  <a:lnTo>
                    <a:pt x="20225" y="31850"/>
                  </a:lnTo>
                  <a:lnTo>
                    <a:pt x="20766" y="30958"/>
                  </a:lnTo>
                  <a:lnTo>
                    <a:pt x="21053" y="30480"/>
                  </a:lnTo>
                  <a:lnTo>
                    <a:pt x="21403" y="29971"/>
                  </a:lnTo>
                  <a:lnTo>
                    <a:pt x="21817" y="29429"/>
                  </a:lnTo>
                  <a:lnTo>
                    <a:pt x="22231" y="28888"/>
                  </a:lnTo>
                  <a:lnTo>
                    <a:pt x="22868" y="28219"/>
                  </a:lnTo>
                  <a:lnTo>
                    <a:pt x="23473" y="27614"/>
                  </a:lnTo>
                  <a:lnTo>
                    <a:pt x="23951" y="27168"/>
                  </a:lnTo>
                  <a:lnTo>
                    <a:pt x="24429" y="26786"/>
                  </a:lnTo>
                  <a:lnTo>
                    <a:pt x="25257" y="26181"/>
                  </a:lnTo>
                  <a:lnTo>
                    <a:pt x="25926" y="25735"/>
                  </a:lnTo>
                  <a:lnTo>
                    <a:pt x="26372" y="25480"/>
                  </a:lnTo>
                  <a:lnTo>
                    <a:pt x="26754" y="25225"/>
                  </a:lnTo>
                  <a:lnTo>
                    <a:pt x="27104" y="24939"/>
                  </a:lnTo>
                  <a:lnTo>
                    <a:pt x="27486" y="24588"/>
                  </a:lnTo>
                  <a:lnTo>
                    <a:pt x="27837" y="24238"/>
                  </a:lnTo>
                  <a:lnTo>
                    <a:pt x="28665" y="22837"/>
                  </a:lnTo>
                  <a:lnTo>
                    <a:pt x="29047" y="22104"/>
                  </a:lnTo>
                  <a:lnTo>
                    <a:pt x="29429" y="21340"/>
                  </a:lnTo>
                  <a:lnTo>
                    <a:pt x="29780" y="20575"/>
                  </a:lnTo>
                  <a:lnTo>
                    <a:pt x="30098" y="19779"/>
                  </a:lnTo>
                  <a:lnTo>
                    <a:pt x="30385" y="18983"/>
                  </a:lnTo>
                  <a:lnTo>
                    <a:pt x="30639" y="18155"/>
                  </a:lnTo>
                  <a:lnTo>
                    <a:pt x="30862" y="17295"/>
                  </a:lnTo>
                  <a:lnTo>
                    <a:pt x="31053" y="16435"/>
                  </a:lnTo>
                  <a:lnTo>
                    <a:pt x="31181" y="15575"/>
                  </a:lnTo>
                  <a:lnTo>
                    <a:pt x="31245" y="14651"/>
                  </a:lnTo>
                  <a:lnTo>
                    <a:pt x="31245" y="13728"/>
                  </a:lnTo>
                  <a:lnTo>
                    <a:pt x="31213" y="12804"/>
                  </a:lnTo>
                  <a:lnTo>
                    <a:pt x="31085" y="11849"/>
                  </a:lnTo>
                  <a:lnTo>
                    <a:pt x="30894" y="10861"/>
                  </a:lnTo>
                  <a:lnTo>
                    <a:pt x="30799" y="10447"/>
                  </a:lnTo>
                  <a:lnTo>
                    <a:pt x="30639" y="10001"/>
                  </a:lnTo>
                  <a:lnTo>
                    <a:pt x="30385" y="9269"/>
                  </a:lnTo>
                  <a:lnTo>
                    <a:pt x="30130" y="8568"/>
                  </a:lnTo>
                  <a:lnTo>
                    <a:pt x="29811" y="7868"/>
                  </a:lnTo>
                  <a:lnTo>
                    <a:pt x="29429" y="7199"/>
                  </a:lnTo>
                  <a:lnTo>
                    <a:pt x="29047" y="6530"/>
                  </a:lnTo>
                  <a:lnTo>
                    <a:pt x="28633" y="5893"/>
                  </a:lnTo>
                  <a:lnTo>
                    <a:pt x="28187" y="5256"/>
                  </a:lnTo>
                  <a:lnTo>
                    <a:pt x="27709" y="4683"/>
                  </a:lnTo>
                  <a:lnTo>
                    <a:pt x="27232" y="4109"/>
                  </a:lnTo>
                  <a:lnTo>
                    <a:pt x="26690" y="3536"/>
                  </a:lnTo>
                  <a:lnTo>
                    <a:pt x="26149" y="3027"/>
                  </a:lnTo>
                  <a:lnTo>
                    <a:pt x="25575" y="2517"/>
                  </a:lnTo>
                  <a:lnTo>
                    <a:pt x="24970" y="2039"/>
                  </a:lnTo>
                  <a:lnTo>
                    <a:pt x="24333" y="1593"/>
                  </a:lnTo>
                  <a:lnTo>
                    <a:pt x="23728" y="1147"/>
                  </a:lnTo>
                  <a:lnTo>
                    <a:pt x="23059" y="765"/>
                  </a:lnTo>
                  <a:lnTo>
                    <a:pt x="22454" y="574"/>
                  </a:lnTo>
                  <a:lnTo>
                    <a:pt x="21817" y="415"/>
                  </a:lnTo>
                  <a:lnTo>
                    <a:pt x="21085" y="288"/>
                  </a:lnTo>
                  <a:lnTo>
                    <a:pt x="20320" y="160"/>
                  </a:lnTo>
                  <a:lnTo>
                    <a:pt x="19460" y="65"/>
                  </a:lnTo>
                  <a:lnTo>
                    <a:pt x="18600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9"/>
            <p:cNvSpPr/>
            <p:nvPr/>
          </p:nvSpPr>
          <p:spPr>
            <a:xfrm>
              <a:off x="3952275" y="4369975"/>
              <a:ext cx="86025" cy="146550"/>
            </a:xfrm>
            <a:custGeom>
              <a:rect b="b" l="l" r="r" t="t"/>
              <a:pathLst>
                <a:path extrusionOk="0" h="5862" w="3441">
                  <a:moveTo>
                    <a:pt x="3185" y="1"/>
                  </a:moveTo>
                  <a:lnTo>
                    <a:pt x="2835" y="542"/>
                  </a:lnTo>
                  <a:lnTo>
                    <a:pt x="2517" y="1052"/>
                  </a:lnTo>
                  <a:lnTo>
                    <a:pt x="2198" y="1434"/>
                  </a:lnTo>
                  <a:lnTo>
                    <a:pt x="1911" y="1753"/>
                  </a:lnTo>
                  <a:lnTo>
                    <a:pt x="1657" y="2039"/>
                  </a:lnTo>
                  <a:lnTo>
                    <a:pt x="1434" y="2230"/>
                  </a:lnTo>
                  <a:lnTo>
                    <a:pt x="1211" y="2390"/>
                  </a:lnTo>
                  <a:lnTo>
                    <a:pt x="1020" y="2485"/>
                  </a:lnTo>
                  <a:lnTo>
                    <a:pt x="797" y="2613"/>
                  </a:lnTo>
                  <a:lnTo>
                    <a:pt x="510" y="2772"/>
                  </a:lnTo>
                  <a:lnTo>
                    <a:pt x="383" y="2899"/>
                  </a:lnTo>
                  <a:lnTo>
                    <a:pt x="255" y="3027"/>
                  </a:lnTo>
                  <a:lnTo>
                    <a:pt x="128" y="3186"/>
                  </a:lnTo>
                  <a:lnTo>
                    <a:pt x="64" y="3377"/>
                  </a:lnTo>
                  <a:lnTo>
                    <a:pt x="0" y="3536"/>
                  </a:lnTo>
                  <a:lnTo>
                    <a:pt x="0" y="3695"/>
                  </a:lnTo>
                  <a:lnTo>
                    <a:pt x="0" y="3982"/>
                  </a:lnTo>
                  <a:lnTo>
                    <a:pt x="32" y="4205"/>
                  </a:lnTo>
                  <a:lnTo>
                    <a:pt x="96" y="4301"/>
                  </a:lnTo>
                  <a:lnTo>
                    <a:pt x="223" y="4555"/>
                  </a:lnTo>
                  <a:lnTo>
                    <a:pt x="351" y="4746"/>
                  </a:lnTo>
                  <a:lnTo>
                    <a:pt x="510" y="4874"/>
                  </a:lnTo>
                  <a:lnTo>
                    <a:pt x="606" y="4969"/>
                  </a:lnTo>
                  <a:lnTo>
                    <a:pt x="829" y="5065"/>
                  </a:lnTo>
                  <a:lnTo>
                    <a:pt x="1020" y="5129"/>
                  </a:lnTo>
                  <a:lnTo>
                    <a:pt x="1243" y="5160"/>
                  </a:lnTo>
                  <a:lnTo>
                    <a:pt x="1497" y="5256"/>
                  </a:lnTo>
                  <a:lnTo>
                    <a:pt x="1752" y="5415"/>
                  </a:lnTo>
                  <a:lnTo>
                    <a:pt x="1943" y="5543"/>
                  </a:lnTo>
                  <a:lnTo>
                    <a:pt x="2134" y="5702"/>
                  </a:lnTo>
                  <a:lnTo>
                    <a:pt x="2262" y="5861"/>
                  </a:lnTo>
                  <a:lnTo>
                    <a:pt x="3440" y="2995"/>
                  </a:lnTo>
                  <a:lnTo>
                    <a:pt x="3185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9"/>
            <p:cNvSpPr/>
            <p:nvPr/>
          </p:nvSpPr>
          <p:spPr>
            <a:xfrm>
              <a:off x="4004825" y="4305500"/>
              <a:ext cx="91600" cy="82825"/>
            </a:xfrm>
            <a:custGeom>
              <a:rect b="b" l="l" r="r" t="t"/>
              <a:pathLst>
                <a:path extrusionOk="0" h="3313" w="3664">
                  <a:moveTo>
                    <a:pt x="319" y="0"/>
                  </a:moveTo>
                  <a:lnTo>
                    <a:pt x="192" y="32"/>
                  </a:lnTo>
                  <a:lnTo>
                    <a:pt x="96" y="64"/>
                  </a:lnTo>
                  <a:lnTo>
                    <a:pt x="32" y="159"/>
                  </a:lnTo>
                  <a:lnTo>
                    <a:pt x="1" y="287"/>
                  </a:lnTo>
                  <a:lnTo>
                    <a:pt x="1" y="382"/>
                  </a:lnTo>
                  <a:lnTo>
                    <a:pt x="64" y="478"/>
                  </a:lnTo>
                  <a:lnTo>
                    <a:pt x="128" y="573"/>
                  </a:lnTo>
                  <a:lnTo>
                    <a:pt x="255" y="605"/>
                  </a:lnTo>
                  <a:lnTo>
                    <a:pt x="574" y="637"/>
                  </a:lnTo>
                  <a:lnTo>
                    <a:pt x="988" y="765"/>
                  </a:lnTo>
                  <a:lnTo>
                    <a:pt x="1243" y="860"/>
                  </a:lnTo>
                  <a:lnTo>
                    <a:pt x="1466" y="987"/>
                  </a:lnTo>
                  <a:lnTo>
                    <a:pt x="1720" y="1115"/>
                  </a:lnTo>
                  <a:lnTo>
                    <a:pt x="1975" y="1306"/>
                  </a:lnTo>
                  <a:lnTo>
                    <a:pt x="2230" y="1529"/>
                  </a:lnTo>
                  <a:lnTo>
                    <a:pt x="2453" y="1784"/>
                  </a:lnTo>
                  <a:lnTo>
                    <a:pt x="2612" y="2038"/>
                  </a:lnTo>
                  <a:lnTo>
                    <a:pt x="2771" y="2261"/>
                  </a:lnTo>
                  <a:lnTo>
                    <a:pt x="2899" y="2516"/>
                  </a:lnTo>
                  <a:lnTo>
                    <a:pt x="2962" y="2707"/>
                  </a:lnTo>
                  <a:lnTo>
                    <a:pt x="3090" y="3090"/>
                  </a:lnTo>
                  <a:lnTo>
                    <a:pt x="3122" y="3185"/>
                  </a:lnTo>
                  <a:lnTo>
                    <a:pt x="3185" y="3249"/>
                  </a:lnTo>
                  <a:lnTo>
                    <a:pt x="3281" y="3312"/>
                  </a:lnTo>
                  <a:lnTo>
                    <a:pt x="3440" y="3312"/>
                  </a:lnTo>
                  <a:lnTo>
                    <a:pt x="3568" y="3249"/>
                  </a:lnTo>
                  <a:lnTo>
                    <a:pt x="3631" y="3185"/>
                  </a:lnTo>
                  <a:lnTo>
                    <a:pt x="3663" y="3058"/>
                  </a:lnTo>
                  <a:lnTo>
                    <a:pt x="3663" y="2962"/>
                  </a:lnTo>
                  <a:lnTo>
                    <a:pt x="3536" y="2516"/>
                  </a:lnTo>
                  <a:lnTo>
                    <a:pt x="3440" y="2261"/>
                  </a:lnTo>
                  <a:lnTo>
                    <a:pt x="3281" y="1975"/>
                  </a:lnTo>
                  <a:lnTo>
                    <a:pt x="3122" y="1688"/>
                  </a:lnTo>
                  <a:lnTo>
                    <a:pt x="2899" y="1402"/>
                  </a:lnTo>
                  <a:lnTo>
                    <a:pt x="2644" y="1115"/>
                  </a:lnTo>
                  <a:lnTo>
                    <a:pt x="2326" y="828"/>
                  </a:lnTo>
                  <a:lnTo>
                    <a:pt x="2039" y="637"/>
                  </a:lnTo>
                  <a:lnTo>
                    <a:pt x="1752" y="446"/>
                  </a:lnTo>
                  <a:lnTo>
                    <a:pt x="1466" y="319"/>
                  </a:lnTo>
                  <a:lnTo>
                    <a:pt x="1211" y="191"/>
                  </a:lnTo>
                  <a:lnTo>
                    <a:pt x="701" y="64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9"/>
            <p:cNvSpPr/>
            <p:nvPr/>
          </p:nvSpPr>
          <p:spPr>
            <a:xfrm>
              <a:off x="4008000" y="4327775"/>
              <a:ext cx="49400" cy="72500"/>
            </a:xfrm>
            <a:custGeom>
              <a:rect b="b" l="l" r="r" t="t"/>
              <a:pathLst>
                <a:path extrusionOk="0" h="2900" w="1976">
                  <a:moveTo>
                    <a:pt x="956" y="1"/>
                  </a:moveTo>
                  <a:lnTo>
                    <a:pt x="765" y="65"/>
                  </a:lnTo>
                  <a:lnTo>
                    <a:pt x="574" y="192"/>
                  </a:lnTo>
                  <a:lnTo>
                    <a:pt x="415" y="351"/>
                  </a:lnTo>
                  <a:lnTo>
                    <a:pt x="256" y="542"/>
                  </a:lnTo>
                  <a:lnTo>
                    <a:pt x="128" y="765"/>
                  </a:lnTo>
                  <a:lnTo>
                    <a:pt x="65" y="1052"/>
                  </a:lnTo>
                  <a:lnTo>
                    <a:pt x="1" y="1339"/>
                  </a:lnTo>
                  <a:lnTo>
                    <a:pt x="1" y="1625"/>
                  </a:lnTo>
                  <a:lnTo>
                    <a:pt x="1" y="1912"/>
                  </a:lnTo>
                  <a:lnTo>
                    <a:pt x="65" y="2167"/>
                  </a:lnTo>
                  <a:lnTo>
                    <a:pt x="160" y="2390"/>
                  </a:lnTo>
                  <a:lnTo>
                    <a:pt x="288" y="2581"/>
                  </a:lnTo>
                  <a:lnTo>
                    <a:pt x="447" y="2740"/>
                  </a:lnTo>
                  <a:lnTo>
                    <a:pt x="638" y="2835"/>
                  </a:lnTo>
                  <a:lnTo>
                    <a:pt x="829" y="2899"/>
                  </a:lnTo>
                  <a:lnTo>
                    <a:pt x="1020" y="2899"/>
                  </a:lnTo>
                  <a:lnTo>
                    <a:pt x="1211" y="2835"/>
                  </a:lnTo>
                  <a:lnTo>
                    <a:pt x="1402" y="2708"/>
                  </a:lnTo>
                  <a:lnTo>
                    <a:pt x="1562" y="2549"/>
                  </a:lnTo>
                  <a:lnTo>
                    <a:pt x="1721" y="2358"/>
                  </a:lnTo>
                  <a:lnTo>
                    <a:pt x="1848" y="2103"/>
                  </a:lnTo>
                  <a:lnTo>
                    <a:pt x="1912" y="1848"/>
                  </a:lnTo>
                  <a:lnTo>
                    <a:pt x="1976" y="1562"/>
                  </a:lnTo>
                  <a:lnTo>
                    <a:pt x="1976" y="1275"/>
                  </a:lnTo>
                  <a:lnTo>
                    <a:pt x="1944" y="988"/>
                  </a:lnTo>
                  <a:lnTo>
                    <a:pt x="1880" y="733"/>
                  </a:lnTo>
                  <a:lnTo>
                    <a:pt x="1784" y="511"/>
                  </a:lnTo>
                  <a:lnTo>
                    <a:pt x="1657" y="288"/>
                  </a:lnTo>
                  <a:lnTo>
                    <a:pt x="1530" y="160"/>
                  </a:lnTo>
                  <a:lnTo>
                    <a:pt x="1339" y="33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9"/>
            <p:cNvSpPr/>
            <p:nvPr/>
          </p:nvSpPr>
          <p:spPr>
            <a:xfrm>
              <a:off x="4026325" y="4254525"/>
              <a:ext cx="108300" cy="58150"/>
            </a:xfrm>
            <a:custGeom>
              <a:rect b="b" l="l" r="r" t="t"/>
              <a:pathLst>
                <a:path extrusionOk="0" h="2326" w="4332">
                  <a:moveTo>
                    <a:pt x="1115" y="1"/>
                  </a:moveTo>
                  <a:lnTo>
                    <a:pt x="765" y="33"/>
                  </a:lnTo>
                  <a:lnTo>
                    <a:pt x="478" y="128"/>
                  </a:lnTo>
                  <a:lnTo>
                    <a:pt x="223" y="224"/>
                  </a:lnTo>
                  <a:lnTo>
                    <a:pt x="64" y="351"/>
                  </a:lnTo>
                  <a:lnTo>
                    <a:pt x="32" y="383"/>
                  </a:lnTo>
                  <a:lnTo>
                    <a:pt x="0" y="447"/>
                  </a:lnTo>
                  <a:lnTo>
                    <a:pt x="32" y="510"/>
                  </a:lnTo>
                  <a:lnTo>
                    <a:pt x="96" y="574"/>
                  </a:lnTo>
                  <a:lnTo>
                    <a:pt x="414" y="702"/>
                  </a:lnTo>
                  <a:lnTo>
                    <a:pt x="956" y="924"/>
                  </a:lnTo>
                  <a:lnTo>
                    <a:pt x="1752" y="1211"/>
                  </a:lnTo>
                  <a:lnTo>
                    <a:pt x="2389" y="1498"/>
                  </a:lnTo>
                  <a:lnTo>
                    <a:pt x="2931" y="1721"/>
                  </a:lnTo>
                  <a:lnTo>
                    <a:pt x="3663" y="2103"/>
                  </a:lnTo>
                  <a:lnTo>
                    <a:pt x="4109" y="2326"/>
                  </a:lnTo>
                  <a:lnTo>
                    <a:pt x="4236" y="2326"/>
                  </a:lnTo>
                  <a:lnTo>
                    <a:pt x="4300" y="2294"/>
                  </a:lnTo>
                  <a:lnTo>
                    <a:pt x="4332" y="2262"/>
                  </a:lnTo>
                  <a:lnTo>
                    <a:pt x="4332" y="2167"/>
                  </a:lnTo>
                  <a:lnTo>
                    <a:pt x="4268" y="1944"/>
                  </a:lnTo>
                  <a:lnTo>
                    <a:pt x="4141" y="1625"/>
                  </a:lnTo>
                  <a:lnTo>
                    <a:pt x="3918" y="1275"/>
                  </a:lnTo>
                  <a:lnTo>
                    <a:pt x="3599" y="956"/>
                  </a:lnTo>
                  <a:lnTo>
                    <a:pt x="3249" y="606"/>
                  </a:lnTo>
                  <a:lnTo>
                    <a:pt x="3026" y="479"/>
                  </a:lnTo>
                  <a:lnTo>
                    <a:pt x="2803" y="319"/>
                  </a:lnTo>
                  <a:lnTo>
                    <a:pt x="2580" y="224"/>
                  </a:lnTo>
                  <a:lnTo>
                    <a:pt x="2325" y="128"/>
                  </a:lnTo>
                  <a:lnTo>
                    <a:pt x="1911" y="33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9"/>
            <p:cNvSpPr/>
            <p:nvPr/>
          </p:nvSpPr>
          <p:spPr>
            <a:xfrm>
              <a:off x="4004025" y="3847675"/>
              <a:ext cx="765200" cy="761200"/>
            </a:xfrm>
            <a:custGeom>
              <a:rect b="b" l="l" r="r" t="t"/>
              <a:pathLst>
                <a:path extrusionOk="0" h="30448" w="30608">
                  <a:moveTo>
                    <a:pt x="9746" y="0"/>
                  </a:moveTo>
                  <a:lnTo>
                    <a:pt x="9364" y="32"/>
                  </a:lnTo>
                  <a:lnTo>
                    <a:pt x="9046" y="64"/>
                  </a:lnTo>
                  <a:lnTo>
                    <a:pt x="8759" y="159"/>
                  </a:lnTo>
                  <a:lnTo>
                    <a:pt x="8536" y="287"/>
                  </a:lnTo>
                  <a:lnTo>
                    <a:pt x="8377" y="414"/>
                  </a:lnTo>
                  <a:lnTo>
                    <a:pt x="8218" y="637"/>
                  </a:lnTo>
                  <a:lnTo>
                    <a:pt x="8154" y="796"/>
                  </a:lnTo>
                  <a:lnTo>
                    <a:pt x="8122" y="955"/>
                  </a:lnTo>
                  <a:lnTo>
                    <a:pt x="8090" y="1147"/>
                  </a:lnTo>
                  <a:lnTo>
                    <a:pt x="8090" y="1306"/>
                  </a:lnTo>
                  <a:lnTo>
                    <a:pt x="8122" y="1688"/>
                  </a:lnTo>
                  <a:lnTo>
                    <a:pt x="8186" y="2038"/>
                  </a:lnTo>
                  <a:lnTo>
                    <a:pt x="8218" y="2357"/>
                  </a:lnTo>
                  <a:lnTo>
                    <a:pt x="8250" y="2675"/>
                  </a:lnTo>
                  <a:lnTo>
                    <a:pt x="8218" y="2803"/>
                  </a:lnTo>
                  <a:lnTo>
                    <a:pt x="8186" y="2930"/>
                  </a:lnTo>
                  <a:lnTo>
                    <a:pt x="8122" y="3026"/>
                  </a:lnTo>
                  <a:lnTo>
                    <a:pt x="8058" y="3121"/>
                  </a:lnTo>
                  <a:lnTo>
                    <a:pt x="7867" y="3217"/>
                  </a:lnTo>
                  <a:lnTo>
                    <a:pt x="7708" y="3249"/>
                  </a:lnTo>
                  <a:lnTo>
                    <a:pt x="7485" y="3217"/>
                  </a:lnTo>
                  <a:lnTo>
                    <a:pt x="7230" y="3153"/>
                  </a:lnTo>
                  <a:lnTo>
                    <a:pt x="7007" y="3058"/>
                  </a:lnTo>
                  <a:lnTo>
                    <a:pt x="6721" y="2930"/>
                  </a:lnTo>
                  <a:lnTo>
                    <a:pt x="6179" y="2643"/>
                  </a:lnTo>
                  <a:lnTo>
                    <a:pt x="5638" y="2389"/>
                  </a:lnTo>
                  <a:lnTo>
                    <a:pt x="5351" y="2261"/>
                  </a:lnTo>
                  <a:lnTo>
                    <a:pt x="5097" y="2166"/>
                  </a:lnTo>
                  <a:lnTo>
                    <a:pt x="4842" y="2102"/>
                  </a:lnTo>
                  <a:lnTo>
                    <a:pt x="4587" y="2070"/>
                  </a:lnTo>
                  <a:lnTo>
                    <a:pt x="4364" y="2102"/>
                  </a:lnTo>
                  <a:lnTo>
                    <a:pt x="4173" y="2198"/>
                  </a:lnTo>
                  <a:lnTo>
                    <a:pt x="4014" y="2325"/>
                  </a:lnTo>
                  <a:lnTo>
                    <a:pt x="3886" y="2516"/>
                  </a:lnTo>
                  <a:lnTo>
                    <a:pt x="3791" y="2739"/>
                  </a:lnTo>
                  <a:lnTo>
                    <a:pt x="3727" y="2962"/>
                  </a:lnTo>
                  <a:lnTo>
                    <a:pt x="3695" y="3249"/>
                  </a:lnTo>
                  <a:lnTo>
                    <a:pt x="3695" y="3503"/>
                  </a:lnTo>
                  <a:lnTo>
                    <a:pt x="3695" y="4109"/>
                  </a:lnTo>
                  <a:lnTo>
                    <a:pt x="3695" y="4682"/>
                  </a:lnTo>
                  <a:lnTo>
                    <a:pt x="3663" y="4968"/>
                  </a:lnTo>
                  <a:lnTo>
                    <a:pt x="3631" y="5223"/>
                  </a:lnTo>
                  <a:lnTo>
                    <a:pt x="3568" y="5446"/>
                  </a:lnTo>
                  <a:lnTo>
                    <a:pt x="3504" y="5637"/>
                  </a:lnTo>
                  <a:lnTo>
                    <a:pt x="3377" y="5797"/>
                  </a:lnTo>
                  <a:lnTo>
                    <a:pt x="3249" y="5892"/>
                  </a:lnTo>
                  <a:lnTo>
                    <a:pt x="3122" y="5956"/>
                  </a:lnTo>
                  <a:lnTo>
                    <a:pt x="2835" y="5956"/>
                  </a:lnTo>
                  <a:lnTo>
                    <a:pt x="2708" y="5924"/>
                  </a:lnTo>
                  <a:lnTo>
                    <a:pt x="2453" y="5797"/>
                  </a:lnTo>
                  <a:lnTo>
                    <a:pt x="2166" y="5637"/>
                  </a:lnTo>
                  <a:lnTo>
                    <a:pt x="1880" y="5478"/>
                  </a:lnTo>
                  <a:lnTo>
                    <a:pt x="1593" y="5351"/>
                  </a:lnTo>
                  <a:lnTo>
                    <a:pt x="1434" y="5319"/>
                  </a:lnTo>
                  <a:lnTo>
                    <a:pt x="1306" y="5287"/>
                  </a:lnTo>
                  <a:lnTo>
                    <a:pt x="1147" y="5319"/>
                  </a:lnTo>
                  <a:lnTo>
                    <a:pt x="1020" y="5351"/>
                  </a:lnTo>
                  <a:lnTo>
                    <a:pt x="861" y="5414"/>
                  </a:lnTo>
                  <a:lnTo>
                    <a:pt x="701" y="5542"/>
                  </a:lnTo>
                  <a:lnTo>
                    <a:pt x="574" y="5701"/>
                  </a:lnTo>
                  <a:lnTo>
                    <a:pt x="447" y="5892"/>
                  </a:lnTo>
                  <a:lnTo>
                    <a:pt x="319" y="6115"/>
                  </a:lnTo>
                  <a:lnTo>
                    <a:pt x="224" y="6370"/>
                  </a:lnTo>
                  <a:lnTo>
                    <a:pt x="128" y="6625"/>
                  </a:lnTo>
                  <a:lnTo>
                    <a:pt x="64" y="6911"/>
                  </a:lnTo>
                  <a:lnTo>
                    <a:pt x="33" y="7198"/>
                  </a:lnTo>
                  <a:lnTo>
                    <a:pt x="1" y="7516"/>
                  </a:lnTo>
                  <a:lnTo>
                    <a:pt x="1" y="7835"/>
                  </a:lnTo>
                  <a:lnTo>
                    <a:pt x="1" y="8153"/>
                  </a:lnTo>
                  <a:lnTo>
                    <a:pt x="64" y="8472"/>
                  </a:lnTo>
                  <a:lnTo>
                    <a:pt x="128" y="8790"/>
                  </a:lnTo>
                  <a:lnTo>
                    <a:pt x="192" y="9109"/>
                  </a:lnTo>
                  <a:lnTo>
                    <a:pt x="319" y="9427"/>
                  </a:lnTo>
                  <a:lnTo>
                    <a:pt x="542" y="9841"/>
                  </a:lnTo>
                  <a:lnTo>
                    <a:pt x="797" y="10192"/>
                  </a:lnTo>
                  <a:lnTo>
                    <a:pt x="1115" y="10478"/>
                  </a:lnTo>
                  <a:lnTo>
                    <a:pt x="1434" y="10733"/>
                  </a:lnTo>
                  <a:lnTo>
                    <a:pt x="1816" y="10924"/>
                  </a:lnTo>
                  <a:lnTo>
                    <a:pt x="2230" y="11083"/>
                  </a:lnTo>
                  <a:lnTo>
                    <a:pt x="2644" y="11243"/>
                  </a:lnTo>
                  <a:lnTo>
                    <a:pt x="3090" y="11370"/>
                  </a:lnTo>
                  <a:lnTo>
                    <a:pt x="4077" y="11657"/>
                  </a:lnTo>
                  <a:lnTo>
                    <a:pt x="4587" y="11816"/>
                  </a:lnTo>
                  <a:lnTo>
                    <a:pt x="5097" y="12007"/>
                  </a:lnTo>
                  <a:lnTo>
                    <a:pt x="5638" y="12262"/>
                  </a:lnTo>
                  <a:lnTo>
                    <a:pt x="6148" y="12548"/>
                  </a:lnTo>
                  <a:lnTo>
                    <a:pt x="6689" y="12899"/>
                  </a:lnTo>
                  <a:lnTo>
                    <a:pt x="7230" y="13313"/>
                  </a:lnTo>
                  <a:lnTo>
                    <a:pt x="7581" y="13600"/>
                  </a:lnTo>
                  <a:lnTo>
                    <a:pt x="7867" y="13918"/>
                  </a:lnTo>
                  <a:lnTo>
                    <a:pt x="8186" y="14236"/>
                  </a:lnTo>
                  <a:lnTo>
                    <a:pt x="8441" y="14587"/>
                  </a:lnTo>
                  <a:lnTo>
                    <a:pt x="8695" y="14937"/>
                  </a:lnTo>
                  <a:lnTo>
                    <a:pt x="8918" y="15288"/>
                  </a:lnTo>
                  <a:lnTo>
                    <a:pt x="9332" y="16020"/>
                  </a:lnTo>
                  <a:lnTo>
                    <a:pt x="9683" y="16753"/>
                  </a:lnTo>
                  <a:lnTo>
                    <a:pt x="10001" y="17485"/>
                  </a:lnTo>
                  <a:lnTo>
                    <a:pt x="10256" y="18218"/>
                  </a:lnTo>
                  <a:lnTo>
                    <a:pt x="10447" y="18886"/>
                  </a:lnTo>
                  <a:lnTo>
                    <a:pt x="10829" y="20160"/>
                  </a:lnTo>
                  <a:lnTo>
                    <a:pt x="10989" y="20702"/>
                  </a:lnTo>
                  <a:lnTo>
                    <a:pt x="11148" y="21180"/>
                  </a:lnTo>
                  <a:lnTo>
                    <a:pt x="11307" y="21562"/>
                  </a:lnTo>
                  <a:lnTo>
                    <a:pt x="11498" y="21848"/>
                  </a:lnTo>
                  <a:lnTo>
                    <a:pt x="11594" y="21976"/>
                  </a:lnTo>
                  <a:lnTo>
                    <a:pt x="11689" y="22039"/>
                  </a:lnTo>
                  <a:lnTo>
                    <a:pt x="11817" y="22071"/>
                  </a:lnTo>
                  <a:lnTo>
                    <a:pt x="11944" y="22103"/>
                  </a:lnTo>
                  <a:lnTo>
                    <a:pt x="12103" y="22071"/>
                  </a:lnTo>
                  <a:lnTo>
                    <a:pt x="12231" y="21976"/>
                  </a:lnTo>
                  <a:lnTo>
                    <a:pt x="12358" y="21848"/>
                  </a:lnTo>
                  <a:lnTo>
                    <a:pt x="12486" y="21689"/>
                  </a:lnTo>
                  <a:lnTo>
                    <a:pt x="12677" y="21275"/>
                  </a:lnTo>
                  <a:lnTo>
                    <a:pt x="12868" y="20829"/>
                  </a:lnTo>
                  <a:lnTo>
                    <a:pt x="13091" y="20351"/>
                  </a:lnTo>
                  <a:lnTo>
                    <a:pt x="13314" y="19937"/>
                  </a:lnTo>
                  <a:lnTo>
                    <a:pt x="13409" y="19778"/>
                  </a:lnTo>
                  <a:lnTo>
                    <a:pt x="13568" y="19651"/>
                  </a:lnTo>
                  <a:lnTo>
                    <a:pt x="13728" y="19555"/>
                  </a:lnTo>
                  <a:lnTo>
                    <a:pt x="13887" y="19492"/>
                  </a:lnTo>
                  <a:lnTo>
                    <a:pt x="14078" y="19492"/>
                  </a:lnTo>
                  <a:lnTo>
                    <a:pt x="14269" y="19555"/>
                  </a:lnTo>
                  <a:lnTo>
                    <a:pt x="14428" y="19683"/>
                  </a:lnTo>
                  <a:lnTo>
                    <a:pt x="14619" y="19842"/>
                  </a:lnTo>
                  <a:lnTo>
                    <a:pt x="14779" y="20065"/>
                  </a:lnTo>
                  <a:lnTo>
                    <a:pt x="14970" y="20320"/>
                  </a:lnTo>
                  <a:lnTo>
                    <a:pt x="15288" y="20957"/>
                  </a:lnTo>
                  <a:lnTo>
                    <a:pt x="15639" y="21753"/>
                  </a:lnTo>
                  <a:lnTo>
                    <a:pt x="15989" y="22613"/>
                  </a:lnTo>
                  <a:lnTo>
                    <a:pt x="16690" y="24556"/>
                  </a:lnTo>
                  <a:lnTo>
                    <a:pt x="17072" y="25575"/>
                  </a:lnTo>
                  <a:lnTo>
                    <a:pt x="17486" y="26562"/>
                  </a:lnTo>
                  <a:lnTo>
                    <a:pt x="17932" y="27486"/>
                  </a:lnTo>
                  <a:lnTo>
                    <a:pt x="18155" y="27932"/>
                  </a:lnTo>
                  <a:lnTo>
                    <a:pt x="18409" y="28346"/>
                  </a:lnTo>
                  <a:lnTo>
                    <a:pt x="18664" y="28760"/>
                  </a:lnTo>
                  <a:lnTo>
                    <a:pt x="18919" y="29110"/>
                  </a:lnTo>
                  <a:lnTo>
                    <a:pt x="19206" y="29428"/>
                  </a:lnTo>
                  <a:lnTo>
                    <a:pt x="19492" y="29715"/>
                  </a:lnTo>
                  <a:lnTo>
                    <a:pt x="19779" y="29970"/>
                  </a:lnTo>
                  <a:lnTo>
                    <a:pt x="20097" y="30161"/>
                  </a:lnTo>
                  <a:lnTo>
                    <a:pt x="20416" y="30320"/>
                  </a:lnTo>
                  <a:lnTo>
                    <a:pt x="20766" y="30384"/>
                  </a:lnTo>
                  <a:lnTo>
                    <a:pt x="21117" y="30448"/>
                  </a:lnTo>
                  <a:lnTo>
                    <a:pt x="21499" y="30416"/>
                  </a:lnTo>
                  <a:lnTo>
                    <a:pt x="21881" y="30352"/>
                  </a:lnTo>
                  <a:lnTo>
                    <a:pt x="22295" y="30257"/>
                  </a:lnTo>
                  <a:lnTo>
                    <a:pt x="22677" y="30097"/>
                  </a:lnTo>
                  <a:lnTo>
                    <a:pt x="23123" y="29874"/>
                  </a:lnTo>
                  <a:lnTo>
                    <a:pt x="23537" y="29620"/>
                  </a:lnTo>
                  <a:lnTo>
                    <a:pt x="23983" y="29333"/>
                  </a:lnTo>
                  <a:lnTo>
                    <a:pt x="24397" y="28983"/>
                  </a:lnTo>
                  <a:lnTo>
                    <a:pt x="24843" y="28632"/>
                  </a:lnTo>
                  <a:lnTo>
                    <a:pt x="25289" y="28218"/>
                  </a:lnTo>
                  <a:lnTo>
                    <a:pt x="25735" y="27772"/>
                  </a:lnTo>
                  <a:lnTo>
                    <a:pt x="26149" y="27295"/>
                  </a:lnTo>
                  <a:lnTo>
                    <a:pt x="26563" y="26753"/>
                  </a:lnTo>
                  <a:lnTo>
                    <a:pt x="26977" y="26212"/>
                  </a:lnTo>
                  <a:lnTo>
                    <a:pt x="27391" y="25638"/>
                  </a:lnTo>
                  <a:lnTo>
                    <a:pt x="27773" y="25065"/>
                  </a:lnTo>
                  <a:lnTo>
                    <a:pt x="28123" y="24428"/>
                  </a:lnTo>
                  <a:lnTo>
                    <a:pt x="28474" y="23759"/>
                  </a:lnTo>
                  <a:lnTo>
                    <a:pt x="28824" y="23091"/>
                  </a:lnTo>
                  <a:lnTo>
                    <a:pt x="29143" y="22422"/>
                  </a:lnTo>
                  <a:lnTo>
                    <a:pt x="29429" y="21689"/>
                  </a:lnTo>
                  <a:lnTo>
                    <a:pt x="29684" y="20957"/>
                  </a:lnTo>
                  <a:lnTo>
                    <a:pt x="29907" y="20224"/>
                  </a:lnTo>
                  <a:lnTo>
                    <a:pt x="30130" y="19460"/>
                  </a:lnTo>
                  <a:lnTo>
                    <a:pt x="30289" y="18695"/>
                  </a:lnTo>
                  <a:lnTo>
                    <a:pt x="30417" y="17931"/>
                  </a:lnTo>
                  <a:lnTo>
                    <a:pt x="30512" y="17135"/>
                  </a:lnTo>
                  <a:lnTo>
                    <a:pt x="30576" y="16339"/>
                  </a:lnTo>
                  <a:lnTo>
                    <a:pt x="30608" y="15542"/>
                  </a:lnTo>
                  <a:lnTo>
                    <a:pt x="30576" y="14714"/>
                  </a:lnTo>
                  <a:lnTo>
                    <a:pt x="30512" y="13918"/>
                  </a:lnTo>
                  <a:lnTo>
                    <a:pt x="30417" y="13345"/>
                  </a:lnTo>
                  <a:lnTo>
                    <a:pt x="30321" y="12771"/>
                  </a:lnTo>
                  <a:lnTo>
                    <a:pt x="30194" y="12166"/>
                  </a:lnTo>
                  <a:lnTo>
                    <a:pt x="30066" y="11593"/>
                  </a:lnTo>
                  <a:lnTo>
                    <a:pt x="29875" y="11052"/>
                  </a:lnTo>
                  <a:lnTo>
                    <a:pt x="29684" y="10478"/>
                  </a:lnTo>
                  <a:lnTo>
                    <a:pt x="29493" y="9937"/>
                  </a:lnTo>
                  <a:lnTo>
                    <a:pt x="29270" y="9364"/>
                  </a:lnTo>
                  <a:lnTo>
                    <a:pt x="29015" y="8822"/>
                  </a:lnTo>
                  <a:lnTo>
                    <a:pt x="28760" y="8313"/>
                  </a:lnTo>
                  <a:lnTo>
                    <a:pt x="28474" y="7803"/>
                  </a:lnTo>
                  <a:lnTo>
                    <a:pt x="28187" y="7293"/>
                  </a:lnTo>
                  <a:lnTo>
                    <a:pt x="27869" y="6784"/>
                  </a:lnTo>
                  <a:lnTo>
                    <a:pt x="27550" y="6306"/>
                  </a:lnTo>
                  <a:lnTo>
                    <a:pt x="27200" y="5828"/>
                  </a:lnTo>
                  <a:lnTo>
                    <a:pt x="26849" y="5382"/>
                  </a:lnTo>
                  <a:lnTo>
                    <a:pt x="26467" y="4937"/>
                  </a:lnTo>
                  <a:lnTo>
                    <a:pt x="26117" y="4523"/>
                  </a:lnTo>
                  <a:lnTo>
                    <a:pt x="25703" y="4109"/>
                  </a:lnTo>
                  <a:lnTo>
                    <a:pt x="25321" y="3726"/>
                  </a:lnTo>
                  <a:lnTo>
                    <a:pt x="24907" y="3376"/>
                  </a:lnTo>
                  <a:lnTo>
                    <a:pt x="24493" y="3026"/>
                  </a:lnTo>
                  <a:lnTo>
                    <a:pt x="24079" y="2707"/>
                  </a:lnTo>
                  <a:lnTo>
                    <a:pt x="23665" y="2389"/>
                  </a:lnTo>
                  <a:lnTo>
                    <a:pt x="23219" y="2102"/>
                  </a:lnTo>
                  <a:lnTo>
                    <a:pt x="22773" y="1847"/>
                  </a:lnTo>
                  <a:lnTo>
                    <a:pt x="22327" y="1624"/>
                  </a:lnTo>
                  <a:lnTo>
                    <a:pt x="21881" y="1401"/>
                  </a:lnTo>
                  <a:lnTo>
                    <a:pt x="21435" y="1242"/>
                  </a:lnTo>
                  <a:lnTo>
                    <a:pt x="20989" y="1083"/>
                  </a:lnTo>
                  <a:lnTo>
                    <a:pt x="20543" y="955"/>
                  </a:lnTo>
                  <a:lnTo>
                    <a:pt x="20066" y="860"/>
                  </a:lnTo>
                  <a:lnTo>
                    <a:pt x="19715" y="796"/>
                  </a:lnTo>
                  <a:lnTo>
                    <a:pt x="19301" y="796"/>
                  </a:lnTo>
                  <a:lnTo>
                    <a:pt x="18505" y="733"/>
                  </a:lnTo>
                  <a:lnTo>
                    <a:pt x="16944" y="637"/>
                  </a:lnTo>
                  <a:lnTo>
                    <a:pt x="14938" y="446"/>
                  </a:lnTo>
                  <a:lnTo>
                    <a:pt x="13250" y="255"/>
                  </a:lnTo>
                  <a:lnTo>
                    <a:pt x="11849" y="96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9"/>
            <p:cNvSpPr/>
            <p:nvPr/>
          </p:nvSpPr>
          <p:spPr>
            <a:xfrm>
              <a:off x="4315350" y="4303900"/>
              <a:ext cx="152900" cy="207050"/>
            </a:xfrm>
            <a:custGeom>
              <a:rect b="b" l="l" r="r" t="t"/>
              <a:pathLst>
                <a:path extrusionOk="0" h="8282" w="6116">
                  <a:moveTo>
                    <a:pt x="3186" y="0"/>
                  </a:moveTo>
                  <a:lnTo>
                    <a:pt x="2899" y="32"/>
                  </a:lnTo>
                  <a:lnTo>
                    <a:pt x="2580" y="96"/>
                  </a:lnTo>
                  <a:lnTo>
                    <a:pt x="2294" y="223"/>
                  </a:lnTo>
                  <a:lnTo>
                    <a:pt x="2007" y="351"/>
                  </a:lnTo>
                  <a:lnTo>
                    <a:pt x="1721" y="542"/>
                  </a:lnTo>
                  <a:lnTo>
                    <a:pt x="1466" y="765"/>
                  </a:lnTo>
                  <a:lnTo>
                    <a:pt x="1243" y="988"/>
                  </a:lnTo>
                  <a:lnTo>
                    <a:pt x="988" y="1274"/>
                  </a:lnTo>
                  <a:lnTo>
                    <a:pt x="797" y="1561"/>
                  </a:lnTo>
                  <a:lnTo>
                    <a:pt x="606" y="1880"/>
                  </a:lnTo>
                  <a:lnTo>
                    <a:pt x="447" y="2230"/>
                  </a:lnTo>
                  <a:lnTo>
                    <a:pt x="287" y="2580"/>
                  </a:lnTo>
                  <a:lnTo>
                    <a:pt x="160" y="2994"/>
                  </a:lnTo>
                  <a:lnTo>
                    <a:pt x="96" y="3376"/>
                  </a:lnTo>
                  <a:lnTo>
                    <a:pt x="33" y="3790"/>
                  </a:lnTo>
                  <a:lnTo>
                    <a:pt x="1" y="4236"/>
                  </a:lnTo>
                  <a:lnTo>
                    <a:pt x="1" y="4650"/>
                  </a:lnTo>
                  <a:lnTo>
                    <a:pt x="33" y="5033"/>
                  </a:lnTo>
                  <a:lnTo>
                    <a:pt x="96" y="5447"/>
                  </a:lnTo>
                  <a:lnTo>
                    <a:pt x="160" y="5797"/>
                  </a:lnTo>
                  <a:lnTo>
                    <a:pt x="287" y="6147"/>
                  </a:lnTo>
                  <a:lnTo>
                    <a:pt x="415" y="6498"/>
                  </a:lnTo>
                  <a:lnTo>
                    <a:pt x="574" y="6816"/>
                  </a:lnTo>
                  <a:lnTo>
                    <a:pt x="765" y="7103"/>
                  </a:lnTo>
                  <a:lnTo>
                    <a:pt x="988" y="7358"/>
                  </a:lnTo>
                  <a:lnTo>
                    <a:pt x="1211" y="7612"/>
                  </a:lnTo>
                  <a:lnTo>
                    <a:pt x="1466" y="7803"/>
                  </a:lnTo>
                  <a:lnTo>
                    <a:pt x="1721" y="7963"/>
                  </a:lnTo>
                  <a:lnTo>
                    <a:pt x="2007" y="8090"/>
                  </a:lnTo>
                  <a:lnTo>
                    <a:pt x="2294" y="8186"/>
                  </a:lnTo>
                  <a:lnTo>
                    <a:pt x="2612" y="8249"/>
                  </a:lnTo>
                  <a:lnTo>
                    <a:pt x="2931" y="8281"/>
                  </a:lnTo>
                  <a:lnTo>
                    <a:pt x="3217" y="8249"/>
                  </a:lnTo>
                  <a:lnTo>
                    <a:pt x="3536" y="8186"/>
                  </a:lnTo>
                  <a:lnTo>
                    <a:pt x="3823" y="8058"/>
                  </a:lnTo>
                  <a:lnTo>
                    <a:pt x="4109" y="7931"/>
                  </a:lnTo>
                  <a:lnTo>
                    <a:pt x="4364" y="7740"/>
                  </a:lnTo>
                  <a:lnTo>
                    <a:pt x="4651" y="7517"/>
                  </a:lnTo>
                  <a:lnTo>
                    <a:pt x="4874" y="7294"/>
                  </a:lnTo>
                  <a:lnTo>
                    <a:pt x="5097" y="7007"/>
                  </a:lnTo>
                  <a:lnTo>
                    <a:pt x="5319" y="6721"/>
                  </a:lnTo>
                  <a:lnTo>
                    <a:pt x="5511" y="6402"/>
                  </a:lnTo>
                  <a:lnTo>
                    <a:pt x="5670" y="6052"/>
                  </a:lnTo>
                  <a:lnTo>
                    <a:pt x="5829" y="5670"/>
                  </a:lnTo>
                  <a:lnTo>
                    <a:pt x="5956" y="5287"/>
                  </a:lnTo>
                  <a:lnTo>
                    <a:pt x="6020" y="4905"/>
                  </a:lnTo>
                  <a:lnTo>
                    <a:pt x="6084" y="4459"/>
                  </a:lnTo>
                  <a:lnTo>
                    <a:pt x="6116" y="4045"/>
                  </a:lnTo>
                  <a:lnTo>
                    <a:pt x="6116" y="3631"/>
                  </a:lnTo>
                  <a:lnTo>
                    <a:pt x="6084" y="3249"/>
                  </a:lnTo>
                  <a:lnTo>
                    <a:pt x="6020" y="2835"/>
                  </a:lnTo>
                  <a:lnTo>
                    <a:pt x="5956" y="2485"/>
                  </a:lnTo>
                  <a:lnTo>
                    <a:pt x="5829" y="2102"/>
                  </a:lnTo>
                  <a:lnTo>
                    <a:pt x="5702" y="1784"/>
                  </a:lnTo>
                  <a:lnTo>
                    <a:pt x="5511" y="1466"/>
                  </a:lnTo>
                  <a:lnTo>
                    <a:pt x="5351" y="1179"/>
                  </a:lnTo>
                  <a:lnTo>
                    <a:pt x="5128" y="924"/>
                  </a:lnTo>
                  <a:lnTo>
                    <a:pt x="4905" y="669"/>
                  </a:lnTo>
                  <a:lnTo>
                    <a:pt x="4651" y="478"/>
                  </a:lnTo>
                  <a:lnTo>
                    <a:pt x="4396" y="319"/>
                  </a:lnTo>
                  <a:lnTo>
                    <a:pt x="4109" y="160"/>
                  </a:lnTo>
                  <a:lnTo>
                    <a:pt x="3823" y="64"/>
                  </a:lnTo>
                  <a:lnTo>
                    <a:pt x="3504" y="32"/>
                  </a:lnTo>
                  <a:lnTo>
                    <a:pt x="3186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9"/>
            <p:cNvSpPr/>
            <p:nvPr/>
          </p:nvSpPr>
          <p:spPr>
            <a:xfrm>
              <a:off x="4340025" y="4464725"/>
              <a:ext cx="115500" cy="53375"/>
            </a:xfrm>
            <a:custGeom>
              <a:rect b="b" l="l" r="r" t="t"/>
              <a:pathLst>
                <a:path extrusionOk="0" h="2135" w="4620">
                  <a:moveTo>
                    <a:pt x="4269" y="1"/>
                  </a:moveTo>
                  <a:lnTo>
                    <a:pt x="4173" y="33"/>
                  </a:lnTo>
                  <a:lnTo>
                    <a:pt x="4078" y="128"/>
                  </a:lnTo>
                  <a:lnTo>
                    <a:pt x="3823" y="479"/>
                  </a:lnTo>
                  <a:lnTo>
                    <a:pt x="3568" y="765"/>
                  </a:lnTo>
                  <a:lnTo>
                    <a:pt x="3281" y="1020"/>
                  </a:lnTo>
                  <a:lnTo>
                    <a:pt x="2995" y="1211"/>
                  </a:lnTo>
                  <a:lnTo>
                    <a:pt x="2676" y="1370"/>
                  </a:lnTo>
                  <a:lnTo>
                    <a:pt x="2326" y="1498"/>
                  </a:lnTo>
                  <a:lnTo>
                    <a:pt x="2007" y="1530"/>
                  </a:lnTo>
                  <a:lnTo>
                    <a:pt x="1657" y="1530"/>
                  </a:lnTo>
                  <a:lnTo>
                    <a:pt x="1339" y="1466"/>
                  </a:lnTo>
                  <a:lnTo>
                    <a:pt x="1052" y="1370"/>
                  </a:lnTo>
                  <a:lnTo>
                    <a:pt x="765" y="1211"/>
                  </a:lnTo>
                  <a:lnTo>
                    <a:pt x="511" y="1020"/>
                  </a:lnTo>
                  <a:lnTo>
                    <a:pt x="383" y="956"/>
                  </a:lnTo>
                  <a:lnTo>
                    <a:pt x="288" y="956"/>
                  </a:lnTo>
                  <a:lnTo>
                    <a:pt x="160" y="988"/>
                  </a:lnTo>
                  <a:lnTo>
                    <a:pt x="97" y="1052"/>
                  </a:lnTo>
                  <a:lnTo>
                    <a:pt x="33" y="1148"/>
                  </a:lnTo>
                  <a:lnTo>
                    <a:pt x="1" y="1275"/>
                  </a:lnTo>
                  <a:lnTo>
                    <a:pt x="33" y="1370"/>
                  </a:lnTo>
                  <a:lnTo>
                    <a:pt x="128" y="1466"/>
                  </a:lnTo>
                  <a:lnTo>
                    <a:pt x="447" y="1721"/>
                  </a:lnTo>
                  <a:lnTo>
                    <a:pt x="797" y="1912"/>
                  </a:lnTo>
                  <a:lnTo>
                    <a:pt x="1179" y="2039"/>
                  </a:lnTo>
                  <a:lnTo>
                    <a:pt x="1593" y="2103"/>
                  </a:lnTo>
                  <a:lnTo>
                    <a:pt x="1880" y="2135"/>
                  </a:lnTo>
                  <a:lnTo>
                    <a:pt x="2262" y="2103"/>
                  </a:lnTo>
                  <a:lnTo>
                    <a:pt x="2613" y="2007"/>
                  </a:lnTo>
                  <a:lnTo>
                    <a:pt x="2995" y="1880"/>
                  </a:lnTo>
                  <a:lnTo>
                    <a:pt x="3345" y="1689"/>
                  </a:lnTo>
                  <a:lnTo>
                    <a:pt x="3695" y="1466"/>
                  </a:lnTo>
                  <a:lnTo>
                    <a:pt x="4014" y="1148"/>
                  </a:lnTo>
                  <a:lnTo>
                    <a:pt x="4301" y="829"/>
                  </a:lnTo>
                  <a:lnTo>
                    <a:pt x="4587" y="447"/>
                  </a:lnTo>
                  <a:lnTo>
                    <a:pt x="4619" y="351"/>
                  </a:lnTo>
                  <a:lnTo>
                    <a:pt x="4619" y="224"/>
                  </a:lnTo>
                  <a:lnTo>
                    <a:pt x="4587" y="128"/>
                  </a:lnTo>
                  <a:lnTo>
                    <a:pt x="4492" y="33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9"/>
            <p:cNvSpPr/>
            <p:nvPr/>
          </p:nvSpPr>
          <p:spPr>
            <a:xfrm>
              <a:off x="4363125" y="4357250"/>
              <a:ext cx="62925" cy="105125"/>
            </a:xfrm>
            <a:custGeom>
              <a:rect b="b" l="l" r="r" t="t"/>
              <a:pathLst>
                <a:path extrusionOk="0" h="4205" w="2517">
                  <a:moveTo>
                    <a:pt x="2262" y="0"/>
                  </a:moveTo>
                  <a:lnTo>
                    <a:pt x="2134" y="32"/>
                  </a:lnTo>
                  <a:lnTo>
                    <a:pt x="2039" y="64"/>
                  </a:lnTo>
                  <a:lnTo>
                    <a:pt x="1975" y="160"/>
                  </a:lnTo>
                  <a:lnTo>
                    <a:pt x="32" y="3759"/>
                  </a:lnTo>
                  <a:lnTo>
                    <a:pt x="1" y="3886"/>
                  </a:lnTo>
                  <a:lnTo>
                    <a:pt x="1" y="3981"/>
                  </a:lnTo>
                  <a:lnTo>
                    <a:pt x="64" y="4077"/>
                  </a:lnTo>
                  <a:lnTo>
                    <a:pt x="160" y="4173"/>
                  </a:lnTo>
                  <a:lnTo>
                    <a:pt x="287" y="4204"/>
                  </a:lnTo>
                  <a:lnTo>
                    <a:pt x="383" y="4204"/>
                  </a:lnTo>
                  <a:lnTo>
                    <a:pt x="446" y="4173"/>
                  </a:lnTo>
                  <a:lnTo>
                    <a:pt x="510" y="4109"/>
                  </a:lnTo>
                  <a:lnTo>
                    <a:pt x="574" y="4045"/>
                  </a:lnTo>
                  <a:lnTo>
                    <a:pt x="2485" y="446"/>
                  </a:lnTo>
                  <a:lnTo>
                    <a:pt x="2517" y="319"/>
                  </a:lnTo>
                  <a:lnTo>
                    <a:pt x="2517" y="223"/>
                  </a:lnTo>
                  <a:lnTo>
                    <a:pt x="2453" y="128"/>
                  </a:lnTo>
                  <a:lnTo>
                    <a:pt x="2389" y="3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9"/>
            <p:cNvSpPr/>
            <p:nvPr/>
          </p:nvSpPr>
          <p:spPr>
            <a:xfrm>
              <a:off x="4373475" y="4362825"/>
              <a:ext cx="29500" cy="46200"/>
            </a:xfrm>
            <a:custGeom>
              <a:rect b="b" l="l" r="r" t="t"/>
              <a:pathLst>
                <a:path extrusionOk="0" h="1848" w="1180">
                  <a:moveTo>
                    <a:pt x="160" y="0"/>
                  </a:moveTo>
                  <a:lnTo>
                    <a:pt x="64" y="96"/>
                  </a:lnTo>
                  <a:lnTo>
                    <a:pt x="1" y="191"/>
                  </a:lnTo>
                  <a:lnTo>
                    <a:pt x="1" y="287"/>
                  </a:lnTo>
                  <a:lnTo>
                    <a:pt x="32" y="414"/>
                  </a:lnTo>
                  <a:lnTo>
                    <a:pt x="606" y="1688"/>
                  </a:lnTo>
                  <a:lnTo>
                    <a:pt x="669" y="1752"/>
                  </a:lnTo>
                  <a:lnTo>
                    <a:pt x="733" y="1816"/>
                  </a:lnTo>
                  <a:lnTo>
                    <a:pt x="797" y="1848"/>
                  </a:lnTo>
                  <a:lnTo>
                    <a:pt x="892" y="1848"/>
                  </a:lnTo>
                  <a:lnTo>
                    <a:pt x="1020" y="1816"/>
                  </a:lnTo>
                  <a:lnTo>
                    <a:pt x="1115" y="1752"/>
                  </a:lnTo>
                  <a:lnTo>
                    <a:pt x="1179" y="1656"/>
                  </a:lnTo>
                  <a:lnTo>
                    <a:pt x="1179" y="1529"/>
                  </a:lnTo>
                  <a:lnTo>
                    <a:pt x="1147" y="1433"/>
                  </a:lnTo>
                  <a:lnTo>
                    <a:pt x="574" y="160"/>
                  </a:lnTo>
                  <a:lnTo>
                    <a:pt x="478" y="64"/>
                  </a:lnTo>
                  <a:lnTo>
                    <a:pt x="3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9"/>
            <p:cNvSpPr/>
            <p:nvPr/>
          </p:nvSpPr>
          <p:spPr>
            <a:xfrm>
              <a:off x="4455500" y="5016525"/>
              <a:ext cx="639375" cy="723800"/>
            </a:xfrm>
            <a:custGeom>
              <a:rect b="b" l="l" r="r" t="t"/>
              <a:pathLst>
                <a:path extrusionOk="0" h="28952" w="25575">
                  <a:moveTo>
                    <a:pt x="8440" y="0"/>
                  </a:moveTo>
                  <a:lnTo>
                    <a:pt x="7962" y="32"/>
                  </a:lnTo>
                  <a:lnTo>
                    <a:pt x="7485" y="64"/>
                  </a:lnTo>
                  <a:lnTo>
                    <a:pt x="7007" y="160"/>
                  </a:lnTo>
                  <a:lnTo>
                    <a:pt x="6529" y="255"/>
                  </a:lnTo>
                  <a:lnTo>
                    <a:pt x="6051" y="382"/>
                  </a:lnTo>
                  <a:lnTo>
                    <a:pt x="5606" y="510"/>
                  </a:lnTo>
                  <a:lnTo>
                    <a:pt x="5160" y="701"/>
                  </a:lnTo>
                  <a:lnTo>
                    <a:pt x="4714" y="892"/>
                  </a:lnTo>
                  <a:lnTo>
                    <a:pt x="4268" y="1115"/>
                  </a:lnTo>
                  <a:lnTo>
                    <a:pt x="3854" y="1370"/>
                  </a:lnTo>
                  <a:lnTo>
                    <a:pt x="3440" y="1625"/>
                  </a:lnTo>
                  <a:lnTo>
                    <a:pt x="3026" y="1911"/>
                  </a:lnTo>
                  <a:lnTo>
                    <a:pt x="2644" y="2230"/>
                  </a:lnTo>
                  <a:lnTo>
                    <a:pt x="2293" y="2580"/>
                  </a:lnTo>
                  <a:lnTo>
                    <a:pt x="1943" y="2930"/>
                  </a:lnTo>
                  <a:lnTo>
                    <a:pt x="1624" y="3281"/>
                  </a:lnTo>
                  <a:lnTo>
                    <a:pt x="1370" y="3663"/>
                  </a:lnTo>
                  <a:lnTo>
                    <a:pt x="1115" y="4013"/>
                  </a:lnTo>
                  <a:lnTo>
                    <a:pt x="892" y="4364"/>
                  </a:lnTo>
                  <a:lnTo>
                    <a:pt x="701" y="4714"/>
                  </a:lnTo>
                  <a:lnTo>
                    <a:pt x="542" y="5064"/>
                  </a:lnTo>
                  <a:lnTo>
                    <a:pt x="414" y="5415"/>
                  </a:lnTo>
                  <a:lnTo>
                    <a:pt x="223" y="6020"/>
                  </a:lnTo>
                  <a:lnTo>
                    <a:pt x="96" y="6593"/>
                  </a:lnTo>
                  <a:lnTo>
                    <a:pt x="32" y="7071"/>
                  </a:lnTo>
                  <a:lnTo>
                    <a:pt x="0" y="7453"/>
                  </a:lnTo>
                  <a:lnTo>
                    <a:pt x="0" y="7708"/>
                  </a:lnTo>
                  <a:lnTo>
                    <a:pt x="9236" y="17836"/>
                  </a:lnTo>
                  <a:lnTo>
                    <a:pt x="14268" y="23409"/>
                  </a:lnTo>
                  <a:lnTo>
                    <a:pt x="19364" y="28951"/>
                  </a:lnTo>
                  <a:lnTo>
                    <a:pt x="25575" y="21307"/>
                  </a:lnTo>
                  <a:lnTo>
                    <a:pt x="24779" y="19842"/>
                  </a:lnTo>
                  <a:lnTo>
                    <a:pt x="23919" y="18377"/>
                  </a:lnTo>
                  <a:lnTo>
                    <a:pt x="22995" y="16880"/>
                  </a:lnTo>
                  <a:lnTo>
                    <a:pt x="22040" y="15352"/>
                  </a:lnTo>
                  <a:lnTo>
                    <a:pt x="20989" y="13791"/>
                  </a:lnTo>
                  <a:lnTo>
                    <a:pt x="19906" y="12262"/>
                  </a:lnTo>
                  <a:lnTo>
                    <a:pt x="18727" y="10702"/>
                  </a:lnTo>
                  <a:lnTo>
                    <a:pt x="17485" y="9109"/>
                  </a:lnTo>
                  <a:lnTo>
                    <a:pt x="16052" y="7453"/>
                  </a:lnTo>
                  <a:lnTo>
                    <a:pt x="15320" y="6625"/>
                  </a:lnTo>
                  <a:lnTo>
                    <a:pt x="14523" y="5765"/>
                  </a:lnTo>
                  <a:lnTo>
                    <a:pt x="14141" y="5383"/>
                  </a:lnTo>
                  <a:lnTo>
                    <a:pt x="13759" y="5001"/>
                  </a:lnTo>
                  <a:lnTo>
                    <a:pt x="12421" y="3663"/>
                  </a:lnTo>
                  <a:lnTo>
                    <a:pt x="11115" y="2357"/>
                  </a:lnTo>
                  <a:lnTo>
                    <a:pt x="9778" y="1147"/>
                  </a:lnTo>
                  <a:lnTo>
                    <a:pt x="8440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9"/>
            <p:cNvSpPr/>
            <p:nvPr/>
          </p:nvSpPr>
          <p:spPr>
            <a:xfrm>
              <a:off x="4664100" y="5141525"/>
              <a:ext cx="228550" cy="320900"/>
            </a:xfrm>
            <a:custGeom>
              <a:rect b="b" l="l" r="r" t="t"/>
              <a:pathLst>
                <a:path extrusionOk="0" h="12836" w="9142">
                  <a:moveTo>
                    <a:pt x="5415" y="1"/>
                  </a:moveTo>
                  <a:lnTo>
                    <a:pt x="1" y="7676"/>
                  </a:lnTo>
                  <a:lnTo>
                    <a:pt x="446" y="10256"/>
                  </a:lnTo>
                  <a:lnTo>
                    <a:pt x="892" y="12836"/>
                  </a:lnTo>
                  <a:lnTo>
                    <a:pt x="9141" y="4109"/>
                  </a:lnTo>
                  <a:lnTo>
                    <a:pt x="7708" y="2453"/>
                  </a:lnTo>
                  <a:lnTo>
                    <a:pt x="6976" y="1625"/>
                  </a:lnTo>
                  <a:lnTo>
                    <a:pt x="6179" y="765"/>
                  </a:lnTo>
                  <a:lnTo>
                    <a:pt x="5797" y="383"/>
                  </a:lnTo>
                  <a:lnTo>
                    <a:pt x="54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9"/>
            <p:cNvSpPr/>
            <p:nvPr/>
          </p:nvSpPr>
          <p:spPr>
            <a:xfrm>
              <a:off x="4443550" y="4917000"/>
              <a:ext cx="442725" cy="552600"/>
            </a:xfrm>
            <a:custGeom>
              <a:rect b="b" l="l" r="r" t="t"/>
              <a:pathLst>
                <a:path extrusionOk="0" h="22104" w="17709">
                  <a:moveTo>
                    <a:pt x="6211" y="0"/>
                  </a:moveTo>
                  <a:lnTo>
                    <a:pt x="5765" y="255"/>
                  </a:lnTo>
                  <a:lnTo>
                    <a:pt x="5096" y="701"/>
                  </a:lnTo>
                  <a:lnTo>
                    <a:pt x="4714" y="956"/>
                  </a:lnTo>
                  <a:lnTo>
                    <a:pt x="4300" y="1274"/>
                  </a:lnTo>
                  <a:lnTo>
                    <a:pt x="3886" y="1656"/>
                  </a:lnTo>
                  <a:lnTo>
                    <a:pt x="3440" y="2039"/>
                  </a:lnTo>
                  <a:lnTo>
                    <a:pt x="2994" y="2516"/>
                  </a:lnTo>
                  <a:lnTo>
                    <a:pt x="2548" y="2994"/>
                  </a:lnTo>
                  <a:lnTo>
                    <a:pt x="2134" y="3567"/>
                  </a:lnTo>
                  <a:lnTo>
                    <a:pt x="1720" y="4141"/>
                  </a:lnTo>
                  <a:lnTo>
                    <a:pt x="1338" y="4809"/>
                  </a:lnTo>
                  <a:lnTo>
                    <a:pt x="956" y="5510"/>
                  </a:lnTo>
                  <a:lnTo>
                    <a:pt x="669" y="6243"/>
                  </a:lnTo>
                  <a:lnTo>
                    <a:pt x="383" y="7039"/>
                  </a:lnTo>
                  <a:lnTo>
                    <a:pt x="223" y="7771"/>
                  </a:lnTo>
                  <a:lnTo>
                    <a:pt x="96" y="8504"/>
                  </a:lnTo>
                  <a:lnTo>
                    <a:pt x="32" y="9173"/>
                  </a:lnTo>
                  <a:lnTo>
                    <a:pt x="0" y="9810"/>
                  </a:lnTo>
                  <a:lnTo>
                    <a:pt x="0" y="10415"/>
                  </a:lnTo>
                  <a:lnTo>
                    <a:pt x="32" y="10956"/>
                  </a:lnTo>
                  <a:lnTo>
                    <a:pt x="64" y="11466"/>
                  </a:lnTo>
                  <a:lnTo>
                    <a:pt x="128" y="11912"/>
                  </a:lnTo>
                  <a:lnTo>
                    <a:pt x="9523" y="22103"/>
                  </a:lnTo>
                  <a:lnTo>
                    <a:pt x="17708" y="8599"/>
                  </a:lnTo>
                  <a:lnTo>
                    <a:pt x="62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9"/>
            <p:cNvSpPr/>
            <p:nvPr/>
          </p:nvSpPr>
          <p:spPr>
            <a:xfrm>
              <a:off x="4918900" y="5549200"/>
              <a:ext cx="498450" cy="773150"/>
            </a:xfrm>
            <a:custGeom>
              <a:rect b="b" l="l" r="r" t="t"/>
              <a:pathLst>
                <a:path extrusionOk="0" h="30926" w="19938">
                  <a:moveTo>
                    <a:pt x="7039" y="0"/>
                  </a:moveTo>
                  <a:lnTo>
                    <a:pt x="0" y="6689"/>
                  </a:lnTo>
                  <a:lnTo>
                    <a:pt x="382" y="7230"/>
                  </a:lnTo>
                  <a:lnTo>
                    <a:pt x="828" y="7899"/>
                  </a:lnTo>
                  <a:lnTo>
                    <a:pt x="1306" y="8663"/>
                  </a:lnTo>
                  <a:lnTo>
                    <a:pt x="1816" y="9523"/>
                  </a:lnTo>
                  <a:lnTo>
                    <a:pt x="2325" y="10510"/>
                  </a:lnTo>
                  <a:lnTo>
                    <a:pt x="2739" y="11339"/>
                  </a:lnTo>
                  <a:lnTo>
                    <a:pt x="3185" y="12358"/>
                  </a:lnTo>
                  <a:lnTo>
                    <a:pt x="3854" y="13663"/>
                  </a:lnTo>
                  <a:lnTo>
                    <a:pt x="4523" y="14906"/>
                  </a:lnTo>
                  <a:lnTo>
                    <a:pt x="5224" y="16116"/>
                  </a:lnTo>
                  <a:lnTo>
                    <a:pt x="5956" y="17262"/>
                  </a:lnTo>
                  <a:lnTo>
                    <a:pt x="6657" y="18409"/>
                  </a:lnTo>
                  <a:lnTo>
                    <a:pt x="7389" y="19492"/>
                  </a:lnTo>
                  <a:lnTo>
                    <a:pt x="8154" y="20575"/>
                  </a:lnTo>
                  <a:lnTo>
                    <a:pt x="8886" y="21594"/>
                  </a:lnTo>
                  <a:lnTo>
                    <a:pt x="9651" y="22581"/>
                  </a:lnTo>
                  <a:lnTo>
                    <a:pt x="10383" y="23505"/>
                  </a:lnTo>
                  <a:lnTo>
                    <a:pt x="11147" y="24428"/>
                  </a:lnTo>
                  <a:lnTo>
                    <a:pt x="11912" y="25320"/>
                  </a:lnTo>
                  <a:lnTo>
                    <a:pt x="12644" y="26148"/>
                  </a:lnTo>
                  <a:lnTo>
                    <a:pt x="13409" y="26945"/>
                  </a:lnTo>
                  <a:lnTo>
                    <a:pt x="14842" y="28473"/>
                  </a:lnTo>
                  <a:lnTo>
                    <a:pt x="16180" y="29747"/>
                  </a:lnTo>
                  <a:lnTo>
                    <a:pt x="17422" y="30926"/>
                  </a:lnTo>
                  <a:lnTo>
                    <a:pt x="19938" y="29269"/>
                  </a:lnTo>
                  <a:lnTo>
                    <a:pt x="18696" y="25702"/>
                  </a:lnTo>
                  <a:lnTo>
                    <a:pt x="18345" y="24715"/>
                  </a:lnTo>
                  <a:lnTo>
                    <a:pt x="16912" y="20830"/>
                  </a:lnTo>
                  <a:lnTo>
                    <a:pt x="16211" y="18950"/>
                  </a:lnTo>
                  <a:lnTo>
                    <a:pt x="15479" y="17103"/>
                  </a:lnTo>
                  <a:lnTo>
                    <a:pt x="14715" y="15320"/>
                  </a:lnTo>
                  <a:lnTo>
                    <a:pt x="13918" y="13504"/>
                  </a:lnTo>
                  <a:lnTo>
                    <a:pt x="13058" y="11721"/>
                  </a:lnTo>
                  <a:lnTo>
                    <a:pt x="12135" y="9937"/>
                  </a:lnTo>
                  <a:lnTo>
                    <a:pt x="11625" y="9045"/>
                  </a:lnTo>
                  <a:lnTo>
                    <a:pt x="11275" y="8408"/>
                  </a:lnTo>
                  <a:lnTo>
                    <a:pt x="10861" y="7740"/>
                  </a:lnTo>
                  <a:lnTo>
                    <a:pt x="10288" y="6657"/>
                  </a:lnTo>
                  <a:lnTo>
                    <a:pt x="9237" y="4650"/>
                  </a:lnTo>
                  <a:lnTo>
                    <a:pt x="8345" y="2835"/>
                  </a:lnTo>
                  <a:lnTo>
                    <a:pt x="7612" y="1274"/>
                  </a:lnTo>
                  <a:lnTo>
                    <a:pt x="7039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9"/>
            <p:cNvSpPr/>
            <p:nvPr/>
          </p:nvSpPr>
          <p:spPr>
            <a:xfrm>
              <a:off x="4462650" y="5217975"/>
              <a:ext cx="209450" cy="281075"/>
            </a:xfrm>
            <a:custGeom>
              <a:rect b="b" l="l" r="r" t="t"/>
              <a:pathLst>
                <a:path extrusionOk="0" h="11243" w="8378">
                  <a:moveTo>
                    <a:pt x="224" y="0"/>
                  </a:moveTo>
                  <a:lnTo>
                    <a:pt x="96" y="64"/>
                  </a:lnTo>
                  <a:lnTo>
                    <a:pt x="33" y="159"/>
                  </a:lnTo>
                  <a:lnTo>
                    <a:pt x="1" y="255"/>
                  </a:lnTo>
                  <a:lnTo>
                    <a:pt x="1" y="350"/>
                  </a:lnTo>
                  <a:lnTo>
                    <a:pt x="33" y="478"/>
                  </a:lnTo>
                  <a:lnTo>
                    <a:pt x="7836" y="11115"/>
                  </a:lnTo>
                  <a:lnTo>
                    <a:pt x="7963" y="11211"/>
                  </a:lnTo>
                  <a:lnTo>
                    <a:pt x="8090" y="11243"/>
                  </a:lnTo>
                  <a:lnTo>
                    <a:pt x="8186" y="11243"/>
                  </a:lnTo>
                  <a:lnTo>
                    <a:pt x="8250" y="11179"/>
                  </a:lnTo>
                  <a:lnTo>
                    <a:pt x="8345" y="11115"/>
                  </a:lnTo>
                  <a:lnTo>
                    <a:pt x="8377" y="10988"/>
                  </a:lnTo>
                  <a:lnTo>
                    <a:pt x="8377" y="10892"/>
                  </a:lnTo>
                  <a:lnTo>
                    <a:pt x="8313" y="10765"/>
                  </a:lnTo>
                  <a:lnTo>
                    <a:pt x="542" y="127"/>
                  </a:lnTo>
                  <a:lnTo>
                    <a:pt x="447" y="32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9"/>
            <p:cNvSpPr/>
            <p:nvPr/>
          </p:nvSpPr>
          <p:spPr>
            <a:xfrm>
              <a:off x="4637825" y="4944850"/>
              <a:ext cx="230125" cy="203875"/>
            </a:xfrm>
            <a:custGeom>
              <a:rect b="b" l="l" r="r" t="t"/>
              <a:pathLst>
                <a:path extrusionOk="0" h="8155" w="9205">
                  <a:moveTo>
                    <a:pt x="192" y="1"/>
                  </a:moveTo>
                  <a:lnTo>
                    <a:pt x="96" y="96"/>
                  </a:lnTo>
                  <a:lnTo>
                    <a:pt x="32" y="192"/>
                  </a:lnTo>
                  <a:lnTo>
                    <a:pt x="1" y="319"/>
                  </a:lnTo>
                  <a:lnTo>
                    <a:pt x="32" y="415"/>
                  </a:lnTo>
                  <a:lnTo>
                    <a:pt x="96" y="510"/>
                  </a:lnTo>
                  <a:lnTo>
                    <a:pt x="8695" y="8091"/>
                  </a:lnTo>
                  <a:lnTo>
                    <a:pt x="8791" y="8154"/>
                  </a:lnTo>
                  <a:lnTo>
                    <a:pt x="9014" y="8154"/>
                  </a:lnTo>
                  <a:lnTo>
                    <a:pt x="9141" y="8059"/>
                  </a:lnTo>
                  <a:lnTo>
                    <a:pt x="9205" y="7963"/>
                  </a:lnTo>
                  <a:lnTo>
                    <a:pt x="9205" y="7868"/>
                  </a:lnTo>
                  <a:lnTo>
                    <a:pt x="9173" y="7740"/>
                  </a:lnTo>
                  <a:lnTo>
                    <a:pt x="9109" y="7645"/>
                  </a:lnTo>
                  <a:lnTo>
                    <a:pt x="510" y="65"/>
                  </a:lnTo>
                  <a:lnTo>
                    <a:pt x="4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9"/>
            <p:cNvSpPr/>
            <p:nvPr/>
          </p:nvSpPr>
          <p:spPr>
            <a:xfrm>
              <a:off x="4355950" y="5062700"/>
              <a:ext cx="35075" cy="332050"/>
            </a:xfrm>
            <a:custGeom>
              <a:rect b="b" l="l" r="r" t="t"/>
              <a:pathLst>
                <a:path extrusionOk="0" h="13282" w="1403">
                  <a:moveTo>
                    <a:pt x="288" y="1"/>
                  </a:moveTo>
                  <a:lnTo>
                    <a:pt x="160" y="32"/>
                  </a:lnTo>
                  <a:lnTo>
                    <a:pt x="65" y="96"/>
                  </a:lnTo>
                  <a:lnTo>
                    <a:pt x="1" y="192"/>
                  </a:lnTo>
                  <a:lnTo>
                    <a:pt x="1" y="319"/>
                  </a:lnTo>
                  <a:lnTo>
                    <a:pt x="797" y="12995"/>
                  </a:lnTo>
                  <a:lnTo>
                    <a:pt x="829" y="13122"/>
                  </a:lnTo>
                  <a:lnTo>
                    <a:pt x="893" y="13186"/>
                  </a:lnTo>
                  <a:lnTo>
                    <a:pt x="988" y="13250"/>
                  </a:lnTo>
                  <a:lnTo>
                    <a:pt x="1084" y="13282"/>
                  </a:lnTo>
                  <a:lnTo>
                    <a:pt x="1116" y="13282"/>
                  </a:lnTo>
                  <a:lnTo>
                    <a:pt x="1243" y="13250"/>
                  </a:lnTo>
                  <a:lnTo>
                    <a:pt x="1339" y="13186"/>
                  </a:lnTo>
                  <a:lnTo>
                    <a:pt x="1370" y="13090"/>
                  </a:lnTo>
                  <a:lnTo>
                    <a:pt x="1402" y="12963"/>
                  </a:lnTo>
                  <a:lnTo>
                    <a:pt x="606" y="287"/>
                  </a:lnTo>
                  <a:lnTo>
                    <a:pt x="574" y="160"/>
                  </a:lnTo>
                  <a:lnTo>
                    <a:pt x="511" y="64"/>
                  </a:lnTo>
                  <a:lnTo>
                    <a:pt x="415" y="3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9"/>
            <p:cNvSpPr/>
            <p:nvPr/>
          </p:nvSpPr>
          <p:spPr>
            <a:xfrm>
              <a:off x="5323375" y="6257050"/>
              <a:ext cx="103525" cy="219775"/>
            </a:xfrm>
            <a:custGeom>
              <a:rect b="b" l="l" r="r" t="t"/>
              <a:pathLst>
                <a:path extrusionOk="0" h="8791" w="4141">
                  <a:moveTo>
                    <a:pt x="2071" y="0"/>
                  </a:moveTo>
                  <a:lnTo>
                    <a:pt x="1848" y="32"/>
                  </a:lnTo>
                  <a:lnTo>
                    <a:pt x="1657" y="96"/>
                  </a:lnTo>
                  <a:lnTo>
                    <a:pt x="1466" y="191"/>
                  </a:lnTo>
                  <a:lnTo>
                    <a:pt x="1275" y="350"/>
                  </a:lnTo>
                  <a:lnTo>
                    <a:pt x="1083" y="541"/>
                  </a:lnTo>
                  <a:lnTo>
                    <a:pt x="924" y="764"/>
                  </a:lnTo>
                  <a:lnTo>
                    <a:pt x="765" y="1019"/>
                  </a:lnTo>
                  <a:lnTo>
                    <a:pt x="606" y="1306"/>
                  </a:lnTo>
                  <a:lnTo>
                    <a:pt x="478" y="1592"/>
                  </a:lnTo>
                  <a:lnTo>
                    <a:pt x="351" y="1943"/>
                  </a:lnTo>
                  <a:lnTo>
                    <a:pt x="255" y="2293"/>
                  </a:lnTo>
                  <a:lnTo>
                    <a:pt x="160" y="2675"/>
                  </a:lnTo>
                  <a:lnTo>
                    <a:pt x="96" y="3089"/>
                  </a:lnTo>
                  <a:lnTo>
                    <a:pt x="32" y="3503"/>
                  </a:lnTo>
                  <a:lnTo>
                    <a:pt x="1" y="3949"/>
                  </a:lnTo>
                  <a:lnTo>
                    <a:pt x="1" y="4395"/>
                  </a:lnTo>
                  <a:lnTo>
                    <a:pt x="1" y="4841"/>
                  </a:lnTo>
                  <a:lnTo>
                    <a:pt x="32" y="5287"/>
                  </a:lnTo>
                  <a:lnTo>
                    <a:pt x="96" y="5701"/>
                  </a:lnTo>
                  <a:lnTo>
                    <a:pt x="160" y="6115"/>
                  </a:lnTo>
                  <a:lnTo>
                    <a:pt x="255" y="6497"/>
                  </a:lnTo>
                  <a:lnTo>
                    <a:pt x="351" y="6848"/>
                  </a:lnTo>
                  <a:lnTo>
                    <a:pt x="478" y="7198"/>
                  </a:lnTo>
                  <a:lnTo>
                    <a:pt x="606" y="7516"/>
                  </a:lnTo>
                  <a:lnTo>
                    <a:pt x="765" y="7803"/>
                  </a:lnTo>
                  <a:lnTo>
                    <a:pt x="924" y="8026"/>
                  </a:lnTo>
                  <a:lnTo>
                    <a:pt x="1083" y="8249"/>
                  </a:lnTo>
                  <a:lnTo>
                    <a:pt x="1275" y="8440"/>
                  </a:lnTo>
                  <a:lnTo>
                    <a:pt x="1466" y="8599"/>
                  </a:lnTo>
                  <a:lnTo>
                    <a:pt x="1657" y="8695"/>
                  </a:lnTo>
                  <a:lnTo>
                    <a:pt x="1848" y="8758"/>
                  </a:lnTo>
                  <a:lnTo>
                    <a:pt x="2071" y="8790"/>
                  </a:lnTo>
                  <a:lnTo>
                    <a:pt x="2294" y="8758"/>
                  </a:lnTo>
                  <a:lnTo>
                    <a:pt x="2485" y="8695"/>
                  </a:lnTo>
                  <a:lnTo>
                    <a:pt x="2676" y="8599"/>
                  </a:lnTo>
                  <a:lnTo>
                    <a:pt x="2867" y="8440"/>
                  </a:lnTo>
                  <a:lnTo>
                    <a:pt x="3058" y="8249"/>
                  </a:lnTo>
                  <a:lnTo>
                    <a:pt x="3217" y="8026"/>
                  </a:lnTo>
                  <a:lnTo>
                    <a:pt x="3377" y="7803"/>
                  </a:lnTo>
                  <a:lnTo>
                    <a:pt x="3536" y="7516"/>
                  </a:lnTo>
                  <a:lnTo>
                    <a:pt x="3663" y="7198"/>
                  </a:lnTo>
                  <a:lnTo>
                    <a:pt x="3791" y="6848"/>
                  </a:lnTo>
                  <a:lnTo>
                    <a:pt x="3886" y="6497"/>
                  </a:lnTo>
                  <a:lnTo>
                    <a:pt x="3982" y="6115"/>
                  </a:lnTo>
                  <a:lnTo>
                    <a:pt x="4045" y="5701"/>
                  </a:lnTo>
                  <a:lnTo>
                    <a:pt x="4109" y="5287"/>
                  </a:lnTo>
                  <a:lnTo>
                    <a:pt x="4141" y="4841"/>
                  </a:lnTo>
                  <a:lnTo>
                    <a:pt x="4141" y="4395"/>
                  </a:lnTo>
                  <a:lnTo>
                    <a:pt x="4141" y="3949"/>
                  </a:lnTo>
                  <a:lnTo>
                    <a:pt x="4109" y="3503"/>
                  </a:lnTo>
                  <a:lnTo>
                    <a:pt x="4045" y="3089"/>
                  </a:lnTo>
                  <a:lnTo>
                    <a:pt x="3982" y="2675"/>
                  </a:lnTo>
                  <a:lnTo>
                    <a:pt x="3886" y="2293"/>
                  </a:lnTo>
                  <a:lnTo>
                    <a:pt x="3791" y="1943"/>
                  </a:lnTo>
                  <a:lnTo>
                    <a:pt x="3663" y="1592"/>
                  </a:lnTo>
                  <a:lnTo>
                    <a:pt x="3536" y="1306"/>
                  </a:lnTo>
                  <a:lnTo>
                    <a:pt x="3377" y="1019"/>
                  </a:lnTo>
                  <a:lnTo>
                    <a:pt x="3217" y="764"/>
                  </a:lnTo>
                  <a:lnTo>
                    <a:pt x="3058" y="541"/>
                  </a:lnTo>
                  <a:lnTo>
                    <a:pt x="2867" y="350"/>
                  </a:lnTo>
                  <a:lnTo>
                    <a:pt x="2676" y="191"/>
                  </a:lnTo>
                  <a:lnTo>
                    <a:pt x="2485" y="96"/>
                  </a:lnTo>
                  <a:lnTo>
                    <a:pt x="2294" y="32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9"/>
            <p:cNvSpPr/>
            <p:nvPr/>
          </p:nvSpPr>
          <p:spPr>
            <a:xfrm>
              <a:off x="5355225" y="6237925"/>
              <a:ext cx="156075" cy="258000"/>
            </a:xfrm>
            <a:custGeom>
              <a:rect b="b" l="l" r="r" t="t"/>
              <a:pathLst>
                <a:path extrusionOk="0" h="10320" w="6243">
                  <a:moveTo>
                    <a:pt x="1083" y="1"/>
                  </a:moveTo>
                  <a:lnTo>
                    <a:pt x="924" y="32"/>
                  </a:lnTo>
                  <a:lnTo>
                    <a:pt x="765" y="128"/>
                  </a:lnTo>
                  <a:lnTo>
                    <a:pt x="574" y="287"/>
                  </a:lnTo>
                  <a:lnTo>
                    <a:pt x="446" y="510"/>
                  </a:lnTo>
                  <a:lnTo>
                    <a:pt x="319" y="765"/>
                  </a:lnTo>
                  <a:lnTo>
                    <a:pt x="224" y="1052"/>
                  </a:lnTo>
                  <a:lnTo>
                    <a:pt x="128" y="1370"/>
                  </a:lnTo>
                  <a:lnTo>
                    <a:pt x="64" y="1720"/>
                  </a:lnTo>
                  <a:lnTo>
                    <a:pt x="32" y="2103"/>
                  </a:lnTo>
                  <a:lnTo>
                    <a:pt x="1" y="2453"/>
                  </a:lnTo>
                  <a:lnTo>
                    <a:pt x="32" y="2835"/>
                  </a:lnTo>
                  <a:lnTo>
                    <a:pt x="64" y="3217"/>
                  </a:lnTo>
                  <a:lnTo>
                    <a:pt x="160" y="3568"/>
                  </a:lnTo>
                  <a:lnTo>
                    <a:pt x="255" y="3886"/>
                  </a:lnTo>
                  <a:lnTo>
                    <a:pt x="383" y="4205"/>
                  </a:lnTo>
                  <a:lnTo>
                    <a:pt x="574" y="4460"/>
                  </a:lnTo>
                  <a:lnTo>
                    <a:pt x="765" y="4714"/>
                  </a:lnTo>
                  <a:lnTo>
                    <a:pt x="1052" y="4905"/>
                  </a:lnTo>
                  <a:lnTo>
                    <a:pt x="1338" y="5096"/>
                  </a:lnTo>
                  <a:lnTo>
                    <a:pt x="1466" y="5192"/>
                  </a:lnTo>
                  <a:lnTo>
                    <a:pt x="1593" y="5319"/>
                  </a:lnTo>
                  <a:lnTo>
                    <a:pt x="1689" y="5447"/>
                  </a:lnTo>
                  <a:lnTo>
                    <a:pt x="1784" y="5638"/>
                  </a:lnTo>
                  <a:lnTo>
                    <a:pt x="1848" y="5861"/>
                  </a:lnTo>
                  <a:lnTo>
                    <a:pt x="1880" y="6084"/>
                  </a:lnTo>
                  <a:lnTo>
                    <a:pt x="1848" y="6275"/>
                  </a:lnTo>
                  <a:lnTo>
                    <a:pt x="1784" y="6498"/>
                  </a:lnTo>
                  <a:lnTo>
                    <a:pt x="1657" y="6976"/>
                  </a:lnTo>
                  <a:lnTo>
                    <a:pt x="1593" y="7262"/>
                  </a:lnTo>
                  <a:lnTo>
                    <a:pt x="1561" y="7581"/>
                  </a:lnTo>
                  <a:lnTo>
                    <a:pt x="1529" y="7931"/>
                  </a:lnTo>
                  <a:lnTo>
                    <a:pt x="1529" y="8313"/>
                  </a:lnTo>
                  <a:lnTo>
                    <a:pt x="1593" y="8695"/>
                  </a:lnTo>
                  <a:lnTo>
                    <a:pt x="1657" y="9046"/>
                  </a:lnTo>
                  <a:lnTo>
                    <a:pt x="1784" y="9396"/>
                  </a:lnTo>
                  <a:lnTo>
                    <a:pt x="1943" y="9715"/>
                  </a:lnTo>
                  <a:lnTo>
                    <a:pt x="2134" y="9969"/>
                  </a:lnTo>
                  <a:lnTo>
                    <a:pt x="2230" y="10097"/>
                  </a:lnTo>
                  <a:lnTo>
                    <a:pt x="2357" y="10160"/>
                  </a:lnTo>
                  <a:lnTo>
                    <a:pt x="2548" y="10256"/>
                  </a:lnTo>
                  <a:lnTo>
                    <a:pt x="2740" y="10320"/>
                  </a:lnTo>
                  <a:lnTo>
                    <a:pt x="3217" y="10320"/>
                  </a:lnTo>
                  <a:lnTo>
                    <a:pt x="3472" y="10288"/>
                  </a:lnTo>
                  <a:lnTo>
                    <a:pt x="3727" y="10192"/>
                  </a:lnTo>
                  <a:lnTo>
                    <a:pt x="3982" y="10129"/>
                  </a:lnTo>
                  <a:lnTo>
                    <a:pt x="4237" y="10001"/>
                  </a:lnTo>
                  <a:lnTo>
                    <a:pt x="4523" y="9842"/>
                  </a:lnTo>
                  <a:lnTo>
                    <a:pt x="4778" y="9683"/>
                  </a:lnTo>
                  <a:lnTo>
                    <a:pt x="5001" y="9523"/>
                  </a:lnTo>
                  <a:lnTo>
                    <a:pt x="5256" y="9301"/>
                  </a:lnTo>
                  <a:lnTo>
                    <a:pt x="5447" y="9109"/>
                  </a:lnTo>
                  <a:lnTo>
                    <a:pt x="5638" y="8887"/>
                  </a:lnTo>
                  <a:lnTo>
                    <a:pt x="5829" y="8632"/>
                  </a:lnTo>
                  <a:lnTo>
                    <a:pt x="5956" y="8377"/>
                  </a:lnTo>
                  <a:lnTo>
                    <a:pt x="6084" y="8090"/>
                  </a:lnTo>
                  <a:lnTo>
                    <a:pt x="6147" y="7772"/>
                  </a:lnTo>
                  <a:lnTo>
                    <a:pt x="6211" y="7453"/>
                  </a:lnTo>
                  <a:lnTo>
                    <a:pt x="6243" y="7103"/>
                  </a:lnTo>
                  <a:lnTo>
                    <a:pt x="6211" y="6753"/>
                  </a:lnTo>
                  <a:lnTo>
                    <a:pt x="6179" y="6402"/>
                  </a:lnTo>
                  <a:lnTo>
                    <a:pt x="6116" y="6052"/>
                  </a:lnTo>
                  <a:lnTo>
                    <a:pt x="6020" y="5702"/>
                  </a:lnTo>
                  <a:lnTo>
                    <a:pt x="5893" y="5319"/>
                  </a:lnTo>
                  <a:lnTo>
                    <a:pt x="5765" y="4969"/>
                  </a:lnTo>
                  <a:lnTo>
                    <a:pt x="5415" y="4237"/>
                  </a:lnTo>
                  <a:lnTo>
                    <a:pt x="5033" y="3536"/>
                  </a:lnTo>
                  <a:lnTo>
                    <a:pt x="4587" y="2835"/>
                  </a:lnTo>
                  <a:lnTo>
                    <a:pt x="4109" y="2198"/>
                  </a:lnTo>
                  <a:lnTo>
                    <a:pt x="3600" y="1625"/>
                  </a:lnTo>
                  <a:lnTo>
                    <a:pt x="3090" y="1115"/>
                  </a:lnTo>
                  <a:lnTo>
                    <a:pt x="2580" y="669"/>
                  </a:lnTo>
                  <a:lnTo>
                    <a:pt x="2103" y="351"/>
                  </a:lnTo>
                  <a:lnTo>
                    <a:pt x="1880" y="224"/>
                  </a:lnTo>
                  <a:lnTo>
                    <a:pt x="1657" y="128"/>
                  </a:lnTo>
                  <a:lnTo>
                    <a:pt x="1466" y="32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9"/>
            <p:cNvSpPr/>
            <p:nvPr/>
          </p:nvSpPr>
          <p:spPr>
            <a:xfrm>
              <a:off x="5169700" y="6345425"/>
              <a:ext cx="194300" cy="173600"/>
            </a:xfrm>
            <a:custGeom>
              <a:rect b="b" l="l" r="r" t="t"/>
              <a:pathLst>
                <a:path extrusionOk="0" h="6944" w="7772">
                  <a:moveTo>
                    <a:pt x="7485" y="0"/>
                  </a:moveTo>
                  <a:lnTo>
                    <a:pt x="7358" y="32"/>
                  </a:lnTo>
                  <a:lnTo>
                    <a:pt x="7262" y="96"/>
                  </a:lnTo>
                  <a:lnTo>
                    <a:pt x="6848" y="478"/>
                  </a:lnTo>
                  <a:lnTo>
                    <a:pt x="6657" y="605"/>
                  </a:lnTo>
                  <a:lnTo>
                    <a:pt x="6434" y="733"/>
                  </a:lnTo>
                  <a:lnTo>
                    <a:pt x="6243" y="828"/>
                  </a:lnTo>
                  <a:lnTo>
                    <a:pt x="6052" y="860"/>
                  </a:lnTo>
                  <a:lnTo>
                    <a:pt x="5893" y="892"/>
                  </a:lnTo>
                  <a:lnTo>
                    <a:pt x="5702" y="892"/>
                  </a:lnTo>
                  <a:lnTo>
                    <a:pt x="5542" y="860"/>
                  </a:lnTo>
                  <a:lnTo>
                    <a:pt x="5383" y="796"/>
                  </a:lnTo>
                  <a:lnTo>
                    <a:pt x="5128" y="669"/>
                  </a:lnTo>
                  <a:lnTo>
                    <a:pt x="4937" y="574"/>
                  </a:lnTo>
                  <a:lnTo>
                    <a:pt x="4746" y="478"/>
                  </a:lnTo>
                  <a:lnTo>
                    <a:pt x="4523" y="446"/>
                  </a:lnTo>
                  <a:lnTo>
                    <a:pt x="4269" y="446"/>
                  </a:lnTo>
                  <a:lnTo>
                    <a:pt x="4109" y="510"/>
                  </a:lnTo>
                  <a:lnTo>
                    <a:pt x="3982" y="574"/>
                  </a:lnTo>
                  <a:lnTo>
                    <a:pt x="3854" y="669"/>
                  </a:lnTo>
                  <a:lnTo>
                    <a:pt x="3759" y="796"/>
                  </a:lnTo>
                  <a:lnTo>
                    <a:pt x="3600" y="1051"/>
                  </a:lnTo>
                  <a:lnTo>
                    <a:pt x="3440" y="1338"/>
                  </a:lnTo>
                  <a:lnTo>
                    <a:pt x="3345" y="1561"/>
                  </a:lnTo>
                  <a:lnTo>
                    <a:pt x="3217" y="1816"/>
                  </a:lnTo>
                  <a:lnTo>
                    <a:pt x="3026" y="2039"/>
                  </a:lnTo>
                  <a:lnTo>
                    <a:pt x="2803" y="2230"/>
                  </a:lnTo>
                  <a:lnTo>
                    <a:pt x="2581" y="2357"/>
                  </a:lnTo>
                  <a:lnTo>
                    <a:pt x="2326" y="2453"/>
                  </a:lnTo>
                  <a:lnTo>
                    <a:pt x="2071" y="2484"/>
                  </a:lnTo>
                  <a:lnTo>
                    <a:pt x="1561" y="2484"/>
                  </a:lnTo>
                  <a:lnTo>
                    <a:pt x="1307" y="2516"/>
                  </a:lnTo>
                  <a:lnTo>
                    <a:pt x="1020" y="2580"/>
                  </a:lnTo>
                  <a:lnTo>
                    <a:pt x="893" y="2644"/>
                  </a:lnTo>
                  <a:lnTo>
                    <a:pt x="733" y="2707"/>
                  </a:lnTo>
                  <a:lnTo>
                    <a:pt x="606" y="2835"/>
                  </a:lnTo>
                  <a:lnTo>
                    <a:pt x="478" y="2962"/>
                  </a:lnTo>
                  <a:lnTo>
                    <a:pt x="383" y="3090"/>
                  </a:lnTo>
                  <a:lnTo>
                    <a:pt x="287" y="3249"/>
                  </a:lnTo>
                  <a:lnTo>
                    <a:pt x="192" y="3440"/>
                  </a:lnTo>
                  <a:lnTo>
                    <a:pt x="128" y="3631"/>
                  </a:lnTo>
                  <a:lnTo>
                    <a:pt x="33" y="4109"/>
                  </a:lnTo>
                  <a:lnTo>
                    <a:pt x="1" y="4618"/>
                  </a:lnTo>
                  <a:lnTo>
                    <a:pt x="1" y="5223"/>
                  </a:lnTo>
                  <a:lnTo>
                    <a:pt x="64" y="5924"/>
                  </a:lnTo>
                  <a:lnTo>
                    <a:pt x="192" y="6689"/>
                  </a:lnTo>
                  <a:lnTo>
                    <a:pt x="224" y="6784"/>
                  </a:lnTo>
                  <a:lnTo>
                    <a:pt x="319" y="6880"/>
                  </a:lnTo>
                  <a:lnTo>
                    <a:pt x="383" y="6911"/>
                  </a:lnTo>
                  <a:lnTo>
                    <a:pt x="478" y="6943"/>
                  </a:lnTo>
                  <a:lnTo>
                    <a:pt x="542" y="6943"/>
                  </a:lnTo>
                  <a:lnTo>
                    <a:pt x="670" y="6880"/>
                  </a:lnTo>
                  <a:lnTo>
                    <a:pt x="733" y="6816"/>
                  </a:lnTo>
                  <a:lnTo>
                    <a:pt x="797" y="6689"/>
                  </a:lnTo>
                  <a:lnTo>
                    <a:pt x="797" y="6593"/>
                  </a:lnTo>
                  <a:lnTo>
                    <a:pt x="670" y="5924"/>
                  </a:lnTo>
                  <a:lnTo>
                    <a:pt x="606" y="5319"/>
                  </a:lnTo>
                  <a:lnTo>
                    <a:pt x="574" y="4809"/>
                  </a:lnTo>
                  <a:lnTo>
                    <a:pt x="606" y="4332"/>
                  </a:lnTo>
                  <a:lnTo>
                    <a:pt x="670" y="3950"/>
                  </a:lnTo>
                  <a:lnTo>
                    <a:pt x="765" y="3631"/>
                  </a:lnTo>
                  <a:lnTo>
                    <a:pt x="893" y="3376"/>
                  </a:lnTo>
                  <a:lnTo>
                    <a:pt x="988" y="3281"/>
                  </a:lnTo>
                  <a:lnTo>
                    <a:pt x="1084" y="3217"/>
                  </a:lnTo>
                  <a:lnTo>
                    <a:pt x="1243" y="3121"/>
                  </a:lnTo>
                  <a:lnTo>
                    <a:pt x="1402" y="3090"/>
                  </a:lnTo>
                  <a:lnTo>
                    <a:pt x="1816" y="3058"/>
                  </a:lnTo>
                  <a:lnTo>
                    <a:pt x="2103" y="3058"/>
                  </a:lnTo>
                  <a:lnTo>
                    <a:pt x="2421" y="3026"/>
                  </a:lnTo>
                  <a:lnTo>
                    <a:pt x="2612" y="2994"/>
                  </a:lnTo>
                  <a:lnTo>
                    <a:pt x="2803" y="2930"/>
                  </a:lnTo>
                  <a:lnTo>
                    <a:pt x="2995" y="2835"/>
                  </a:lnTo>
                  <a:lnTo>
                    <a:pt x="3154" y="2707"/>
                  </a:lnTo>
                  <a:lnTo>
                    <a:pt x="3345" y="2580"/>
                  </a:lnTo>
                  <a:lnTo>
                    <a:pt x="3472" y="2453"/>
                  </a:lnTo>
                  <a:lnTo>
                    <a:pt x="3695" y="2166"/>
                  </a:lnTo>
                  <a:lnTo>
                    <a:pt x="3854" y="1847"/>
                  </a:lnTo>
                  <a:lnTo>
                    <a:pt x="4014" y="1561"/>
                  </a:lnTo>
                  <a:lnTo>
                    <a:pt x="4109" y="1338"/>
                  </a:lnTo>
                  <a:lnTo>
                    <a:pt x="4205" y="1179"/>
                  </a:lnTo>
                  <a:lnTo>
                    <a:pt x="4300" y="1083"/>
                  </a:lnTo>
                  <a:lnTo>
                    <a:pt x="4396" y="1019"/>
                  </a:lnTo>
                  <a:lnTo>
                    <a:pt x="4491" y="1019"/>
                  </a:lnTo>
                  <a:lnTo>
                    <a:pt x="4587" y="1051"/>
                  </a:lnTo>
                  <a:lnTo>
                    <a:pt x="4810" y="1179"/>
                  </a:lnTo>
                  <a:lnTo>
                    <a:pt x="5160" y="1370"/>
                  </a:lnTo>
                  <a:lnTo>
                    <a:pt x="5383" y="1433"/>
                  </a:lnTo>
                  <a:lnTo>
                    <a:pt x="5638" y="1497"/>
                  </a:lnTo>
                  <a:lnTo>
                    <a:pt x="5893" y="1497"/>
                  </a:lnTo>
                  <a:lnTo>
                    <a:pt x="6148" y="1465"/>
                  </a:lnTo>
                  <a:lnTo>
                    <a:pt x="6402" y="1402"/>
                  </a:lnTo>
                  <a:lnTo>
                    <a:pt x="6657" y="1306"/>
                  </a:lnTo>
                  <a:lnTo>
                    <a:pt x="6912" y="1147"/>
                  </a:lnTo>
                  <a:lnTo>
                    <a:pt x="7167" y="988"/>
                  </a:lnTo>
                  <a:lnTo>
                    <a:pt x="7422" y="765"/>
                  </a:lnTo>
                  <a:lnTo>
                    <a:pt x="7676" y="510"/>
                  </a:lnTo>
                  <a:lnTo>
                    <a:pt x="7772" y="414"/>
                  </a:lnTo>
                  <a:lnTo>
                    <a:pt x="7772" y="287"/>
                  </a:lnTo>
                  <a:lnTo>
                    <a:pt x="7740" y="191"/>
                  </a:lnTo>
                  <a:lnTo>
                    <a:pt x="7676" y="96"/>
                  </a:lnTo>
                  <a:lnTo>
                    <a:pt x="7581" y="32"/>
                  </a:lnTo>
                  <a:lnTo>
                    <a:pt x="74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9"/>
            <p:cNvSpPr/>
            <p:nvPr/>
          </p:nvSpPr>
          <p:spPr>
            <a:xfrm>
              <a:off x="3991300" y="6238725"/>
              <a:ext cx="133775" cy="304975"/>
            </a:xfrm>
            <a:custGeom>
              <a:rect b="b" l="l" r="r" t="t"/>
              <a:pathLst>
                <a:path extrusionOk="0" h="12199" w="5351">
                  <a:moveTo>
                    <a:pt x="2198" y="0"/>
                  </a:moveTo>
                  <a:lnTo>
                    <a:pt x="1784" y="510"/>
                  </a:lnTo>
                  <a:lnTo>
                    <a:pt x="1338" y="1179"/>
                  </a:lnTo>
                  <a:lnTo>
                    <a:pt x="1115" y="1561"/>
                  </a:lnTo>
                  <a:lnTo>
                    <a:pt x="892" y="1975"/>
                  </a:lnTo>
                  <a:lnTo>
                    <a:pt x="669" y="2421"/>
                  </a:lnTo>
                  <a:lnTo>
                    <a:pt x="478" y="2931"/>
                  </a:lnTo>
                  <a:lnTo>
                    <a:pt x="382" y="3217"/>
                  </a:lnTo>
                  <a:lnTo>
                    <a:pt x="255" y="3695"/>
                  </a:lnTo>
                  <a:lnTo>
                    <a:pt x="127" y="4364"/>
                  </a:lnTo>
                  <a:lnTo>
                    <a:pt x="32" y="5160"/>
                  </a:lnTo>
                  <a:lnTo>
                    <a:pt x="0" y="5606"/>
                  </a:lnTo>
                  <a:lnTo>
                    <a:pt x="0" y="6052"/>
                  </a:lnTo>
                  <a:lnTo>
                    <a:pt x="32" y="6561"/>
                  </a:lnTo>
                  <a:lnTo>
                    <a:pt x="64" y="7071"/>
                  </a:lnTo>
                  <a:lnTo>
                    <a:pt x="159" y="7581"/>
                  </a:lnTo>
                  <a:lnTo>
                    <a:pt x="287" y="8122"/>
                  </a:lnTo>
                  <a:lnTo>
                    <a:pt x="446" y="8663"/>
                  </a:lnTo>
                  <a:lnTo>
                    <a:pt x="669" y="9205"/>
                  </a:lnTo>
                  <a:lnTo>
                    <a:pt x="924" y="9778"/>
                  </a:lnTo>
                  <a:lnTo>
                    <a:pt x="1242" y="10320"/>
                  </a:lnTo>
                  <a:lnTo>
                    <a:pt x="1624" y="10861"/>
                  </a:lnTo>
                  <a:lnTo>
                    <a:pt x="2007" y="11339"/>
                  </a:lnTo>
                  <a:lnTo>
                    <a:pt x="2389" y="11721"/>
                  </a:lnTo>
                  <a:lnTo>
                    <a:pt x="2580" y="11880"/>
                  </a:lnTo>
                  <a:lnTo>
                    <a:pt x="2771" y="12008"/>
                  </a:lnTo>
                  <a:lnTo>
                    <a:pt x="2962" y="12103"/>
                  </a:lnTo>
                  <a:lnTo>
                    <a:pt x="3153" y="12167"/>
                  </a:lnTo>
                  <a:lnTo>
                    <a:pt x="3344" y="12199"/>
                  </a:lnTo>
                  <a:lnTo>
                    <a:pt x="3503" y="12199"/>
                  </a:lnTo>
                  <a:lnTo>
                    <a:pt x="3631" y="12135"/>
                  </a:lnTo>
                  <a:lnTo>
                    <a:pt x="3758" y="12071"/>
                  </a:lnTo>
                  <a:lnTo>
                    <a:pt x="3886" y="11976"/>
                  </a:lnTo>
                  <a:lnTo>
                    <a:pt x="3981" y="11880"/>
                  </a:lnTo>
                  <a:lnTo>
                    <a:pt x="4045" y="11753"/>
                  </a:lnTo>
                  <a:lnTo>
                    <a:pt x="4109" y="11625"/>
                  </a:lnTo>
                  <a:lnTo>
                    <a:pt x="4172" y="11466"/>
                  </a:lnTo>
                  <a:lnTo>
                    <a:pt x="4172" y="11339"/>
                  </a:lnTo>
                  <a:lnTo>
                    <a:pt x="4172" y="11211"/>
                  </a:lnTo>
                  <a:lnTo>
                    <a:pt x="4140" y="11084"/>
                  </a:lnTo>
                  <a:lnTo>
                    <a:pt x="4077" y="10957"/>
                  </a:lnTo>
                  <a:lnTo>
                    <a:pt x="3981" y="10861"/>
                  </a:lnTo>
                  <a:lnTo>
                    <a:pt x="3790" y="10670"/>
                  </a:lnTo>
                  <a:lnTo>
                    <a:pt x="3503" y="10479"/>
                  </a:lnTo>
                  <a:lnTo>
                    <a:pt x="3217" y="10256"/>
                  </a:lnTo>
                  <a:lnTo>
                    <a:pt x="2930" y="10033"/>
                  </a:lnTo>
                  <a:lnTo>
                    <a:pt x="2644" y="9746"/>
                  </a:lnTo>
                  <a:lnTo>
                    <a:pt x="2548" y="9587"/>
                  </a:lnTo>
                  <a:lnTo>
                    <a:pt x="2421" y="9396"/>
                  </a:lnTo>
                  <a:lnTo>
                    <a:pt x="2325" y="9141"/>
                  </a:lnTo>
                  <a:lnTo>
                    <a:pt x="2230" y="8855"/>
                  </a:lnTo>
                  <a:lnTo>
                    <a:pt x="2198" y="8568"/>
                  </a:lnTo>
                  <a:lnTo>
                    <a:pt x="2198" y="8281"/>
                  </a:lnTo>
                  <a:lnTo>
                    <a:pt x="2198" y="7963"/>
                  </a:lnTo>
                  <a:lnTo>
                    <a:pt x="2230" y="7676"/>
                  </a:lnTo>
                  <a:lnTo>
                    <a:pt x="2293" y="7389"/>
                  </a:lnTo>
                  <a:lnTo>
                    <a:pt x="2389" y="7135"/>
                  </a:lnTo>
                  <a:lnTo>
                    <a:pt x="2580" y="6625"/>
                  </a:lnTo>
                  <a:lnTo>
                    <a:pt x="2707" y="6434"/>
                  </a:lnTo>
                  <a:lnTo>
                    <a:pt x="2803" y="6243"/>
                  </a:lnTo>
                  <a:lnTo>
                    <a:pt x="2930" y="6084"/>
                  </a:lnTo>
                  <a:lnTo>
                    <a:pt x="3058" y="5988"/>
                  </a:lnTo>
                  <a:lnTo>
                    <a:pt x="3153" y="5924"/>
                  </a:lnTo>
                  <a:lnTo>
                    <a:pt x="3281" y="5893"/>
                  </a:lnTo>
                  <a:lnTo>
                    <a:pt x="3376" y="5924"/>
                  </a:lnTo>
                  <a:lnTo>
                    <a:pt x="3472" y="5988"/>
                  </a:lnTo>
                  <a:lnTo>
                    <a:pt x="3567" y="6084"/>
                  </a:lnTo>
                  <a:lnTo>
                    <a:pt x="3663" y="6243"/>
                  </a:lnTo>
                  <a:lnTo>
                    <a:pt x="3758" y="6402"/>
                  </a:lnTo>
                  <a:lnTo>
                    <a:pt x="3822" y="6593"/>
                  </a:lnTo>
                  <a:lnTo>
                    <a:pt x="3854" y="6784"/>
                  </a:lnTo>
                  <a:lnTo>
                    <a:pt x="3886" y="6975"/>
                  </a:lnTo>
                  <a:lnTo>
                    <a:pt x="3886" y="7167"/>
                  </a:lnTo>
                  <a:lnTo>
                    <a:pt x="3854" y="7326"/>
                  </a:lnTo>
                  <a:lnTo>
                    <a:pt x="3758" y="7612"/>
                  </a:lnTo>
                  <a:lnTo>
                    <a:pt x="3631" y="7899"/>
                  </a:lnTo>
                  <a:lnTo>
                    <a:pt x="3503" y="8122"/>
                  </a:lnTo>
                  <a:lnTo>
                    <a:pt x="3344" y="8345"/>
                  </a:lnTo>
                  <a:lnTo>
                    <a:pt x="3249" y="8536"/>
                  </a:lnTo>
                  <a:lnTo>
                    <a:pt x="3185" y="8727"/>
                  </a:lnTo>
                  <a:lnTo>
                    <a:pt x="3185" y="8823"/>
                  </a:lnTo>
                  <a:lnTo>
                    <a:pt x="3217" y="8918"/>
                  </a:lnTo>
                  <a:lnTo>
                    <a:pt x="3281" y="9046"/>
                  </a:lnTo>
                  <a:lnTo>
                    <a:pt x="3408" y="9141"/>
                  </a:lnTo>
                  <a:lnTo>
                    <a:pt x="3567" y="9237"/>
                  </a:lnTo>
                  <a:lnTo>
                    <a:pt x="3726" y="9300"/>
                  </a:lnTo>
                  <a:lnTo>
                    <a:pt x="3918" y="9332"/>
                  </a:lnTo>
                  <a:lnTo>
                    <a:pt x="4109" y="9364"/>
                  </a:lnTo>
                  <a:lnTo>
                    <a:pt x="4300" y="9332"/>
                  </a:lnTo>
                  <a:lnTo>
                    <a:pt x="4491" y="9269"/>
                  </a:lnTo>
                  <a:lnTo>
                    <a:pt x="4586" y="9205"/>
                  </a:lnTo>
                  <a:lnTo>
                    <a:pt x="4714" y="9141"/>
                  </a:lnTo>
                  <a:lnTo>
                    <a:pt x="4873" y="8950"/>
                  </a:lnTo>
                  <a:lnTo>
                    <a:pt x="5032" y="8695"/>
                  </a:lnTo>
                  <a:lnTo>
                    <a:pt x="5160" y="8377"/>
                  </a:lnTo>
                  <a:lnTo>
                    <a:pt x="5223" y="8026"/>
                  </a:lnTo>
                  <a:lnTo>
                    <a:pt x="5287" y="7644"/>
                  </a:lnTo>
                  <a:lnTo>
                    <a:pt x="5351" y="7230"/>
                  </a:lnTo>
                  <a:lnTo>
                    <a:pt x="5351" y="6752"/>
                  </a:lnTo>
                  <a:lnTo>
                    <a:pt x="5319" y="5829"/>
                  </a:lnTo>
                  <a:lnTo>
                    <a:pt x="5255" y="4873"/>
                  </a:lnTo>
                  <a:lnTo>
                    <a:pt x="5128" y="3982"/>
                  </a:lnTo>
                  <a:lnTo>
                    <a:pt x="4969" y="3154"/>
                  </a:lnTo>
                  <a:lnTo>
                    <a:pt x="4777" y="2357"/>
                  </a:lnTo>
                  <a:lnTo>
                    <a:pt x="4555" y="1625"/>
                  </a:lnTo>
                  <a:lnTo>
                    <a:pt x="4332" y="1020"/>
                  </a:lnTo>
                  <a:lnTo>
                    <a:pt x="4109" y="510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EEC3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9"/>
            <p:cNvSpPr/>
            <p:nvPr/>
          </p:nvSpPr>
          <p:spPr>
            <a:xfrm>
              <a:off x="4727000" y="6293675"/>
              <a:ext cx="903750" cy="1495325"/>
            </a:xfrm>
            <a:custGeom>
              <a:rect b="b" l="l" r="r" t="t"/>
              <a:pathLst>
                <a:path extrusionOk="0" h="59813" w="36150">
                  <a:moveTo>
                    <a:pt x="26372" y="0"/>
                  </a:moveTo>
                  <a:lnTo>
                    <a:pt x="26276" y="32"/>
                  </a:lnTo>
                  <a:lnTo>
                    <a:pt x="26181" y="96"/>
                  </a:lnTo>
                  <a:lnTo>
                    <a:pt x="26117" y="191"/>
                  </a:lnTo>
                  <a:lnTo>
                    <a:pt x="26085" y="319"/>
                  </a:lnTo>
                  <a:lnTo>
                    <a:pt x="26117" y="414"/>
                  </a:lnTo>
                  <a:lnTo>
                    <a:pt x="26658" y="1529"/>
                  </a:lnTo>
                  <a:lnTo>
                    <a:pt x="27136" y="2612"/>
                  </a:lnTo>
                  <a:lnTo>
                    <a:pt x="27550" y="3695"/>
                  </a:lnTo>
                  <a:lnTo>
                    <a:pt x="27964" y="4746"/>
                  </a:lnTo>
                  <a:lnTo>
                    <a:pt x="28314" y="5828"/>
                  </a:lnTo>
                  <a:lnTo>
                    <a:pt x="28601" y="6879"/>
                  </a:lnTo>
                  <a:lnTo>
                    <a:pt x="28888" y="7899"/>
                  </a:lnTo>
                  <a:lnTo>
                    <a:pt x="29111" y="8950"/>
                  </a:lnTo>
                  <a:lnTo>
                    <a:pt x="29302" y="9969"/>
                  </a:lnTo>
                  <a:lnTo>
                    <a:pt x="29429" y="10988"/>
                  </a:lnTo>
                  <a:lnTo>
                    <a:pt x="29525" y="11975"/>
                  </a:lnTo>
                  <a:lnTo>
                    <a:pt x="29588" y="12963"/>
                  </a:lnTo>
                  <a:lnTo>
                    <a:pt x="29588" y="13950"/>
                  </a:lnTo>
                  <a:lnTo>
                    <a:pt x="29557" y="14905"/>
                  </a:lnTo>
                  <a:lnTo>
                    <a:pt x="29493" y="15861"/>
                  </a:lnTo>
                  <a:lnTo>
                    <a:pt x="29366" y="16816"/>
                  </a:lnTo>
                  <a:lnTo>
                    <a:pt x="29174" y="18154"/>
                  </a:lnTo>
                  <a:lnTo>
                    <a:pt x="29015" y="19046"/>
                  </a:lnTo>
                  <a:lnTo>
                    <a:pt x="28856" y="20001"/>
                  </a:lnTo>
                  <a:lnTo>
                    <a:pt x="28792" y="20925"/>
                  </a:lnTo>
                  <a:lnTo>
                    <a:pt x="28760" y="21371"/>
                  </a:lnTo>
                  <a:lnTo>
                    <a:pt x="28760" y="21817"/>
                  </a:lnTo>
                  <a:lnTo>
                    <a:pt x="28760" y="22231"/>
                  </a:lnTo>
                  <a:lnTo>
                    <a:pt x="28824" y="22645"/>
                  </a:lnTo>
                  <a:lnTo>
                    <a:pt x="28888" y="23027"/>
                  </a:lnTo>
                  <a:lnTo>
                    <a:pt x="29015" y="23409"/>
                  </a:lnTo>
                  <a:lnTo>
                    <a:pt x="29174" y="23759"/>
                  </a:lnTo>
                  <a:lnTo>
                    <a:pt x="29334" y="24110"/>
                  </a:lnTo>
                  <a:lnTo>
                    <a:pt x="29588" y="24396"/>
                  </a:lnTo>
                  <a:lnTo>
                    <a:pt x="29843" y="24683"/>
                  </a:lnTo>
                  <a:lnTo>
                    <a:pt x="30098" y="24874"/>
                  </a:lnTo>
                  <a:lnTo>
                    <a:pt x="30321" y="25033"/>
                  </a:lnTo>
                  <a:lnTo>
                    <a:pt x="30576" y="25161"/>
                  </a:lnTo>
                  <a:lnTo>
                    <a:pt x="30862" y="25256"/>
                  </a:lnTo>
                  <a:lnTo>
                    <a:pt x="31117" y="25352"/>
                  </a:lnTo>
                  <a:lnTo>
                    <a:pt x="31372" y="25416"/>
                  </a:lnTo>
                  <a:lnTo>
                    <a:pt x="31945" y="25511"/>
                  </a:lnTo>
                  <a:lnTo>
                    <a:pt x="32487" y="25543"/>
                  </a:lnTo>
                  <a:lnTo>
                    <a:pt x="32996" y="25543"/>
                  </a:lnTo>
                  <a:lnTo>
                    <a:pt x="33984" y="25447"/>
                  </a:lnTo>
                  <a:lnTo>
                    <a:pt x="34493" y="25384"/>
                  </a:lnTo>
                  <a:lnTo>
                    <a:pt x="34971" y="25352"/>
                  </a:lnTo>
                  <a:lnTo>
                    <a:pt x="35162" y="25384"/>
                  </a:lnTo>
                  <a:lnTo>
                    <a:pt x="35321" y="25416"/>
                  </a:lnTo>
                  <a:lnTo>
                    <a:pt x="35449" y="25447"/>
                  </a:lnTo>
                  <a:lnTo>
                    <a:pt x="35512" y="25511"/>
                  </a:lnTo>
                  <a:lnTo>
                    <a:pt x="35544" y="25607"/>
                  </a:lnTo>
                  <a:lnTo>
                    <a:pt x="35544" y="25766"/>
                  </a:lnTo>
                  <a:lnTo>
                    <a:pt x="35512" y="26084"/>
                  </a:lnTo>
                  <a:lnTo>
                    <a:pt x="35353" y="26498"/>
                  </a:lnTo>
                  <a:lnTo>
                    <a:pt x="35194" y="26881"/>
                  </a:lnTo>
                  <a:lnTo>
                    <a:pt x="34971" y="27263"/>
                  </a:lnTo>
                  <a:lnTo>
                    <a:pt x="34716" y="27709"/>
                  </a:lnTo>
                  <a:lnTo>
                    <a:pt x="34366" y="28218"/>
                  </a:lnTo>
                  <a:lnTo>
                    <a:pt x="34015" y="28728"/>
                  </a:lnTo>
                  <a:lnTo>
                    <a:pt x="33601" y="29269"/>
                  </a:lnTo>
                  <a:lnTo>
                    <a:pt x="33124" y="29843"/>
                  </a:lnTo>
                  <a:lnTo>
                    <a:pt x="32582" y="30480"/>
                  </a:lnTo>
                  <a:lnTo>
                    <a:pt x="32041" y="31085"/>
                  </a:lnTo>
                  <a:lnTo>
                    <a:pt x="31404" y="31754"/>
                  </a:lnTo>
                  <a:lnTo>
                    <a:pt x="30767" y="32422"/>
                  </a:lnTo>
                  <a:lnTo>
                    <a:pt x="30066" y="33123"/>
                  </a:lnTo>
                  <a:lnTo>
                    <a:pt x="29302" y="33824"/>
                  </a:lnTo>
                  <a:lnTo>
                    <a:pt x="28506" y="34524"/>
                  </a:lnTo>
                  <a:lnTo>
                    <a:pt x="27677" y="35257"/>
                  </a:lnTo>
                  <a:lnTo>
                    <a:pt x="26818" y="35989"/>
                  </a:lnTo>
                  <a:lnTo>
                    <a:pt x="25894" y="36690"/>
                  </a:lnTo>
                  <a:lnTo>
                    <a:pt x="24938" y="37423"/>
                  </a:lnTo>
                  <a:lnTo>
                    <a:pt x="23951" y="38155"/>
                  </a:lnTo>
                  <a:lnTo>
                    <a:pt x="22932" y="38888"/>
                  </a:lnTo>
                  <a:lnTo>
                    <a:pt x="21881" y="39588"/>
                  </a:lnTo>
                  <a:lnTo>
                    <a:pt x="20766" y="40289"/>
                  </a:lnTo>
                  <a:lnTo>
                    <a:pt x="19620" y="40958"/>
                  </a:lnTo>
                  <a:lnTo>
                    <a:pt x="18441" y="41627"/>
                  </a:lnTo>
                  <a:lnTo>
                    <a:pt x="17263" y="42296"/>
                  </a:lnTo>
                  <a:lnTo>
                    <a:pt x="16021" y="42901"/>
                  </a:lnTo>
                  <a:lnTo>
                    <a:pt x="14747" y="43506"/>
                  </a:lnTo>
                  <a:lnTo>
                    <a:pt x="13441" y="44079"/>
                  </a:lnTo>
                  <a:lnTo>
                    <a:pt x="12103" y="44620"/>
                  </a:lnTo>
                  <a:lnTo>
                    <a:pt x="10734" y="45130"/>
                  </a:lnTo>
                  <a:lnTo>
                    <a:pt x="9364" y="45608"/>
                  </a:lnTo>
                  <a:lnTo>
                    <a:pt x="7931" y="46054"/>
                  </a:lnTo>
                  <a:lnTo>
                    <a:pt x="6148" y="46531"/>
                  </a:lnTo>
                  <a:lnTo>
                    <a:pt x="5065" y="46818"/>
                  </a:lnTo>
                  <a:lnTo>
                    <a:pt x="4045" y="47137"/>
                  </a:lnTo>
                  <a:lnTo>
                    <a:pt x="3090" y="47455"/>
                  </a:lnTo>
                  <a:lnTo>
                    <a:pt x="2644" y="47614"/>
                  </a:lnTo>
                  <a:lnTo>
                    <a:pt x="2230" y="47805"/>
                  </a:lnTo>
                  <a:lnTo>
                    <a:pt x="1848" y="48028"/>
                  </a:lnTo>
                  <a:lnTo>
                    <a:pt x="1466" y="48251"/>
                  </a:lnTo>
                  <a:lnTo>
                    <a:pt x="1147" y="48474"/>
                  </a:lnTo>
                  <a:lnTo>
                    <a:pt x="861" y="48729"/>
                  </a:lnTo>
                  <a:lnTo>
                    <a:pt x="606" y="49016"/>
                  </a:lnTo>
                  <a:lnTo>
                    <a:pt x="415" y="49302"/>
                  </a:lnTo>
                  <a:lnTo>
                    <a:pt x="224" y="49653"/>
                  </a:lnTo>
                  <a:lnTo>
                    <a:pt x="96" y="50003"/>
                  </a:lnTo>
                  <a:lnTo>
                    <a:pt x="32" y="50290"/>
                  </a:lnTo>
                  <a:lnTo>
                    <a:pt x="1" y="50608"/>
                  </a:lnTo>
                  <a:lnTo>
                    <a:pt x="1" y="50958"/>
                  </a:lnTo>
                  <a:lnTo>
                    <a:pt x="32" y="51277"/>
                  </a:lnTo>
                  <a:lnTo>
                    <a:pt x="96" y="51659"/>
                  </a:lnTo>
                  <a:lnTo>
                    <a:pt x="192" y="52009"/>
                  </a:lnTo>
                  <a:lnTo>
                    <a:pt x="287" y="52392"/>
                  </a:lnTo>
                  <a:lnTo>
                    <a:pt x="447" y="52774"/>
                  </a:lnTo>
                  <a:lnTo>
                    <a:pt x="606" y="53156"/>
                  </a:lnTo>
                  <a:lnTo>
                    <a:pt x="797" y="53538"/>
                  </a:lnTo>
                  <a:lnTo>
                    <a:pt x="1020" y="53920"/>
                  </a:lnTo>
                  <a:lnTo>
                    <a:pt x="1275" y="54334"/>
                  </a:lnTo>
                  <a:lnTo>
                    <a:pt x="1561" y="54717"/>
                  </a:lnTo>
                  <a:lnTo>
                    <a:pt x="1880" y="55099"/>
                  </a:lnTo>
                  <a:lnTo>
                    <a:pt x="2198" y="55513"/>
                  </a:lnTo>
                  <a:lnTo>
                    <a:pt x="2549" y="55895"/>
                  </a:lnTo>
                  <a:lnTo>
                    <a:pt x="2899" y="56245"/>
                  </a:lnTo>
                  <a:lnTo>
                    <a:pt x="3281" y="56628"/>
                  </a:lnTo>
                  <a:lnTo>
                    <a:pt x="3663" y="56978"/>
                  </a:lnTo>
                  <a:lnTo>
                    <a:pt x="4109" y="57328"/>
                  </a:lnTo>
                  <a:lnTo>
                    <a:pt x="4555" y="57647"/>
                  </a:lnTo>
                  <a:lnTo>
                    <a:pt x="5001" y="57997"/>
                  </a:lnTo>
                  <a:lnTo>
                    <a:pt x="5479" y="58284"/>
                  </a:lnTo>
                  <a:lnTo>
                    <a:pt x="5988" y="58570"/>
                  </a:lnTo>
                  <a:lnTo>
                    <a:pt x="6498" y="58857"/>
                  </a:lnTo>
                  <a:lnTo>
                    <a:pt x="7039" y="59080"/>
                  </a:lnTo>
                  <a:lnTo>
                    <a:pt x="7549" y="59303"/>
                  </a:lnTo>
                  <a:lnTo>
                    <a:pt x="8090" y="59494"/>
                  </a:lnTo>
                  <a:lnTo>
                    <a:pt x="8664" y="59621"/>
                  </a:lnTo>
                  <a:lnTo>
                    <a:pt x="9205" y="59749"/>
                  </a:lnTo>
                  <a:lnTo>
                    <a:pt x="9778" y="59812"/>
                  </a:lnTo>
                  <a:lnTo>
                    <a:pt x="10957" y="59812"/>
                  </a:lnTo>
                  <a:lnTo>
                    <a:pt x="11594" y="59717"/>
                  </a:lnTo>
                  <a:lnTo>
                    <a:pt x="11944" y="59621"/>
                  </a:lnTo>
                  <a:lnTo>
                    <a:pt x="12263" y="59526"/>
                  </a:lnTo>
                  <a:lnTo>
                    <a:pt x="12581" y="59398"/>
                  </a:lnTo>
                  <a:lnTo>
                    <a:pt x="12931" y="59271"/>
                  </a:lnTo>
                  <a:lnTo>
                    <a:pt x="13250" y="59112"/>
                  </a:lnTo>
                  <a:lnTo>
                    <a:pt x="13568" y="58921"/>
                  </a:lnTo>
                  <a:lnTo>
                    <a:pt x="13855" y="58730"/>
                  </a:lnTo>
                  <a:lnTo>
                    <a:pt x="14173" y="58507"/>
                  </a:lnTo>
                  <a:lnTo>
                    <a:pt x="14237" y="58411"/>
                  </a:lnTo>
                  <a:lnTo>
                    <a:pt x="14301" y="58316"/>
                  </a:lnTo>
                  <a:lnTo>
                    <a:pt x="14269" y="58188"/>
                  </a:lnTo>
                  <a:lnTo>
                    <a:pt x="14237" y="58093"/>
                  </a:lnTo>
                  <a:lnTo>
                    <a:pt x="14142" y="57997"/>
                  </a:lnTo>
                  <a:lnTo>
                    <a:pt x="14046" y="57965"/>
                  </a:lnTo>
                  <a:lnTo>
                    <a:pt x="13919" y="57965"/>
                  </a:lnTo>
                  <a:lnTo>
                    <a:pt x="13823" y="58029"/>
                  </a:lnTo>
                  <a:lnTo>
                    <a:pt x="13250" y="58411"/>
                  </a:lnTo>
                  <a:lnTo>
                    <a:pt x="12677" y="58730"/>
                  </a:lnTo>
                  <a:lnTo>
                    <a:pt x="12071" y="58953"/>
                  </a:lnTo>
                  <a:lnTo>
                    <a:pt x="11466" y="59112"/>
                  </a:lnTo>
                  <a:lnTo>
                    <a:pt x="10893" y="59207"/>
                  </a:lnTo>
                  <a:lnTo>
                    <a:pt x="10288" y="59239"/>
                  </a:lnTo>
                  <a:lnTo>
                    <a:pt x="9683" y="59207"/>
                  </a:lnTo>
                  <a:lnTo>
                    <a:pt x="9109" y="59112"/>
                  </a:lnTo>
                  <a:lnTo>
                    <a:pt x="8504" y="58984"/>
                  </a:lnTo>
                  <a:lnTo>
                    <a:pt x="7931" y="58793"/>
                  </a:lnTo>
                  <a:lnTo>
                    <a:pt x="7358" y="58570"/>
                  </a:lnTo>
                  <a:lnTo>
                    <a:pt x="6784" y="58316"/>
                  </a:lnTo>
                  <a:lnTo>
                    <a:pt x="6243" y="58029"/>
                  </a:lnTo>
                  <a:lnTo>
                    <a:pt x="5702" y="57710"/>
                  </a:lnTo>
                  <a:lnTo>
                    <a:pt x="5192" y="57392"/>
                  </a:lnTo>
                  <a:lnTo>
                    <a:pt x="4682" y="57010"/>
                  </a:lnTo>
                  <a:lnTo>
                    <a:pt x="4237" y="56659"/>
                  </a:lnTo>
                  <a:lnTo>
                    <a:pt x="3791" y="56277"/>
                  </a:lnTo>
                  <a:lnTo>
                    <a:pt x="3377" y="55863"/>
                  </a:lnTo>
                  <a:lnTo>
                    <a:pt x="2994" y="55481"/>
                  </a:lnTo>
                  <a:lnTo>
                    <a:pt x="2357" y="54748"/>
                  </a:lnTo>
                  <a:lnTo>
                    <a:pt x="1816" y="54048"/>
                  </a:lnTo>
                  <a:lnTo>
                    <a:pt x="1370" y="53315"/>
                  </a:lnTo>
                  <a:lnTo>
                    <a:pt x="1179" y="52965"/>
                  </a:lnTo>
                  <a:lnTo>
                    <a:pt x="1020" y="52615"/>
                  </a:lnTo>
                  <a:lnTo>
                    <a:pt x="892" y="52264"/>
                  </a:lnTo>
                  <a:lnTo>
                    <a:pt x="765" y="51946"/>
                  </a:lnTo>
                  <a:lnTo>
                    <a:pt x="701" y="51627"/>
                  </a:lnTo>
                  <a:lnTo>
                    <a:pt x="638" y="51309"/>
                  </a:lnTo>
                  <a:lnTo>
                    <a:pt x="606" y="50990"/>
                  </a:lnTo>
                  <a:lnTo>
                    <a:pt x="606" y="50704"/>
                  </a:lnTo>
                  <a:lnTo>
                    <a:pt x="638" y="50417"/>
                  </a:lnTo>
                  <a:lnTo>
                    <a:pt x="669" y="50162"/>
                  </a:lnTo>
                  <a:lnTo>
                    <a:pt x="797" y="49844"/>
                  </a:lnTo>
                  <a:lnTo>
                    <a:pt x="924" y="49589"/>
                  </a:lnTo>
                  <a:lnTo>
                    <a:pt x="1115" y="49334"/>
                  </a:lnTo>
                  <a:lnTo>
                    <a:pt x="1370" y="49079"/>
                  </a:lnTo>
                  <a:lnTo>
                    <a:pt x="1625" y="48856"/>
                  </a:lnTo>
                  <a:lnTo>
                    <a:pt x="1912" y="48665"/>
                  </a:lnTo>
                  <a:lnTo>
                    <a:pt x="2262" y="48474"/>
                  </a:lnTo>
                  <a:lnTo>
                    <a:pt x="2612" y="48283"/>
                  </a:lnTo>
                  <a:lnTo>
                    <a:pt x="3440" y="47965"/>
                  </a:lnTo>
                  <a:lnTo>
                    <a:pt x="4332" y="47678"/>
                  </a:lnTo>
                  <a:lnTo>
                    <a:pt x="5288" y="47391"/>
                  </a:lnTo>
                  <a:lnTo>
                    <a:pt x="6307" y="47105"/>
                  </a:lnTo>
                  <a:lnTo>
                    <a:pt x="8122" y="46627"/>
                  </a:lnTo>
                  <a:lnTo>
                    <a:pt x="9555" y="46181"/>
                  </a:lnTo>
                  <a:lnTo>
                    <a:pt x="10989" y="45703"/>
                  </a:lnTo>
                  <a:lnTo>
                    <a:pt x="12390" y="45162"/>
                  </a:lnTo>
                  <a:lnTo>
                    <a:pt x="13728" y="44620"/>
                  </a:lnTo>
                  <a:lnTo>
                    <a:pt x="15065" y="44047"/>
                  </a:lnTo>
                  <a:lnTo>
                    <a:pt x="16371" y="43410"/>
                  </a:lnTo>
                  <a:lnTo>
                    <a:pt x="17613" y="42773"/>
                  </a:lnTo>
                  <a:lnTo>
                    <a:pt x="18855" y="42136"/>
                  </a:lnTo>
                  <a:lnTo>
                    <a:pt x="20034" y="41467"/>
                  </a:lnTo>
                  <a:lnTo>
                    <a:pt x="21180" y="40767"/>
                  </a:lnTo>
                  <a:lnTo>
                    <a:pt x="22295" y="40066"/>
                  </a:lnTo>
                  <a:lnTo>
                    <a:pt x="23378" y="39334"/>
                  </a:lnTo>
                  <a:lnTo>
                    <a:pt x="24429" y="38601"/>
                  </a:lnTo>
                  <a:lnTo>
                    <a:pt x="25416" y="37869"/>
                  </a:lnTo>
                  <a:lnTo>
                    <a:pt x="26372" y="37136"/>
                  </a:lnTo>
                  <a:lnTo>
                    <a:pt x="27295" y="36403"/>
                  </a:lnTo>
                  <a:lnTo>
                    <a:pt x="28187" y="35671"/>
                  </a:lnTo>
                  <a:lnTo>
                    <a:pt x="29015" y="34938"/>
                  </a:lnTo>
                  <a:lnTo>
                    <a:pt x="29811" y="34206"/>
                  </a:lnTo>
                  <a:lnTo>
                    <a:pt x="30576" y="33505"/>
                  </a:lnTo>
                  <a:lnTo>
                    <a:pt x="31276" y="32805"/>
                  </a:lnTo>
                  <a:lnTo>
                    <a:pt x="31913" y="32136"/>
                  </a:lnTo>
                  <a:lnTo>
                    <a:pt x="32550" y="31467"/>
                  </a:lnTo>
                  <a:lnTo>
                    <a:pt x="33124" y="30798"/>
                  </a:lnTo>
                  <a:lnTo>
                    <a:pt x="33633" y="30193"/>
                  </a:lnTo>
                  <a:lnTo>
                    <a:pt x="34111" y="29588"/>
                  </a:lnTo>
                  <a:lnTo>
                    <a:pt x="34525" y="29014"/>
                  </a:lnTo>
                  <a:lnTo>
                    <a:pt x="34907" y="28505"/>
                  </a:lnTo>
                  <a:lnTo>
                    <a:pt x="35226" y="27995"/>
                  </a:lnTo>
                  <a:lnTo>
                    <a:pt x="35512" y="27518"/>
                  </a:lnTo>
                  <a:lnTo>
                    <a:pt x="35735" y="27104"/>
                  </a:lnTo>
                  <a:lnTo>
                    <a:pt x="35926" y="26721"/>
                  </a:lnTo>
                  <a:lnTo>
                    <a:pt x="36086" y="26244"/>
                  </a:lnTo>
                  <a:lnTo>
                    <a:pt x="36149" y="25861"/>
                  </a:lnTo>
                  <a:lnTo>
                    <a:pt x="36149" y="25670"/>
                  </a:lnTo>
                  <a:lnTo>
                    <a:pt x="36149" y="25511"/>
                  </a:lnTo>
                  <a:lnTo>
                    <a:pt x="36086" y="25352"/>
                  </a:lnTo>
                  <a:lnTo>
                    <a:pt x="36054" y="25224"/>
                  </a:lnTo>
                  <a:lnTo>
                    <a:pt x="35895" y="25033"/>
                  </a:lnTo>
                  <a:lnTo>
                    <a:pt x="35703" y="24906"/>
                  </a:lnTo>
                  <a:lnTo>
                    <a:pt x="35481" y="24842"/>
                  </a:lnTo>
                  <a:lnTo>
                    <a:pt x="35258" y="24779"/>
                  </a:lnTo>
                  <a:lnTo>
                    <a:pt x="34652" y="24779"/>
                  </a:lnTo>
                  <a:lnTo>
                    <a:pt x="33920" y="24842"/>
                  </a:lnTo>
                  <a:lnTo>
                    <a:pt x="32996" y="24938"/>
                  </a:lnTo>
                  <a:lnTo>
                    <a:pt x="32519" y="24938"/>
                  </a:lnTo>
                  <a:lnTo>
                    <a:pt x="32041" y="24906"/>
                  </a:lnTo>
                  <a:lnTo>
                    <a:pt x="31563" y="24842"/>
                  </a:lnTo>
                  <a:lnTo>
                    <a:pt x="31085" y="24715"/>
                  </a:lnTo>
                  <a:lnTo>
                    <a:pt x="30862" y="24619"/>
                  </a:lnTo>
                  <a:lnTo>
                    <a:pt x="30639" y="24524"/>
                  </a:lnTo>
                  <a:lnTo>
                    <a:pt x="30448" y="24396"/>
                  </a:lnTo>
                  <a:lnTo>
                    <a:pt x="30225" y="24237"/>
                  </a:lnTo>
                  <a:lnTo>
                    <a:pt x="30002" y="23982"/>
                  </a:lnTo>
                  <a:lnTo>
                    <a:pt x="29811" y="23728"/>
                  </a:lnTo>
                  <a:lnTo>
                    <a:pt x="29652" y="23441"/>
                  </a:lnTo>
                  <a:lnTo>
                    <a:pt x="29557" y="23122"/>
                  </a:lnTo>
                  <a:lnTo>
                    <a:pt x="29461" y="22772"/>
                  </a:lnTo>
                  <a:lnTo>
                    <a:pt x="29397" y="22422"/>
                  </a:lnTo>
                  <a:lnTo>
                    <a:pt x="29366" y="22040"/>
                  </a:lnTo>
                  <a:lnTo>
                    <a:pt x="29334" y="21657"/>
                  </a:lnTo>
                  <a:lnTo>
                    <a:pt x="29397" y="20829"/>
                  </a:lnTo>
                  <a:lnTo>
                    <a:pt x="29461" y="19969"/>
                  </a:lnTo>
                  <a:lnTo>
                    <a:pt x="29588" y="19109"/>
                  </a:lnTo>
                  <a:lnTo>
                    <a:pt x="29748" y="18250"/>
                  </a:lnTo>
                  <a:lnTo>
                    <a:pt x="29971" y="16912"/>
                  </a:lnTo>
                  <a:lnTo>
                    <a:pt x="30098" y="15925"/>
                  </a:lnTo>
                  <a:lnTo>
                    <a:pt x="30162" y="14969"/>
                  </a:lnTo>
                  <a:lnTo>
                    <a:pt x="30194" y="13982"/>
                  </a:lnTo>
                  <a:lnTo>
                    <a:pt x="30194" y="12963"/>
                  </a:lnTo>
                  <a:lnTo>
                    <a:pt x="30130" y="11943"/>
                  </a:lnTo>
                  <a:lnTo>
                    <a:pt x="30034" y="10924"/>
                  </a:lnTo>
                  <a:lnTo>
                    <a:pt x="29875" y="9905"/>
                  </a:lnTo>
                  <a:lnTo>
                    <a:pt x="29684" y="8854"/>
                  </a:lnTo>
                  <a:lnTo>
                    <a:pt x="29461" y="7803"/>
                  </a:lnTo>
                  <a:lnTo>
                    <a:pt x="29206" y="6720"/>
                  </a:lnTo>
                  <a:lnTo>
                    <a:pt x="28888" y="5669"/>
                  </a:lnTo>
                  <a:lnTo>
                    <a:pt x="28537" y="4586"/>
                  </a:lnTo>
                  <a:lnTo>
                    <a:pt x="28123" y="3472"/>
                  </a:lnTo>
                  <a:lnTo>
                    <a:pt x="27677" y="2389"/>
                  </a:lnTo>
                  <a:lnTo>
                    <a:pt x="27200" y="1274"/>
                  </a:lnTo>
                  <a:lnTo>
                    <a:pt x="26658" y="159"/>
                  </a:lnTo>
                  <a:lnTo>
                    <a:pt x="26595" y="64"/>
                  </a:lnTo>
                  <a:lnTo>
                    <a:pt x="264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9"/>
            <p:cNvSpPr/>
            <p:nvPr/>
          </p:nvSpPr>
          <p:spPr>
            <a:xfrm>
              <a:off x="6598125" y="5834250"/>
              <a:ext cx="833675" cy="891000"/>
            </a:xfrm>
            <a:custGeom>
              <a:rect b="b" l="l" r="r" t="t"/>
              <a:pathLst>
                <a:path extrusionOk="0" h="35640" w="33347">
                  <a:moveTo>
                    <a:pt x="15352" y="0"/>
                  </a:moveTo>
                  <a:lnTo>
                    <a:pt x="14843" y="32"/>
                  </a:lnTo>
                  <a:lnTo>
                    <a:pt x="14365" y="64"/>
                  </a:lnTo>
                  <a:lnTo>
                    <a:pt x="13887" y="159"/>
                  </a:lnTo>
                  <a:lnTo>
                    <a:pt x="13441" y="287"/>
                  </a:lnTo>
                  <a:lnTo>
                    <a:pt x="12964" y="414"/>
                  </a:lnTo>
                  <a:lnTo>
                    <a:pt x="12518" y="605"/>
                  </a:lnTo>
                  <a:lnTo>
                    <a:pt x="12040" y="828"/>
                  </a:lnTo>
                  <a:lnTo>
                    <a:pt x="11594" y="1083"/>
                  </a:lnTo>
                  <a:lnTo>
                    <a:pt x="11148" y="1370"/>
                  </a:lnTo>
                  <a:lnTo>
                    <a:pt x="10702" y="1656"/>
                  </a:lnTo>
                  <a:lnTo>
                    <a:pt x="10256" y="2007"/>
                  </a:lnTo>
                  <a:lnTo>
                    <a:pt x="9811" y="2357"/>
                  </a:lnTo>
                  <a:lnTo>
                    <a:pt x="9365" y="2739"/>
                  </a:lnTo>
                  <a:lnTo>
                    <a:pt x="8951" y="3153"/>
                  </a:lnTo>
                  <a:lnTo>
                    <a:pt x="8537" y="3599"/>
                  </a:lnTo>
                  <a:lnTo>
                    <a:pt x="8123" y="4077"/>
                  </a:lnTo>
                  <a:lnTo>
                    <a:pt x="7708" y="4555"/>
                  </a:lnTo>
                  <a:lnTo>
                    <a:pt x="6912" y="5574"/>
                  </a:lnTo>
                  <a:lnTo>
                    <a:pt x="6116" y="6688"/>
                  </a:lnTo>
                  <a:lnTo>
                    <a:pt x="5383" y="7835"/>
                  </a:lnTo>
                  <a:lnTo>
                    <a:pt x="4683" y="9077"/>
                  </a:lnTo>
                  <a:lnTo>
                    <a:pt x="4046" y="10351"/>
                  </a:lnTo>
                  <a:lnTo>
                    <a:pt x="3409" y="11657"/>
                  </a:lnTo>
                  <a:lnTo>
                    <a:pt x="2836" y="13026"/>
                  </a:lnTo>
                  <a:lnTo>
                    <a:pt x="2294" y="14396"/>
                  </a:lnTo>
                  <a:lnTo>
                    <a:pt x="1816" y="15797"/>
                  </a:lnTo>
                  <a:lnTo>
                    <a:pt x="1371" y="17199"/>
                  </a:lnTo>
                  <a:lnTo>
                    <a:pt x="1020" y="18600"/>
                  </a:lnTo>
                  <a:lnTo>
                    <a:pt x="670" y="20001"/>
                  </a:lnTo>
                  <a:lnTo>
                    <a:pt x="415" y="21371"/>
                  </a:lnTo>
                  <a:lnTo>
                    <a:pt x="224" y="22740"/>
                  </a:lnTo>
                  <a:lnTo>
                    <a:pt x="97" y="24078"/>
                  </a:lnTo>
                  <a:lnTo>
                    <a:pt x="1" y="25352"/>
                  </a:lnTo>
                  <a:lnTo>
                    <a:pt x="33" y="26594"/>
                  </a:lnTo>
                  <a:lnTo>
                    <a:pt x="33" y="27199"/>
                  </a:lnTo>
                  <a:lnTo>
                    <a:pt x="97" y="27773"/>
                  </a:lnTo>
                  <a:lnTo>
                    <a:pt x="160" y="28346"/>
                  </a:lnTo>
                  <a:lnTo>
                    <a:pt x="256" y="28887"/>
                  </a:lnTo>
                  <a:lnTo>
                    <a:pt x="351" y="29429"/>
                  </a:lnTo>
                  <a:lnTo>
                    <a:pt x="479" y="29938"/>
                  </a:lnTo>
                  <a:lnTo>
                    <a:pt x="606" y="30416"/>
                  </a:lnTo>
                  <a:lnTo>
                    <a:pt x="765" y="30894"/>
                  </a:lnTo>
                  <a:lnTo>
                    <a:pt x="956" y="31340"/>
                  </a:lnTo>
                  <a:lnTo>
                    <a:pt x="1179" y="31754"/>
                  </a:lnTo>
                  <a:lnTo>
                    <a:pt x="1402" y="32168"/>
                  </a:lnTo>
                  <a:lnTo>
                    <a:pt x="1657" y="32518"/>
                  </a:lnTo>
                  <a:lnTo>
                    <a:pt x="1912" y="32868"/>
                  </a:lnTo>
                  <a:lnTo>
                    <a:pt x="2199" y="33187"/>
                  </a:lnTo>
                  <a:lnTo>
                    <a:pt x="2517" y="33442"/>
                  </a:lnTo>
                  <a:lnTo>
                    <a:pt x="2867" y="33665"/>
                  </a:lnTo>
                  <a:lnTo>
                    <a:pt x="3281" y="33888"/>
                  </a:lnTo>
                  <a:lnTo>
                    <a:pt x="3727" y="34047"/>
                  </a:lnTo>
                  <a:lnTo>
                    <a:pt x="4269" y="34206"/>
                  </a:lnTo>
                  <a:lnTo>
                    <a:pt x="4874" y="34365"/>
                  </a:lnTo>
                  <a:lnTo>
                    <a:pt x="5543" y="34493"/>
                  </a:lnTo>
                  <a:lnTo>
                    <a:pt x="6275" y="34588"/>
                  </a:lnTo>
                  <a:lnTo>
                    <a:pt x="7963" y="34779"/>
                  </a:lnTo>
                  <a:lnTo>
                    <a:pt x="9938" y="34939"/>
                  </a:lnTo>
                  <a:lnTo>
                    <a:pt x="12231" y="35098"/>
                  </a:lnTo>
                  <a:lnTo>
                    <a:pt x="14843" y="35225"/>
                  </a:lnTo>
                  <a:lnTo>
                    <a:pt x="18410" y="35416"/>
                  </a:lnTo>
                  <a:lnTo>
                    <a:pt x="21531" y="35544"/>
                  </a:lnTo>
                  <a:lnTo>
                    <a:pt x="24238" y="35639"/>
                  </a:lnTo>
                  <a:lnTo>
                    <a:pt x="25417" y="35639"/>
                  </a:lnTo>
                  <a:lnTo>
                    <a:pt x="26499" y="35607"/>
                  </a:lnTo>
                  <a:lnTo>
                    <a:pt x="27487" y="35576"/>
                  </a:lnTo>
                  <a:lnTo>
                    <a:pt x="28347" y="35512"/>
                  </a:lnTo>
                  <a:lnTo>
                    <a:pt x="29143" y="35384"/>
                  </a:lnTo>
                  <a:lnTo>
                    <a:pt x="29844" y="35257"/>
                  </a:lnTo>
                  <a:lnTo>
                    <a:pt x="30449" y="35098"/>
                  </a:lnTo>
                  <a:lnTo>
                    <a:pt x="30958" y="34875"/>
                  </a:lnTo>
                  <a:lnTo>
                    <a:pt x="31181" y="34747"/>
                  </a:lnTo>
                  <a:lnTo>
                    <a:pt x="31404" y="34620"/>
                  </a:lnTo>
                  <a:lnTo>
                    <a:pt x="31563" y="34461"/>
                  </a:lnTo>
                  <a:lnTo>
                    <a:pt x="31723" y="34302"/>
                  </a:lnTo>
                  <a:lnTo>
                    <a:pt x="32009" y="34015"/>
                  </a:lnTo>
                  <a:lnTo>
                    <a:pt x="32264" y="33665"/>
                  </a:lnTo>
                  <a:lnTo>
                    <a:pt x="32455" y="33282"/>
                  </a:lnTo>
                  <a:lnTo>
                    <a:pt x="32678" y="32868"/>
                  </a:lnTo>
                  <a:lnTo>
                    <a:pt x="32837" y="32454"/>
                  </a:lnTo>
                  <a:lnTo>
                    <a:pt x="32965" y="31977"/>
                  </a:lnTo>
                  <a:lnTo>
                    <a:pt x="33092" y="31499"/>
                  </a:lnTo>
                  <a:lnTo>
                    <a:pt x="33188" y="30989"/>
                  </a:lnTo>
                  <a:lnTo>
                    <a:pt x="33251" y="30448"/>
                  </a:lnTo>
                  <a:lnTo>
                    <a:pt x="33315" y="29906"/>
                  </a:lnTo>
                  <a:lnTo>
                    <a:pt x="33347" y="29333"/>
                  </a:lnTo>
                  <a:lnTo>
                    <a:pt x="33347" y="28728"/>
                  </a:lnTo>
                  <a:lnTo>
                    <a:pt x="33347" y="28123"/>
                  </a:lnTo>
                  <a:lnTo>
                    <a:pt x="33315" y="27486"/>
                  </a:lnTo>
                  <a:lnTo>
                    <a:pt x="33156" y="26180"/>
                  </a:lnTo>
                  <a:lnTo>
                    <a:pt x="32965" y="24842"/>
                  </a:lnTo>
                  <a:lnTo>
                    <a:pt x="32678" y="23409"/>
                  </a:lnTo>
                  <a:lnTo>
                    <a:pt x="32328" y="21976"/>
                  </a:lnTo>
                  <a:lnTo>
                    <a:pt x="31914" y="20511"/>
                  </a:lnTo>
                  <a:lnTo>
                    <a:pt x="31404" y="19014"/>
                  </a:lnTo>
                  <a:lnTo>
                    <a:pt x="30863" y="17517"/>
                  </a:lnTo>
                  <a:lnTo>
                    <a:pt x="30258" y="16020"/>
                  </a:lnTo>
                  <a:lnTo>
                    <a:pt x="29621" y="14555"/>
                  </a:lnTo>
                  <a:lnTo>
                    <a:pt x="28920" y="13090"/>
                  </a:lnTo>
                  <a:lnTo>
                    <a:pt x="28156" y="11657"/>
                  </a:lnTo>
                  <a:lnTo>
                    <a:pt x="27359" y="10256"/>
                  </a:lnTo>
                  <a:lnTo>
                    <a:pt x="26531" y="8918"/>
                  </a:lnTo>
                  <a:lnTo>
                    <a:pt x="25671" y="7612"/>
                  </a:lnTo>
                  <a:lnTo>
                    <a:pt x="24780" y="6402"/>
                  </a:lnTo>
                  <a:lnTo>
                    <a:pt x="23856" y="5255"/>
                  </a:lnTo>
                  <a:lnTo>
                    <a:pt x="23378" y="4714"/>
                  </a:lnTo>
                  <a:lnTo>
                    <a:pt x="22900" y="4204"/>
                  </a:lnTo>
                  <a:lnTo>
                    <a:pt x="22423" y="3727"/>
                  </a:lnTo>
                  <a:lnTo>
                    <a:pt x="21913" y="3249"/>
                  </a:lnTo>
                  <a:lnTo>
                    <a:pt x="21435" y="2803"/>
                  </a:lnTo>
                  <a:lnTo>
                    <a:pt x="20926" y="2389"/>
                  </a:lnTo>
                  <a:lnTo>
                    <a:pt x="20448" y="2007"/>
                  </a:lnTo>
                  <a:lnTo>
                    <a:pt x="19939" y="1656"/>
                  </a:lnTo>
                  <a:lnTo>
                    <a:pt x="19429" y="1338"/>
                  </a:lnTo>
                  <a:lnTo>
                    <a:pt x="18919" y="1051"/>
                  </a:lnTo>
                  <a:lnTo>
                    <a:pt x="18410" y="796"/>
                  </a:lnTo>
                  <a:lnTo>
                    <a:pt x="17900" y="573"/>
                  </a:lnTo>
                  <a:lnTo>
                    <a:pt x="17391" y="382"/>
                  </a:lnTo>
                  <a:lnTo>
                    <a:pt x="16881" y="223"/>
                  </a:lnTo>
                  <a:lnTo>
                    <a:pt x="16371" y="128"/>
                  </a:lnTo>
                  <a:lnTo>
                    <a:pt x="15862" y="32"/>
                  </a:lnTo>
                  <a:lnTo>
                    <a:pt x="153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9"/>
            <p:cNvSpPr/>
            <p:nvPr/>
          </p:nvSpPr>
          <p:spPr>
            <a:xfrm>
              <a:off x="4996125" y="7006275"/>
              <a:ext cx="987350" cy="830500"/>
            </a:xfrm>
            <a:custGeom>
              <a:rect b="b" l="l" r="r" t="t"/>
              <a:pathLst>
                <a:path extrusionOk="0" h="33220" w="39494">
                  <a:moveTo>
                    <a:pt x="14078" y="1"/>
                  </a:moveTo>
                  <a:lnTo>
                    <a:pt x="13791" y="65"/>
                  </a:lnTo>
                  <a:lnTo>
                    <a:pt x="13505" y="128"/>
                  </a:lnTo>
                  <a:lnTo>
                    <a:pt x="13218" y="224"/>
                  </a:lnTo>
                  <a:lnTo>
                    <a:pt x="12963" y="351"/>
                  </a:lnTo>
                  <a:lnTo>
                    <a:pt x="12708" y="510"/>
                  </a:lnTo>
                  <a:lnTo>
                    <a:pt x="12485" y="670"/>
                  </a:lnTo>
                  <a:lnTo>
                    <a:pt x="12263" y="861"/>
                  </a:lnTo>
                  <a:lnTo>
                    <a:pt x="12071" y="1084"/>
                  </a:lnTo>
                  <a:lnTo>
                    <a:pt x="11912" y="1307"/>
                  </a:lnTo>
                  <a:lnTo>
                    <a:pt x="11753" y="1562"/>
                  </a:lnTo>
                  <a:lnTo>
                    <a:pt x="11626" y="1816"/>
                  </a:lnTo>
                  <a:lnTo>
                    <a:pt x="11530" y="2103"/>
                  </a:lnTo>
                  <a:lnTo>
                    <a:pt x="11466" y="2390"/>
                  </a:lnTo>
                  <a:lnTo>
                    <a:pt x="11403" y="2676"/>
                  </a:lnTo>
                  <a:lnTo>
                    <a:pt x="11403" y="2995"/>
                  </a:lnTo>
                  <a:lnTo>
                    <a:pt x="11403" y="11817"/>
                  </a:lnTo>
                  <a:lnTo>
                    <a:pt x="11403" y="12072"/>
                  </a:lnTo>
                  <a:lnTo>
                    <a:pt x="11339" y="12358"/>
                  </a:lnTo>
                  <a:lnTo>
                    <a:pt x="11307" y="12613"/>
                  </a:lnTo>
                  <a:lnTo>
                    <a:pt x="11212" y="12868"/>
                  </a:lnTo>
                  <a:lnTo>
                    <a:pt x="11116" y="13123"/>
                  </a:lnTo>
                  <a:lnTo>
                    <a:pt x="10989" y="13346"/>
                  </a:lnTo>
                  <a:lnTo>
                    <a:pt x="10829" y="13569"/>
                  </a:lnTo>
                  <a:lnTo>
                    <a:pt x="10670" y="13760"/>
                  </a:lnTo>
                  <a:lnTo>
                    <a:pt x="10479" y="13951"/>
                  </a:lnTo>
                  <a:lnTo>
                    <a:pt x="10288" y="14142"/>
                  </a:lnTo>
                  <a:lnTo>
                    <a:pt x="10065" y="14301"/>
                  </a:lnTo>
                  <a:lnTo>
                    <a:pt x="9842" y="14428"/>
                  </a:lnTo>
                  <a:lnTo>
                    <a:pt x="9619" y="14556"/>
                  </a:lnTo>
                  <a:lnTo>
                    <a:pt x="9364" y="14651"/>
                  </a:lnTo>
                  <a:lnTo>
                    <a:pt x="9109" y="14715"/>
                  </a:lnTo>
                  <a:lnTo>
                    <a:pt x="8823" y="14779"/>
                  </a:lnTo>
                  <a:lnTo>
                    <a:pt x="8441" y="14779"/>
                  </a:lnTo>
                  <a:lnTo>
                    <a:pt x="7995" y="14811"/>
                  </a:lnTo>
                  <a:lnTo>
                    <a:pt x="7613" y="14843"/>
                  </a:lnTo>
                  <a:lnTo>
                    <a:pt x="7199" y="14874"/>
                  </a:lnTo>
                  <a:lnTo>
                    <a:pt x="6784" y="14938"/>
                  </a:lnTo>
                  <a:lnTo>
                    <a:pt x="6402" y="15034"/>
                  </a:lnTo>
                  <a:lnTo>
                    <a:pt x="6020" y="15129"/>
                  </a:lnTo>
                  <a:lnTo>
                    <a:pt x="5256" y="15416"/>
                  </a:lnTo>
                  <a:lnTo>
                    <a:pt x="4555" y="15734"/>
                  </a:lnTo>
                  <a:lnTo>
                    <a:pt x="3886" y="16116"/>
                  </a:lnTo>
                  <a:lnTo>
                    <a:pt x="3249" y="16562"/>
                  </a:lnTo>
                  <a:lnTo>
                    <a:pt x="2676" y="17072"/>
                  </a:lnTo>
                  <a:lnTo>
                    <a:pt x="2453" y="17263"/>
                  </a:lnTo>
                  <a:lnTo>
                    <a:pt x="1943" y="17868"/>
                  </a:lnTo>
                  <a:lnTo>
                    <a:pt x="1434" y="18505"/>
                  </a:lnTo>
                  <a:lnTo>
                    <a:pt x="1211" y="18856"/>
                  </a:lnTo>
                  <a:lnTo>
                    <a:pt x="1020" y="19206"/>
                  </a:lnTo>
                  <a:lnTo>
                    <a:pt x="829" y="19556"/>
                  </a:lnTo>
                  <a:lnTo>
                    <a:pt x="669" y="19938"/>
                  </a:lnTo>
                  <a:lnTo>
                    <a:pt x="510" y="20321"/>
                  </a:lnTo>
                  <a:lnTo>
                    <a:pt x="383" y="20703"/>
                  </a:lnTo>
                  <a:lnTo>
                    <a:pt x="255" y="21117"/>
                  </a:lnTo>
                  <a:lnTo>
                    <a:pt x="192" y="21531"/>
                  </a:lnTo>
                  <a:lnTo>
                    <a:pt x="96" y="21945"/>
                  </a:lnTo>
                  <a:lnTo>
                    <a:pt x="32" y="22359"/>
                  </a:lnTo>
                  <a:lnTo>
                    <a:pt x="1" y="22773"/>
                  </a:lnTo>
                  <a:lnTo>
                    <a:pt x="1" y="23219"/>
                  </a:lnTo>
                  <a:lnTo>
                    <a:pt x="1" y="30257"/>
                  </a:lnTo>
                  <a:lnTo>
                    <a:pt x="32" y="30576"/>
                  </a:lnTo>
                  <a:lnTo>
                    <a:pt x="64" y="30863"/>
                  </a:lnTo>
                  <a:lnTo>
                    <a:pt x="128" y="31149"/>
                  </a:lnTo>
                  <a:lnTo>
                    <a:pt x="224" y="31436"/>
                  </a:lnTo>
                  <a:lnTo>
                    <a:pt x="351" y="31691"/>
                  </a:lnTo>
                  <a:lnTo>
                    <a:pt x="510" y="31914"/>
                  </a:lnTo>
                  <a:lnTo>
                    <a:pt x="669" y="32168"/>
                  </a:lnTo>
                  <a:lnTo>
                    <a:pt x="892" y="32359"/>
                  </a:lnTo>
                  <a:lnTo>
                    <a:pt x="1084" y="32551"/>
                  </a:lnTo>
                  <a:lnTo>
                    <a:pt x="1306" y="32710"/>
                  </a:lnTo>
                  <a:lnTo>
                    <a:pt x="1561" y="32869"/>
                  </a:lnTo>
                  <a:lnTo>
                    <a:pt x="1816" y="32996"/>
                  </a:lnTo>
                  <a:lnTo>
                    <a:pt x="2103" y="33092"/>
                  </a:lnTo>
                  <a:lnTo>
                    <a:pt x="2389" y="33156"/>
                  </a:lnTo>
                  <a:lnTo>
                    <a:pt x="2676" y="33219"/>
                  </a:lnTo>
                  <a:lnTo>
                    <a:pt x="36818" y="33219"/>
                  </a:lnTo>
                  <a:lnTo>
                    <a:pt x="37105" y="33156"/>
                  </a:lnTo>
                  <a:lnTo>
                    <a:pt x="37391" y="33092"/>
                  </a:lnTo>
                  <a:lnTo>
                    <a:pt x="37678" y="32996"/>
                  </a:lnTo>
                  <a:lnTo>
                    <a:pt x="37933" y="32869"/>
                  </a:lnTo>
                  <a:lnTo>
                    <a:pt x="38188" y="32710"/>
                  </a:lnTo>
                  <a:lnTo>
                    <a:pt x="38411" y="32551"/>
                  </a:lnTo>
                  <a:lnTo>
                    <a:pt x="38602" y="32359"/>
                  </a:lnTo>
                  <a:lnTo>
                    <a:pt x="38825" y="32168"/>
                  </a:lnTo>
                  <a:lnTo>
                    <a:pt x="38984" y="31914"/>
                  </a:lnTo>
                  <a:lnTo>
                    <a:pt x="39143" y="31691"/>
                  </a:lnTo>
                  <a:lnTo>
                    <a:pt x="39271" y="31436"/>
                  </a:lnTo>
                  <a:lnTo>
                    <a:pt x="39366" y="31149"/>
                  </a:lnTo>
                  <a:lnTo>
                    <a:pt x="39430" y="30863"/>
                  </a:lnTo>
                  <a:lnTo>
                    <a:pt x="39462" y="30576"/>
                  </a:lnTo>
                  <a:lnTo>
                    <a:pt x="39494" y="30257"/>
                  </a:lnTo>
                  <a:lnTo>
                    <a:pt x="39494" y="2995"/>
                  </a:lnTo>
                  <a:lnTo>
                    <a:pt x="39462" y="2676"/>
                  </a:lnTo>
                  <a:lnTo>
                    <a:pt x="39430" y="2390"/>
                  </a:lnTo>
                  <a:lnTo>
                    <a:pt x="39366" y="2103"/>
                  </a:lnTo>
                  <a:lnTo>
                    <a:pt x="39271" y="1816"/>
                  </a:lnTo>
                  <a:lnTo>
                    <a:pt x="39143" y="1562"/>
                  </a:lnTo>
                  <a:lnTo>
                    <a:pt x="38984" y="1307"/>
                  </a:lnTo>
                  <a:lnTo>
                    <a:pt x="38825" y="1084"/>
                  </a:lnTo>
                  <a:lnTo>
                    <a:pt x="38602" y="861"/>
                  </a:lnTo>
                  <a:lnTo>
                    <a:pt x="38411" y="670"/>
                  </a:lnTo>
                  <a:lnTo>
                    <a:pt x="38188" y="510"/>
                  </a:lnTo>
                  <a:lnTo>
                    <a:pt x="37933" y="351"/>
                  </a:lnTo>
                  <a:lnTo>
                    <a:pt x="37678" y="224"/>
                  </a:lnTo>
                  <a:lnTo>
                    <a:pt x="37391" y="128"/>
                  </a:lnTo>
                  <a:lnTo>
                    <a:pt x="37105" y="65"/>
                  </a:lnTo>
                  <a:lnTo>
                    <a:pt x="368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9"/>
            <p:cNvSpPr/>
            <p:nvPr/>
          </p:nvSpPr>
          <p:spPr>
            <a:xfrm>
              <a:off x="5912575" y="7518250"/>
              <a:ext cx="1545500" cy="318525"/>
            </a:xfrm>
            <a:custGeom>
              <a:rect b="b" l="l" r="r" t="t"/>
              <a:pathLst>
                <a:path extrusionOk="0" h="12741" w="61820">
                  <a:moveTo>
                    <a:pt x="1" y="1"/>
                  </a:moveTo>
                  <a:lnTo>
                    <a:pt x="1" y="12740"/>
                  </a:lnTo>
                  <a:lnTo>
                    <a:pt x="61820" y="12740"/>
                  </a:lnTo>
                  <a:lnTo>
                    <a:pt x="618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9"/>
            <p:cNvSpPr/>
            <p:nvPr/>
          </p:nvSpPr>
          <p:spPr>
            <a:xfrm>
              <a:off x="5891100" y="6565175"/>
              <a:ext cx="1566975" cy="953100"/>
            </a:xfrm>
            <a:custGeom>
              <a:rect b="b" l="l" r="r" t="t"/>
              <a:pathLst>
                <a:path extrusionOk="0" h="38124" w="62679">
                  <a:moveTo>
                    <a:pt x="318" y="1"/>
                  </a:moveTo>
                  <a:lnTo>
                    <a:pt x="191" y="32"/>
                  </a:lnTo>
                  <a:lnTo>
                    <a:pt x="96" y="96"/>
                  </a:lnTo>
                  <a:lnTo>
                    <a:pt x="32" y="224"/>
                  </a:lnTo>
                  <a:lnTo>
                    <a:pt x="0" y="351"/>
                  </a:lnTo>
                  <a:lnTo>
                    <a:pt x="0" y="38124"/>
                  </a:lnTo>
                  <a:lnTo>
                    <a:pt x="62679" y="38124"/>
                  </a:lnTo>
                  <a:lnTo>
                    <a:pt x="62679" y="351"/>
                  </a:lnTo>
                  <a:lnTo>
                    <a:pt x="62647" y="224"/>
                  </a:lnTo>
                  <a:lnTo>
                    <a:pt x="62583" y="96"/>
                  </a:lnTo>
                  <a:lnTo>
                    <a:pt x="62488" y="32"/>
                  </a:lnTo>
                  <a:lnTo>
                    <a:pt x="623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9"/>
            <p:cNvSpPr/>
            <p:nvPr/>
          </p:nvSpPr>
          <p:spPr>
            <a:xfrm>
              <a:off x="5216675" y="7083525"/>
              <a:ext cx="559775" cy="298600"/>
            </a:xfrm>
            <a:custGeom>
              <a:rect b="b" l="l" r="r" t="t"/>
              <a:pathLst>
                <a:path extrusionOk="0" h="11944" w="22391">
                  <a:moveTo>
                    <a:pt x="2581" y="0"/>
                  </a:moveTo>
                  <a:lnTo>
                    <a:pt x="2581" y="8727"/>
                  </a:lnTo>
                  <a:lnTo>
                    <a:pt x="2581" y="8982"/>
                  </a:lnTo>
                  <a:lnTo>
                    <a:pt x="2517" y="9268"/>
                  </a:lnTo>
                  <a:lnTo>
                    <a:pt x="2485" y="9523"/>
                  </a:lnTo>
                  <a:lnTo>
                    <a:pt x="2390" y="9778"/>
                  </a:lnTo>
                  <a:lnTo>
                    <a:pt x="2294" y="10033"/>
                  </a:lnTo>
                  <a:lnTo>
                    <a:pt x="2167" y="10256"/>
                  </a:lnTo>
                  <a:lnTo>
                    <a:pt x="2007" y="10479"/>
                  </a:lnTo>
                  <a:lnTo>
                    <a:pt x="1848" y="10670"/>
                  </a:lnTo>
                  <a:lnTo>
                    <a:pt x="1657" y="10861"/>
                  </a:lnTo>
                  <a:lnTo>
                    <a:pt x="1466" y="11052"/>
                  </a:lnTo>
                  <a:lnTo>
                    <a:pt x="1243" y="11211"/>
                  </a:lnTo>
                  <a:lnTo>
                    <a:pt x="1020" y="11338"/>
                  </a:lnTo>
                  <a:lnTo>
                    <a:pt x="797" y="11466"/>
                  </a:lnTo>
                  <a:lnTo>
                    <a:pt x="542" y="11561"/>
                  </a:lnTo>
                  <a:lnTo>
                    <a:pt x="287" y="11625"/>
                  </a:lnTo>
                  <a:lnTo>
                    <a:pt x="1" y="11689"/>
                  </a:lnTo>
                  <a:lnTo>
                    <a:pt x="1" y="11944"/>
                  </a:lnTo>
                  <a:lnTo>
                    <a:pt x="18250" y="11944"/>
                  </a:lnTo>
                  <a:lnTo>
                    <a:pt x="18696" y="11848"/>
                  </a:lnTo>
                  <a:lnTo>
                    <a:pt x="19142" y="11753"/>
                  </a:lnTo>
                  <a:lnTo>
                    <a:pt x="19556" y="11593"/>
                  </a:lnTo>
                  <a:lnTo>
                    <a:pt x="19970" y="11402"/>
                  </a:lnTo>
                  <a:lnTo>
                    <a:pt x="20352" y="11179"/>
                  </a:lnTo>
                  <a:lnTo>
                    <a:pt x="20703" y="10893"/>
                  </a:lnTo>
                  <a:lnTo>
                    <a:pt x="21021" y="10606"/>
                  </a:lnTo>
                  <a:lnTo>
                    <a:pt x="21340" y="10287"/>
                  </a:lnTo>
                  <a:lnTo>
                    <a:pt x="21595" y="9937"/>
                  </a:lnTo>
                  <a:lnTo>
                    <a:pt x="21817" y="9555"/>
                  </a:lnTo>
                  <a:lnTo>
                    <a:pt x="22009" y="9141"/>
                  </a:lnTo>
                  <a:lnTo>
                    <a:pt x="22168" y="8727"/>
                  </a:lnTo>
                  <a:lnTo>
                    <a:pt x="22295" y="8281"/>
                  </a:lnTo>
                  <a:lnTo>
                    <a:pt x="22359" y="7835"/>
                  </a:lnTo>
                  <a:lnTo>
                    <a:pt x="22391" y="7357"/>
                  </a:lnTo>
                  <a:lnTo>
                    <a:pt x="22391" y="4587"/>
                  </a:lnTo>
                  <a:lnTo>
                    <a:pt x="22359" y="4109"/>
                  </a:lnTo>
                  <a:lnTo>
                    <a:pt x="22295" y="3663"/>
                  </a:lnTo>
                  <a:lnTo>
                    <a:pt x="22168" y="3217"/>
                  </a:lnTo>
                  <a:lnTo>
                    <a:pt x="22009" y="2803"/>
                  </a:lnTo>
                  <a:lnTo>
                    <a:pt x="21817" y="2389"/>
                  </a:lnTo>
                  <a:lnTo>
                    <a:pt x="21595" y="2007"/>
                  </a:lnTo>
                  <a:lnTo>
                    <a:pt x="21340" y="1656"/>
                  </a:lnTo>
                  <a:lnTo>
                    <a:pt x="21021" y="1338"/>
                  </a:lnTo>
                  <a:lnTo>
                    <a:pt x="20703" y="1051"/>
                  </a:lnTo>
                  <a:lnTo>
                    <a:pt x="20352" y="765"/>
                  </a:lnTo>
                  <a:lnTo>
                    <a:pt x="19970" y="542"/>
                  </a:lnTo>
                  <a:lnTo>
                    <a:pt x="19556" y="351"/>
                  </a:lnTo>
                  <a:lnTo>
                    <a:pt x="19142" y="191"/>
                  </a:lnTo>
                  <a:lnTo>
                    <a:pt x="18696" y="96"/>
                  </a:lnTo>
                  <a:lnTo>
                    <a:pt x="18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9"/>
            <p:cNvSpPr/>
            <p:nvPr/>
          </p:nvSpPr>
          <p:spPr>
            <a:xfrm>
              <a:off x="5134675" y="7006275"/>
              <a:ext cx="92375" cy="242875"/>
            </a:xfrm>
            <a:custGeom>
              <a:rect b="b" l="l" r="r" t="t"/>
              <a:pathLst>
                <a:path extrusionOk="0" h="9715" w="3695">
                  <a:moveTo>
                    <a:pt x="1848" y="1"/>
                  </a:moveTo>
                  <a:lnTo>
                    <a:pt x="1657" y="33"/>
                  </a:lnTo>
                  <a:lnTo>
                    <a:pt x="1465" y="96"/>
                  </a:lnTo>
                  <a:lnTo>
                    <a:pt x="1306" y="224"/>
                  </a:lnTo>
                  <a:lnTo>
                    <a:pt x="1147" y="383"/>
                  </a:lnTo>
                  <a:lnTo>
                    <a:pt x="956" y="606"/>
                  </a:lnTo>
                  <a:lnTo>
                    <a:pt x="828" y="829"/>
                  </a:lnTo>
                  <a:lnTo>
                    <a:pt x="669" y="1116"/>
                  </a:lnTo>
                  <a:lnTo>
                    <a:pt x="542" y="1434"/>
                  </a:lnTo>
                  <a:lnTo>
                    <a:pt x="414" y="1784"/>
                  </a:lnTo>
                  <a:lnTo>
                    <a:pt x="319" y="2167"/>
                  </a:lnTo>
                  <a:lnTo>
                    <a:pt x="223" y="2549"/>
                  </a:lnTo>
                  <a:lnTo>
                    <a:pt x="160" y="2963"/>
                  </a:lnTo>
                  <a:lnTo>
                    <a:pt x="32" y="3886"/>
                  </a:lnTo>
                  <a:lnTo>
                    <a:pt x="0" y="4364"/>
                  </a:lnTo>
                  <a:lnTo>
                    <a:pt x="0" y="4874"/>
                  </a:lnTo>
                  <a:lnTo>
                    <a:pt x="0" y="5352"/>
                  </a:lnTo>
                  <a:lnTo>
                    <a:pt x="32" y="5861"/>
                  </a:lnTo>
                  <a:lnTo>
                    <a:pt x="160" y="6753"/>
                  </a:lnTo>
                  <a:lnTo>
                    <a:pt x="223" y="7199"/>
                  </a:lnTo>
                  <a:lnTo>
                    <a:pt x="319" y="7581"/>
                  </a:lnTo>
                  <a:lnTo>
                    <a:pt x="414" y="7963"/>
                  </a:lnTo>
                  <a:lnTo>
                    <a:pt x="542" y="8313"/>
                  </a:lnTo>
                  <a:lnTo>
                    <a:pt x="669" y="8632"/>
                  </a:lnTo>
                  <a:lnTo>
                    <a:pt x="828" y="8887"/>
                  </a:lnTo>
                  <a:lnTo>
                    <a:pt x="956" y="9142"/>
                  </a:lnTo>
                  <a:lnTo>
                    <a:pt x="1147" y="9333"/>
                  </a:lnTo>
                  <a:lnTo>
                    <a:pt x="1306" y="9524"/>
                  </a:lnTo>
                  <a:lnTo>
                    <a:pt x="1465" y="9619"/>
                  </a:lnTo>
                  <a:lnTo>
                    <a:pt x="1657" y="9715"/>
                  </a:lnTo>
                  <a:lnTo>
                    <a:pt x="2039" y="9715"/>
                  </a:lnTo>
                  <a:lnTo>
                    <a:pt x="2230" y="9619"/>
                  </a:lnTo>
                  <a:lnTo>
                    <a:pt x="2389" y="9524"/>
                  </a:lnTo>
                  <a:lnTo>
                    <a:pt x="2580" y="9333"/>
                  </a:lnTo>
                  <a:lnTo>
                    <a:pt x="2739" y="9142"/>
                  </a:lnTo>
                  <a:lnTo>
                    <a:pt x="2867" y="8887"/>
                  </a:lnTo>
                  <a:lnTo>
                    <a:pt x="3026" y="8632"/>
                  </a:lnTo>
                  <a:lnTo>
                    <a:pt x="3153" y="8313"/>
                  </a:lnTo>
                  <a:lnTo>
                    <a:pt x="3281" y="7963"/>
                  </a:lnTo>
                  <a:lnTo>
                    <a:pt x="3376" y="7581"/>
                  </a:lnTo>
                  <a:lnTo>
                    <a:pt x="3472" y="7199"/>
                  </a:lnTo>
                  <a:lnTo>
                    <a:pt x="3536" y="6753"/>
                  </a:lnTo>
                  <a:lnTo>
                    <a:pt x="3663" y="5861"/>
                  </a:lnTo>
                  <a:lnTo>
                    <a:pt x="3695" y="5352"/>
                  </a:lnTo>
                  <a:lnTo>
                    <a:pt x="3695" y="4874"/>
                  </a:lnTo>
                  <a:lnTo>
                    <a:pt x="3695" y="4364"/>
                  </a:lnTo>
                  <a:lnTo>
                    <a:pt x="3663" y="3886"/>
                  </a:lnTo>
                  <a:lnTo>
                    <a:pt x="3536" y="2963"/>
                  </a:lnTo>
                  <a:lnTo>
                    <a:pt x="3472" y="2549"/>
                  </a:lnTo>
                  <a:lnTo>
                    <a:pt x="3376" y="2167"/>
                  </a:lnTo>
                  <a:lnTo>
                    <a:pt x="3281" y="1784"/>
                  </a:lnTo>
                  <a:lnTo>
                    <a:pt x="3153" y="1434"/>
                  </a:lnTo>
                  <a:lnTo>
                    <a:pt x="3026" y="1116"/>
                  </a:lnTo>
                  <a:lnTo>
                    <a:pt x="2867" y="829"/>
                  </a:lnTo>
                  <a:lnTo>
                    <a:pt x="2739" y="606"/>
                  </a:lnTo>
                  <a:lnTo>
                    <a:pt x="2580" y="383"/>
                  </a:lnTo>
                  <a:lnTo>
                    <a:pt x="2389" y="224"/>
                  </a:lnTo>
                  <a:lnTo>
                    <a:pt x="2230" y="96"/>
                  </a:lnTo>
                  <a:lnTo>
                    <a:pt x="2039" y="33"/>
                  </a:lnTo>
                  <a:lnTo>
                    <a:pt x="1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9"/>
            <p:cNvSpPr/>
            <p:nvPr/>
          </p:nvSpPr>
          <p:spPr>
            <a:xfrm>
              <a:off x="5180850" y="7050875"/>
              <a:ext cx="308975" cy="32675"/>
            </a:xfrm>
            <a:custGeom>
              <a:rect b="b" l="l" r="r" t="t"/>
              <a:pathLst>
                <a:path extrusionOk="0" h="1307" w="12359">
                  <a:moveTo>
                    <a:pt x="510" y="0"/>
                  </a:moveTo>
                  <a:lnTo>
                    <a:pt x="415" y="64"/>
                  </a:lnTo>
                  <a:lnTo>
                    <a:pt x="287" y="128"/>
                  </a:lnTo>
                  <a:lnTo>
                    <a:pt x="192" y="192"/>
                  </a:lnTo>
                  <a:lnTo>
                    <a:pt x="128" y="287"/>
                  </a:lnTo>
                  <a:lnTo>
                    <a:pt x="64" y="383"/>
                  </a:lnTo>
                  <a:lnTo>
                    <a:pt x="1" y="510"/>
                  </a:lnTo>
                  <a:lnTo>
                    <a:pt x="1" y="637"/>
                  </a:lnTo>
                  <a:lnTo>
                    <a:pt x="1" y="765"/>
                  </a:lnTo>
                  <a:lnTo>
                    <a:pt x="64" y="892"/>
                  </a:lnTo>
                  <a:lnTo>
                    <a:pt x="128" y="1020"/>
                  </a:lnTo>
                  <a:lnTo>
                    <a:pt x="192" y="1115"/>
                  </a:lnTo>
                  <a:lnTo>
                    <a:pt x="287" y="1179"/>
                  </a:lnTo>
                  <a:lnTo>
                    <a:pt x="415" y="1243"/>
                  </a:lnTo>
                  <a:lnTo>
                    <a:pt x="510" y="1274"/>
                  </a:lnTo>
                  <a:lnTo>
                    <a:pt x="638" y="1306"/>
                  </a:lnTo>
                  <a:lnTo>
                    <a:pt x="11721" y="1306"/>
                  </a:lnTo>
                  <a:lnTo>
                    <a:pt x="11848" y="1274"/>
                  </a:lnTo>
                  <a:lnTo>
                    <a:pt x="11976" y="1243"/>
                  </a:lnTo>
                  <a:lnTo>
                    <a:pt x="12071" y="1179"/>
                  </a:lnTo>
                  <a:lnTo>
                    <a:pt x="12167" y="1115"/>
                  </a:lnTo>
                  <a:lnTo>
                    <a:pt x="12263" y="1020"/>
                  </a:lnTo>
                  <a:lnTo>
                    <a:pt x="12294" y="892"/>
                  </a:lnTo>
                  <a:lnTo>
                    <a:pt x="12358" y="765"/>
                  </a:lnTo>
                  <a:lnTo>
                    <a:pt x="12358" y="637"/>
                  </a:lnTo>
                  <a:lnTo>
                    <a:pt x="12358" y="510"/>
                  </a:lnTo>
                  <a:lnTo>
                    <a:pt x="12294" y="383"/>
                  </a:lnTo>
                  <a:lnTo>
                    <a:pt x="12263" y="287"/>
                  </a:lnTo>
                  <a:lnTo>
                    <a:pt x="12167" y="192"/>
                  </a:lnTo>
                  <a:lnTo>
                    <a:pt x="12071" y="128"/>
                  </a:lnTo>
                  <a:lnTo>
                    <a:pt x="11976" y="64"/>
                  </a:lnTo>
                  <a:lnTo>
                    <a:pt x="118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9"/>
            <p:cNvSpPr/>
            <p:nvPr/>
          </p:nvSpPr>
          <p:spPr>
            <a:xfrm>
              <a:off x="4996125" y="7433050"/>
              <a:ext cx="112300" cy="211025"/>
            </a:xfrm>
            <a:custGeom>
              <a:rect b="b" l="l" r="r" t="t"/>
              <a:pathLst>
                <a:path extrusionOk="0" h="8441" w="4492">
                  <a:moveTo>
                    <a:pt x="2676" y="1"/>
                  </a:moveTo>
                  <a:lnTo>
                    <a:pt x="2453" y="192"/>
                  </a:lnTo>
                  <a:lnTo>
                    <a:pt x="1943" y="797"/>
                  </a:lnTo>
                  <a:lnTo>
                    <a:pt x="1434" y="1434"/>
                  </a:lnTo>
                  <a:lnTo>
                    <a:pt x="1211" y="1785"/>
                  </a:lnTo>
                  <a:lnTo>
                    <a:pt x="1020" y="2135"/>
                  </a:lnTo>
                  <a:lnTo>
                    <a:pt x="829" y="2485"/>
                  </a:lnTo>
                  <a:lnTo>
                    <a:pt x="669" y="2867"/>
                  </a:lnTo>
                  <a:lnTo>
                    <a:pt x="510" y="3250"/>
                  </a:lnTo>
                  <a:lnTo>
                    <a:pt x="383" y="3632"/>
                  </a:lnTo>
                  <a:lnTo>
                    <a:pt x="255" y="4046"/>
                  </a:lnTo>
                  <a:lnTo>
                    <a:pt x="192" y="4460"/>
                  </a:lnTo>
                  <a:lnTo>
                    <a:pt x="96" y="4874"/>
                  </a:lnTo>
                  <a:lnTo>
                    <a:pt x="32" y="5288"/>
                  </a:lnTo>
                  <a:lnTo>
                    <a:pt x="1" y="5702"/>
                  </a:lnTo>
                  <a:lnTo>
                    <a:pt x="1" y="6148"/>
                  </a:lnTo>
                  <a:lnTo>
                    <a:pt x="1" y="8091"/>
                  </a:lnTo>
                  <a:lnTo>
                    <a:pt x="287" y="8250"/>
                  </a:lnTo>
                  <a:lnTo>
                    <a:pt x="606" y="8345"/>
                  </a:lnTo>
                  <a:lnTo>
                    <a:pt x="924" y="8441"/>
                  </a:lnTo>
                  <a:lnTo>
                    <a:pt x="1593" y="8441"/>
                  </a:lnTo>
                  <a:lnTo>
                    <a:pt x="1912" y="8345"/>
                  </a:lnTo>
                  <a:lnTo>
                    <a:pt x="2230" y="8250"/>
                  </a:lnTo>
                  <a:lnTo>
                    <a:pt x="2517" y="8091"/>
                  </a:lnTo>
                  <a:lnTo>
                    <a:pt x="2803" y="7931"/>
                  </a:lnTo>
                  <a:lnTo>
                    <a:pt x="3090" y="7708"/>
                  </a:lnTo>
                  <a:lnTo>
                    <a:pt x="3313" y="7454"/>
                  </a:lnTo>
                  <a:lnTo>
                    <a:pt x="3568" y="7167"/>
                  </a:lnTo>
                  <a:lnTo>
                    <a:pt x="3759" y="6848"/>
                  </a:lnTo>
                  <a:lnTo>
                    <a:pt x="3950" y="6498"/>
                  </a:lnTo>
                  <a:lnTo>
                    <a:pt x="4109" y="6116"/>
                  </a:lnTo>
                  <a:lnTo>
                    <a:pt x="4237" y="5734"/>
                  </a:lnTo>
                  <a:lnTo>
                    <a:pt x="4364" y="5320"/>
                  </a:lnTo>
                  <a:lnTo>
                    <a:pt x="4428" y="4906"/>
                  </a:lnTo>
                  <a:lnTo>
                    <a:pt x="4491" y="4460"/>
                  </a:lnTo>
                  <a:lnTo>
                    <a:pt x="4491" y="4014"/>
                  </a:lnTo>
                  <a:lnTo>
                    <a:pt x="4460" y="3345"/>
                  </a:lnTo>
                  <a:lnTo>
                    <a:pt x="4364" y="2740"/>
                  </a:lnTo>
                  <a:lnTo>
                    <a:pt x="4205" y="2167"/>
                  </a:lnTo>
                  <a:lnTo>
                    <a:pt x="3982" y="1625"/>
                  </a:lnTo>
                  <a:lnTo>
                    <a:pt x="3727" y="1116"/>
                  </a:lnTo>
                  <a:lnTo>
                    <a:pt x="3408" y="670"/>
                  </a:lnTo>
                  <a:lnTo>
                    <a:pt x="3058" y="319"/>
                  </a:lnTo>
                  <a:lnTo>
                    <a:pt x="2867" y="160"/>
                  </a:lnTo>
                  <a:lnTo>
                    <a:pt x="26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9"/>
            <p:cNvSpPr/>
            <p:nvPr/>
          </p:nvSpPr>
          <p:spPr>
            <a:xfrm>
              <a:off x="5883125" y="7550100"/>
              <a:ext cx="15150" cy="294625"/>
            </a:xfrm>
            <a:custGeom>
              <a:rect b="b" l="l" r="r" t="t"/>
              <a:pathLst>
                <a:path extrusionOk="0" h="11785" w="606">
                  <a:moveTo>
                    <a:pt x="192" y="1"/>
                  </a:moveTo>
                  <a:lnTo>
                    <a:pt x="96" y="64"/>
                  </a:lnTo>
                  <a:lnTo>
                    <a:pt x="32" y="160"/>
                  </a:lnTo>
                  <a:lnTo>
                    <a:pt x="1" y="287"/>
                  </a:lnTo>
                  <a:lnTo>
                    <a:pt x="1" y="11466"/>
                  </a:lnTo>
                  <a:lnTo>
                    <a:pt x="32" y="11594"/>
                  </a:lnTo>
                  <a:lnTo>
                    <a:pt x="96" y="11689"/>
                  </a:lnTo>
                  <a:lnTo>
                    <a:pt x="192" y="11753"/>
                  </a:lnTo>
                  <a:lnTo>
                    <a:pt x="319" y="11785"/>
                  </a:lnTo>
                  <a:lnTo>
                    <a:pt x="415" y="11753"/>
                  </a:lnTo>
                  <a:lnTo>
                    <a:pt x="510" y="11689"/>
                  </a:lnTo>
                  <a:lnTo>
                    <a:pt x="574" y="11594"/>
                  </a:lnTo>
                  <a:lnTo>
                    <a:pt x="606" y="11466"/>
                  </a:lnTo>
                  <a:lnTo>
                    <a:pt x="606" y="287"/>
                  </a:lnTo>
                  <a:lnTo>
                    <a:pt x="574" y="160"/>
                  </a:lnTo>
                  <a:lnTo>
                    <a:pt x="510" y="64"/>
                  </a:lnTo>
                  <a:lnTo>
                    <a:pt x="4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9"/>
            <p:cNvSpPr/>
            <p:nvPr/>
          </p:nvSpPr>
          <p:spPr>
            <a:xfrm>
              <a:off x="5953200" y="7585925"/>
              <a:ext cx="1421275" cy="15175"/>
            </a:xfrm>
            <a:custGeom>
              <a:rect b="b" l="l" r="r" t="t"/>
              <a:pathLst>
                <a:path extrusionOk="0" h="607" w="56851">
                  <a:moveTo>
                    <a:pt x="287" y="1"/>
                  </a:moveTo>
                  <a:lnTo>
                    <a:pt x="159" y="33"/>
                  </a:lnTo>
                  <a:lnTo>
                    <a:pt x="96" y="97"/>
                  </a:lnTo>
                  <a:lnTo>
                    <a:pt x="32" y="192"/>
                  </a:lnTo>
                  <a:lnTo>
                    <a:pt x="0" y="319"/>
                  </a:lnTo>
                  <a:lnTo>
                    <a:pt x="32" y="447"/>
                  </a:lnTo>
                  <a:lnTo>
                    <a:pt x="96" y="511"/>
                  </a:lnTo>
                  <a:lnTo>
                    <a:pt x="159" y="574"/>
                  </a:lnTo>
                  <a:lnTo>
                    <a:pt x="287" y="606"/>
                  </a:lnTo>
                  <a:lnTo>
                    <a:pt x="56564" y="606"/>
                  </a:lnTo>
                  <a:lnTo>
                    <a:pt x="56660" y="574"/>
                  </a:lnTo>
                  <a:lnTo>
                    <a:pt x="56755" y="511"/>
                  </a:lnTo>
                  <a:lnTo>
                    <a:pt x="56819" y="447"/>
                  </a:lnTo>
                  <a:lnTo>
                    <a:pt x="56851" y="319"/>
                  </a:lnTo>
                  <a:lnTo>
                    <a:pt x="56819" y="192"/>
                  </a:lnTo>
                  <a:lnTo>
                    <a:pt x="56755" y="97"/>
                  </a:lnTo>
                  <a:lnTo>
                    <a:pt x="56660" y="33"/>
                  </a:lnTo>
                  <a:lnTo>
                    <a:pt x="565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9"/>
            <p:cNvSpPr/>
            <p:nvPr/>
          </p:nvSpPr>
          <p:spPr>
            <a:xfrm>
              <a:off x="5953200" y="7661575"/>
              <a:ext cx="1421275" cy="15150"/>
            </a:xfrm>
            <a:custGeom>
              <a:rect b="b" l="l" r="r" t="t"/>
              <a:pathLst>
                <a:path extrusionOk="0" h="606" w="56851">
                  <a:moveTo>
                    <a:pt x="287" y="1"/>
                  </a:moveTo>
                  <a:lnTo>
                    <a:pt x="159" y="32"/>
                  </a:lnTo>
                  <a:lnTo>
                    <a:pt x="96" y="96"/>
                  </a:lnTo>
                  <a:lnTo>
                    <a:pt x="32" y="192"/>
                  </a:lnTo>
                  <a:lnTo>
                    <a:pt x="0" y="287"/>
                  </a:lnTo>
                  <a:lnTo>
                    <a:pt x="32" y="415"/>
                  </a:lnTo>
                  <a:lnTo>
                    <a:pt x="96" y="510"/>
                  </a:lnTo>
                  <a:lnTo>
                    <a:pt x="159" y="574"/>
                  </a:lnTo>
                  <a:lnTo>
                    <a:pt x="287" y="606"/>
                  </a:lnTo>
                  <a:lnTo>
                    <a:pt x="56564" y="606"/>
                  </a:lnTo>
                  <a:lnTo>
                    <a:pt x="56660" y="574"/>
                  </a:lnTo>
                  <a:lnTo>
                    <a:pt x="56755" y="510"/>
                  </a:lnTo>
                  <a:lnTo>
                    <a:pt x="56819" y="415"/>
                  </a:lnTo>
                  <a:lnTo>
                    <a:pt x="56851" y="287"/>
                  </a:lnTo>
                  <a:lnTo>
                    <a:pt x="56819" y="192"/>
                  </a:lnTo>
                  <a:lnTo>
                    <a:pt x="56755" y="96"/>
                  </a:lnTo>
                  <a:lnTo>
                    <a:pt x="56660" y="32"/>
                  </a:lnTo>
                  <a:lnTo>
                    <a:pt x="565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9"/>
            <p:cNvSpPr/>
            <p:nvPr/>
          </p:nvSpPr>
          <p:spPr>
            <a:xfrm>
              <a:off x="5953200" y="7737225"/>
              <a:ext cx="1421275" cy="14350"/>
            </a:xfrm>
            <a:custGeom>
              <a:rect b="b" l="l" r="r" t="t"/>
              <a:pathLst>
                <a:path extrusionOk="0" h="574" w="56851">
                  <a:moveTo>
                    <a:pt x="159" y="0"/>
                  </a:moveTo>
                  <a:lnTo>
                    <a:pt x="96" y="64"/>
                  </a:lnTo>
                  <a:lnTo>
                    <a:pt x="32" y="160"/>
                  </a:lnTo>
                  <a:lnTo>
                    <a:pt x="0" y="287"/>
                  </a:lnTo>
                  <a:lnTo>
                    <a:pt x="32" y="414"/>
                  </a:lnTo>
                  <a:lnTo>
                    <a:pt x="96" y="510"/>
                  </a:lnTo>
                  <a:lnTo>
                    <a:pt x="159" y="574"/>
                  </a:lnTo>
                  <a:lnTo>
                    <a:pt x="56660" y="574"/>
                  </a:lnTo>
                  <a:lnTo>
                    <a:pt x="56755" y="510"/>
                  </a:lnTo>
                  <a:lnTo>
                    <a:pt x="56819" y="414"/>
                  </a:lnTo>
                  <a:lnTo>
                    <a:pt x="56851" y="287"/>
                  </a:lnTo>
                  <a:lnTo>
                    <a:pt x="56819" y="160"/>
                  </a:lnTo>
                  <a:lnTo>
                    <a:pt x="56755" y="64"/>
                  </a:lnTo>
                  <a:lnTo>
                    <a:pt x="566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9"/>
            <p:cNvSpPr/>
            <p:nvPr/>
          </p:nvSpPr>
          <p:spPr>
            <a:xfrm>
              <a:off x="5768475" y="7374925"/>
              <a:ext cx="15150" cy="469025"/>
            </a:xfrm>
            <a:custGeom>
              <a:rect b="b" l="l" r="r" t="t"/>
              <a:pathLst>
                <a:path extrusionOk="0" h="18761" w="606">
                  <a:moveTo>
                    <a:pt x="319" y="1"/>
                  </a:moveTo>
                  <a:lnTo>
                    <a:pt x="191" y="33"/>
                  </a:lnTo>
                  <a:lnTo>
                    <a:pt x="96" y="97"/>
                  </a:lnTo>
                  <a:lnTo>
                    <a:pt x="32" y="192"/>
                  </a:lnTo>
                  <a:lnTo>
                    <a:pt x="0" y="288"/>
                  </a:lnTo>
                  <a:lnTo>
                    <a:pt x="0" y="18473"/>
                  </a:lnTo>
                  <a:lnTo>
                    <a:pt x="32" y="18601"/>
                  </a:lnTo>
                  <a:lnTo>
                    <a:pt x="96" y="18696"/>
                  </a:lnTo>
                  <a:lnTo>
                    <a:pt x="191" y="18760"/>
                  </a:lnTo>
                  <a:lnTo>
                    <a:pt x="414" y="18760"/>
                  </a:lnTo>
                  <a:lnTo>
                    <a:pt x="510" y="18696"/>
                  </a:lnTo>
                  <a:lnTo>
                    <a:pt x="574" y="18601"/>
                  </a:lnTo>
                  <a:lnTo>
                    <a:pt x="605" y="18473"/>
                  </a:lnTo>
                  <a:lnTo>
                    <a:pt x="605" y="288"/>
                  </a:lnTo>
                  <a:lnTo>
                    <a:pt x="574" y="192"/>
                  </a:lnTo>
                  <a:lnTo>
                    <a:pt x="510" y="97"/>
                  </a:lnTo>
                  <a:lnTo>
                    <a:pt x="414" y="33"/>
                  </a:lnTo>
                  <a:lnTo>
                    <a:pt x="3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9"/>
            <p:cNvSpPr/>
            <p:nvPr/>
          </p:nvSpPr>
          <p:spPr>
            <a:xfrm>
              <a:off x="5110000" y="7538950"/>
              <a:ext cx="450675" cy="297825"/>
            </a:xfrm>
            <a:custGeom>
              <a:rect b="b" l="l" r="r" t="t"/>
              <a:pathLst>
                <a:path extrusionOk="0" h="11913" w="18027">
                  <a:moveTo>
                    <a:pt x="8536" y="1"/>
                  </a:moveTo>
                  <a:lnTo>
                    <a:pt x="8090" y="65"/>
                  </a:lnTo>
                  <a:lnTo>
                    <a:pt x="7644" y="96"/>
                  </a:lnTo>
                  <a:lnTo>
                    <a:pt x="7198" y="192"/>
                  </a:lnTo>
                  <a:lnTo>
                    <a:pt x="6752" y="288"/>
                  </a:lnTo>
                  <a:lnTo>
                    <a:pt x="6338" y="415"/>
                  </a:lnTo>
                  <a:lnTo>
                    <a:pt x="5892" y="542"/>
                  </a:lnTo>
                  <a:lnTo>
                    <a:pt x="5510" y="702"/>
                  </a:lnTo>
                  <a:lnTo>
                    <a:pt x="5096" y="893"/>
                  </a:lnTo>
                  <a:lnTo>
                    <a:pt x="4714" y="1084"/>
                  </a:lnTo>
                  <a:lnTo>
                    <a:pt x="4332" y="1307"/>
                  </a:lnTo>
                  <a:lnTo>
                    <a:pt x="3949" y="1530"/>
                  </a:lnTo>
                  <a:lnTo>
                    <a:pt x="3599" y="1784"/>
                  </a:lnTo>
                  <a:lnTo>
                    <a:pt x="3281" y="2071"/>
                  </a:lnTo>
                  <a:lnTo>
                    <a:pt x="2930" y="2358"/>
                  </a:lnTo>
                  <a:lnTo>
                    <a:pt x="2644" y="2644"/>
                  </a:lnTo>
                  <a:lnTo>
                    <a:pt x="2325" y="2963"/>
                  </a:lnTo>
                  <a:lnTo>
                    <a:pt x="2038" y="3281"/>
                  </a:lnTo>
                  <a:lnTo>
                    <a:pt x="1784" y="3632"/>
                  </a:lnTo>
                  <a:lnTo>
                    <a:pt x="1529" y="3982"/>
                  </a:lnTo>
                  <a:lnTo>
                    <a:pt x="1306" y="4332"/>
                  </a:lnTo>
                  <a:lnTo>
                    <a:pt x="1083" y="4715"/>
                  </a:lnTo>
                  <a:lnTo>
                    <a:pt x="892" y="5097"/>
                  </a:lnTo>
                  <a:lnTo>
                    <a:pt x="701" y="5511"/>
                  </a:lnTo>
                  <a:lnTo>
                    <a:pt x="541" y="5925"/>
                  </a:lnTo>
                  <a:lnTo>
                    <a:pt x="382" y="6339"/>
                  </a:lnTo>
                  <a:lnTo>
                    <a:pt x="287" y="6753"/>
                  </a:lnTo>
                  <a:lnTo>
                    <a:pt x="191" y="7199"/>
                  </a:lnTo>
                  <a:lnTo>
                    <a:pt x="96" y="7645"/>
                  </a:lnTo>
                  <a:lnTo>
                    <a:pt x="32" y="8091"/>
                  </a:lnTo>
                  <a:lnTo>
                    <a:pt x="0" y="8536"/>
                  </a:lnTo>
                  <a:lnTo>
                    <a:pt x="0" y="9014"/>
                  </a:lnTo>
                  <a:lnTo>
                    <a:pt x="32" y="9779"/>
                  </a:lnTo>
                  <a:lnTo>
                    <a:pt x="127" y="10511"/>
                  </a:lnTo>
                  <a:lnTo>
                    <a:pt x="287" y="11212"/>
                  </a:lnTo>
                  <a:lnTo>
                    <a:pt x="478" y="11912"/>
                  </a:lnTo>
                  <a:lnTo>
                    <a:pt x="17549" y="11912"/>
                  </a:lnTo>
                  <a:lnTo>
                    <a:pt x="17772" y="11212"/>
                  </a:lnTo>
                  <a:lnTo>
                    <a:pt x="17899" y="10511"/>
                  </a:lnTo>
                  <a:lnTo>
                    <a:pt x="17995" y="9779"/>
                  </a:lnTo>
                  <a:lnTo>
                    <a:pt x="18027" y="9014"/>
                  </a:lnTo>
                  <a:lnTo>
                    <a:pt x="18027" y="8536"/>
                  </a:lnTo>
                  <a:lnTo>
                    <a:pt x="17995" y="8091"/>
                  </a:lnTo>
                  <a:lnTo>
                    <a:pt x="17931" y="7645"/>
                  </a:lnTo>
                  <a:lnTo>
                    <a:pt x="17867" y="7199"/>
                  </a:lnTo>
                  <a:lnTo>
                    <a:pt x="17772" y="6753"/>
                  </a:lnTo>
                  <a:lnTo>
                    <a:pt x="17644" y="6339"/>
                  </a:lnTo>
                  <a:lnTo>
                    <a:pt x="17485" y="5925"/>
                  </a:lnTo>
                  <a:lnTo>
                    <a:pt x="17326" y="5511"/>
                  </a:lnTo>
                  <a:lnTo>
                    <a:pt x="17135" y="5097"/>
                  </a:lnTo>
                  <a:lnTo>
                    <a:pt x="16944" y="4715"/>
                  </a:lnTo>
                  <a:lnTo>
                    <a:pt x="16721" y="4332"/>
                  </a:lnTo>
                  <a:lnTo>
                    <a:pt x="16498" y="3982"/>
                  </a:lnTo>
                  <a:lnTo>
                    <a:pt x="16243" y="3632"/>
                  </a:lnTo>
                  <a:lnTo>
                    <a:pt x="15988" y="3281"/>
                  </a:lnTo>
                  <a:lnTo>
                    <a:pt x="15702" y="2963"/>
                  </a:lnTo>
                  <a:lnTo>
                    <a:pt x="15383" y="2644"/>
                  </a:lnTo>
                  <a:lnTo>
                    <a:pt x="15065" y="2358"/>
                  </a:lnTo>
                  <a:lnTo>
                    <a:pt x="14746" y="2071"/>
                  </a:lnTo>
                  <a:lnTo>
                    <a:pt x="14396" y="1784"/>
                  </a:lnTo>
                  <a:lnTo>
                    <a:pt x="14046" y="1530"/>
                  </a:lnTo>
                  <a:lnTo>
                    <a:pt x="13695" y="1307"/>
                  </a:lnTo>
                  <a:lnTo>
                    <a:pt x="13313" y="1084"/>
                  </a:lnTo>
                  <a:lnTo>
                    <a:pt x="12931" y="893"/>
                  </a:lnTo>
                  <a:lnTo>
                    <a:pt x="12517" y="702"/>
                  </a:lnTo>
                  <a:lnTo>
                    <a:pt x="12103" y="542"/>
                  </a:lnTo>
                  <a:lnTo>
                    <a:pt x="11689" y="415"/>
                  </a:lnTo>
                  <a:lnTo>
                    <a:pt x="11275" y="288"/>
                  </a:lnTo>
                  <a:lnTo>
                    <a:pt x="10829" y="192"/>
                  </a:lnTo>
                  <a:lnTo>
                    <a:pt x="10383" y="96"/>
                  </a:lnTo>
                  <a:lnTo>
                    <a:pt x="9937" y="65"/>
                  </a:lnTo>
                  <a:lnTo>
                    <a:pt x="9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9"/>
            <p:cNvSpPr/>
            <p:nvPr/>
          </p:nvSpPr>
          <p:spPr>
            <a:xfrm>
              <a:off x="5167325" y="7602650"/>
              <a:ext cx="336825" cy="336825"/>
            </a:xfrm>
            <a:custGeom>
              <a:rect b="b" l="l" r="r" t="t"/>
              <a:pathLst>
                <a:path extrusionOk="0" h="13473" w="13473">
                  <a:moveTo>
                    <a:pt x="6720" y="1"/>
                  </a:moveTo>
                  <a:lnTo>
                    <a:pt x="6052" y="33"/>
                  </a:lnTo>
                  <a:lnTo>
                    <a:pt x="5383" y="128"/>
                  </a:lnTo>
                  <a:lnTo>
                    <a:pt x="4714" y="287"/>
                  </a:lnTo>
                  <a:lnTo>
                    <a:pt x="4109" y="510"/>
                  </a:lnTo>
                  <a:lnTo>
                    <a:pt x="3504" y="797"/>
                  </a:lnTo>
                  <a:lnTo>
                    <a:pt x="2962" y="1147"/>
                  </a:lnTo>
                  <a:lnTo>
                    <a:pt x="2453" y="1530"/>
                  </a:lnTo>
                  <a:lnTo>
                    <a:pt x="1975" y="1975"/>
                  </a:lnTo>
                  <a:lnTo>
                    <a:pt x="1529" y="2453"/>
                  </a:lnTo>
                  <a:lnTo>
                    <a:pt x="1147" y="2963"/>
                  </a:lnTo>
                  <a:lnTo>
                    <a:pt x="796" y="3504"/>
                  </a:lnTo>
                  <a:lnTo>
                    <a:pt x="510" y="4109"/>
                  </a:lnTo>
                  <a:lnTo>
                    <a:pt x="287" y="4714"/>
                  </a:lnTo>
                  <a:lnTo>
                    <a:pt x="128" y="5383"/>
                  </a:lnTo>
                  <a:lnTo>
                    <a:pt x="32" y="6052"/>
                  </a:lnTo>
                  <a:lnTo>
                    <a:pt x="0" y="6721"/>
                  </a:lnTo>
                  <a:lnTo>
                    <a:pt x="32" y="7422"/>
                  </a:lnTo>
                  <a:lnTo>
                    <a:pt x="128" y="8090"/>
                  </a:lnTo>
                  <a:lnTo>
                    <a:pt x="287" y="8727"/>
                  </a:lnTo>
                  <a:lnTo>
                    <a:pt x="510" y="9364"/>
                  </a:lnTo>
                  <a:lnTo>
                    <a:pt x="796" y="9938"/>
                  </a:lnTo>
                  <a:lnTo>
                    <a:pt x="1147" y="10479"/>
                  </a:lnTo>
                  <a:lnTo>
                    <a:pt x="1529" y="11021"/>
                  </a:lnTo>
                  <a:lnTo>
                    <a:pt x="1975" y="11498"/>
                  </a:lnTo>
                  <a:lnTo>
                    <a:pt x="2453" y="11912"/>
                  </a:lnTo>
                  <a:lnTo>
                    <a:pt x="2962" y="12326"/>
                  </a:lnTo>
                  <a:lnTo>
                    <a:pt x="3504" y="12645"/>
                  </a:lnTo>
                  <a:lnTo>
                    <a:pt x="4109" y="12931"/>
                  </a:lnTo>
                  <a:lnTo>
                    <a:pt x="4714" y="13154"/>
                  </a:lnTo>
                  <a:lnTo>
                    <a:pt x="5383" y="13314"/>
                  </a:lnTo>
                  <a:lnTo>
                    <a:pt x="6052" y="13441"/>
                  </a:lnTo>
                  <a:lnTo>
                    <a:pt x="6720" y="13473"/>
                  </a:lnTo>
                  <a:lnTo>
                    <a:pt x="7421" y="13441"/>
                  </a:lnTo>
                  <a:lnTo>
                    <a:pt x="8090" y="13314"/>
                  </a:lnTo>
                  <a:lnTo>
                    <a:pt x="8727" y="13154"/>
                  </a:lnTo>
                  <a:lnTo>
                    <a:pt x="9332" y="12931"/>
                  </a:lnTo>
                  <a:lnTo>
                    <a:pt x="9937" y="12645"/>
                  </a:lnTo>
                  <a:lnTo>
                    <a:pt x="10479" y="12326"/>
                  </a:lnTo>
                  <a:lnTo>
                    <a:pt x="11020" y="11912"/>
                  </a:lnTo>
                  <a:lnTo>
                    <a:pt x="11498" y="11498"/>
                  </a:lnTo>
                  <a:lnTo>
                    <a:pt x="11912" y="11021"/>
                  </a:lnTo>
                  <a:lnTo>
                    <a:pt x="12326" y="10479"/>
                  </a:lnTo>
                  <a:lnTo>
                    <a:pt x="12644" y="9938"/>
                  </a:lnTo>
                  <a:lnTo>
                    <a:pt x="12931" y="9364"/>
                  </a:lnTo>
                  <a:lnTo>
                    <a:pt x="13154" y="8727"/>
                  </a:lnTo>
                  <a:lnTo>
                    <a:pt x="13313" y="8090"/>
                  </a:lnTo>
                  <a:lnTo>
                    <a:pt x="13441" y="7422"/>
                  </a:lnTo>
                  <a:lnTo>
                    <a:pt x="13472" y="6721"/>
                  </a:lnTo>
                  <a:lnTo>
                    <a:pt x="13441" y="6052"/>
                  </a:lnTo>
                  <a:lnTo>
                    <a:pt x="13313" y="5383"/>
                  </a:lnTo>
                  <a:lnTo>
                    <a:pt x="13154" y="4714"/>
                  </a:lnTo>
                  <a:lnTo>
                    <a:pt x="12931" y="4109"/>
                  </a:lnTo>
                  <a:lnTo>
                    <a:pt x="12644" y="3504"/>
                  </a:lnTo>
                  <a:lnTo>
                    <a:pt x="12326" y="2963"/>
                  </a:lnTo>
                  <a:lnTo>
                    <a:pt x="11912" y="2453"/>
                  </a:lnTo>
                  <a:lnTo>
                    <a:pt x="11498" y="1975"/>
                  </a:lnTo>
                  <a:lnTo>
                    <a:pt x="11020" y="1530"/>
                  </a:lnTo>
                  <a:lnTo>
                    <a:pt x="10479" y="1147"/>
                  </a:lnTo>
                  <a:lnTo>
                    <a:pt x="9937" y="797"/>
                  </a:lnTo>
                  <a:lnTo>
                    <a:pt x="9332" y="510"/>
                  </a:lnTo>
                  <a:lnTo>
                    <a:pt x="8727" y="287"/>
                  </a:lnTo>
                  <a:lnTo>
                    <a:pt x="8090" y="128"/>
                  </a:lnTo>
                  <a:lnTo>
                    <a:pt x="7421" y="33"/>
                  </a:lnTo>
                  <a:lnTo>
                    <a:pt x="67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9"/>
            <p:cNvSpPr/>
            <p:nvPr/>
          </p:nvSpPr>
          <p:spPr>
            <a:xfrm>
              <a:off x="5269225" y="7704575"/>
              <a:ext cx="133000" cy="133000"/>
            </a:xfrm>
            <a:custGeom>
              <a:rect b="b" l="l" r="r" t="t"/>
              <a:pathLst>
                <a:path extrusionOk="0" h="5320" w="5320">
                  <a:moveTo>
                    <a:pt x="2390" y="0"/>
                  </a:moveTo>
                  <a:lnTo>
                    <a:pt x="2103" y="32"/>
                  </a:lnTo>
                  <a:lnTo>
                    <a:pt x="1848" y="128"/>
                  </a:lnTo>
                  <a:lnTo>
                    <a:pt x="1625" y="192"/>
                  </a:lnTo>
                  <a:lnTo>
                    <a:pt x="1370" y="319"/>
                  </a:lnTo>
                  <a:lnTo>
                    <a:pt x="1147" y="446"/>
                  </a:lnTo>
                  <a:lnTo>
                    <a:pt x="956" y="606"/>
                  </a:lnTo>
                  <a:lnTo>
                    <a:pt x="765" y="765"/>
                  </a:lnTo>
                  <a:lnTo>
                    <a:pt x="606" y="956"/>
                  </a:lnTo>
                  <a:lnTo>
                    <a:pt x="447" y="1179"/>
                  </a:lnTo>
                  <a:lnTo>
                    <a:pt x="319" y="1370"/>
                  </a:lnTo>
                  <a:lnTo>
                    <a:pt x="192" y="1625"/>
                  </a:lnTo>
                  <a:lnTo>
                    <a:pt x="96" y="1848"/>
                  </a:lnTo>
                  <a:lnTo>
                    <a:pt x="33" y="2102"/>
                  </a:lnTo>
                  <a:lnTo>
                    <a:pt x="1" y="2389"/>
                  </a:lnTo>
                  <a:lnTo>
                    <a:pt x="1" y="2644"/>
                  </a:lnTo>
                  <a:lnTo>
                    <a:pt x="1" y="2931"/>
                  </a:lnTo>
                  <a:lnTo>
                    <a:pt x="33" y="3185"/>
                  </a:lnTo>
                  <a:lnTo>
                    <a:pt x="96" y="3440"/>
                  </a:lnTo>
                  <a:lnTo>
                    <a:pt x="192" y="3695"/>
                  </a:lnTo>
                  <a:lnTo>
                    <a:pt x="319" y="3918"/>
                  </a:lnTo>
                  <a:lnTo>
                    <a:pt x="447" y="4141"/>
                  </a:lnTo>
                  <a:lnTo>
                    <a:pt x="606" y="4332"/>
                  </a:lnTo>
                  <a:lnTo>
                    <a:pt x="765" y="4523"/>
                  </a:lnTo>
                  <a:lnTo>
                    <a:pt x="956" y="4714"/>
                  </a:lnTo>
                  <a:lnTo>
                    <a:pt x="1147" y="4842"/>
                  </a:lnTo>
                  <a:lnTo>
                    <a:pt x="1370" y="5001"/>
                  </a:lnTo>
                  <a:lnTo>
                    <a:pt x="1625" y="5096"/>
                  </a:lnTo>
                  <a:lnTo>
                    <a:pt x="1848" y="5192"/>
                  </a:lnTo>
                  <a:lnTo>
                    <a:pt x="2103" y="5256"/>
                  </a:lnTo>
                  <a:lnTo>
                    <a:pt x="2390" y="5287"/>
                  </a:lnTo>
                  <a:lnTo>
                    <a:pt x="2644" y="5319"/>
                  </a:lnTo>
                  <a:lnTo>
                    <a:pt x="2931" y="5287"/>
                  </a:lnTo>
                  <a:lnTo>
                    <a:pt x="3186" y="5256"/>
                  </a:lnTo>
                  <a:lnTo>
                    <a:pt x="3441" y="5192"/>
                  </a:lnTo>
                  <a:lnTo>
                    <a:pt x="3695" y="5096"/>
                  </a:lnTo>
                  <a:lnTo>
                    <a:pt x="3918" y="5001"/>
                  </a:lnTo>
                  <a:lnTo>
                    <a:pt x="4141" y="4842"/>
                  </a:lnTo>
                  <a:lnTo>
                    <a:pt x="4332" y="4714"/>
                  </a:lnTo>
                  <a:lnTo>
                    <a:pt x="4523" y="4523"/>
                  </a:lnTo>
                  <a:lnTo>
                    <a:pt x="4715" y="4332"/>
                  </a:lnTo>
                  <a:lnTo>
                    <a:pt x="4842" y="4141"/>
                  </a:lnTo>
                  <a:lnTo>
                    <a:pt x="4969" y="3918"/>
                  </a:lnTo>
                  <a:lnTo>
                    <a:pt x="5097" y="3695"/>
                  </a:lnTo>
                  <a:lnTo>
                    <a:pt x="5192" y="3440"/>
                  </a:lnTo>
                  <a:lnTo>
                    <a:pt x="5256" y="3185"/>
                  </a:lnTo>
                  <a:lnTo>
                    <a:pt x="5288" y="2931"/>
                  </a:lnTo>
                  <a:lnTo>
                    <a:pt x="5320" y="2644"/>
                  </a:lnTo>
                  <a:lnTo>
                    <a:pt x="5288" y="2389"/>
                  </a:lnTo>
                  <a:lnTo>
                    <a:pt x="5256" y="2102"/>
                  </a:lnTo>
                  <a:lnTo>
                    <a:pt x="5192" y="1848"/>
                  </a:lnTo>
                  <a:lnTo>
                    <a:pt x="5097" y="1625"/>
                  </a:lnTo>
                  <a:lnTo>
                    <a:pt x="4969" y="1370"/>
                  </a:lnTo>
                  <a:lnTo>
                    <a:pt x="4842" y="1179"/>
                  </a:lnTo>
                  <a:lnTo>
                    <a:pt x="4715" y="956"/>
                  </a:lnTo>
                  <a:lnTo>
                    <a:pt x="4523" y="765"/>
                  </a:lnTo>
                  <a:lnTo>
                    <a:pt x="4332" y="606"/>
                  </a:lnTo>
                  <a:lnTo>
                    <a:pt x="4141" y="446"/>
                  </a:lnTo>
                  <a:lnTo>
                    <a:pt x="3918" y="319"/>
                  </a:lnTo>
                  <a:lnTo>
                    <a:pt x="3695" y="192"/>
                  </a:lnTo>
                  <a:lnTo>
                    <a:pt x="3441" y="128"/>
                  </a:lnTo>
                  <a:lnTo>
                    <a:pt x="3186" y="32"/>
                  </a:lnTo>
                  <a:lnTo>
                    <a:pt x="29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9"/>
            <p:cNvSpPr/>
            <p:nvPr/>
          </p:nvSpPr>
          <p:spPr>
            <a:xfrm>
              <a:off x="6402275" y="7538950"/>
              <a:ext cx="451475" cy="297825"/>
            </a:xfrm>
            <a:custGeom>
              <a:rect b="b" l="l" r="r" t="t"/>
              <a:pathLst>
                <a:path extrusionOk="0" h="11913" w="18059">
                  <a:moveTo>
                    <a:pt x="8568" y="1"/>
                  </a:moveTo>
                  <a:lnTo>
                    <a:pt x="8090" y="65"/>
                  </a:lnTo>
                  <a:lnTo>
                    <a:pt x="7644" y="96"/>
                  </a:lnTo>
                  <a:lnTo>
                    <a:pt x="7198" y="192"/>
                  </a:lnTo>
                  <a:lnTo>
                    <a:pt x="6752" y="288"/>
                  </a:lnTo>
                  <a:lnTo>
                    <a:pt x="6338" y="415"/>
                  </a:lnTo>
                  <a:lnTo>
                    <a:pt x="5924" y="542"/>
                  </a:lnTo>
                  <a:lnTo>
                    <a:pt x="5510" y="702"/>
                  </a:lnTo>
                  <a:lnTo>
                    <a:pt x="5096" y="893"/>
                  </a:lnTo>
                  <a:lnTo>
                    <a:pt x="4714" y="1084"/>
                  </a:lnTo>
                  <a:lnTo>
                    <a:pt x="4332" y="1307"/>
                  </a:lnTo>
                  <a:lnTo>
                    <a:pt x="3981" y="1530"/>
                  </a:lnTo>
                  <a:lnTo>
                    <a:pt x="3631" y="1784"/>
                  </a:lnTo>
                  <a:lnTo>
                    <a:pt x="3281" y="2071"/>
                  </a:lnTo>
                  <a:lnTo>
                    <a:pt x="2962" y="2358"/>
                  </a:lnTo>
                  <a:lnTo>
                    <a:pt x="2644" y="2644"/>
                  </a:lnTo>
                  <a:lnTo>
                    <a:pt x="2357" y="2963"/>
                  </a:lnTo>
                  <a:lnTo>
                    <a:pt x="2070" y="3281"/>
                  </a:lnTo>
                  <a:lnTo>
                    <a:pt x="1784" y="3632"/>
                  </a:lnTo>
                  <a:lnTo>
                    <a:pt x="1529" y="3982"/>
                  </a:lnTo>
                  <a:lnTo>
                    <a:pt x="1306" y="4332"/>
                  </a:lnTo>
                  <a:lnTo>
                    <a:pt x="1083" y="4715"/>
                  </a:lnTo>
                  <a:lnTo>
                    <a:pt x="892" y="5097"/>
                  </a:lnTo>
                  <a:lnTo>
                    <a:pt x="701" y="5511"/>
                  </a:lnTo>
                  <a:lnTo>
                    <a:pt x="542" y="5925"/>
                  </a:lnTo>
                  <a:lnTo>
                    <a:pt x="414" y="6339"/>
                  </a:lnTo>
                  <a:lnTo>
                    <a:pt x="287" y="6753"/>
                  </a:lnTo>
                  <a:lnTo>
                    <a:pt x="191" y="7199"/>
                  </a:lnTo>
                  <a:lnTo>
                    <a:pt x="96" y="7645"/>
                  </a:lnTo>
                  <a:lnTo>
                    <a:pt x="64" y="8091"/>
                  </a:lnTo>
                  <a:lnTo>
                    <a:pt x="32" y="8536"/>
                  </a:lnTo>
                  <a:lnTo>
                    <a:pt x="0" y="9014"/>
                  </a:lnTo>
                  <a:lnTo>
                    <a:pt x="32" y="9779"/>
                  </a:lnTo>
                  <a:lnTo>
                    <a:pt x="128" y="10511"/>
                  </a:lnTo>
                  <a:lnTo>
                    <a:pt x="287" y="11212"/>
                  </a:lnTo>
                  <a:lnTo>
                    <a:pt x="478" y="11912"/>
                  </a:lnTo>
                  <a:lnTo>
                    <a:pt x="17581" y="11912"/>
                  </a:lnTo>
                  <a:lnTo>
                    <a:pt x="17772" y="11212"/>
                  </a:lnTo>
                  <a:lnTo>
                    <a:pt x="17931" y="10511"/>
                  </a:lnTo>
                  <a:lnTo>
                    <a:pt x="18027" y="9779"/>
                  </a:lnTo>
                  <a:lnTo>
                    <a:pt x="18059" y="9014"/>
                  </a:lnTo>
                  <a:lnTo>
                    <a:pt x="18027" y="8536"/>
                  </a:lnTo>
                  <a:lnTo>
                    <a:pt x="17995" y="8091"/>
                  </a:lnTo>
                  <a:lnTo>
                    <a:pt x="17963" y="7645"/>
                  </a:lnTo>
                  <a:lnTo>
                    <a:pt x="17867" y="7199"/>
                  </a:lnTo>
                  <a:lnTo>
                    <a:pt x="17772" y="6753"/>
                  </a:lnTo>
                  <a:lnTo>
                    <a:pt x="17645" y="6339"/>
                  </a:lnTo>
                  <a:lnTo>
                    <a:pt x="17517" y="5925"/>
                  </a:lnTo>
                  <a:lnTo>
                    <a:pt x="17358" y="5511"/>
                  </a:lnTo>
                  <a:lnTo>
                    <a:pt x="17167" y="5097"/>
                  </a:lnTo>
                  <a:lnTo>
                    <a:pt x="16976" y="4715"/>
                  </a:lnTo>
                  <a:lnTo>
                    <a:pt x="16753" y="4332"/>
                  </a:lnTo>
                  <a:lnTo>
                    <a:pt x="16498" y="3982"/>
                  </a:lnTo>
                  <a:lnTo>
                    <a:pt x="16243" y="3632"/>
                  </a:lnTo>
                  <a:lnTo>
                    <a:pt x="15988" y="3281"/>
                  </a:lnTo>
                  <a:lnTo>
                    <a:pt x="15702" y="2963"/>
                  </a:lnTo>
                  <a:lnTo>
                    <a:pt x="15415" y="2644"/>
                  </a:lnTo>
                  <a:lnTo>
                    <a:pt x="15097" y="2358"/>
                  </a:lnTo>
                  <a:lnTo>
                    <a:pt x="14746" y="2071"/>
                  </a:lnTo>
                  <a:lnTo>
                    <a:pt x="14428" y="1784"/>
                  </a:lnTo>
                  <a:lnTo>
                    <a:pt x="14077" y="1530"/>
                  </a:lnTo>
                  <a:lnTo>
                    <a:pt x="13695" y="1307"/>
                  </a:lnTo>
                  <a:lnTo>
                    <a:pt x="13313" y="1084"/>
                  </a:lnTo>
                  <a:lnTo>
                    <a:pt x="12931" y="893"/>
                  </a:lnTo>
                  <a:lnTo>
                    <a:pt x="12517" y="702"/>
                  </a:lnTo>
                  <a:lnTo>
                    <a:pt x="12135" y="542"/>
                  </a:lnTo>
                  <a:lnTo>
                    <a:pt x="11689" y="415"/>
                  </a:lnTo>
                  <a:lnTo>
                    <a:pt x="11275" y="288"/>
                  </a:lnTo>
                  <a:lnTo>
                    <a:pt x="10829" y="192"/>
                  </a:lnTo>
                  <a:lnTo>
                    <a:pt x="10383" y="96"/>
                  </a:lnTo>
                  <a:lnTo>
                    <a:pt x="9937" y="6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9"/>
            <p:cNvSpPr/>
            <p:nvPr/>
          </p:nvSpPr>
          <p:spPr>
            <a:xfrm>
              <a:off x="6459600" y="7602650"/>
              <a:ext cx="336825" cy="336825"/>
            </a:xfrm>
            <a:custGeom>
              <a:rect b="b" l="l" r="r" t="t"/>
              <a:pathLst>
                <a:path extrusionOk="0" h="13473" w="13473">
                  <a:moveTo>
                    <a:pt x="6752" y="1"/>
                  </a:moveTo>
                  <a:lnTo>
                    <a:pt x="6052" y="33"/>
                  </a:lnTo>
                  <a:lnTo>
                    <a:pt x="5383" y="128"/>
                  </a:lnTo>
                  <a:lnTo>
                    <a:pt x="4746" y="287"/>
                  </a:lnTo>
                  <a:lnTo>
                    <a:pt x="4109" y="510"/>
                  </a:lnTo>
                  <a:lnTo>
                    <a:pt x="3536" y="797"/>
                  </a:lnTo>
                  <a:lnTo>
                    <a:pt x="2962" y="1147"/>
                  </a:lnTo>
                  <a:lnTo>
                    <a:pt x="2453" y="1530"/>
                  </a:lnTo>
                  <a:lnTo>
                    <a:pt x="1975" y="1975"/>
                  </a:lnTo>
                  <a:lnTo>
                    <a:pt x="1529" y="2453"/>
                  </a:lnTo>
                  <a:lnTo>
                    <a:pt x="1147" y="2963"/>
                  </a:lnTo>
                  <a:lnTo>
                    <a:pt x="828" y="3504"/>
                  </a:lnTo>
                  <a:lnTo>
                    <a:pt x="542" y="4109"/>
                  </a:lnTo>
                  <a:lnTo>
                    <a:pt x="319" y="4714"/>
                  </a:lnTo>
                  <a:lnTo>
                    <a:pt x="128" y="5383"/>
                  </a:lnTo>
                  <a:lnTo>
                    <a:pt x="32" y="6052"/>
                  </a:lnTo>
                  <a:lnTo>
                    <a:pt x="0" y="6721"/>
                  </a:lnTo>
                  <a:lnTo>
                    <a:pt x="32" y="7422"/>
                  </a:lnTo>
                  <a:lnTo>
                    <a:pt x="128" y="8090"/>
                  </a:lnTo>
                  <a:lnTo>
                    <a:pt x="319" y="8727"/>
                  </a:lnTo>
                  <a:lnTo>
                    <a:pt x="542" y="9364"/>
                  </a:lnTo>
                  <a:lnTo>
                    <a:pt x="828" y="9938"/>
                  </a:lnTo>
                  <a:lnTo>
                    <a:pt x="1147" y="10479"/>
                  </a:lnTo>
                  <a:lnTo>
                    <a:pt x="1529" y="11021"/>
                  </a:lnTo>
                  <a:lnTo>
                    <a:pt x="1975" y="11498"/>
                  </a:lnTo>
                  <a:lnTo>
                    <a:pt x="2453" y="11912"/>
                  </a:lnTo>
                  <a:lnTo>
                    <a:pt x="2962" y="12326"/>
                  </a:lnTo>
                  <a:lnTo>
                    <a:pt x="3536" y="12645"/>
                  </a:lnTo>
                  <a:lnTo>
                    <a:pt x="4109" y="12931"/>
                  </a:lnTo>
                  <a:lnTo>
                    <a:pt x="4746" y="13154"/>
                  </a:lnTo>
                  <a:lnTo>
                    <a:pt x="5383" y="13314"/>
                  </a:lnTo>
                  <a:lnTo>
                    <a:pt x="6052" y="13441"/>
                  </a:lnTo>
                  <a:lnTo>
                    <a:pt x="6752" y="13473"/>
                  </a:lnTo>
                  <a:lnTo>
                    <a:pt x="7421" y="13441"/>
                  </a:lnTo>
                  <a:lnTo>
                    <a:pt x="8090" y="13314"/>
                  </a:lnTo>
                  <a:lnTo>
                    <a:pt x="8727" y="13154"/>
                  </a:lnTo>
                  <a:lnTo>
                    <a:pt x="9364" y="12931"/>
                  </a:lnTo>
                  <a:lnTo>
                    <a:pt x="9937" y="12645"/>
                  </a:lnTo>
                  <a:lnTo>
                    <a:pt x="10510" y="12326"/>
                  </a:lnTo>
                  <a:lnTo>
                    <a:pt x="11020" y="11912"/>
                  </a:lnTo>
                  <a:lnTo>
                    <a:pt x="11498" y="11498"/>
                  </a:lnTo>
                  <a:lnTo>
                    <a:pt x="11944" y="11021"/>
                  </a:lnTo>
                  <a:lnTo>
                    <a:pt x="12326" y="10479"/>
                  </a:lnTo>
                  <a:lnTo>
                    <a:pt x="12644" y="9938"/>
                  </a:lnTo>
                  <a:lnTo>
                    <a:pt x="12931" y="9364"/>
                  </a:lnTo>
                  <a:lnTo>
                    <a:pt x="13154" y="8727"/>
                  </a:lnTo>
                  <a:lnTo>
                    <a:pt x="13345" y="8090"/>
                  </a:lnTo>
                  <a:lnTo>
                    <a:pt x="13441" y="7422"/>
                  </a:lnTo>
                  <a:lnTo>
                    <a:pt x="13472" y="6721"/>
                  </a:lnTo>
                  <a:lnTo>
                    <a:pt x="13441" y="6052"/>
                  </a:lnTo>
                  <a:lnTo>
                    <a:pt x="13345" y="5383"/>
                  </a:lnTo>
                  <a:lnTo>
                    <a:pt x="13154" y="4714"/>
                  </a:lnTo>
                  <a:lnTo>
                    <a:pt x="12931" y="4109"/>
                  </a:lnTo>
                  <a:lnTo>
                    <a:pt x="12644" y="3504"/>
                  </a:lnTo>
                  <a:lnTo>
                    <a:pt x="12326" y="2963"/>
                  </a:lnTo>
                  <a:lnTo>
                    <a:pt x="11944" y="2453"/>
                  </a:lnTo>
                  <a:lnTo>
                    <a:pt x="11498" y="1975"/>
                  </a:lnTo>
                  <a:lnTo>
                    <a:pt x="11020" y="1530"/>
                  </a:lnTo>
                  <a:lnTo>
                    <a:pt x="10510" y="1147"/>
                  </a:lnTo>
                  <a:lnTo>
                    <a:pt x="9937" y="797"/>
                  </a:lnTo>
                  <a:lnTo>
                    <a:pt x="9364" y="510"/>
                  </a:lnTo>
                  <a:lnTo>
                    <a:pt x="8727" y="287"/>
                  </a:lnTo>
                  <a:lnTo>
                    <a:pt x="8090" y="128"/>
                  </a:lnTo>
                  <a:lnTo>
                    <a:pt x="7421" y="33"/>
                  </a:lnTo>
                  <a:lnTo>
                    <a:pt x="67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9"/>
            <p:cNvSpPr/>
            <p:nvPr/>
          </p:nvSpPr>
          <p:spPr>
            <a:xfrm>
              <a:off x="6561500" y="7704575"/>
              <a:ext cx="133000" cy="133000"/>
            </a:xfrm>
            <a:custGeom>
              <a:rect b="b" l="l" r="r" t="t"/>
              <a:pathLst>
                <a:path extrusionOk="0" h="5320" w="5320">
                  <a:moveTo>
                    <a:pt x="2390" y="0"/>
                  </a:moveTo>
                  <a:lnTo>
                    <a:pt x="2135" y="32"/>
                  </a:lnTo>
                  <a:lnTo>
                    <a:pt x="1880" y="128"/>
                  </a:lnTo>
                  <a:lnTo>
                    <a:pt x="1625" y="192"/>
                  </a:lnTo>
                  <a:lnTo>
                    <a:pt x="1402" y="319"/>
                  </a:lnTo>
                  <a:lnTo>
                    <a:pt x="1179" y="446"/>
                  </a:lnTo>
                  <a:lnTo>
                    <a:pt x="956" y="606"/>
                  </a:lnTo>
                  <a:lnTo>
                    <a:pt x="765" y="765"/>
                  </a:lnTo>
                  <a:lnTo>
                    <a:pt x="606" y="956"/>
                  </a:lnTo>
                  <a:lnTo>
                    <a:pt x="447" y="1179"/>
                  </a:lnTo>
                  <a:lnTo>
                    <a:pt x="319" y="1370"/>
                  </a:lnTo>
                  <a:lnTo>
                    <a:pt x="224" y="1625"/>
                  </a:lnTo>
                  <a:lnTo>
                    <a:pt x="128" y="1848"/>
                  </a:lnTo>
                  <a:lnTo>
                    <a:pt x="65" y="2102"/>
                  </a:lnTo>
                  <a:lnTo>
                    <a:pt x="1" y="2389"/>
                  </a:lnTo>
                  <a:lnTo>
                    <a:pt x="1" y="2644"/>
                  </a:lnTo>
                  <a:lnTo>
                    <a:pt x="1" y="2931"/>
                  </a:lnTo>
                  <a:lnTo>
                    <a:pt x="65" y="3185"/>
                  </a:lnTo>
                  <a:lnTo>
                    <a:pt x="128" y="3440"/>
                  </a:lnTo>
                  <a:lnTo>
                    <a:pt x="224" y="3695"/>
                  </a:lnTo>
                  <a:lnTo>
                    <a:pt x="319" y="3918"/>
                  </a:lnTo>
                  <a:lnTo>
                    <a:pt x="447" y="4141"/>
                  </a:lnTo>
                  <a:lnTo>
                    <a:pt x="606" y="4332"/>
                  </a:lnTo>
                  <a:lnTo>
                    <a:pt x="765" y="4523"/>
                  </a:lnTo>
                  <a:lnTo>
                    <a:pt x="956" y="4714"/>
                  </a:lnTo>
                  <a:lnTo>
                    <a:pt x="1179" y="4842"/>
                  </a:lnTo>
                  <a:lnTo>
                    <a:pt x="1402" y="5001"/>
                  </a:lnTo>
                  <a:lnTo>
                    <a:pt x="1625" y="5096"/>
                  </a:lnTo>
                  <a:lnTo>
                    <a:pt x="1880" y="5192"/>
                  </a:lnTo>
                  <a:lnTo>
                    <a:pt x="2135" y="5256"/>
                  </a:lnTo>
                  <a:lnTo>
                    <a:pt x="2390" y="5287"/>
                  </a:lnTo>
                  <a:lnTo>
                    <a:pt x="2676" y="5319"/>
                  </a:lnTo>
                  <a:lnTo>
                    <a:pt x="2931" y="5287"/>
                  </a:lnTo>
                  <a:lnTo>
                    <a:pt x="3186" y="5256"/>
                  </a:lnTo>
                  <a:lnTo>
                    <a:pt x="3441" y="5192"/>
                  </a:lnTo>
                  <a:lnTo>
                    <a:pt x="3695" y="5096"/>
                  </a:lnTo>
                  <a:lnTo>
                    <a:pt x="3918" y="5001"/>
                  </a:lnTo>
                  <a:lnTo>
                    <a:pt x="4141" y="4842"/>
                  </a:lnTo>
                  <a:lnTo>
                    <a:pt x="4364" y="4714"/>
                  </a:lnTo>
                  <a:lnTo>
                    <a:pt x="4555" y="4523"/>
                  </a:lnTo>
                  <a:lnTo>
                    <a:pt x="4715" y="4332"/>
                  </a:lnTo>
                  <a:lnTo>
                    <a:pt x="4874" y="4141"/>
                  </a:lnTo>
                  <a:lnTo>
                    <a:pt x="5001" y="3918"/>
                  </a:lnTo>
                  <a:lnTo>
                    <a:pt x="5097" y="3695"/>
                  </a:lnTo>
                  <a:lnTo>
                    <a:pt x="5192" y="3440"/>
                  </a:lnTo>
                  <a:lnTo>
                    <a:pt x="5256" y="3185"/>
                  </a:lnTo>
                  <a:lnTo>
                    <a:pt x="5320" y="2931"/>
                  </a:lnTo>
                  <a:lnTo>
                    <a:pt x="5320" y="2644"/>
                  </a:lnTo>
                  <a:lnTo>
                    <a:pt x="5320" y="2389"/>
                  </a:lnTo>
                  <a:lnTo>
                    <a:pt x="5256" y="2102"/>
                  </a:lnTo>
                  <a:lnTo>
                    <a:pt x="5192" y="1848"/>
                  </a:lnTo>
                  <a:lnTo>
                    <a:pt x="5097" y="1625"/>
                  </a:lnTo>
                  <a:lnTo>
                    <a:pt x="5001" y="1370"/>
                  </a:lnTo>
                  <a:lnTo>
                    <a:pt x="4874" y="1179"/>
                  </a:lnTo>
                  <a:lnTo>
                    <a:pt x="4715" y="956"/>
                  </a:lnTo>
                  <a:lnTo>
                    <a:pt x="4555" y="765"/>
                  </a:lnTo>
                  <a:lnTo>
                    <a:pt x="4364" y="606"/>
                  </a:lnTo>
                  <a:lnTo>
                    <a:pt x="4141" y="446"/>
                  </a:lnTo>
                  <a:lnTo>
                    <a:pt x="3918" y="319"/>
                  </a:lnTo>
                  <a:lnTo>
                    <a:pt x="3695" y="192"/>
                  </a:lnTo>
                  <a:lnTo>
                    <a:pt x="3441" y="128"/>
                  </a:lnTo>
                  <a:lnTo>
                    <a:pt x="3186" y="32"/>
                  </a:lnTo>
                  <a:lnTo>
                    <a:pt x="29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9"/>
            <p:cNvSpPr/>
            <p:nvPr/>
          </p:nvSpPr>
          <p:spPr>
            <a:xfrm>
              <a:off x="6894325" y="7538950"/>
              <a:ext cx="451500" cy="297825"/>
            </a:xfrm>
            <a:custGeom>
              <a:rect b="b" l="l" r="r" t="t"/>
              <a:pathLst>
                <a:path extrusionOk="0" h="11913" w="18060">
                  <a:moveTo>
                    <a:pt x="8568" y="1"/>
                  </a:moveTo>
                  <a:lnTo>
                    <a:pt x="8091" y="65"/>
                  </a:lnTo>
                  <a:lnTo>
                    <a:pt x="7645" y="96"/>
                  </a:lnTo>
                  <a:lnTo>
                    <a:pt x="7199" y="192"/>
                  </a:lnTo>
                  <a:lnTo>
                    <a:pt x="6753" y="288"/>
                  </a:lnTo>
                  <a:lnTo>
                    <a:pt x="6339" y="415"/>
                  </a:lnTo>
                  <a:lnTo>
                    <a:pt x="5925" y="542"/>
                  </a:lnTo>
                  <a:lnTo>
                    <a:pt x="5511" y="702"/>
                  </a:lnTo>
                  <a:lnTo>
                    <a:pt x="5097" y="893"/>
                  </a:lnTo>
                  <a:lnTo>
                    <a:pt x="4715" y="1084"/>
                  </a:lnTo>
                  <a:lnTo>
                    <a:pt x="4332" y="1307"/>
                  </a:lnTo>
                  <a:lnTo>
                    <a:pt x="3982" y="1530"/>
                  </a:lnTo>
                  <a:lnTo>
                    <a:pt x="3632" y="1784"/>
                  </a:lnTo>
                  <a:lnTo>
                    <a:pt x="3281" y="2071"/>
                  </a:lnTo>
                  <a:lnTo>
                    <a:pt x="2963" y="2358"/>
                  </a:lnTo>
                  <a:lnTo>
                    <a:pt x="2644" y="2644"/>
                  </a:lnTo>
                  <a:lnTo>
                    <a:pt x="2358" y="2963"/>
                  </a:lnTo>
                  <a:lnTo>
                    <a:pt x="2071" y="3281"/>
                  </a:lnTo>
                  <a:lnTo>
                    <a:pt x="1784" y="3632"/>
                  </a:lnTo>
                  <a:lnTo>
                    <a:pt x="1530" y="3982"/>
                  </a:lnTo>
                  <a:lnTo>
                    <a:pt x="1307" y="4332"/>
                  </a:lnTo>
                  <a:lnTo>
                    <a:pt x="1084" y="4715"/>
                  </a:lnTo>
                  <a:lnTo>
                    <a:pt x="893" y="5097"/>
                  </a:lnTo>
                  <a:lnTo>
                    <a:pt x="702" y="5511"/>
                  </a:lnTo>
                  <a:lnTo>
                    <a:pt x="542" y="5925"/>
                  </a:lnTo>
                  <a:lnTo>
                    <a:pt x="415" y="6339"/>
                  </a:lnTo>
                  <a:lnTo>
                    <a:pt x="288" y="6753"/>
                  </a:lnTo>
                  <a:lnTo>
                    <a:pt x="192" y="7199"/>
                  </a:lnTo>
                  <a:lnTo>
                    <a:pt x="96" y="7645"/>
                  </a:lnTo>
                  <a:lnTo>
                    <a:pt x="65" y="8091"/>
                  </a:lnTo>
                  <a:lnTo>
                    <a:pt x="33" y="8536"/>
                  </a:lnTo>
                  <a:lnTo>
                    <a:pt x="1" y="9014"/>
                  </a:lnTo>
                  <a:lnTo>
                    <a:pt x="33" y="9779"/>
                  </a:lnTo>
                  <a:lnTo>
                    <a:pt x="128" y="10511"/>
                  </a:lnTo>
                  <a:lnTo>
                    <a:pt x="288" y="11212"/>
                  </a:lnTo>
                  <a:lnTo>
                    <a:pt x="479" y="11912"/>
                  </a:lnTo>
                  <a:lnTo>
                    <a:pt x="17582" y="11912"/>
                  </a:lnTo>
                  <a:lnTo>
                    <a:pt x="17773" y="11212"/>
                  </a:lnTo>
                  <a:lnTo>
                    <a:pt x="17932" y="10511"/>
                  </a:lnTo>
                  <a:lnTo>
                    <a:pt x="18027" y="9779"/>
                  </a:lnTo>
                  <a:lnTo>
                    <a:pt x="18059" y="9014"/>
                  </a:lnTo>
                  <a:lnTo>
                    <a:pt x="18027" y="8536"/>
                  </a:lnTo>
                  <a:lnTo>
                    <a:pt x="17996" y="8091"/>
                  </a:lnTo>
                  <a:lnTo>
                    <a:pt x="17964" y="7645"/>
                  </a:lnTo>
                  <a:lnTo>
                    <a:pt x="17868" y="7199"/>
                  </a:lnTo>
                  <a:lnTo>
                    <a:pt x="17773" y="6753"/>
                  </a:lnTo>
                  <a:lnTo>
                    <a:pt x="17645" y="6339"/>
                  </a:lnTo>
                  <a:lnTo>
                    <a:pt x="17518" y="5925"/>
                  </a:lnTo>
                  <a:lnTo>
                    <a:pt x="17359" y="5511"/>
                  </a:lnTo>
                  <a:lnTo>
                    <a:pt x="17168" y="5097"/>
                  </a:lnTo>
                  <a:lnTo>
                    <a:pt x="16976" y="4715"/>
                  </a:lnTo>
                  <a:lnTo>
                    <a:pt x="16753" y="4332"/>
                  </a:lnTo>
                  <a:lnTo>
                    <a:pt x="16499" y="3982"/>
                  </a:lnTo>
                  <a:lnTo>
                    <a:pt x="16244" y="3632"/>
                  </a:lnTo>
                  <a:lnTo>
                    <a:pt x="15989" y="3281"/>
                  </a:lnTo>
                  <a:lnTo>
                    <a:pt x="15702" y="2963"/>
                  </a:lnTo>
                  <a:lnTo>
                    <a:pt x="15416" y="2644"/>
                  </a:lnTo>
                  <a:lnTo>
                    <a:pt x="15097" y="2358"/>
                  </a:lnTo>
                  <a:lnTo>
                    <a:pt x="14747" y="2071"/>
                  </a:lnTo>
                  <a:lnTo>
                    <a:pt x="14428" y="1784"/>
                  </a:lnTo>
                  <a:lnTo>
                    <a:pt x="14078" y="1530"/>
                  </a:lnTo>
                  <a:lnTo>
                    <a:pt x="13696" y="1307"/>
                  </a:lnTo>
                  <a:lnTo>
                    <a:pt x="13314" y="1084"/>
                  </a:lnTo>
                  <a:lnTo>
                    <a:pt x="12932" y="893"/>
                  </a:lnTo>
                  <a:lnTo>
                    <a:pt x="12518" y="702"/>
                  </a:lnTo>
                  <a:lnTo>
                    <a:pt x="12135" y="542"/>
                  </a:lnTo>
                  <a:lnTo>
                    <a:pt x="11689" y="415"/>
                  </a:lnTo>
                  <a:lnTo>
                    <a:pt x="11275" y="288"/>
                  </a:lnTo>
                  <a:lnTo>
                    <a:pt x="10830" y="192"/>
                  </a:lnTo>
                  <a:lnTo>
                    <a:pt x="10384" y="96"/>
                  </a:lnTo>
                  <a:lnTo>
                    <a:pt x="9938" y="65"/>
                  </a:lnTo>
                  <a:lnTo>
                    <a:pt x="94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9"/>
            <p:cNvSpPr/>
            <p:nvPr/>
          </p:nvSpPr>
          <p:spPr>
            <a:xfrm>
              <a:off x="6951650" y="7602650"/>
              <a:ext cx="336850" cy="336825"/>
            </a:xfrm>
            <a:custGeom>
              <a:rect b="b" l="l" r="r" t="t"/>
              <a:pathLst>
                <a:path extrusionOk="0" h="13473" w="13474">
                  <a:moveTo>
                    <a:pt x="6753" y="1"/>
                  </a:moveTo>
                  <a:lnTo>
                    <a:pt x="6052" y="33"/>
                  </a:lnTo>
                  <a:lnTo>
                    <a:pt x="5383" y="128"/>
                  </a:lnTo>
                  <a:lnTo>
                    <a:pt x="4747" y="287"/>
                  </a:lnTo>
                  <a:lnTo>
                    <a:pt x="4110" y="510"/>
                  </a:lnTo>
                  <a:lnTo>
                    <a:pt x="3536" y="797"/>
                  </a:lnTo>
                  <a:lnTo>
                    <a:pt x="2963" y="1147"/>
                  </a:lnTo>
                  <a:lnTo>
                    <a:pt x="2453" y="1530"/>
                  </a:lnTo>
                  <a:lnTo>
                    <a:pt x="1976" y="1975"/>
                  </a:lnTo>
                  <a:lnTo>
                    <a:pt x="1530" y="2453"/>
                  </a:lnTo>
                  <a:lnTo>
                    <a:pt x="1148" y="2963"/>
                  </a:lnTo>
                  <a:lnTo>
                    <a:pt x="829" y="3504"/>
                  </a:lnTo>
                  <a:lnTo>
                    <a:pt x="542" y="4109"/>
                  </a:lnTo>
                  <a:lnTo>
                    <a:pt x="319" y="4714"/>
                  </a:lnTo>
                  <a:lnTo>
                    <a:pt x="128" y="5383"/>
                  </a:lnTo>
                  <a:lnTo>
                    <a:pt x="33" y="6052"/>
                  </a:lnTo>
                  <a:lnTo>
                    <a:pt x="1" y="6721"/>
                  </a:lnTo>
                  <a:lnTo>
                    <a:pt x="33" y="7422"/>
                  </a:lnTo>
                  <a:lnTo>
                    <a:pt x="128" y="8090"/>
                  </a:lnTo>
                  <a:lnTo>
                    <a:pt x="319" y="8727"/>
                  </a:lnTo>
                  <a:lnTo>
                    <a:pt x="542" y="9364"/>
                  </a:lnTo>
                  <a:lnTo>
                    <a:pt x="829" y="9938"/>
                  </a:lnTo>
                  <a:lnTo>
                    <a:pt x="1148" y="10479"/>
                  </a:lnTo>
                  <a:lnTo>
                    <a:pt x="1530" y="11021"/>
                  </a:lnTo>
                  <a:lnTo>
                    <a:pt x="1976" y="11498"/>
                  </a:lnTo>
                  <a:lnTo>
                    <a:pt x="2453" y="11912"/>
                  </a:lnTo>
                  <a:lnTo>
                    <a:pt x="2963" y="12326"/>
                  </a:lnTo>
                  <a:lnTo>
                    <a:pt x="3536" y="12645"/>
                  </a:lnTo>
                  <a:lnTo>
                    <a:pt x="4110" y="12931"/>
                  </a:lnTo>
                  <a:lnTo>
                    <a:pt x="4747" y="13154"/>
                  </a:lnTo>
                  <a:lnTo>
                    <a:pt x="5383" y="13314"/>
                  </a:lnTo>
                  <a:lnTo>
                    <a:pt x="6052" y="13441"/>
                  </a:lnTo>
                  <a:lnTo>
                    <a:pt x="6753" y="13473"/>
                  </a:lnTo>
                  <a:lnTo>
                    <a:pt x="7422" y="13441"/>
                  </a:lnTo>
                  <a:lnTo>
                    <a:pt x="8091" y="13314"/>
                  </a:lnTo>
                  <a:lnTo>
                    <a:pt x="8728" y="13154"/>
                  </a:lnTo>
                  <a:lnTo>
                    <a:pt x="9365" y="12931"/>
                  </a:lnTo>
                  <a:lnTo>
                    <a:pt x="9938" y="12645"/>
                  </a:lnTo>
                  <a:lnTo>
                    <a:pt x="10511" y="12326"/>
                  </a:lnTo>
                  <a:lnTo>
                    <a:pt x="11021" y="11912"/>
                  </a:lnTo>
                  <a:lnTo>
                    <a:pt x="11499" y="11498"/>
                  </a:lnTo>
                  <a:lnTo>
                    <a:pt x="11944" y="11021"/>
                  </a:lnTo>
                  <a:lnTo>
                    <a:pt x="12327" y="10479"/>
                  </a:lnTo>
                  <a:lnTo>
                    <a:pt x="12645" y="9938"/>
                  </a:lnTo>
                  <a:lnTo>
                    <a:pt x="12932" y="9364"/>
                  </a:lnTo>
                  <a:lnTo>
                    <a:pt x="13187" y="8727"/>
                  </a:lnTo>
                  <a:lnTo>
                    <a:pt x="13346" y="8090"/>
                  </a:lnTo>
                  <a:lnTo>
                    <a:pt x="13441" y="7422"/>
                  </a:lnTo>
                  <a:lnTo>
                    <a:pt x="13473" y="6721"/>
                  </a:lnTo>
                  <a:lnTo>
                    <a:pt x="13441" y="6052"/>
                  </a:lnTo>
                  <a:lnTo>
                    <a:pt x="13346" y="5383"/>
                  </a:lnTo>
                  <a:lnTo>
                    <a:pt x="13187" y="4714"/>
                  </a:lnTo>
                  <a:lnTo>
                    <a:pt x="12932" y="4109"/>
                  </a:lnTo>
                  <a:lnTo>
                    <a:pt x="12645" y="3504"/>
                  </a:lnTo>
                  <a:lnTo>
                    <a:pt x="12327" y="2963"/>
                  </a:lnTo>
                  <a:lnTo>
                    <a:pt x="11944" y="2453"/>
                  </a:lnTo>
                  <a:lnTo>
                    <a:pt x="11499" y="1975"/>
                  </a:lnTo>
                  <a:lnTo>
                    <a:pt x="11021" y="1530"/>
                  </a:lnTo>
                  <a:lnTo>
                    <a:pt x="10511" y="1147"/>
                  </a:lnTo>
                  <a:lnTo>
                    <a:pt x="9938" y="797"/>
                  </a:lnTo>
                  <a:lnTo>
                    <a:pt x="9365" y="510"/>
                  </a:lnTo>
                  <a:lnTo>
                    <a:pt x="8728" y="287"/>
                  </a:lnTo>
                  <a:lnTo>
                    <a:pt x="8091" y="128"/>
                  </a:lnTo>
                  <a:lnTo>
                    <a:pt x="7422" y="33"/>
                  </a:lnTo>
                  <a:lnTo>
                    <a:pt x="67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9"/>
            <p:cNvSpPr/>
            <p:nvPr/>
          </p:nvSpPr>
          <p:spPr>
            <a:xfrm>
              <a:off x="7053575" y="7704575"/>
              <a:ext cx="133000" cy="133000"/>
            </a:xfrm>
            <a:custGeom>
              <a:rect b="b" l="l" r="r" t="t"/>
              <a:pathLst>
                <a:path extrusionOk="0" h="5320" w="5320">
                  <a:moveTo>
                    <a:pt x="2389" y="0"/>
                  </a:moveTo>
                  <a:lnTo>
                    <a:pt x="2135" y="32"/>
                  </a:lnTo>
                  <a:lnTo>
                    <a:pt x="1880" y="128"/>
                  </a:lnTo>
                  <a:lnTo>
                    <a:pt x="1625" y="192"/>
                  </a:lnTo>
                  <a:lnTo>
                    <a:pt x="1402" y="319"/>
                  </a:lnTo>
                  <a:lnTo>
                    <a:pt x="1179" y="446"/>
                  </a:lnTo>
                  <a:lnTo>
                    <a:pt x="956" y="606"/>
                  </a:lnTo>
                  <a:lnTo>
                    <a:pt x="797" y="765"/>
                  </a:lnTo>
                  <a:lnTo>
                    <a:pt x="606" y="956"/>
                  </a:lnTo>
                  <a:lnTo>
                    <a:pt x="447" y="1179"/>
                  </a:lnTo>
                  <a:lnTo>
                    <a:pt x="319" y="1370"/>
                  </a:lnTo>
                  <a:lnTo>
                    <a:pt x="224" y="1625"/>
                  </a:lnTo>
                  <a:lnTo>
                    <a:pt x="128" y="1848"/>
                  </a:lnTo>
                  <a:lnTo>
                    <a:pt x="64" y="2102"/>
                  </a:lnTo>
                  <a:lnTo>
                    <a:pt x="1" y="2389"/>
                  </a:lnTo>
                  <a:lnTo>
                    <a:pt x="1" y="2644"/>
                  </a:lnTo>
                  <a:lnTo>
                    <a:pt x="1" y="2931"/>
                  </a:lnTo>
                  <a:lnTo>
                    <a:pt x="64" y="3185"/>
                  </a:lnTo>
                  <a:lnTo>
                    <a:pt x="128" y="3440"/>
                  </a:lnTo>
                  <a:lnTo>
                    <a:pt x="224" y="3695"/>
                  </a:lnTo>
                  <a:lnTo>
                    <a:pt x="319" y="3918"/>
                  </a:lnTo>
                  <a:lnTo>
                    <a:pt x="447" y="4141"/>
                  </a:lnTo>
                  <a:lnTo>
                    <a:pt x="606" y="4332"/>
                  </a:lnTo>
                  <a:lnTo>
                    <a:pt x="797" y="4523"/>
                  </a:lnTo>
                  <a:lnTo>
                    <a:pt x="956" y="4714"/>
                  </a:lnTo>
                  <a:lnTo>
                    <a:pt x="1179" y="4842"/>
                  </a:lnTo>
                  <a:lnTo>
                    <a:pt x="1402" y="5001"/>
                  </a:lnTo>
                  <a:lnTo>
                    <a:pt x="1625" y="5096"/>
                  </a:lnTo>
                  <a:lnTo>
                    <a:pt x="1880" y="5192"/>
                  </a:lnTo>
                  <a:lnTo>
                    <a:pt x="2135" y="5256"/>
                  </a:lnTo>
                  <a:lnTo>
                    <a:pt x="2389" y="5287"/>
                  </a:lnTo>
                  <a:lnTo>
                    <a:pt x="2676" y="5319"/>
                  </a:lnTo>
                  <a:lnTo>
                    <a:pt x="2931" y="5287"/>
                  </a:lnTo>
                  <a:lnTo>
                    <a:pt x="3186" y="5256"/>
                  </a:lnTo>
                  <a:lnTo>
                    <a:pt x="3440" y="5192"/>
                  </a:lnTo>
                  <a:lnTo>
                    <a:pt x="3695" y="5096"/>
                  </a:lnTo>
                  <a:lnTo>
                    <a:pt x="3918" y="5001"/>
                  </a:lnTo>
                  <a:lnTo>
                    <a:pt x="4141" y="4842"/>
                  </a:lnTo>
                  <a:lnTo>
                    <a:pt x="4364" y="4714"/>
                  </a:lnTo>
                  <a:lnTo>
                    <a:pt x="4555" y="4523"/>
                  </a:lnTo>
                  <a:lnTo>
                    <a:pt x="4714" y="4332"/>
                  </a:lnTo>
                  <a:lnTo>
                    <a:pt x="4874" y="4141"/>
                  </a:lnTo>
                  <a:lnTo>
                    <a:pt x="5001" y="3918"/>
                  </a:lnTo>
                  <a:lnTo>
                    <a:pt x="5097" y="3695"/>
                  </a:lnTo>
                  <a:lnTo>
                    <a:pt x="5192" y="3440"/>
                  </a:lnTo>
                  <a:lnTo>
                    <a:pt x="5256" y="3185"/>
                  </a:lnTo>
                  <a:lnTo>
                    <a:pt x="5319" y="2931"/>
                  </a:lnTo>
                  <a:lnTo>
                    <a:pt x="5319" y="2644"/>
                  </a:lnTo>
                  <a:lnTo>
                    <a:pt x="5319" y="2389"/>
                  </a:lnTo>
                  <a:lnTo>
                    <a:pt x="5256" y="2102"/>
                  </a:lnTo>
                  <a:lnTo>
                    <a:pt x="5192" y="1848"/>
                  </a:lnTo>
                  <a:lnTo>
                    <a:pt x="5097" y="1625"/>
                  </a:lnTo>
                  <a:lnTo>
                    <a:pt x="5001" y="1370"/>
                  </a:lnTo>
                  <a:lnTo>
                    <a:pt x="4874" y="1179"/>
                  </a:lnTo>
                  <a:lnTo>
                    <a:pt x="4714" y="956"/>
                  </a:lnTo>
                  <a:lnTo>
                    <a:pt x="4555" y="765"/>
                  </a:lnTo>
                  <a:lnTo>
                    <a:pt x="4364" y="606"/>
                  </a:lnTo>
                  <a:lnTo>
                    <a:pt x="4141" y="446"/>
                  </a:lnTo>
                  <a:lnTo>
                    <a:pt x="3918" y="319"/>
                  </a:lnTo>
                  <a:lnTo>
                    <a:pt x="3695" y="192"/>
                  </a:lnTo>
                  <a:lnTo>
                    <a:pt x="3440" y="128"/>
                  </a:lnTo>
                  <a:lnTo>
                    <a:pt x="3186" y="32"/>
                  </a:lnTo>
                  <a:lnTo>
                    <a:pt x="29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9"/>
            <p:cNvSpPr/>
            <p:nvPr/>
          </p:nvSpPr>
          <p:spPr>
            <a:xfrm>
              <a:off x="6317075" y="6325525"/>
              <a:ext cx="736525" cy="339200"/>
            </a:xfrm>
            <a:custGeom>
              <a:rect b="b" l="l" r="r" t="t"/>
              <a:pathLst>
                <a:path extrusionOk="0" h="13568" w="29461">
                  <a:moveTo>
                    <a:pt x="14715" y="0"/>
                  </a:moveTo>
                  <a:lnTo>
                    <a:pt x="13218" y="32"/>
                  </a:lnTo>
                  <a:lnTo>
                    <a:pt x="11753" y="159"/>
                  </a:lnTo>
                  <a:lnTo>
                    <a:pt x="10351" y="319"/>
                  </a:lnTo>
                  <a:lnTo>
                    <a:pt x="8982" y="541"/>
                  </a:lnTo>
                  <a:lnTo>
                    <a:pt x="7708" y="828"/>
                  </a:lnTo>
                  <a:lnTo>
                    <a:pt x="6497" y="1178"/>
                  </a:lnTo>
                  <a:lnTo>
                    <a:pt x="5351" y="1561"/>
                  </a:lnTo>
                  <a:lnTo>
                    <a:pt x="4809" y="1784"/>
                  </a:lnTo>
                  <a:lnTo>
                    <a:pt x="4300" y="2007"/>
                  </a:lnTo>
                  <a:lnTo>
                    <a:pt x="3822" y="2229"/>
                  </a:lnTo>
                  <a:lnTo>
                    <a:pt x="3344" y="2484"/>
                  </a:lnTo>
                  <a:lnTo>
                    <a:pt x="2930" y="2739"/>
                  </a:lnTo>
                  <a:lnTo>
                    <a:pt x="2516" y="2994"/>
                  </a:lnTo>
                  <a:lnTo>
                    <a:pt x="2134" y="3280"/>
                  </a:lnTo>
                  <a:lnTo>
                    <a:pt x="1784" y="3567"/>
                  </a:lnTo>
                  <a:lnTo>
                    <a:pt x="1433" y="3854"/>
                  </a:lnTo>
                  <a:lnTo>
                    <a:pt x="1147" y="4140"/>
                  </a:lnTo>
                  <a:lnTo>
                    <a:pt x="892" y="4459"/>
                  </a:lnTo>
                  <a:lnTo>
                    <a:pt x="637" y="4777"/>
                  </a:lnTo>
                  <a:lnTo>
                    <a:pt x="446" y="5096"/>
                  </a:lnTo>
                  <a:lnTo>
                    <a:pt x="287" y="5414"/>
                  </a:lnTo>
                  <a:lnTo>
                    <a:pt x="160" y="5765"/>
                  </a:lnTo>
                  <a:lnTo>
                    <a:pt x="64" y="6083"/>
                  </a:lnTo>
                  <a:lnTo>
                    <a:pt x="0" y="6434"/>
                  </a:lnTo>
                  <a:lnTo>
                    <a:pt x="0" y="6784"/>
                  </a:lnTo>
                  <a:lnTo>
                    <a:pt x="0" y="7134"/>
                  </a:lnTo>
                  <a:lnTo>
                    <a:pt x="64" y="7485"/>
                  </a:lnTo>
                  <a:lnTo>
                    <a:pt x="160" y="7835"/>
                  </a:lnTo>
                  <a:lnTo>
                    <a:pt x="287" y="8153"/>
                  </a:lnTo>
                  <a:lnTo>
                    <a:pt x="446" y="8472"/>
                  </a:lnTo>
                  <a:lnTo>
                    <a:pt x="637" y="8822"/>
                  </a:lnTo>
                  <a:lnTo>
                    <a:pt x="892" y="9109"/>
                  </a:lnTo>
                  <a:lnTo>
                    <a:pt x="1147" y="9427"/>
                  </a:lnTo>
                  <a:lnTo>
                    <a:pt x="1433" y="9746"/>
                  </a:lnTo>
                  <a:lnTo>
                    <a:pt x="1784" y="10032"/>
                  </a:lnTo>
                  <a:lnTo>
                    <a:pt x="2134" y="10319"/>
                  </a:lnTo>
                  <a:lnTo>
                    <a:pt x="2516" y="10574"/>
                  </a:lnTo>
                  <a:lnTo>
                    <a:pt x="2930" y="10861"/>
                  </a:lnTo>
                  <a:lnTo>
                    <a:pt x="3344" y="11115"/>
                  </a:lnTo>
                  <a:lnTo>
                    <a:pt x="3822" y="11338"/>
                  </a:lnTo>
                  <a:lnTo>
                    <a:pt x="4300" y="11593"/>
                  </a:lnTo>
                  <a:lnTo>
                    <a:pt x="4809" y="11816"/>
                  </a:lnTo>
                  <a:lnTo>
                    <a:pt x="5351" y="12039"/>
                  </a:lnTo>
                  <a:lnTo>
                    <a:pt x="6497" y="12421"/>
                  </a:lnTo>
                  <a:lnTo>
                    <a:pt x="7708" y="12740"/>
                  </a:lnTo>
                  <a:lnTo>
                    <a:pt x="8982" y="13026"/>
                  </a:lnTo>
                  <a:lnTo>
                    <a:pt x="10351" y="13281"/>
                  </a:lnTo>
                  <a:lnTo>
                    <a:pt x="11753" y="13440"/>
                  </a:lnTo>
                  <a:lnTo>
                    <a:pt x="13218" y="13536"/>
                  </a:lnTo>
                  <a:lnTo>
                    <a:pt x="14715" y="13568"/>
                  </a:lnTo>
                  <a:lnTo>
                    <a:pt x="16243" y="13536"/>
                  </a:lnTo>
                  <a:lnTo>
                    <a:pt x="17708" y="13440"/>
                  </a:lnTo>
                  <a:lnTo>
                    <a:pt x="19110" y="13281"/>
                  </a:lnTo>
                  <a:lnTo>
                    <a:pt x="20447" y="13026"/>
                  </a:lnTo>
                  <a:lnTo>
                    <a:pt x="21753" y="12740"/>
                  </a:lnTo>
                  <a:lnTo>
                    <a:pt x="22963" y="12421"/>
                  </a:lnTo>
                  <a:lnTo>
                    <a:pt x="24110" y="12039"/>
                  </a:lnTo>
                  <a:lnTo>
                    <a:pt x="24620" y="11816"/>
                  </a:lnTo>
                  <a:lnTo>
                    <a:pt x="25161" y="11593"/>
                  </a:lnTo>
                  <a:lnTo>
                    <a:pt x="25639" y="11338"/>
                  </a:lnTo>
                  <a:lnTo>
                    <a:pt x="26085" y="11115"/>
                  </a:lnTo>
                  <a:lnTo>
                    <a:pt x="26531" y="10861"/>
                  </a:lnTo>
                  <a:lnTo>
                    <a:pt x="26945" y="10574"/>
                  </a:lnTo>
                  <a:lnTo>
                    <a:pt x="27327" y="10319"/>
                  </a:lnTo>
                  <a:lnTo>
                    <a:pt x="27677" y="10032"/>
                  </a:lnTo>
                  <a:lnTo>
                    <a:pt x="27996" y="9746"/>
                  </a:lnTo>
                  <a:lnTo>
                    <a:pt x="28314" y="9427"/>
                  </a:lnTo>
                  <a:lnTo>
                    <a:pt x="28569" y="9109"/>
                  </a:lnTo>
                  <a:lnTo>
                    <a:pt x="28792" y="8822"/>
                  </a:lnTo>
                  <a:lnTo>
                    <a:pt x="28983" y="8472"/>
                  </a:lnTo>
                  <a:lnTo>
                    <a:pt x="29174" y="8153"/>
                  </a:lnTo>
                  <a:lnTo>
                    <a:pt x="29301" y="7835"/>
                  </a:lnTo>
                  <a:lnTo>
                    <a:pt x="29397" y="7485"/>
                  </a:lnTo>
                  <a:lnTo>
                    <a:pt x="29429" y="7134"/>
                  </a:lnTo>
                  <a:lnTo>
                    <a:pt x="29461" y="6784"/>
                  </a:lnTo>
                  <a:lnTo>
                    <a:pt x="29429" y="6434"/>
                  </a:lnTo>
                  <a:lnTo>
                    <a:pt x="29397" y="6083"/>
                  </a:lnTo>
                  <a:lnTo>
                    <a:pt x="29301" y="5765"/>
                  </a:lnTo>
                  <a:lnTo>
                    <a:pt x="29174" y="5414"/>
                  </a:lnTo>
                  <a:lnTo>
                    <a:pt x="28983" y="5096"/>
                  </a:lnTo>
                  <a:lnTo>
                    <a:pt x="28792" y="4777"/>
                  </a:lnTo>
                  <a:lnTo>
                    <a:pt x="28569" y="4459"/>
                  </a:lnTo>
                  <a:lnTo>
                    <a:pt x="28314" y="4140"/>
                  </a:lnTo>
                  <a:lnTo>
                    <a:pt x="27996" y="3854"/>
                  </a:lnTo>
                  <a:lnTo>
                    <a:pt x="27677" y="3567"/>
                  </a:lnTo>
                  <a:lnTo>
                    <a:pt x="27327" y="3280"/>
                  </a:lnTo>
                  <a:lnTo>
                    <a:pt x="26945" y="2994"/>
                  </a:lnTo>
                  <a:lnTo>
                    <a:pt x="26531" y="2739"/>
                  </a:lnTo>
                  <a:lnTo>
                    <a:pt x="26085" y="2484"/>
                  </a:lnTo>
                  <a:lnTo>
                    <a:pt x="25639" y="2229"/>
                  </a:lnTo>
                  <a:lnTo>
                    <a:pt x="25161" y="2007"/>
                  </a:lnTo>
                  <a:lnTo>
                    <a:pt x="24620" y="1784"/>
                  </a:lnTo>
                  <a:lnTo>
                    <a:pt x="24110" y="1561"/>
                  </a:lnTo>
                  <a:lnTo>
                    <a:pt x="22963" y="1178"/>
                  </a:lnTo>
                  <a:lnTo>
                    <a:pt x="21753" y="828"/>
                  </a:lnTo>
                  <a:lnTo>
                    <a:pt x="20447" y="541"/>
                  </a:lnTo>
                  <a:lnTo>
                    <a:pt x="19110" y="319"/>
                  </a:lnTo>
                  <a:lnTo>
                    <a:pt x="17708" y="159"/>
                  </a:lnTo>
                  <a:lnTo>
                    <a:pt x="16243" y="32"/>
                  </a:lnTo>
                  <a:lnTo>
                    <a:pt x="147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9"/>
            <p:cNvSpPr/>
            <p:nvPr/>
          </p:nvSpPr>
          <p:spPr>
            <a:xfrm>
              <a:off x="6356875" y="5305550"/>
              <a:ext cx="1012025" cy="959475"/>
            </a:xfrm>
            <a:custGeom>
              <a:rect b="b" l="l" r="r" t="t"/>
              <a:pathLst>
                <a:path extrusionOk="0" h="38379" w="40481">
                  <a:moveTo>
                    <a:pt x="20257" y="0"/>
                  </a:moveTo>
                  <a:lnTo>
                    <a:pt x="19142" y="64"/>
                  </a:lnTo>
                  <a:lnTo>
                    <a:pt x="18027" y="160"/>
                  </a:lnTo>
                  <a:lnTo>
                    <a:pt x="16944" y="319"/>
                  </a:lnTo>
                  <a:lnTo>
                    <a:pt x="15862" y="542"/>
                  </a:lnTo>
                  <a:lnTo>
                    <a:pt x="14811" y="829"/>
                  </a:lnTo>
                  <a:lnTo>
                    <a:pt x="13760" y="1179"/>
                  </a:lnTo>
                  <a:lnTo>
                    <a:pt x="12772" y="1561"/>
                  </a:lnTo>
                  <a:lnTo>
                    <a:pt x="11785" y="2007"/>
                  </a:lnTo>
                  <a:lnTo>
                    <a:pt x="10798" y="2517"/>
                  </a:lnTo>
                  <a:lnTo>
                    <a:pt x="9874" y="3090"/>
                  </a:lnTo>
                  <a:lnTo>
                    <a:pt x="8982" y="3663"/>
                  </a:lnTo>
                  <a:lnTo>
                    <a:pt x="8090" y="4300"/>
                  </a:lnTo>
                  <a:lnTo>
                    <a:pt x="7262" y="5001"/>
                  </a:lnTo>
                  <a:lnTo>
                    <a:pt x="6466" y="5733"/>
                  </a:lnTo>
                  <a:lnTo>
                    <a:pt x="5702" y="6498"/>
                  </a:lnTo>
                  <a:lnTo>
                    <a:pt x="4969" y="7294"/>
                  </a:lnTo>
                  <a:lnTo>
                    <a:pt x="4300" y="8122"/>
                  </a:lnTo>
                  <a:lnTo>
                    <a:pt x="3663" y="8982"/>
                  </a:lnTo>
                  <a:lnTo>
                    <a:pt x="3058" y="9874"/>
                  </a:lnTo>
                  <a:lnTo>
                    <a:pt x="2517" y="10765"/>
                  </a:lnTo>
                  <a:lnTo>
                    <a:pt x="2007" y="11721"/>
                  </a:lnTo>
                  <a:lnTo>
                    <a:pt x="1561" y="12676"/>
                  </a:lnTo>
                  <a:lnTo>
                    <a:pt x="1179" y="13664"/>
                  </a:lnTo>
                  <a:lnTo>
                    <a:pt x="829" y="14651"/>
                  </a:lnTo>
                  <a:lnTo>
                    <a:pt x="542" y="15670"/>
                  </a:lnTo>
                  <a:lnTo>
                    <a:pt x="319" y="16689"/>
                  </a:lnTo>
                  <a:lnTo>
                    <a:pt x="160" y="17740"/>
                  </a:lnTo>
                  <a:lnTo>
                    <a:pt x="33" y="18791"/>
                  </a:lnTo>
                  <a:lnTo>
                    <a:pt x="1" y="19842"/>
                  </a:lnTo>
                  <a:lnTo>
                    <a:pt x="33" y="20893"/>
                  </a:lnTo>
                  <a:lnTo>
                    <a:pt x="128" y="21944"/>
                  </a:lnTo>
                  <a:lnTo>
                    <a:pt x="287" y="22995"/>
                  </a:lnTo>
                  <a:lnTo>
                    <a:pt x="478" y="23887"/>
                  </a:lnTo>
                  <a:lnTo>
                    <a:pt x="701" y="24779"/>
                  </a:lnTo>
                  <a:lnTo>
                    <a:pt x="988" y="25607"/>
                  </a:lnTo>
                  <a:lnTo>
                    <a:pt x="1338" y="26467"/>
                  </a:lnTo>
                  <a:lnTo>
                    <a:pt x="1689" y="27263"/>
                  </a:lnTo>
                  <a:lnTo>
                    <a:pt x="2103" y="28059"/>
                  </a:lnTo>
                  <a:lnTo>
                    <a:pt x="2549" y="28824"/>
                  </a:lnTo>
                  <a:lnTo>
                    <a:pt x="3058" y="29556"/>
                  </a:lnTo>
                  <a:lnTo>
                    <a:pt x="3568" y="30289"/>
                  </a:lnTo>
                  <a:lnTo>
                    <a:pt x="4141" y="30958"/>
                  </a:lnTo>
                  <a:lnTo>
                    <a:pt x="4714" y="31627"/>
                  </a:lnTo>
                  <a:lnTo>
                    <a:pt x="5351" y="32264"/>
                  </a:lnTo>
                  <a:lnTo>
                    <a:pt x="6020" y="32869"/>
                  </a:lnTo>
                  <a:lnTo>
                    <a:pt x="6689" y="33474"/>
                  </a:lnTo>
                  <a:lnTo>
                    <a:pt x="7390" y="34015"/>
                  </a:lnTo>
                  <a:lnTo>
                    <a:pt x="8122" y="34557"/>
                  </a:lnTo>
                  <a:lnTo>
                    <a:pt x="8887" y="35034"/>
                  </a:lnTo>
                  <a:lnTo>
                    <a:pt x="9651" y="35512"/>
                  </a:lnTo>
                  <a:lnTo>
                    <a:pt x="10447" y="35926"/>
                  </a:lnTo>
                  <a:lnTo>
                    <a:pt x="11275" y="36340"/>
                  </a:lnTo>
                  <a:lnTo>
                    <a:pt x="12103" y="36691"/>
                  </a:lnTo>
                  <a:lnTo>
                    <a:pt x="12931" y="37041"/>
                  </a:lnTo>
                  <a:lnTo>
                    <a:pt x="13791" y="37327"/>
                  </a:lnTo>
                  <a:lnTo>
                    <a:pt x="14683" y="37582"/>
                  </a:lnTo>
                  <a:lnTo>
                    <a:pt x="15543" y="37805"/>
                  </a:lnTo>
                  <a:lnTo>
                    <a:pt x="16435" y="37996"/>
                  </a:lnTo>
                  <a:lnTo>
                    <a:pt x="17327" y="38156"/>
                  </a:lnTo>
                  <a:lnTo>
                    <a:pt x="18250" y="38251"/>
                  </a:lnTo>
                  <a:lnTo>
                    <a:pt x="19142" y="38347"/>
                  </a:lnTo>
                  <a:lnTo>
                    <a:pt x="20066" y="38379"/>
                  </a:lnTo>
                  <a:lnTo>
                    <a:pt x="20957" y="38379"/>
                  </a:lnTo>
                  <a:lnTo>
                    <a:pt x="21881" y="38315"/>
                  </a:lnTo>
                  <a:lnTo>
                    <a:pt x="22645" y="38251"/>
                  </a:lnTo>
                  <a:lnTo>
                    <a:pt x="23442" y="38124"/>
                  </a:lnTo>
                  <a:lnTo>
                    <a:pt x="24238" y="37996"/>
                  </a:lnTo>
                  <a:lnTo>
                    <a:pt x="25002" y="37837"/>
                  </a:lnTo>
                  <a:lnTo>
                    <a:pt x="25798" y="37646"/>
                  </a:lnTo>
                  <a:lnTo>
                    <a:pt x="26563" y="37391"/>
                  </a:lnTo>
                  <a:lnTo>
                    <a:pt x="27327" y="37136"/>
                  </a:lnTo>
                  <a:lnTo>
                    <a:pt x="28060" y="36882"/>
                  </a:lnTo>
                  <a:lnTo>
                    <a:pt x="28824" y="36563"/>
                  </a:lnTo>
                  <a:lnTo>
                    <a:pt x="29557" y="36213"/>
                  </a:lnTo>
                  <a:lnTo>
                    <a:pt x="30257" y="35862"/>
                  </a:lnTo>
                  <a:lnTo>
                    <a:pt x="30958" y="35448"/>
                  </a:lnTo>
                  <a:lnTo>
                    <a:pt x="31659" y="35034"/>
                  </a:lnTo>
                  <a:lnTo>
                    <a:pt x="32328" y="34588"/>
                  </a:lnTo>
                  <a:lnTo>
                    <a:pt x="32996" y="34143"/>
                  </a:lnTo>
                  <a:lnTo>
                    <a:pt x="33633" y="33633"/>
                  </a:lnTo>
                  <a:lnTo>
                    <a:pt x="34238" y="33123"/>
                  </a:lnTo>
                  <a:lnTo>
                    <a:pt x="34812" y="32582"/>
                  </a:lnTo>
                  <a:lnTo>
                    <a:pt x="35385" y="32041"/>
                  </a:lnTo>
                  <a:lnTo>
                    <a:pt x="35958" y="31467"/>
                  </a:lnTo>
                  <a:lnTo>
                    <a:pt x="36468" y="30862"/>
                  </a:lnTo>
                  <a:lnTo>
                    <a:pt x="36978" y="30225"/>
                  </a:lnTo>
                  <a:lnTo>
                    <a:pt x="37423" y="29588"/>
                  </a:lnTo>
                  <a:lnTo>
                    <a:pt x="37869" y="28919"/>
                  </a:lnTo>
                  <a:lnTo>
                    <a:pt x="38283" y="28251"/>
                  </a:lnTo>
                  <a:lnTo>
                    <a:pt x="38666" y="27550"/>
                  </a:lnTo>
                  <a:lnTo>
                    <a:pt x="39016" y="26849"/>
                  </a:lnTo>
                  <a:lnTo>
                    <a:pt x="39334" y="26117"/>
                  </a:lnTo>
                  <a:lnTo>
                    <a:pt x="39589" y="25352"/>
                  </a:lnTo>
                  <a:lnTo>
                    <a:pt x="39844" y="24588"/>
                  </a:lnTo>
                  <a:lnTo>
                    <a:pt x="40067" y="23792"/>
                  </a:lnTo>
                  <a:lnTo>
                    <a:pt x="40226" y="22995"/>
                  </a:lnTo>
                  <a:lnTo>
                    <a:pt x="40385" y="21944"/>
                  </a:lnTo>
                  <a:lnTo>
                    <a:pt x="40449" y="20925"/>
                  </a:lnTo>
                  <a:lnTo>
                    <a:pt x="40481" y="19874"/>
                  </a:lnTo>
                  <a:lnTo>
                    <a:pt x="40449" y="18823"/>
                  </a:lnTo>
                  <a:lnTo>
                    <a:pt x="40322" y="17804"/>
                  </a:lnTo>
                  <a:lnTo>
                    <a:pt x="40162" y="16753"/>
                  </a:lnTo>
                  <a:lnTo>
                    <a:pt x="39939" y="15734"/>
                  </a:lnTo>
                  <a:lnTo>
                    <a:pt x="39653" y="14715"/>
                  </a:lnTo>
                  <a:lnTo>
                    <a:pt x="39303" y="13727"/>
                  </a:lnTo>
                  <a:lnTo>
                    <a:pt x="38920" y="12740"/>
                  </a:lnTo>
                  <a:lnTo>
                    <a:pt x="38474" y="11785"/>
                  </a:lnTo>
                  <a:lnTo>
                    <a:pt x="37965" y="10861"/>
                  </a:lnTo>
                  <a:lnTo>
                    <a:pt x="37423" y="9937"/>
                  </a:lnTo>
                  <a:lnTo>
                    <a:pt x="36850" y="9046"/>
                  </a:lnTo>
                  <a:lnTo>
                    <a:pt x="36213" y="8186"/>
                  </a:lnTo>
                  <a:lnTo>
                    <a:pt x="35512" y="7358"/>
                  </a:lnTo>
                  <a:lnTo>
                    <a:pt x="34812" y="6561"/>
                  </a:lnTo>
                  <a:lnTo>
                    <a:pt x="34047" y="5797"/>
                  </a:lnTo>
                  <a:lnTo>
                    <a:pt x="33251" y="5064"/>
                  </a:lnTo>
                  <a:lnTo>
                    <a:pt x="32423" y="4364"/>
                  </a:lnTo>
                  <a:lnTo>
                    <a:pt x="31531" y="3727"/>
                  </a:lnTo>
                  <a:lnTo>
                    <a:pt x="30640" y="3122"/>
                  </a:lnTo>
                  <a:lnTo>
                    <a:pt x="29716" y="2548"/>
                  </a:lnTo>
                  <a:lnTo>
                    <a:pt x="28760" y="2039"/>
                  </a:lnTo>
                  <a:lnTo>
                    <a:pt x="27773" y="1593"/>
                  </a:lnTo>
                  <a:lnTo>
                    <a:pt x="26754" y="1179"/>
                  </a:lnTo>
                  <a:lnTo>
                    <a:pt x="25703" y="829"/>
                  </a:lnTo>
                  <a:lnTo>
                    <a:pt x="24652" y="542"/>
                  </a:lnTo>
                  <a:lnTo>
                    <a:pt x="23569" y="319"/>
                  </a:lnTo>
                  <a:lnTo>
                    <a:pt x="22486" y="160"/>
                  </a:lnTo>
                  <a:lnTo>
                    <a:pt x="21371" y="64"/>
                  </a:lnTo>
                  <a:lnTo>
                    <a:pt x="202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6907875" y="5141525"/>
              <a:ext cx="305775" cy="509600"/>
            </a:xfrm>
            <a:custGeom>
              <a:rect b="b" l="l" r="r" t="t"/>
              <a:pathLst>
                <a:path extrusionOk="0" h="20384" w="12231">
                  <a:moveTo>
                    <a:pt x="5797" y="1"/>
                  </a:moveTo>
                  <a:lnTo>
                    <a:pt x="5510" y="64"/>
                  </a:lnTo>
                  <a:lnTo>
                    <a:pt x="5192" y="128"/>
                  </a:lnTo>
                  <a:lnTo>
                    <a:pt x="4905" y="224"/>
                  </a:lnTo>
                  <a:lnTo>
                    <a:pt x="4587" y="319"/>
                  </a:lnTo>
                  <a:lnTo>
                    <a:pt x="4300" y="446"/>
                  </a:lnTo>
                  <a:lnTo>
                    <a:pt x="4013" y="638"/>
                  </a:lnTo>
                  <a:lnTo>
                    <a:pt x="3758" y="797"/>
                  </a:lnTo>
                  <a:lnTo>
                    <a:pt x="3472" y="1020"/>
                  </a:lnTo>
                  <a:lnTo>
                    <a:pt x="3217" y="1243"/>
                  </a:lnTo>
                  <a:lnTo>
                    <a:pt x="2962" y="1466"/>
                  </a:lnTo>
                  <a:lnTo>
                    <a:pt x="2707" y="1752"/>
                  </a:lnTo>
                  <a:lnTo>
                    <a:pt x="2230" y="2326"/>
                  </a:lnTo>
                  <a:lnTo>
                    <a:pt x="1816" y="2994"/>
                  </a:lnTo>
                  <a:lnTo>
                    <a:pt x="1402" y="3727"/>
                  </a:lnTo>
                  <a:lnTo>
                    <a:pt x="1051" y="4491"/>
                  </a:lnTo>
                  <a:lnTo>
                    <a:pt x="765" y="5351"/>
                  </a:lnTo>
                  <a:lnTo>
                    <a:pt x="478" y="6243"/>
                  </a:lnTo>
                  <a:lnTo>
                    <a:pt x="287" y="7167"/>
                  </a:lnTo>
                  <a:lnTo>
                    <a:pt x="128" y="8154"/>
                  </a:lnTo>
                  <a:lnTo>
                    <a:pt x="32" y="9141"/>
                  </a:lnTo>
                  <a:lnTo>
                    <a:pt x="0" y="10192"/>
                  </a:lnTo>
                  <a:lnTo>
                    <a:pt x="32" y="11243"/>
                  </a:lnTo>
                  <a:lnTo>
                    <a:pt x="128" y="12262"/>
                  </a:lnTo>
                  <a:lnTo>
                    <a:pt x="287" y="13218"/>
                  </a:lnTo>
                  <a:lnTo>
                    <a:pt x="478" y="14173"/>
                  </a:lnTo>
                  <a:lnTo>
                    <a:pt x="765" y="15065"/>
                  </a:lnTo>
                  <a:lnTo>
                    <a:pt x="1051" y="15893"/>
                  </a:lnTo>
                  <a:lnTo>
                    <a:pt x="1402" y="16689"/>
                  </a:lnTo>
                  <a:lnTo>
                    <a:pt x="1816" y="17422"/>
                  </a:lnTo>
                  <a:lnTo>
                    <a:pt x="2230" y="18059"/>
                  </a:lnTo>
                  <a:lnTo>
                    <a:pt x="2707" y="18664"/>
                  </a:lnTo>
                  <a:lnTo>
                    <a:pt x="2962" y="18919"/>
                  </a:lnTo>
                  <a:lnTo>
                    <a:pt x="3217" y="19174"/>
                  </a:lnTo>
                  <a:lnTo>
                    <a:pt x="3472" y="19397"/>
                  </a:lnTo>
                  <a:lnTo>
                    <a:pt x="3758" y="19588"/>
                  </a:lnTo>
                  <a:lnTo>
                    <a:pt x="4013" y="19779"/>
                  </a:lnTo>
                  <a:lnTo>
                    <a:pt x="4300" y="19938"/>
                  </a:lnTo>
                  <a:lnTo>
                    <a:pt x="4587" y="20065"/>
                  </a:lnTo>
                  <a:lnTo>
                    <a:pt x="4905" y="20193"/>
                  </a:lnTo>
                  <a:lnTo>
                    <a:pt x="5192" y="20288"/>
                  </a:lnTo>
                  <a:lnTo>
                    <a:pt x="5510" y="20352"/>
                  </a:lnTo>
                  <a:lnTo>
                    <a:pt x="5797" y="20384"/>
                  </a:lnTo>
                  <a:lnTo>
                    <a:pt x="6434" y="20384"/>
                  </a:lnTo>
                  <a:lnTo>
                    <a:pt x="6752" y="20352"/>
                  </a:lnTo>
                  <a:lnTo>
                    <a:pt x="7039" y="20288"/>
                  </a:lnTo>
                  <a:lnTo>
                    <a:pt x="7357" y="20193"/>
                  </a:lnTo>
                  <a:lnTo>
                    <a:pt x="7644" y="20065"/>
                  </a:lnTo>
                  <a:lnTo>
                    <a:pt x="7931" y="19938"/>
                  </a:lnTo>
                  <a:lnTo>
                    <a:pt x="8217" y="19779"/>
                  </a:lnTo>
                  <a:lnTo>
                    <a:pt x="8504" y="19588"/>
                  </a:lnTo>
                  <a:lnTo>
                    <a:pt x="8759" y="19397"/>
                  </a:lnTo>
                  <a:lnTo>
                    <a:pt x="9045" y="19174"/>
                  </a:lnTo>
                  <a:lnTo>
                    <a:pt x="9300" y="18919"/>
                  </a:lnTo>
                  <a:lnTo>
                    <a:pt x="9555" y="18664"/>
                  </a:lnTo>
                  <a:lnTo>
                    <a:pt x="10001" y="18059"/>
                  </a:lnTo>
                  <a:lnTo>
                    <a:pt x="10447" y="17422"/>
                  </a:lnTo>
                  <a:lnTo>
                    <a:pt x="10829" y="16689"/>
                  </a:lnTo>
                  <a:lnTo>
                    <a:pt x="11179" y="15893"/>
                  </a:lnTo>
                  <a:lnTo>
                    <a:pt x="11498" y="15065"/>
                  </a:lnTo>
                  <a:lnTo>
                    <a:pt x="11753" y="14173"/>
                  </a:lnTo>
                  <a:lnTo>
                    <a:pt x="11944" y="13218"/>
                  </a:lnTo>
                  <a:lnTo>
                    <a:pt x="12103" y="12262"/>
                  </a:lnTo>
                  <a:lnTo>
                    <a:pt x="12198" y="11243"/>
                  </a:lnTo>
                  <a:lnTo>
                    <a:pt x="12230" y="10192"/>
                  </a:lnTo>
                  <a:lnTo>
                    <a:pt x="12198" y="9141"/>
                  </a:lnTo>
                  <a:lnTo>
                    <a:pt x="12103" y="8154"/>
                  </a:lnTo>
                  <a:lnTo>
                    <a:pt x="11944" y="7167"/>
                  </a:lnTo>
                  <a:lnTo>
                    <a:pt x="11753" y="6243"/>
                  </a:lnTo>
                  <a:lnTo>
                    <a:pt x="11498" y="5351"/>
                  </a:lnTo>
                  <a:lnTo>
                    <a:pt x="11179" y="4491"/>
                  </a:lnTo>
                  <a:lnTo>
                    <a:pt x="10829" y="3727"/>
                  </a:lnTo>
                  <a:lnTo>
                    <a:pt x="10447" y="2994"/>
                  </a:lnTo>
                  <a:lnTo>
                    <a:pt x="10001" y="2326"/>
                  </a:lnTo>
                  <a:lnTo>
                    <a:pt x="9555" y="1752"/>
                  </a:lnTo>
                  <a:lnTo>
                    <a:pt x="9300" y="1466"/>
                  </a:lnTo>
                  <a:lnTo>
                    <a:pt x="9045" y="1243"/>
                  </a:lnTo>
                  <a:lnTo>
                    <a:pt x="8759" y="1020"/>
                  </a:lnTo>
                  <a:lnTo>
                    <a:pt x="8504" y="797"/>
                  </a:lnTo>
                  <a:lnTo>
                    <a:pt x="8217" y="638"/>
                  </a:lnTo>
                  <a:lnTo>
                    <a:pt x="7931" y="446"/>
                  </a:lnTo>
                  <a:lnTo>
                    <a:pt x="7644" y="319"/>
                  </a:lnTo>
                  <a:lnTo>
                    <a:pt x="7357" y="224"/>
                  </a:lnTo>
                  <a:lnTo>
                    <a:pt x="7039" y="128"/>
                  </a:lnTo>
                  <a:lnTo>
                    <a:pt x="6752" y="64"/>
                  </a:lnTo>
                  <a:lnTo>
                    <a:pt x="64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9"/>
            <p:cNvSpPr/>
            <p:nvPr/>
          </p:nvSpPr>
          <p:spPr>
            <a:xfrm>
              <a:off x="6403850" y="5327850"/>
              <a:ext cx="358325" cy="410075"/>
            </a:xfrm>
            <a:custGeom>
              <a:rect b="b" l="l" r="r" t="t"/>
              <a:pathLst>
                <a:path extrusionOk="0" h="16403" w="14333">
                  <a:moveTo>
                    <a:pt x="4460" y="0"/>
                  </a:moveTo>
                  <a:lnTo>
                    <a:pt x="4141" y="32"/>
                  </a:lnTo>
                  <a:lnTo>
                    <a:pt x="3823" y="64"/>
                  </a:lnTo>
                  <a:lnTo>
                    <a:pt x="3504" y="128"/>
                  </a:lnTo>
                  <a:lnTo>
                    <a:pt x="3218" y="223"/>
                  </a:lnTo>
                  <a:lnTo>
                    <a:pt x="2899" y="319"/>
                  </a:lnTo>
                  <a:lnTo>
                    <a:pt x="2644" y="446"/>
                  </a:lnTo>
                  <a:lnTo>
                    <a:pt x="2358" y="605"/>
                  </a:lnTo>
                  <a:lnTo>
                    <a:pt x="2103" y="765"/>
                  </a:lnTo>
                  <a:lnTo>
                    <a:pt x="1848" y="956"/>
                  </a:lnTo>
                  <a:lnTo>
                    <a:pt x="1593" y="1147"/>
                  </a:lnTo>
                  <a:lnTo>
                    <a:pt x="1370" y="1370"/>
                  </a:lnTo>
                  <a:lnTo>
                    <a:pt x="1179" y="1593"/>
                  </a:lnTo>
                  <a:lnTo>
                    <a:pt x="988" y="1847"/>
                  </a:lnTo>
                  <a:lnTo>
                    <a:pt x="829" y="2134"/>
                  </a:lnTo>
                  <a:lnTo>
                    <a:pt x="670" y="2389"/>
                  </a:lnTo>
                  <a:lnTo>
                    <a:pt x="510" y="2676"/>
                  </a:lnTo>
                  <a:lnTo>
                    <a:pt x="415" y="2994"/>
                  </a:lnTo>
                  <a:lnTo>
                    <a:pt x="287" y="3313"/>
                  </a:lnTo>
                  <a:lnTo>
                    <a:pt x="128" y="3950"/>
                  </a:lnTo>
                  <a:lnTo>
                    <a:pt x="33" y="4650"/>
                  </a:lnTo>
                  <a:lnTo>
                    <a:pt x="1" y="5383"/>
                  </a:lnTo>
                  <a:lnTo>
                    <a:pt x="33" y="6115"/>
                  </a:lnTo>
                  <a:lnTo>
                    <a:pt x="128" y="6911"/>
                  </a:lnTo>
                  <a:lnTo>
                    <a:pt x="319" y="7676"/>
                  </a:lnTo>
                  <a:lnTo>
                    <a:pt x="542" y="8472"/>
                  </a:lnTo>
                  <a:lnTo>
                    <a:pt x="829" y="9268"/>
                  </a:lnTo>
                  <a:lnTo>
                    <a:pt x="1211" y="10096"/>
                  </a:lnTo>
                  <a:lnTo>
                    <a:pt x="1625" y="10861"/>
                  </a:lnTo>
                  <a:lnTo>
                    <a:pt x="2135" y="11657"/>
                  </a:lnTo>
                  <a:lnTo>
                    <a:pt x="2676" y="12390"/>
                  </a:lnTo>
                  <a:lnTo>
                    <a:pt x="3249" y="13090"/>
                  </a:lnTo>
                  <a:lnTo>
                    <a:pt x="3855" y="13695"/>
                  </a:lnTo>
                  <a:lnTo>
                    <a:pt x="4492" y="14269"/>
                  </a:lnTo>
                  <a:lnTo>
                    <a:pt x="5160" y="14778"/>
                  </a:lnTo>
                  <a:lnTo>
                    <a:pt x="5829" y="15224"/>
                  </a:lnTo>
                  <a:lnTo>
                    <a:pt x="6498" y="15606"/>
                  </a:lnTo>
                  <a:lnTo>
                    <a:pt x="7199" y="15893"/>
                  </a:lnTo>
                  <a:lnTo>
                    <a:pt x="7899" y="16148"/>
                  </a:lnTo>
                  <a:lnTo>
                    <a:pt x="8568" y="16307"/>
                  </a:lnTo>
                  <a:lnTo>
                    <a:pt x="9237" y="16402"/>
                  </a:lnTo>
                  <a:lnTo>
                    <a:pt x="9906" y="16402"/>
                  </a:lnTo>
                  <a:lnTo>
                    <a:pt x="10224" y="16371"/>
                  </a:lnTo>
                  <a:lnTo>
                    <a:pt x="10511" y="16339"/>
                  </a:lnTo>
                  <a:lnTo>
                    <a:pt x="10830" y="16275"/>
                  </a:lnTo>
                  <a:lnTo>
                    <a:pt x="11148" y="16180"/>
                  </a:lnTo>
                  <a:lnTo>
                    <a:pt x="11435" y="16084"/>
                  </a:lnTo>
                  <a:lnTo>
                    <a:pt x="11721" y="15957"/>
                  </a:lnTo>
                  <a:lnTo>
                    <a:pt x="11976" y="15829"/>
                  </a:lnTo>
                  <a:lnTo>
                    <a:pt x="12263" y="15638"/>
                  </a:lnTo>
                  <a:lnTo>
                    <a:pt x="12518" y="15447"/>
                  </a:lnTo>
                  <a:lnTo>
                    <a:pt x="12740" y="15256"/>
                  </a:lnTo>
                  <a:lnTo>
                    <a:pt x="12963" y="15033"/>
                  </a:lnTo>
                  <a:lnTo>
                    <a:pt x="13154" y="14810"/>
                  </a:lnTo>
                  <a:lnTo>
                    <a:pt x="13346" y="14555"/>
                  </a:lnTo>
                  <a:lnTo>
                    <a:pt x="13537" y="14300"/>
                  </a:lnTo>
                  <a:lnTo>
                    <a:pt x="13696" y="14014"/>
                  </a:lnTo>
                  <a:lnTo>
                    <a:pt x="13823" y="13727"/>
                  </a:lnTo>
                  <a:lnTo>
                    <a:pt x="13951" y="13409"/>
                  </a:lnTo>
                  <a:lnTo>
                    <a:pt x="14046" y="13122"/>
                  </a:lnTo>
                  <a:lnTo>
                    <a:pt x="14206" y="12453"/>
                  </a:lnTo>
                  <a:lnTo>
                    <a:pt x="14301" y="11753"/>
                  </a:lnTo>
                  <a:lnTo>
                    <a:pt x="14333" y="11020"/>
                  </a:lnTo>
                  <a:lnTo>
                    <a:pt x="14301" y="10287"/>
                  </a:lnTo>
                  <a:lnTo>
                    <a:pt x="14206" y="9523"/>
                  </a:lnTo>
                  <a:lnTo>
                    <a:pt x="14046" y="8727"/>
                  </a:lnTo>
                  <a:lnTo>
                    <a:pt x="13791" y="7931"/>
                  </a:lnTo>
                  <a:lnTo>
                    <a:pt x="13505" y="7134"/>
                  </a:lnTo>
                  <a:lnTo>
                    <a:pt x="13154" y="6338"/>
                  </a:lnTo>
                  <a:lnTo>
                    <a:pt x="12709" y="5542"/>
                  </a:lnTo>
                  <a:lnTo>
                    <a:pt x="12231" y="4746"/>
                  </a:lnTo>
                  <a:lnTo>
                    <a:pt x="11658" y="4013"/>
                  </a:lnTo>
                  <a:lnTo>
                    <a:pt x="11084" y="3344"/>
                  </a:lnTo>
                  <a:lnTo>
                    <a:pt x="10479" y="2707"/>
                  </a:lnTo>
                  <a:lnTo>
                    <a:pt x="9842" y="2134"/>
                  </a:lnTo>
                  <a:lnTo>
                    <a:pt x="9173" y="1625"/>
                  </a:lnTo>
                  <a:lnTo>
                    <a:pt x="8505" y="1179"/>
                  </a:lnTo>
                  <a:lnTo>
                    <a:pt x="7836" y="796"/>
                  </a:lnTo>
                  <a:lnTo>
                    <a:pt x="7135" y="510"/>
                  </a:lnTo>
                  <a:lnTo>
                    <a:pt x="6466" y="255"/>
                  </a:lnTo>
                  <a:lnTo>
                    <a:pt x="5766" y="96"/>
                  </a:lnTo>
                  <a:lnTo>
                    <a:pt x="5097" y="32"/>
                  </a:lnTo>
                  <a:lnTo>
                    <a:pt x="47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9"/>
            <p:cNvSpPr/>
            <p:nvPr/>
          </p:nvSpPr>
          <p:spPr>
            <a:xfrm>
              <a:off x="6895925" y="6083450"/>
              <a:ext cx="340800" cy="187150"/>
            </a:xfrm>
            <a:custGeom>
              <a:rect b="b" l="l" r="r" t="t"/>
              <a:pathLst>
                <a:path extrusionOk="0" h="7486" w="13632">
                  <a:moveTo>
                    <a:pt x="13313" y="1"/>
                  </a:moveTo>
                  <a:lnTo>
                    <a:pt x="13186" y="33"/>
                  </a:lnTo>
                  <a:lnTo>
                    <a:pt x="13122" y="96"/>
                  </a:lnTo>
                  <a:lnTo>
                    <a:pt x="12676" y="638"/>
                  </a:lnTo>
                  <a:lnTo>
                    <a:pt x="12199" y="1179"/>
                  </a:lnTo>
                  <a:lnTo>
                    <a:pt x="11721" y="1657"/>
                  </a:lnTo>
                  <a:lnTo>
                    <a:pt x="11211" y="2135"/>
                  </a:lnTo>
                  <a:lnTo>
                    <a:pt x="10702" y="2613"/>
                  </a:lnTo>
                  <a:lnTo>
                    <a:pt x="10160" y="3058"/>
                  </a:lnTo>
                  <a:lnTo>
                    <a:pt x="9587" y="3472"/>
                  </a:lnTo>
                  <a:lnTo>
                    <a:pt x="9014" y="3855"/>
                  </a:lnTo>
                  <a:lnTo>
                    <a:pt x="8058" y="4460"/>
                  </a:lnTo>
                  <a:lnTo>
                    <a:pt x="7039" y="5033"/>
                  </a:lnTo>
                  <a:lnTo>
                    <a:pt x="5956" y="5511"/>
                  </a:lnTo>
                  <a:lnTo>
                    <a:pt x="4873" y="5925"/>
                  </a:lnTo>
                  <a:lnTo>
                    <a:pt x="3759" y="6275"/>
                  </a:lnTo>
                  <a:lnTo>
                    <a:pt x="2612" y="6562"/>
                  </a:lnTo>
                  <a:lnTo>
                    <a:pt x="1466" y="6753"/>
                  </a:lnTo>
                  <a:lnTo>
                    <a:pt x="287" y="6912"/>
                  </a:lnTo>
                  <a:lnTo>
                    <a:pt x="160" y="6944"/>
                  </a:lnTo>
                  <a:lnTo>
                    <a:pt x="64" y="7008"/>
                  </a:lnTo>
                  <a:lnTo>
                    <a:pt x="32" y="7103"/>
                  </a:lnTo>
                  <a:lnTo>
                    <a:pt x="1" y="7231"/>
                  </a:lnTo>
                  <a:lnTo>
                    <a:pt x="32" y="7326"/>
                  </a:lnTo>
                  <a:lnTo>
                    <a:pt x="96" y="7422"/>
                  </a:lnTo>
                  <a:lnTo>
                    <a:pt x="192" y="7485"/>
                  </a:lnTo>
                  <a:lnTo>
                    <a:pt x="319" y="7485"/>
                  </a:lnTo>
                  <a:lnTo>
                    <a:pt x="1561" y="7358"/>
                  </a:lnTo>
                  <a:lnTo>
                    <a:pt x="2740" y="7135"/>
                  </a:lnTo>
                  <a:lnTo>
                    <a:pt x="3918" y="6848"/>
                  </a:lnTo>
                  <a:lnTo>
                    <a:pt x="5065" y="6498"/>
                  </a:lnTo>
                  <a:lnTo>
                    <a:pt x="6211" y="6052"/>
                  </a:lnTo>
                  <a:lnTo>
                    <a:pt x="7294" y="5543"/>
                  </a:lnTo>
                  <a:lnTo>
                    <a:pt x="7835" y="5288"/>
                  </a:lnTo>
                  <a:lnTo>
                    <a:pt x="8345" y="5001"/>
                  </a:lnTo>
                  <a:lnTo>
                    <a:pt x="8855" y="4683"/>
                  </a:lnTo>
                  <a:lnTo>
                    <a:pt x="9364" y="4364"/>
                  </a:lnTo>
                  <a:lnTo>
                    <a:pt x="9937" y="3950"/>
                  </a:lnTo>
                  <a:lnTo>
                    <a:pt x="10511" y="3504"/>
                  </a:lnTo>
                  <a:lnTo>
                    <a:pt x="11084" y="3058"/>
                  </a:lnTo>
                  <a:lnTo>
                    <a:pt x="11625" y="2581"/>
                  </a:lnTo>
                  <a:lnTo>
                    <a:pt x="12135" y="2103"/>
                  </a:lnTo>
                  <a:lnTo>
                    <a:pt x="12645" y="1562"/>
                  </a:lnTo>
                  <a:lnTo>
                    <a:pt x="13122" y="1052"/>
                  </a:lnTo>
                  <a:lnTo>
                    <a:pt x="13568" y="479"/>
                  </a:lnTo>
                  <a:lnTo>
                    <a:pt x="13632" y="383"/>
                  </a:lnTo>
                  <a:lnTo>
                    <a:pt x="13632" y="256"/>
                  </a:lnTo>
                  <a:lnTo>
                    <a:pt x="13600" y="160"/>
                  </a:lnTo>
                  <a:lnTo>
                    <a:pt x="13536" y="65"/>
                  </a:lnTo>
                  <a:lnTo>
                    <a:pt x="134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9"/>
            <p:cNvSpPr/>
            <p:nvPr/>
          </p:nvSpPr>
          <p:spPr>
            <a:xfrm>
              <a:off x="6481100" y="5713225"/>
              <a:ext cx="203850" cy="141750"/>
            </a:xfrm>
            <a:custGeom>
              <a:rect b="b" l="l" r="r" t="t"/>
              <a:pathLst>
                <a:path extrusionOk="0" h="5670" w="8154">
                  <a:moveTo>
                    <a:pt x="3695" y="0"/>
                  </a:moveTo>
                  <a:lnTo>
                    <a:pt x="3312" y="32"/>
                  </a:lnTo>
                  <a:lnTo>
                    <a:pt x="2548" y="128"/>
                  </a:lnTo>
                  <a:lnTo>
                    <a:pt x="1879" y="287"/>
                  </a:lnTo>
                  <a:lnTo>
                    <a:pt x="1242" y="478"/>
                  </a:lnTo>
                  <a:lnTo>
                    <a:pt x="733" y="701"/>
                  </a:lnTo>
                  <a:lnTo>
                    <a:pt x="510" y="828"/>
                  </a:lnTo>
                  <a:lnTo>
                    <a:pt x="319" y="956"/>
                  </a:lnTo>
                  <a:lnTo>
                    <a:pt x="191" y="1083"/>
                  </a:lnTo>
                  <a:lnTo>
                    <a:pt x="64" y="1210"/>
                  </a:lnTo>
                  <a:lnTo>
                    <a:pt x="0" y="1338"/>
                  </a:lnTo>
                  <a:lnTo>
                    <a:pt x="0" y="1433"/>
                  </a:lnTo>
                  <a:lnTo>
                    <a:pt x="32" y="1529"/>
                  </a:lnTo>
                  <a:lnTo>
                    <a:pt x="96" y="1624"/>
                  </a:lnTo>
                  <a:lnTo>
                    <a:pt x="191" y="1688"/>
                  </a:lnTo>
                  <a:lnTo>
                    <a:pt x="319" y="1752"/>
                  </a:lnTo>
                  <a:lnTo>
                    <a:pt x="637" y="1847"/>
                  </a:lnTo>
                  <a:lnTo>
                    <a:pt x="1051" y="1975"/>
                  </a:lnTo>
                  <a:lnTo>
                    <a:pt x="1497" y="2134"/>
                  </a:lnTo>
                  <a:lnTo>
                    <a:pt x="2007" y="2357"/>
                  </a:lnTo>
                  <a:lnTo>
                    <a:pt x="2230" y="2516"/>
                  </a:lnTo>
                  <a:lnTo>
                    <a:pt x="2484" y="2675"/>
                  </a:lnTo>
                  <a:lnTo>
                    <a:pt x="2707" y="2898"/>
                  </a:lnTo>
                  <a:lnTo>
                    <a:pt x="2930" y="3121"/>
                  </a:lnTo>
                  <a:lnTo>
                    <a:pt x="3121" y="3344"/>
                  </a:lnTo>
                  <a:lnTo>
                    <a:pt x="3249" y="3567"/>
                  </a:lnTo>
                  <a:lnTo>
                    <a:pt x="3504" y="4013"/>
                  </a:lnTo>
                  <a:lnTo>
                    <a:pt x="3663" y="4427"/>
                  </a:lnTo>
                  <a:lnTo>
                    <a:pt x="3758" y="4841"/>
                  </a:lnTo>
                  <a:lnTo>
                    <a:pt x="3918" y="5446"/>
                  </a:lnTo>
                  <a:lnTo>
                    <a:pt x="4013" y="5606"/>
                  </a:lnTo>
                  <a:lnTo>
                    <a:pt x="4077" y="5669"/>
                  </a:lnTo>
                  <a:lnTo>
                    <a:pt x="4204" y="5669"/>
                  </a:lnTo>
                  <a:lnTo>
                    <a:pt x="4300" y="5574"/>
                  </a:lnTo>
                  <a:lnTo>
                    <a:pt x="4364" y="5446"/>
                  </a:lnTo>
                  <a:lnTo>
                    <a:pt x="4427" y="5255"/>
                  </a:lnTo>
                  <a:lnTo>
                    <a:pt x="4682" y="4268"/>
                  </a:lnTo>
                  <a:lnTo>
                    <a:pt x="4873" y="3663"/>
                  </a:lnTo>
                  <a:lnTo>
                    <a:pt x="5000" y="3344"/>
                  </a:lnTo>
                  <a:lnTo>
                    <a:pt x="5128" y="3058"/>
                  </a:lnTo>
                  <a:lnTo>
                    <a:pt x="5319" y="2771"/>
                  </a:lnTo>
                  <a:lnTo>
                    <a:pt x="5510" y="2484"/>
                  </a:lnTo>
                  <a:lnTo>
                    <a:pt x="5765" y="2261"/>
                  </a:lnTo>
                  <a:lnTo>
                    <a:pt x="6052" y="2038"/>
                  </a:lnTo>
                  <a:lnTo>
                    <a:pt x="6243" y="1911"/>
                  </a:lnTo>
                  <a:lnTo>
                    <a:pt x="6434" y="1847"/>
                  </a:lnTo>
                  <a:lnTo>
                    <a:pt x="6784" y="1720"/>
                  </a:lnTo>
                  <a:lnTo>
                    <a:pt x="7134" y="1624"/>
                  </a:lnTo>
                  <a:lnTo>
                    <a:pt x="7453" y="1593"/>
                  </a:lnTo>
                  <a:lnTo>
                    <a:pt x="7962" y="1561"/>
                  </a:lnTo>
                  <a:lnTo>
                    <a:pt x="8090" y="1529"/>
                  </a:lnTo>
                  <a:lnTo>
                    <a:pt x="8154" y="1497"/>
                  </a:lnTo>
                  <a:lnTo>
                    <a:pt x="8154" y="1433"/>
                  </a:lnTo>
                  <a:lnTo>
                    <a:pt x="8154" y="1370"/>
                  </a:lnTo>
                  <a:lnTo>
                    <a:pt x="8090" y="1274"/>
                  </a:lnTo>
                  <a:lnTo>
                    <a:pt x="7994" y="1147"/>
                  </a:lnTo>
                  <a:lnTo>
                    <a:pt x="7867" y="1051"/>
                  </a:lnTo>
                  <a:lnTo>
                    <a:pt x="7485" y="828"/>
                  </a:lnTo>
                  <a:lnTo>
                    <a:pt x="6975" y="573"/>
                  </a:lnTo>
                  <a:lnTo>
                    <a:pt x="6370" y="351"/>
                  </a:lnTo>
                  <a:lnTo>
                    <a:pt x="5669" y="191"/>
                  </a:lnTo>
                  <a:lnTo>
                    <a:pt x="4873" y="64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9"/>
            <p:cNvSpPr/>
            <p:nvPr/>
          </p:nvSpPr>
          <p:spPr>
            <a:xfrm>
              <a:off x="6751025" y="5552375"/>
              <a:ext cx="45400" cy="98750"/>
            </a:xfrm>
            <a:custGeom>
              <a:rect b="b" l="l" r="r" t="t"/>
              <a:pathLst>
                <a:path extrusionOk="0" h="3950" w="1816">
                  <a:moveTo>
                    <a:pt x="796" y="1"/>
                  </a:moveTo>
                  <a:lnTo>
                    <a:pt x="733" y="33"/>
                  </a:lnTo>
                  <a:lnTo>
                    <a:pt x="541" y="128"/>
                  </a:lnTo>
                  <a:lnTo>
                    <a:pt x="382" y="319"/>
                  </a:lnTo>
                  <a:lnTo>
                    <a:pt x="255" y="574"/>
                  </a:lnTo>
                  <a:lnTo>
                    <a:pt x="159" y="861"/>
                  </a:lnTo>
                  <a:lnTo>
                    <a:pt x="64" y="1211"/>
                  </a:lnTo>
                  <a:lnTo>
                    <a:pt x="0" y="1561"/>
                  </a:lnTo>
                  <a:lnTo>
                    <a:pt x="0" y="1975"/>
                  </a:lnTo>
                  <a:lnTo>
                    <a:pt x="0" y="2357"/>
                  </a:lnTo>
                  <a:lnTo>
                    <a:pt x="64" y="2740"/>
                  </a:lnTo>
                  <a:lnTo>
                    <a:pt x="159" y="3090"/>
                  </a:lnTo>
                  <a:lnTo>
                    <a:pt x="255" y="3377"/>
                  </a:lnTo>
                  <a:lnTo>
                    <a:pt x="382" y="3631"/>
                  </a:lnTo>
                  <a:lnTo>
                    <a:pt x="541" y="3791"/>
                  </a:lnTo>
                  <a:lnTo>
                    <a:pt x="733" y="3918"/>
                  </a:lnTo>
                  <a:lnTo>
                    <a:pt x="796" y="3950"/>
                  </a:lnTo>
                  <a:lnTo>
                    <a:pt x="987" y="3950"/>
                  </a:lnTo>
                  <a:lnTo>
                    <a:pt x="1083" y="3918"/>
                  </a:lnTo>
                  <a:lnTo>
                    <a:pt x="1274" y="3791"/>
                  </a:lnTo>
                  <a:lnTo>
                    <a:pt x="1401" y="3631"/>
                  </a:lnTo>
                  <a:lnTo>
                    <a:pt x="1561" y="3377"/>
                  </a:lnTo>
                  <a:lnTo>
                    <a:pt x="1656" y="3090"/>
                  </a:lnTo>
                  <a:lnTo>
                    <a:pt x="1752" y="2740"/>
                  </a:lnTo>
                  <a:lnTo>
                    <a:pt x="1784" y="2357"/>
                  </a:lnTo>
                  <a:lnTo>
                    <a:pt x="1815" y="1975"/>
                  </a:lnTo>
                  <a:lnTo>
                    <a:pt x="1784" y="1561"/>
                  </a:lnTo>
                  <a:lnTo>
                    <a:pt x="1752" y="1211"/>
                  </a:lnTo>
                  <a:lnTo>
                    <a:pt x="1656" y="861"/>
                  </a:lnTo>
                  <a:lnTo>
                    <a:pt x="1561" y="574"/>
                  </a:lnTo>
                  <a:lnTo>
                    <a:pt x="1401" y="319"/>
                  </a:lnTo>
                  <a:lnTo>
                    <a:pt x="1274" y="128"/>
                  </a:lnTo>
                  <a:lnTo>
                    <a:pt x="1083" y="33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9"/>
            <p:cNvSpPr/>
            <p:nvPr/>
          </p:nvSpPr>
          <p:spPr>
            <a:xfrm>
              <a:off x="6435700" y="5581850"/>
              <a:ext cx="45425" cy="98750"/>
            </a:xfrm>
            <a:custGeom>
              <a:rect b="b" l="l" r="r" t="t"/>
              <a:pathLst>
                <a:path extrusionOk="0" h="3950" w="1817">
                  <a:moveTo>
                    <a:pt x="797" y="0"/>
                  </a:moveTo>
                  <a:lnTo>
                    <a:pt x="701" y="32"/>
                  </a:lnTo>
                  <a:lnTo>
                    <a:pt x="542" y="127"/>
                  </a:lnTo>
                  <a:lnTo>
                    <a:pt x="383" y="319"/>
                  </a:lnTo>
                  <a:lnTo>
                    <a:pt x="256" y="573"/>
                  </a:lnTo>
                  <a:lnTo>
                    <a:pt x="128" y="860"/>
                  </a:lnTo>
                  <a:lnTo>
                    <a:pt x="64" y="1210"/>
                  </a:lnTo>
                  <a:lnTo>
                    <a:pt x="1" y="1561"/>
                  </a:lnTo>
                  <a:lnTo>
                    <a:pt x="1" y="1975"/>
                  </a:lnTo>
                  <a:lnTo>
                    <a:pt x="1" y="2357"/>
                  </a:lnTo>
                  <a:lnTo>
                    <a:pt x="64" y="2739"/>
                  </a:lnTo>
                  <a:lnTo>
                    <a:pt x="128" y="3089"/>
                  </a:lnTo>
                  <a:lnTo>
                    <a:pt x="256" y="3376"/>
                  </a:lnTo>
                  <a:lnTo>
                    <a:pt x="383" y="3631"/>
                  </a:lnTo>
                  <a:lnTo>
                    <a:pt x="542" y="3790"/>
                  </a:lnTo>
                  <a:lnTo>
                    <a:pt x="701" y="3918"/>
                  </a:lnTo>
                  <a:lnTo>
                    <a:pt x="797" y="3949"/>
                  </a:lnTo>
                  <a:lnTo>
                    <a:pt x="988" y="3949"/>
                  </a:lnTo>
                  <a:lnTo>
                    <a:pt x="1084" y="3918"/>
                  </a:lnTo>
                  <a:lnTo>
                    <a:pt x="1243" y="3790"/>
                  </a:lnTo>
                  <a:lnTo>
                    <a:pt x="1402" y="3631"/>
                  </a:lnTo>
                  <a:lnTo>
                    <a:pt x="1530" y="3376"/>
                  </a:lnTo>
                  <a:lnTo>
                    <a:pt x="1657" y="3089"/>
                  </a:lnTo>
                  <a:lnTo>
                    <a:pt x="1752" y="2739"/>
                  </a:lnTo>
                  <a:lnTo>
                    <a:pt x="1784" y="2357"/>
                  </a:lnTo>
                  <a:lnTo>
                    <a:pt x="1816" y="1975"/>
                  </a:lnTo>
                  <a:lnTo>
                    <a:pt x="1784" y="1561"/>
                  </a:lnTo>
                  <a:lnTo>
                    <a:pt x="1752" y="1210"/>
                  </a:lnTo>
                  <a:lnTo>
                    <a:pt x="1657" y="860"/>
                  </a:lnTo>
                  <a:lnTo>
                    <a:pt x="1530" y="573"/>
                  </a:lnTo>
                  <a:lnTo>
                    <a:pt x="1402" y="319"/>
                  </a:lnTo>
                  <a:lnTo>
                    <a:pt x="1243" y="127"/>
                  </a:lnTo>
                  <a:lnTo>
                    <a:pt x="1084" y="32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9"/>
            <p:cNvSpPr/>
            <p:nvPr/>
          </p:nvSpPr>
          <p:spPr>
            <a:xfrm>
              <a:off x="6454825" y="5358900"/>
              <a:ext cx="183150" cy="167225"/>
            </a:xfrm>
            <a:custGeom>
              <a:rect b="b" l="l" r="r" t="t"/>
              <a:pathLst>
                <a:path extrusionOk="0" h="6689" w="7326">
                  <a:moveTo>
                    <a:pt x="7039" y="0"/>
                  </a:moveTo>
                  <a:lnTo>
                    <a:pt x="6911" y="32"/>
                  </a:lnTo>
                  <a:lnTo>
                    <a:pt x="6211" y="383"/>
                  </a:lnTo>
                  <a:lnTo>
                    <a:pt x="5510" y="733"/>
                  </a:lnTo>
                  <a:lnTo>
                    <a:pt x="4841" y="1147"/>
                  </a:lnTo>
                  <a:lnTo>
                    <a:pt x="4204" y="1593"/>
                  </a:lnTo>
                  <a:lnTo>
                    <a:pt x="3599" y="2071"/>
                  </a:lnTo>
                  <a:lnTo>
                    <a:pt x="2994" y="2548"/>
                  </a:lnTo>
                  <a:lnTo>
                    <a:pt x="2453" y="3090"/>
                  </a:lnTo>
                  <a:lnTo>
                    <a:pt x="1911" y="3663"/>
                  </a:lnTo>
                  <a:lnTo>
                    <a:pt x="1402" y="4268"/>
                  </a:lnTo>
                  <a:lnTo>
                    <a:pt x="892" y="4905"/>
                  </a:lnTo>
                  <a:lnTo>
                    <a:pt x="446" y="5574"/>
                  </a:lnTo>
                  <a:lnTo>
                    <a:pt x="32" y="6243"/>
                  </a:lnTo>
                  <a:lnTo>
                    <a:pt x="0" y="6370"/>
                  </a:lnTo>
                  <a:lnTo>
                    <a:pt x="0" y="6498"/>
                  </a:lnTo>
                  <a:lnTo>
                    <a:pt x="64" y="6593"/>
                  </a:lnTo>
                  <a:lnTo>
                    <a:pt x="159" y="6657"/>
                  </a:lnTo>
                  <a:lnTo>
                    <a:pt x="223" y="6689"/>
                  </a:lnTo>
                  <a:lnTo>
                    <a:pt x="382" y="6689"/>
                  </a:lnTo>
                  <a:lnTo>
                    <a:pt x="446" y="6657"/>
                  </a:lnTo>
                  <a:lnTo>
                    <a:pt x="510" y="6625"/>
                  </a:lnTo>
                  <a:lnTo>
                    <a:pt x="573" y="6561"/>
                  </a:lnTo>
                  <a:lnTo>
                    <a:pt x="956" y="5892"/>
                  </a:lnTo>
                  <a:lnTo>
                    <a:pt x="1370" y="5255"/>
                  </a:lnTo>
                  <a:lnTo>
                    <a:pt x="1847" y="4650"/>
                  </a:lnTo>
                  <a:lnTo>
                    <a:pt x="2357" y="4045"/>
                  </a:lnTo>
                  <a:lnTo>
                    <a:pt x="2867" y="3504"/>
                  </a:lnTo>
                  <a:lnTo>
                    <a:pt x="3408" y="2994"/>
                  </a:lnTo>
                  <a:lnTo>
                    <a:pt x="3949" y="2516"/>
                  </a:lnTo>
                  <a:lnTo>
                    <a:pt x="4555" y="2071"/>
                  </a:lnTo>
                  <a:lnTo>
                    <a:pt x="5160" y="1657"/>
                  </a:lnTo>
                  <a:lnTo>
                    <a:pt x="5797" y="1274"/>
                  </a:lnTo>
                  <a:lnTo>
                    <a:pt x="6466" y="924"/>
                  </a:lnTo>
                  <a:lnTo>
                    <a:pt x="7166" y="574"/>
                  </a:lnTo>
                  <a:lnTo>
                    <a:pt x="7262" y="510"/>
                  </a:lnTo>
                  <a:lnTo>
                    <a:pt x="7325" y="414"/>
                  </a:lnTo>
                  <a:lnTo>
                    <a:pt x="7325" y="319"/>
                  </a:lnTo>
                  <a:lnTo>
                    <a:pt x="7325" y="191"/>
                  </a:lnTo>
                  <a:lnTo>
                    <a:pt x="7230" y="96"/>
                  </a:lnTo>
                  <a:lnTo>
                    <a:pt x="7134" y="32"/>
                  </a:lnTo>
                  <a:lnTo>
                    <a:pt x="7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9"/>
            <p:cNvSpPr/>
            <p:nvPr/>
          </p:nvSpPr>
          <p:spPr>
            <a:xfrm>
              <a:off x="6980325" y="6436200"/>
              <a:ext cx="144950" cy="163250"/>
            </a:xfrm>
            <a:custGeom>
              <a:rect b="b" l="l" r="r" t="t"/>
              <a:pathLst>
                <a:path extrusionOk="0" h="6530" w="5798">
                  <a:moveTo>
                    <a:pt x="5479" y="0"/>
                  </a:moveTo>
                  <a:lnTo>
                    <a:pt x="5383" y="32"/>
                  </a:lnTo>
                  <a:lnTo>
                    <a:pt x="5288" y="96"/>
                  </a:lnTo>
                  <a:lnTo>
                    <a:pt x="96" y="6019"/>
                  </a:lnTo>
                  <a:lnTo>
                    <a:pt x="32" y="6147"/>
                  </a:lnTo>
                  <a:lnTo>
                    <a:pt x="1" y="6242"/>
                  </a:lnTo>
                  <a:lnTo>
                    <a:pt x="32" y="6370"/>
                  </a:lnTo>
                  <a:lnTo>
                    <a:pt x="96" y="6465"/>
                  </a:lnTo>
                  <a:lnTo>
                    <a:pt x="192" y="6497"/>
                  </a:lnTo>
                  <a:lnTo>
                    <a:pt x="319" y="6529"/>
                  </a:lnTo>
                  <a:lnTo>
                    <a:pt x="415" y="6497"/>
                  </a:lnTo>
                  <a:lnTo>
                    <a:pt x="542" y="6434"/>
                  </a:lnTo>
                  <a:lnTo>
                    <a:pt x="5733" y="510"/>
                  </a:lnTo>
                  <a:lnTo>
                    <a:pt x="5797" y="382"/>
                  </a:lnTo>
                  <a:lnTo>
                    <a:pt x="5797" y="287"/>
                  </a:lnTo>
                  <a:lnTo>
                    <a:pt x="5765" y="159"/>
                  </a:lnTo>
                  <a:lnTo>
                    <a:pt x="5702" y="64"/>
                  </a:lnTo>
                  <a:lnTo>
                    <a:pt x="56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9"/>
            <p:cNvSpPr/>
            <p:nvPr/>
          </p:nvSpPr>
          <p:spPr>
            <a:xfrm>
              <a:off x="6602125" y="6315150"/>
              <a:ext cx="333625" cy="60550"/>
            </a:xfrm>
            <a:custGeom>
              <a:rect b="b" l="l" r="r" t="t"/>
              <a:pathLst>
                <a:path extrusionOk="0" h="2422" w="13345">
                  <a:moveTo>
                    <a:pt x="2644" y="1"/>
                  </a:moveTo>
                  <a:lnTo>
                    <a:pt x="1465" y="33"/>
                  </a:lnTo>
                  <a:lnTo>
                    <a:pt x="255" y="128"/>
                  </a:lnTo>
                  <a:lnTo>
                    <a:pt x="159" y="160"/>
                  </a:lnTo>
                  <a:lnTo>
                    <a:pt x="64" y="224"/>
                  </a:lnTo>
                  <a:lnTo>
                    <a:pt x="0" y="351"/>
                  </a:lnTo>
                  <a:lnTo>
                    <a:pt x="0" y="447"/>
                  </a:lnTo>
                  <a:lnTo>
                    <a:pt x="32" y="574"/>
                  </a:lnTo>
                  <a:lnTo>
                    <a:pt x="96" y="670"/>
                  </a:lnTo>
                  <a:lnTo>
                    <a:pt x="191" y="702"/>
                  </a:lnTo>
                  <a:lnTo>
                    <a:pt x="319" y="734"/>
                  </a:lnTo>
                  <a:lnTo>
                    <a:pt x="1497" y="638"/>
                  </a:lnTo>
                  <a:lnTo>
                    <a:pt x="2644" y="606"/>
                  </a:lnTo>
                  <a:lnTo>
                    <a:pt x="3790" y="606"/>
                  </a:lnTo>
                  <a:lnTo>
                    <a:pt x="4937" y="670"/>
                  </a:lnTo>
                  <a:lnTo>
                    <a:pt x="6083" y="765"/>
                  </a:lnTo>
                  <a:lnTo>
                    <a:pt x="7198" y="925"/>
                  </a:lnTo>
                  <a:lnTo>
                    <a:pt x="8345" y="1116"/>
                  </a:lnTo>
                  <a:lnTo>
                    <a:pt x="9459" y="1339"/>
                  </a:lnTo>
                  <a:lnTo>
                    <a:pt x="10351" y="1562"/>
                  </a:lnTo>
                  <a:lnTo>
                    <a:pt x="11243" y="1816"/>
                  </a:lnTo>
                  <a:lnTo>
                    <a:pt x="12135" y="2103"/>
                  </a:lnTo>
                  <a:lnTo>
                    <a:pt x="13058" y="2422"/>
                  </a:lnTo>
                  <a:lnTo>
                    <a:pt x="13122" y="2390"/>
                  </a:lnTo>
                  <a:lnTo>
                    <a:pt x="13218" y="2358"/>
                  </a:lnTo>
                  <a:lnTo>
                    <a:pt x="13281" y="2294"/>
                  </a:lnTo>
                  <a:lnTo>
                    <a:pt x="13313" y="2230"/>
                  </a:lnTo>
                  <a:lnTo>
                    <a:pt x="13345" y="2103"/>
                  </a:lnTo>
                  <a:lnTo>
                    <a:pt x="13313" y="1976"/>
                  </a:lnTo>
                  <a:lnTo>
                    <a:pt x="13249" y="1912"/>
                  </a:lnTo>
                  <a:lnTo>
                    <a:pt x="13154" y="1848"/>
                  </a:lnTo>
                  <a:lnTo>
                    <a:pt x="12262" y="1530"/>
                  </a:lnTo>
                  <a:lnTo>
                    <a:pt x="11402" y="1243"/>
                  </a:lnTo>
                  <a:lnTo>
                    <a:pt x="10479" y="988"/>
                  </a:lnTo>
                  <a:lnTo>
                    <a:pt x="9587" y="765"/>
                  </a:lnTo>
                  <a:lnTo>
                    <a:pt x="8440" y="511"/>
                  </a:lnTo>
                  <a:lnTo>
                    <a:pt x="7294" y="319"/>
                  </a:lnTo>
                  <a:lnTo>
                    <a:pt x="6147" y="192"/>
                  </a:lnTo>
                  <a:lnTo>
                    <a:pt x="4969" y="65"/>
                  </a:lnTo>
                  <a:lnTo>
                    <a:pt x="3822" y="33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9"/>
            <p:cNvSpPr/>
            <p:nvPr/>
          </p:nvSpPr>
          <p:spPr>
            <a:xfrm>
              <a:off x="7007400" y="5210000"/>
              <a:ext cx="146525" cy="267550"/>
            </a:xfrm>
            <a:custGeom>
              <a:rect b="b" l="l" r="r" t="t"/>
              <a:pathLst>
                <a:path extrusionOk="0" h="10702" w="5861">
                  <a:moveTo>
                    <a:pt x="2931" y="606"/>
                  </a:moveTo>
                  <a:lnTo>
                    <a:pt x="3185" y="638"/>
                  </a:lnTo>
                  <a:lnTo>
                    <a:pt x="3408" y="701"/>
                  </a:lnTo>
                  <a:lnTo>
                    <a:pt x="3631" y="829"/>
                  </a:lnTo>
                  <a:lnTo>
                    <a:pt x="3854" y="988"/>
                  </a:lnTo>
                  <a:lnTo>
                    <a:pt x="4045" y="1179"/>
                  </a:lnTo>
                  <a:lnTo>
                    <a:pt x="4236" y="1434"/>
                  </a:lnTo>
                  <a:lnTo>
                    <a:pt x="4427" y="1689"/>
                  </a:lnTo>
                  <a:lnTo>
                    <a:pt x="4587" y="2007"/>
                  </a:lnTo>
                  <a:lnTo>
                    <a:pt x="4746" y="2357"/>
                  </a:lnTo>
                  <a:lnTo>
                    <a:pt x="4873" y="2708"/>
                  </a:lnTo>
                  <a:lnTo>
                    <a:pt x="5001" y="3122"/>
                  </a:lnTo>
                  <a:lnTo>
                    <a:pt x="5096" y="3536"/>
                  </a:lnTo>
                  <a:lnTo>
                    <a:pt x="5160" y="3950"/>
                  </a:lnTo>
                  <a:lnTo>
                    <a:pt x="5224" y="4396"/>
                  </a:lnTo>
                  <a:lnTo>
                    <a:pt x="5256" y="4874"/>
                  </a:lnTo>
                  <a:lnTo>
                    <a:pt x="5287" y="5351"/>
                  </a:lnTo>
                  <a:lnTo>
                    <a:pt x="5256" y="5829"/>
                  </a:lnTo>
                  <a:lnTo>
                    <a:pt x="5224" y="6275"/>
                  </a:lnTo>
                  <a:lnTo>
                    <a:pt x="5160" y="6753"/>
                  </a:lnTo>
                  <a:lnTo>
                    <a:pt x="5096" y="7167"/>
                  </a:lnTo>
                  <a:lnTo>
                    <a:pt x="5001" y="7581"/>
                  </a:lnTo>
                  <a:lnTo>
                    <a:pt x="4873" y="7995"/>
                  </a:lnTo>
                  <a:lnTo>
                    <a:pt x="4746" y="8345"/>
                  </a:lnTo>
                  <a:lnTo>
                    <a:pt x="4587" y="8695"/>
                  </a:lnTo>
                  <a:lnTo>
                    <a:pt x="4427" y="8982"/>
                  </a:lnTo>
                  <a:lnTo>
                    <a:pt x="4236" y="9269"/>
                  </a:lnTo>
                  <a:lnTo>
                    <a:pt x="4045" y="9523"/>
                  </a:lnTo>
                  <a:lnTo>
                    <a:pt x="3854" y="9715"/>
                  </a:lnTo>
                  <a:lnTo>
                    <a:pt x="3631" y="9874"/>
                  </a:lnTo>
                  <a:lnTo>
                    <a:pt x="3408" y="10001"/>
                  </a:lnTo>
                  <a:lnTo>
                    <a:pt x="3185" y="10065"/>
                  </a:lnTo>
                  <a:lnTo>
                    <a:pt x="2931" y="10097"/>
                  </a:lnTo>
                  <a:lnTo>
                    <a:pt x="2708" y="10065"/>
                  </a:lnTo>
                  <a:lnTo>
                    <a:pt x="2485" y="10001"/>
                  </a:lnTo>
                  <a:lnTo>
                    <a:pt x="2262" y="9874"/>
                  </a:lnTo>
                  <a:lnTo>
                    <a:pt x="2039" y="9715"/>
                  </a:lnTo>
                  <a:lnTo>
                    <a:pt x="1848" y="9523"/>
                  </a:lnTo>
                  <a:lnTo>
                    <a:pt x="1657" y="9269"/>
                  </a:lnTo>
                  <a:lnTo>
                    <a:pt x="1465" y="8982"/>
                  </a:lnTo>
                  <a:lnTo>
                    <a:pt x="1306" y="8695"/>
                  </a:lnTo>
                  <a:lnTo>
                    <a:pt x="1147" y="8345"/>
                  </a:lnTo>
                  <a:lnTo>
                    <a:pt x="1020" y="7995"/>
                  </a:lnTo>
                  <a:lnTo>
                    <a:pt x="892" y="7581"/>
                  </a:lnTo>
                  <a:lnTo>
                    <a:pt x="797" y="7167"/>
                  </a:lnTo>
                  <a:lnTo>
                    <a:pt x="701" y="6753"/>
                  </a:lnTo>
                  <a:lnTo>
                    <a:pt x="669" y="6275"/>
                  </a:lnTo>
                  <a:lnTo>
                    <a:pt x="606" y="5829"/>
                  </a:lnTo>
                  <a:lnTo>
                    <a:pt x="606" y="5351"/>
                  </a:lnTo>
                  <a:lnTo>
                    <a:pt x="606" y="4874"/>
                  </a:lnTo>
                  <a:lnTo>
                    <a:pt x="669" y="4396"/>
                  </a:lnTo>
                  <a:lnTo>
                    <a:pt x="701" y="3950"/>
                  </a:lnTo>
                  <a:lnTo>
                    <a:pt x="797" y="3536"/>
                  </a:lnTo>
                  <a:lnTo>
                    <a:pt x="892" y="3122"/>
                  </a:lnTo>
                  <a:lnTo>
                    <a:pt x="1020" y="2708"/>
                  </a:lnTo>
                  <a:lnTo>
                    <a:pt x="1147" y="2357"/>
                  </a:lnTo>
                  <a:lnTo>
                    <a:pt x="1306" y="2007"/>
                  </a:lnTo>
                  <a:lnTo>
                    <a:pt x="1465" y="1689"/>
                  </a:lnTo>
                  <a:lnTo>
                    <a:pt x="1657" y="1434"/>
                  </a:lnTo>
                  <a:lnTo>
                    <a:pt x="1848" y="1179"/>
                  </a:lnTo>
                  <a:lnTo>
                    <a:pt x="2039" y="988"/>
                  </a:lnTo>
                  <a:lnTo>
                    <a:pt x="2262" y="829"/>
                  </a:lnTo>
                  <a:lnTo>
                    <a:pt x="2485" y="701"/>
                  </a:lnTo>
                  <a:lnTo>
                    <a:pt x="2708" y="638"/>
                  </a:lnTo>
                  <a:lnTo>
                    <a:pt x="2931" y="606"/>
                  </a:lnTo>
                  <a:close/>
                  <a:moveTo>
                    <a:pt x="2931" y="1"/>
                  </a:moveTo>
                  <a:lnTo>
                    <a:pt x="2644" y="32"/>
                  </a:lnTo>
                  <a:lnTo>
                    <a:pt x="2357" y="128"/>
                  </a:lnTo>
                  <a:lnTo>
                    <a:pt x="2071" y="255"/>
                  </a:lnTo>
                  <a:lnTo>
                    <a:pt x="1784" y="415"/>
                  </a:lnTo>
                  <a:lnTo>
                    <a:pt x="1529" y="638"/>
                  </a:lnTo>
                  <a:lnTo>
                    <a:pt x="1306" y="892"/>
                  </a:lnTo>
                  <a:lnTo>
                    <a:pt x="1083" y="1211"/>
                  </a:lnTo>
                  <a:lnTo>
                    <a:pt x="860" y="1561"/>
                  </a:lnTo>
                  <a:lnTo>
                    <a:pt x="669" y="1943"/>
                  </a:lnTo>
                  <a:lnTo>
                    <a:pt x="510" y="2326"/>
                  </a:lnTo>
                  <a:lnTo>
                    <a:pt x="351" y="2771"/>
                  </a:lnTo>
                  <a:lnTo>
                    <a:pt x="223" y="3249"/>
                  </a:lnTo>
                  <a:lnTo>
                    <a:pt x="128" y="3727"/>
                  </a:lnTo>
                  <a:lnTo>
                    <a:pt x="64" y="4268"/>
                  </a:lnTo>
                  <a:lnTo>
                    <a:pt x="32" y="4810"/>
                  </a:lnTo>
                  <a:lnTo>
                    <a:pt x="0" y="5351"/>
                  </a:lnTo>
                  <a:lnTo>
                    <a:pt x="32" y="5893"/>
                  </a:lnTo>
                  <a:lnTo>
                    <a:pt x="64" y="6434"/>
                  </a:lnTo>
                  <a:lnTo>
                    <a:pt x="128" y="6944"/>
                  </a:lnTo>
                  <a:lnTo>
                    <a:pt x="223" y="7453"/>
                  </a:lnTo>
                  <a:lnTo>
                    <a:pt x="351" y="7899"/>
                  </a:lnTo>
                  <a:lnTo>
                    <a:pt x="510" y="8345"/>
                  </a:lnTo>
                  <a:lnTo>
                    <a:pt x="669" y="8759"/>
                  </a:lnTo>
                  <a:lnTo>
                    <a:pt x="860" y="9141"/>
                  </a:lnTo>
                  <a:lnTo>
                    <a:pt x="1083" y="9492"/>
                  </a:lnTo>
                  <a:lnTo>
                    <a:pt x="1306" y="9778"/>
                  </a:lnTo>
                  <a:lnTo>
                    <a:pt x="1529" y="10065"/>
                  </a:lnTo>
                  <a:lnTo>
                    <a:pt x="1784" y="10288"/>
                  </a:lnTo>
                  <a:lnTo>
                    <a:pt x="2071" y="10447"/>
                  </a:lnTo>
                  <a:lnTo>
                    <a:pt x="2357" y="10574"/>
                  </a:lnTo>
                  <a:lnTo>
                    <a:pt x="2644" y="10670"/>
                  </a:lnTo>
                  <a:lnTo>
                    <a:pt x="2931" y="10702"/>
                  </a:lnTo>
                  <a:lnTo>
                    <a:pt x="3249" y="10670"/>
                  </a:lnTo>
                  <a:lnTo>
                    <a:pt x="3536" y="10574"/>
                  </a:lnTo>
                  <a:lnTo>
                    <a:pt x="3822" y="10447"/>
                  </a:lnTo>
                  <a:lnTo>
                    <a:pt x="4109" y="10288"/>
                  </a:lnTo>
                  <a:lnTo>
                    <a:pt x="4364" y="10065"/>
                  </a:lnTo>
                  <a:lnTo>
                    <a:pt x="4587" y="9778"/>
                  </a:lnTo>
                  <a:lnTo>
                    <a:pt x="4810" y="9492"/>
                  </a:lnTo>
                  <a:lnTo>
                    <a:pt x="5033" y="9141"/>
                  </a:lnTo>
                  <a:lnTo>
                    <a:pt x="5224" y="8759"/>
                  </a:lnTo>
                  <a:lnTo>
                    <a:pt x="5383" y="8345"/>
                  </a:lnTo>
                  <a:lnTo>
                    <a:pt x="5542" y="7899"/>
                  </a:lnTo>
                  <a:lnTo>
                    <a:pt x="5638" y="7453"/>
                  </a:lnTo>
                  <a:lnTo>
                    <a:pt x="5733" y="6944"/>
                  </a:lnTo>
                  <a:lnTo>
                    <a:pt x="5829" y="6434"/>
                  </a:lnTo>
                  <a:lnTo>
                    <a:pt x="5861" y="5893"/>
                  </a:lnTo>
                  <a:lnTo>
                    <a:pt x="5861" y="5351"/>
                  </a:lnTo>
                  <a:lnTo>
                    <a:pt x="5861" y="4810"/>
                  </a:lnTo>
                  <a:lnTo>
                    <a:pt x="5829" y="4268"/>
                  </a:lnTo>
                  <a:lnTo>
                    <a:pt x="5733" y="3727"/>
                  </a:lnTo>
                  <a:lnTo>
                    <a:pt x="5638" y="3249"/>
                  </a:lnTo>
                  <a:lnTo>
                    <a:pt x="5542" y="2771"/>
                  </a:lnTo>
                  <a:lnTo>
                    <a:pt x="5383" y="2326"/>
                  </a:lnTo>
                  <a:lnTo>
                    <a:pt x="5224" y="1943"/>
                  </a:lnTo>
                  <a:lnTo>
                    <a:pt x="5033" y="1561"/>
                  </a:lnTo>
                  <a:lnTo>
                    <a:pt x="4810" y="1211"/>
                  </a:lnTo>
                  <a:lnTo>
                    <a:pt x="4587" y="892"/>
                  </a:lnTo>
                  <a:lnTo>
                    <a:pt x="4364" y="638"/>
                  </a:lnTo>
                  <a:lnTo>
                    <a:pt x="4109" y="415"/>
                  </a:lnTo>
                  <a:lnTo>
                    <a:pt x="3822" y="255"/>
                  </a:lnTo>
                  <a:lnTo>
                    <a:pt x="3536" y="128"/>
                  </a:lnTo>
                  <a:lnTo>
                    <a:pt x="3249" y="32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7" name="Google Shape;1387;p39"/>
          <p:cNvSpPr/>
          <p:nvPr/>
        </p:nvSpPr>
        <p:spPr>
          <a:xfrm rot="-5400000">
            <a:off x="185225" y="1234363"/>
            <a:ext cx="666000" cy="543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8" name="Google Shape;1388;p39"/>
          <p:cNvSpPr/>
          <p:nvPr/>
        </p:nvSpPr>
        <p:spPr>
          <a:xfrm rot="-5400000">
            <a:off x="185150" y="2100100"/>
            <a:ext cx="666000" cy="5439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9" name="Google Shape;1389;p39"/>
          <p:cNvSpPr/>
          <p:nvPr/>
        </p:nvSpPr>
        <p:spPr>
          <a:xfrm rot="-5400000">
            <a:off x="185150" y="3009275"/>
            <a:ext cx="666000" cy="5439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0" name="Google Shape;1390;p39"/>
          <p:cNvSpPr/>
          <p:nvPr/>
        </p:nvSpPr>
        <p:spPr>
          <a:xfrm rot="-5400000">
            <a:off x="185225" y="3918475"/>
            <a:ext cx="666000" cy="5439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1" name="Google Shape;1391;p39"/>
          <p:cNvSpPr txBox="1"/>
          <p:nvPr>
            <p:ph idx="5" type="subTitle"/>
          </p:nvPr>
        </p:nvSpPr>
        <p:spPr>
          <a:xfrm>
            <a:off x="350825" y="1253563"/>
            <a:ext cx="439500" cy="5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1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392" name="Google Shape;1392;p39"/>
          <p:cNvSpPr txBox="1"/>
          <p:nvPr>
            <p:ph idx="5" type="subTitle"/>
          </p:nvPr>
        </p:nvSpPr>
        <p:spPr>
          <a:xfrm>
            <a:off x="350750" y="2119300"/>
            <a:ext cx="4395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2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393" name="Google Shape;1393;p39"/>
          <p:cNvSpPr txBox="1"/>
          <p:nvPr>
            <p:ph idx="5" type="subTitle"/>
          </p:nvPr>
        </p:nvSpPr>
        <p:spPr>
          <a:xfrm>
            <a:off x="350750" y="3028475"/>
            <a:ext cx="4395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3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394" name="Google Shape;1394;p39"/>
          <p:cNvSpPr txBox="1"/>
          <p:nvPr>
            <p:ph idx="5" type="subTitle"/>
          </p:nvPr>
        </p:nvSpPr>
        <p:spPr>
          <a:xfrm>
            <a:off x="350825" y="3937675"/>
            <a:ext cx="4395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4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395" name="Google Shape;1395;p39"/>
          <p:cNvSpPr txBox="1"/>
          <p:nvPr>
            <p:ph idx="5" type="subTitle"/>
          </p:nvPr>
        </p:nvSpPr>
        <p:spPr>
          <a:xfrm>
            <a:off x="818800" y="2125875"/>
            <a:ext cx="5749500" cy="5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How do market types differ in affordability and maternal labor force participation?</a:t>
            </a:r>
            <a:endParaRPr sz="1500"/>
          </a:p>
        </p:txBody>
      </p:sp>
      <p:sp>
        <p:nvSpPr>
          <p:cNvPr id="1396" name="Google Shape;1396;p39"/>
          <p:cNvSpPr txBox="1"/>
          <p:nvPr>
            <p:ph idx="5" type="subTitle"/>
          </p:nvPr>
        </p:nvSpPr>
        <p:spPr>
          <a:xfrm>
            <a:off x="818750" y="3061400"/>
            <a:ext cx="5953500" cy="5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Do pricing structures align more with socioeconomic similarity than geographic proximity?</a:t>
            </a:r>
            <a:endParaRPr sz="1500"/>
          </a:p>
        </p:txBody>
      </p:sp>
      <p:sp>
        <p:nvSpPr>
          <p:cNvPr id="1397" name="Google Shape;1397;p39"/>
          <p:cNvSpPr txBox="1"/>
          <p:nvPr>
            <p:ph idx="5" type="subTitle"/>
          </p:nvPr>
        </p:nvSpPr>
        <p:spPr>
          <a:xfrm>
            <a:off x="818750" y="3944225"/>
            <a:ext cx="5953500" cy="5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Which counties are structurally extreme and what distinguishes them?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40"/>
          <p:cNvSpPr txBox="1"/>
          <p:nvPr>
            <p:ph type="title"/>
          </p:nvPr>
        </p:nvSpPr>
        <p:spPr>
          <a:xfrm>
            <a:off x="48300" y="194750"/>
            <a:ext cx="894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Turning County-Level Data into Market Segments</a:t>
            </a:r>
            <a:endParaRPr sz="2500"/>
          </a:p>
        </p:txBody>
      </p:sp>
      <p:sp>
        <p:nvSpPr>
          <p:cNvPr id="1403" name="Google Shape;1403;p40"/>
          <p:cNvSpPr/>
          <p:nvPr/>
        </p:nvSpPr>
        <p:spPr>
          <a:xfrm>
            <a:off x="3848300" y="1012025"/>
            <a:ext cx="1501500" cy="1659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4" name="Google Shape;1404;p40"/>
          <p:cNvSpPr/>
          <p:nvPr/>
        </p:nvSpPr>
        <p:spPr>
          <a:xfrm>
            <a:off x="2038150" y="1012025"/>
            <a:ext cx="1501500" cy="1659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5" name="Google Shape;1405;p40"/>
          <p:cNvSpPr/>
          <p:nvPr/>
        </p:nvSpPr>
        <p:spPr>
          <a:xfrm>
            <a:off x="5628350" y="1012025"/>
            <a:ext cx="1501500" cy="1659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6" name="Google Shape;1406;p40"/>
          <p:cNvSpPr/>
          <p:nvPr/>
        </p:nvSpPr>
        <p:spPr>
          <a:xfrm>
            <a:off x="7453525" y="1005588"/>
            <a:ext cx="1501500" cy="1659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7" name="Google Shape;1407;p40"/>
          <p:cNvSpPr/>
          <p:nvPr/>
        </p:nvSpPr>
        <p:spPr>
          <a:xfrm>
            <a:off x="228000" y="1005588"/>
            <a:ext cx="1501500" cy="1659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8" name="Google Shape;1408;p40"/>
          <p:cNvSpPr/>
          <p:nvPr/>
        </p:nvSpPr>
        <p:spPr>
          <a:xfrm>
            <a:off x="3848300" y="912150"/>
            <a:ext cx="1501500" cy="99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9" name="Google Shape;1409;p40"/>
          <p:cNvSpPr/>
          <p:nvPr/>
        </p:nvSpPr>
        <p:spPr>
          <a:xfrm>
            <a:off x="228000" y="912150"/>
            <a:ext cx="1501500" cy="99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0" name="Google Shape;1410;p40"/>
          <p:cNvSpPr/>
          <p:nvPr/>
        </p:nvSpPr>
        <p:spPr>
          <a:xfrm>
            <a:off x="2038150" y="912150"/>
            <a:ext cx="1501500" cy="9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1" name="Google Shape;1411;p40"/>
          <p:cNvSpPr/>
          <p:nvPr/>
        </p:nvSpPr>
        <p:spPr>
          <a:xfrm>
            <a:off x="5628350" y="912150"/>
            <a:ext cx="1501500" cy="99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2" name="Google Shape;1412;p40"/>
          <p:cNvSpPr/>
          <p:nvPr/>
        </p:nvSpPr>
        <p:spPr>
          <a:xfrm>
            <a:off x="7453525" y="912150"/>
            <a:ext cx="1501500" cy="99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3" name="Google Shape;1413;p40"/>
          <p:cNvSpPr txBox="1"/>
          <p:nvPr>
            <p:ph idx="3" type="subTitle"/>
          </p:nvPr>
        </p:nvSpPr>
        <p:spPr>
          <a:xfrm>
            <a:off x="228000" y="1087950"/>
            <a:ext cx="15015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Raw Data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4" name="Google Shape;1414;p40"/>
          <p:cNvSpPr txBox="1"/>
          <p:nvPr>
            <p:ph idx="3" type="subTitle"/>
          </p:nvPr>
        </p:nvSpPr>
        <p:spPr>
          <a:xfrm>
            <a:off x="2038150" y="1087950"/>
            <a:ext cx="15015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Preprocess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5" name="Google Shape;1415;p40"/>
          <p:cNvSpPr txBox="1"/>
          <p:nvPr>
            <p:ph idx="3" type="subTitle"/>
          </p:nvPr>
        </p:nvSpPr>
        <p:spPr>
          <a:xfrm>
            <a:off x="3840762" y="1087950"/>
            <a:ext cx="15015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PCA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6" name="Google Shape;1416;p40"/>
          <p:cNvSpPr txBox="1"/>
          <p:nvPr>
            <p:ph idx="3" type="subTitle"/>
          </p:nvPr>
        </p:nvSpPr>
        <p:spPr>
          <a:xfrm>
            <a:off x="5628350" y="1130250"/>
            <a:ext cx="15015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UMAP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7" name="Google Shape;1417;p40"/>
          <p:cNvSpPr txBox="1"/>
          <p:nvPr>
            <p:ph idx="3" type="subTitle"/>
          </p:nvPr>
        </p:nvSpPr>
        <p:spPr>
          <a:xfrm>
            <a:off x="7468600" y="1130250"/>
            <a:ext cx="15015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Cluster</a:t>
            </a: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 Profiling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8" name="Google Shape;1418;p40"/>
          <p:cNvSpPr txBox="1"/>
          <p:nvPr>
            <p:ph idx="3" type="subTitle"/>
          </p:nvPr>
        </p:nvSpPr>
        <p:spPr>
          <a:xfrm>
            <a:off x="228000" y="2012850"/>
            <a:ext cx="15015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34K county-year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observations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sp>
        <p:nvSpPr>
          <p:cNvPr id="1419" name="Google Shape;1419;p40"/>
          <p:cNvSpPr txBox="1"/>
          <p:nvPr>
            <p:ph idx="3" type="subTitle"/>
          </p:nvPr>
        </p:nvSpPr>
        <p:spPr>
          <a:xfrm>
            <a:off x="2038150" y="2012850"/>
            <a:ext cx="15015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Aggregate, impute, log transform, scale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sp>
        <p:nvSpPr>
          <p:cNvPr id="1420" name="Google Shape;1420;p40"/>
          <p:cNvSpPr txBox="1"/>
          <p:nvPr>
            <p:ph idx="3" type="subTitle"/>
          </p:nvPr>
        </p:nvSpPr>
        <p:spPr>
          <a:xfrm>
            <a:off x="3833262" y="2051950"/>
            <a:ext cx="15015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“One big gradient”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(M2/M3)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sp>
        <p:nvSpPr>
          <p:cNvPr id="1421" name="Google Shape;1421;p40"/>
          <p:cNvSpPr txBox="1"/>
          <p:nvPr>
            <p:ph idx="3" type="subTitle"/>
          </p:nvPr>
        </p:nvSpPr>
        <p:spPr>
          <a:xfrm>
            <a:off x="5628362" y="2051950"/>
            <a:ext cx="15015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Non-linear: 6 types found (M4)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sp>
        <p:nvSpPr>
          <p:cNvPr id="1422" name="Google Shape;1422;p40"/>
          <p:cNvSpPr txBox="1"/>
          <p:nvPr>
            <p:ph idx="3" type="subTitle"/>
          </p:nvPr>
        </p:nvSpPr>
        <p:spPr>
          <a:xfrm>
            <a:off x="7468612" y="2012850"/>
            <a:ext cx="15015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Real $ values,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policy narratives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pic>
        <p:nvPicPr>
          <p:cNvPr id="1423" name="Google Shape;14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875" y="1602475"/>
            <a:ext cx="558900" cy="5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643" y="1602475"/>
            <a:ext cx="558900" cy="5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138" y="1602465"/>
            <a:ext cx="558900" cy="5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1650" y="1602475"/>
            <a:ext cx="558900" cy="5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40"/>
          <p:cNvSpPr txBox="1"/>
          <p:nvPr>
            <p:ph idx="3" type="subTitle"/>
          </p:nvPr>
        </p:nvSpPr>
        <p:spPr>
          <a:xfrm>
            <a:off x="95689" y="2671625"/>
            <a:ext cx="88488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Figtree"/>
                <a:ea typeface="Figtree"/>
                <a:cs typeface="Figtree"/>
                <a:sym typeface="Figtree"/>
              </a:rPr>
              <a:t>Key Evolution: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PCA (linear) saw a 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single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 affordability 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gradient; UMAP (non-linear) saw six different market types.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sp>
        <p:nvSpPr>
          <p:cNvPr id="1428" name="Google Shape;1428;p40"/>
          <p:cNvSpPr txBox="1"/>
          <p:nvPr>
            <p:ph idx="3" type="subTitle"/>
          </p:nvPr>
        </p:nvSpPr>
        <p:spPr>
          <a:xfrm>
            <a:off x="95700" y="3146725"/>
            <a:ext cx="89127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Figtree"/>
                <a:ea typeface="Figtree"/>
                <a:cs typeface="Figtree"/>
                <a:sym typeface="Figtree"/>
              </a:rPr>
              <a:t>Preprocessing Steps:</a:t>
            </a:r>
            <a:endParaRPr sz="1500"/>
          </a:p>
        </p:txBody>
      </p:sp>
      <p:sp>
        <p:nvSpPr>
          <p:cNvPr id="1429" name="Google Shape;1429;p40"/>
          <p:cNvSpPr txBox="1"/>
          <p:nvPr>
            <p:ph idx="3" type="subTitle"/>
          </p:nvPr>
        </p:nvSpPr>
        <p:spPr>
          <a:xfrm>
            <a:off x="227989" y="4127125"/>
            <a:ext cx="88488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County-level averaging (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3,144 counties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) → Median imputation (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~8% missing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) → Log₁₊ transform on 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10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 skewed features → StandardScaler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Log transform was the key M4 fix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: UMAP builds a neighborhood graph sensitive to density. Right-skewed costs distorted neighborhoods without it.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cxnSp>
        <p:nvCxnSpPr>
          <p:cNvPr id="1430" name="Google Shape;1430;p40"/>
          <p:cNvCxnSpPr/>
          <p:nvPr/>
        </p:nvCxnSpPr>
        <p:spPr>
          <a:xfrm>
            <a:off x="173425" y="3178744"/>
            <a:ext cx="11394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41"/>
          <p:cNvSpPr txBox="1"/>
          <p:nvPr>
            <p:ph type="title"/>
          </p:nvPr>
        </p:nvSpPr>
        <p:spPr>
          <a:xfrm>
            <a:off x="48300" y="90575"/>
            <a:ext cx="894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Q1: Do Counties Form Distinct Market Types?</a:t>
            </a:r>
            <a:endParaRPr sz="2500"/>
          </a:p>
        </p:txBody>
      </p:sp>
      <p:sp>
        <p:nvSpPr>
          <p:cNvPr id="1436" name="Google Shape;1436;p41"/>
          <p:cNvSpPr txBox="1"/>
          <p:nvPr>
            <p:ph idx="3" type="subTitle"/>
          </p:nvPr>
        </p:nvSpPr>
        <p:spPr>
          <a:xfrm>
            <a:off x="87100" y="511800"/>
            <a:ext cx="2608800" cy="7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What Was Explored: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37" name="Google Shape;1437;p41"/>
          <p:cNvSpPr txBox="1"/>
          <p:nvPr>
            <p:ph idx="3" type="subTitle"/>
          </p:nvPr>
        </p:nvSpPr>
        <p:spPr>
          <a:xfrm>
            <a:off x="87100" y="1124075"/>
            <a:ext cx="44067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PCA + KMeans + Hierarchical  (M2/M3): k=2 just isolated outliers. After removing top 5%, k=5 worked but 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silhouette only 0.24.</a:t>
            </a:r>
            <a:endParaRPr b="1" sz="13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UMAP + KMeans (M4): 4×4 parameter grid tested. Best config: 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n_neighbors=15, min_dist=0.1. 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k=6 with 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silhouette 0.48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 — nearly double M3.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Stability: 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10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 random seeds → 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silhouette std = 0.003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. Structure is real.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graphicFrame>
        <p:nvGraphicFramePr>
          <p:cNvPr id="1438" name="Google Shape;1438;p41"/>
          <p:cNvGraphicFramePr/>
          <p:nvPr/>
        </p:nvGraphicFramePr>
        <p:xfrm>
          <a:off x="5289525" y="107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{2248A66F-B9B4-4309-BB0D-F9E206D85FC4}</a:tableStyleId>
              </a:tblPr>
              <a:tblGrid>
                <a:gridCol w="1247300"/>
                <a:gridCol w="1247300"/>
                <a:gridCol w="1247300"/>
              </a:tblGrid>
              <a:tr h="31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Figtree Light"/>
                        <a:ea typeface="Figtree Light"/>
                        <a:cs typeface="Figtree Light"/>
                        <a:sym typeface="Figtree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6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M3 (PCA)</a:t>
                      </a:r>
                      <a:endParaRPr b="1" sz="1300">
                        <a:solidFill>
                          <a:schemeClr val="accent6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6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M4 (UMAP)</a:t>
                      </a:r>
                      <a:endParaRPr b="1" sz="1300">
                        <a:solidFill>
                          <a:schemeClr val="accent6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6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Clusters</a:t>
                      </a:r>
                      <a:endParaRPr b="1" sz="1300">
                        <a:solidFill>
                          <a:schemeClr val="accent6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Figtree Light"/>
                          <a:ea typeface="Figtree Light"/>
                          <a:cs typeface="Figtree Light"/>
                          <a:sym typeface="Figtree Light"/>
                        </a:rPr>
                        <a:t>5</a:t>
                      </a:r>
                      <a:endParaRPr sz="1300">
                        <a:latin typeface="Figtree Light"/>
                        <a:ea typeface="Figtree Light"/>
                        <a:cs typeface="Figtree Light"/>
                        <a:sym typeface="Figtree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Figtree Light"/>
                          <a:ea typeface="Figtree Light"/>
                          <a:cs typeface="Figtree Light"/>
                          <a:sym typeface="Figtree Light"/>
                        </a:rPr>
                        <a:t>6</a:t>
                      </a:r>
                      <a:endParaRPr sz="1300">
                        <a:latin typeface="Figtree Light"/>
                        <a:ea typeface="Figtree Light"/>
                        <a:cs typeface="Figtree Light"/>
                        <a:sym typeface="Figtree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6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Balance ratio</a:t>
                      </a:r>
                      <a:endParaRPr b="1" sz="1300">
                        <a:solidFill>
                          <a:schemeClr val="accent6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Figtree Light"/>
                          <a:ea typeface="Figtree Light"/>
                          <a:cs typeface="Figtree Light"/>
                          <a:sym typeface="Figtree Light"/>
                        </a:rPr>
                        <a:t>0.351</a:t>
                      </a:r>
                      <a:endParaRPr sz="1300">
                        <a:latin typeface="Figtree Light"/>
                        <a:ea typeface="Figtree Light"/>
                        <a:cs typeface="Figtree Light"/>
                        <a:sym typeface="Figtree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Figtree Light"/>
                          <a:ea typeface="Figtree Light"/>
                          <a:cs typeface="Figtree Light"/>
                          <a:sym typeface="Figtree Light"/>
                        </a:rPr>
                        <a:t>0.324</a:t>
                      </a:r>
                      <a:endParaRPr sz="1300">
                        <a:latin typeface="Figtree Light"/>
                        <a:ea typeface="Figtree Light"/>
                        <a:cs typeface="Figtree Light"/>
                        <a:sym typeface="Figtree Ligh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1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6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Silhouette</a:t>
                      </a:r>
                      <a:endParaRPr b="1" sz="1300">
                        <a:solidFill>
                          <a:schemeClr val="accent6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Figtree Light"/>
                          <a:ea typeface="Figtree Light"/>
                          <a:cs typeface="Figtree Light"/>
                          <a:sym typeface="Figtree Light"/>
                        </a:rPr>
                        <a:t>0.247</a:t>
                      </a:r>
                      <a:endParaRPr sz="1300">
                        <a:latin typeface="Figtree Light"/>
                        <a:ea typeface="Figtree Light"/>
                        <a:cs typeface="Figtree Light"/>
                        <a:sym typeface="Figtree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Figtree Light"/>
                          <a:ea typeface="Figtree Light"/>
                          <a:cs typeface="Figtree Light"/>
                          <a:sym typeface="Figtree Light"/>
                        </a:rPr>
                        <a:t>0.467</a:t>
                      </a:r>
                      <a:endParaRPr sz="1300">
                        <a:latin typeface="Figtree Light"/>
                        <a:ea typeface="Figtree Light"/>
                        <a:cs typeface="Figtree Light"/>
                        <a:sym typeface="Figtree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39" name="Google Shape;1439;p41"/>
          <p:cNvSpPr txBox="1"/>
          <p:nvPr>
            <p:ph idx="3" type="subTitle"/>
          </p:nvPr>
        </p:nvSpPr>
        <p:spPr>
          <a:xfrm>
            <a:off x="6497300" y="511800"/>
            <a:ext cx="2494500" cy="7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M3 vs M4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40" name="Google Shape;1440;p41"/>
          <p:cNvSpPr/>
          <p:nvPr/>
        </p:nvSpPr>
        <p:spPr>
          <a:xfrm>
            <a:off x="133200" y="4225875"/>
            <a:ext cx="8858700" cy="526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1" name="Google Shape;1441;p41"/>
          <p:cNvSpPr txBox="1"/>
          <p:nvPr>
            <p:ph idx="3" type="subTitle"/>
          </p:nvPr>
        </p:nvSpPr>
        <p:spPr>
          <a:xfrm>
            <a:off x="133200" y="4179925"/>
            <a:ext cx="8858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Takeaway: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i="1" lang="en" sz="1300">
                <a:latin typeface="Figtree"/>
                <a:ea typeface="Figtree"/>
                <a:cs typeface="Figtree"/>
                <a:sym typeface="Figtree"/>
              </a:rPr>
              <a:t>Counties do form distinct types, but only visible through non-linear analysis. PCA saw one gradient; UMAP identified 6 groups.</a:t>
            </a:r>
            <a:endParaRPr sz="1300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42" name="Google Shape;14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175" y="2655925"/>
            <a:ext cx="397485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42"/>
          <p:cNvSpPr txBox="1"/>
          <p:nvPr>
            <p:ph type="title"/>
          </p:nvPr>
        </p:nvSpPr>
        <p:spPr>
          <a:xfrm>
            <a:off x="48300" y="90575"/>
            <a:ext cx="894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Q2: </a:t>
            </a:r>
            <a:r>
              <a:rPr lang="en" sz="2500"/>
              <a:t>How do market types differ in affordability and maternal labor force participation</a:t>
            </a:r>
            <a:r>
              <a:rPr lang="en" sz="2500"/>
              <a:t>?</a:t>
            </a:r>
            <a:endParaRPr sz="2500"/>
          </a:p>
        </p:txBody>
      </p:sp>
      <p:sp>
        <p:nvSpPr>
          <p:cNvPr id="1448" name="Google Shape;1448;p42"/>
          <p:cNvSpPr/>
          <p:nvPr/>
        </p:nvSpPr>
        <p:spPr>
          <a:xfrm>
            <a:off x="133200" y="4225875"/>
            <a:ext cx="8858700" cy="526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9" name="Google Shape;1449;p42"/>
          <p:cNvSpPr txBox="1"/>
          <p:nvPr>
            <p:ph idx="3" type="subTitle"/>
          </p:nvPr>
        </p:nvSpPr>
        <p:spPr>
          <a:xfrm>
            <a:off x="133200" y="4179925"/>
            <a:ext cx="8858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Takeaway: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i="1" lang="en" sz="1300">
                <a:latin typeface="Figtree Light"/>
                <a:ea typeface="Figtree Light"/>
                <a:cs typeface="Figtree Light"/>
                <a:sym typeface="Figtree Light"/>
              </a:rPr>
              <a:t>Despite distinct cost clusters, mothers' workforce participation overlaps across all groups. Show the boxplot with overlapping distributions</a:t>
            </a:r>
            <a:r>
              <a:rPr i="1" lang="en" sz="1300">
                <a:latin typeface="Figtree"/>
                <a:ea typeface="Figtree"/>
                <a:cs typeface="Figtree"/>
                <a:sym typeface="Figtree"/>
              </a:rPr>
              <a:t>.</a:t>
            </a:r>
            <a:endParaRPr i="1" sz="13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0" name="Google Shape;1450;p42"/>
          <p:cNvSpPr txBox="1"/>
          <p:nvPr>
            <p:ph idx="3" type="subTitle"/>
          </p:nvPr>
        </p:nvSpPr>
        <p:spPr>
          <a:xfrm>
            <a:off x="87100" y="1124075"/>
            <a:ext cx="44067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From 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M3 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we learned that: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igtree Light"/>
              <a:buChar char="●"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Outlier counties distorted all clusters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igtree Light"/>
              <a:buChar char="●"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No affordability context price only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For </a:t>
            </a: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M4:</a:t>
            </a:r>
            <a:endParaRPr b="1" sz="1300">
              <a:latin typeface="Figtree"/>
              <a:ea typeface="Figtree"/>
              <a:cs typeface="Figtree"/>
              <a:sym typeface="Figt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igtree Light"/>
              <a:buChar char="●"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Added infant/preschool ratio + center-family gap as structure features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igtree Light"/>
              <a:buChar char="●"/>
            </a:pP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PCA to isolate top 5% extreme tail → re-cluster on core</a:t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pic>
        <p:nvPicPr>
          <p:cNvPr id="1451" name="Google Shape;145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950" y="732327"/>
            <a:ext cx="2729275" cy="17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9950" y="2443825"/>
            <a:ext cx="2729276" cy="1829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43"/>
          <p:cNvSpPr txBox="1"/>
          <p:nvPr>
            <p:ph type="title"/>
          </p:nvPr>
        </p:nvSpPr>
        <p:spPr>
          <a:xfrm>
            <a:off x="48300" y="90575"/>
            <a:ext cx="894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Q3: </a:t>
            </a:r>
            <a:r>
              <a:rPr lang="en" sz="2500"/>
              <a:t>Do pricing structures align more with socioeconomic similarity than geographic proximity?</a:t>
            </a:r>
            <a:endParaRPr sz="2500"/>
          </a:p>
        </p:txBody>
      </p:sp>
      <p:sp>
        <p:nvSpPr>
          <p:cNvPr id="1458" name="Google Shape;1458;p43"/>
          <p:cNvSpPr txBox="1"/>
          <p:nvPr>
            <p:ph idx="3" type="subTitle"/>
          </p:nvPr>
        </p:nvSpPr>
        <p:spPr>
          <a:xfrm>
            <a:off x="48300" y="734625"/>
            <a:ext cx="2608800" cy="7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What Was Explored: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9" name="Google Shape;1459;p43"/>
          <p:cNvSpPr/>
          <p:nvPr/>
        </p:nvSpPr>
        <p:spPr>
          <a:xfrm>
            <a:off x="133200" y="4225875"/>
            <a:ext cx="8858700" cy="526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0" name="Google Shape;1460;p43"/>
          <p:cNvSpPr txBox="1"/>
          <p:nvPr>
            <p:ph idx="3" type="subTitle"/>
          </p:nvPr>
        </p:nvSpPr>
        <p:spPr>
          <a:xfrm>
            <a:off x="133200" y="4179925"/>
            <a:ext cx="8858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Takeaway: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i="1" lang="en" sz="1300">
                <a:latin typeface="Figtree"/>
                <a:ea typeface="Figtree"/>
                <a:cs typeface="Figtree"/>
                <a:sym typeface="Figtree"/>
              </a:rPr>
              <a:t>Socioeconomic similarity explains pricing differences better than geographic proximity. Counties across various states can have identical childcare markets if their income/poverty profiles match.</a:t>
            </a:r>
            <a:endParaRPr sz="1300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61" name="Google Shape;14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475" y="1643739"/>
            <a:ext cx="4572000" cy="16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43"/>
          <p:cNvSpPr txBox="1"/>
          <p:nvPr>
            <p:ph idx="3" type="subTitle"/>
          </p:nvPr>
        </p:nvSpPr>
        <p:spPr>
          <a:xfrm>
            <a:off x="165300" y="1282500"/>
            <a:ext cx="44067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From </a:t>
            </a:r>
            <a:r>
              <a:rPr b="1" lang="en" sz="12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M3 </a:t>
            </a: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we learned that: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10 raw features: center + family costs + socioeconomics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PCA captured 87% variance in just 2 components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For </a:t>
            </a:r>
            <a:r>
              <a:rPr b="1" lang="en" sz="12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M4: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PCA sees one gradient clusters heavily overlap along PC1, no clean separation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UMAP reveals 6 groups with clearer boundaries, especially at the periphery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Dense center confirms a continuum clusters connect through a shared middle rather than sitting as isolated islands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k=6 chosen silhouette peaks at 6 before tapering, confirmed by the visual separation in UMAP space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44"/>
          <p:cNvSpPr txBox="1"/>
          <p:nvPr>
            <p:ph type="title"/>
          </p:nvPr>
        </p:nvSpPr>
        <p:spPr>
          <a:xfrm>
            <a:off x="48300" y="90575"/>
            <a:ext cx="894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Q4: </a:t>
            </a:r>
            <a:r>
              <a:rPr lang="en" sz="2500"/>
              <a:t>Which counties are structurally extreme and what distinguishes them?</a:t>
            </a:r>
            <a:endParaRPr sz="2500"/>
          </a:p>
        </p:txBody>
      </p:sp>
      <p:sp>
        <p:nvSpPr>
          <p:cNvPr id="1468" name="Google Shape;1468;p44"/>
          <p:cNvSpPr txBox="1"/>
          <p:nvPr>
            <p:ph idx="3" type="subTitle"/>
          </p:nvPr>
        </p:nvSpPr>
        <p:spPr>
          <a:xfrm>
            <a:off x="48300" y="734625"/>
            <a:ext cx="2608800" cy="7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What Was Explored: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69" name="Google Shape;1469;p44"/>
          <p:cNvSpPr txBox="1"/>
          <p:nvPr>
            <p:ph idx="3" type="subTitle"/>
          </p:nvPr>
        </p:nvSpPr>
        <p:spPr>
          <a:xfrm>
            <a:off x="165300" y="1282500"/>
            <a:ext cx="44067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From </a:t>
            </a:r>
            <a:r>
              <a:rPr b="1" lang="en" sz="12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M3 </a:t>
            </a: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we learned that: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Raw cost + socioeconomic variables clustered into k=5 after removing top 5% outliers via PCA distance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No income-relative affordability measure — price only, no burden context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High-cost counties distorted cluster structure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For </a:t>
            </a:r>
            <a:r>
              <a:rPr b="1" lang="en" sz="12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M4:</a:t>
            </a:r>
            <a:endParaRPr b="1" sz="12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PCA biplot reveals two distinct crises: PC1 (48.7% var) = economic vulnerability, PC2 (30.9% var) = high-growth urban pressure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Isolation Forest replaced manual PCA-distance cuts to flag the true structural outliers (5% contamination)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DBSCAN added alongside KMeans to detect non-spherical noise naturally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Figtree Light"/>
              <a:buChar char="●"/>
            </a:pPr>
            <a:r>
              <a:rPr lang="en" sz="1200">
                <a:solidFill>
                  <a:srgbClr val="000000"/>
                </a:solidFill>
                <a:latin typeface="Figtree Light"/>
                <a:ea typeface="Figtree Light"/>
                <a:cs typeface="Figtree Light"/>
                <a:sym typeface="Figtree Light"/>
              </a:rPr>
              <a:t>Extreme counties scatter across both axes — not concentrated in one crisis type</a:t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igtree Light"/>
              <a:buChar char="●"/>
            </a:pPr>
            <a:r>
              <a:t/>
            </a:r>
            <a:endParaRPr sz="1300">
              <a:latin typeface="Figtree Light"/>
              <a:ea typeface="Figtree Light"/>
              <a:cs typeface="Figtree Light"/>
              <a:sym typeface="Figtree Light"/>
            </a:endParaRPr>
          </a:p>
        </p:txBody>
      </p:sp>
      <p:sp>
        <p:nvSpPr>
          <p:cNvPr id="1470" name="Google Shape;1470;p44"/>
          <p:cNvSpPr/>
          <p:nvPr/>
        </p:nvSpPr>
        <p:spPr>
          <a:xfrm>
            <a:off x="165300" y="4515363"/>
            <a:ext cx="8858700" cy="526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1" name="Google Shape;1471;p44"/>
          <p:cNvSpPr txBox="1"/>
          <p:nvPr>
            <p:ph idx="3" type="subTitle"/>
          </p:nvPr>
        </p:nvSpPr>
        <p:spPr>
          <a:xfrm>
            <a:off x="201325" y="4515375"/>
            <a:ext cx="8858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gtree"/>
                <a:ea typeface="Figtree"/>
                <a:cs typeface="Figtree"/>
                <a:sym typeface="Figtree"/>
              </a:rPr>
              <a:t>Takeaway:</a:t>
            </a:r>
            <a:r>
              <a:rPr lang="en" sz="1300"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i="1" lang="en" sz="1300">
                <a:latin typeface="Figtree"/>
                <a:ea typeface="Figtree"/>
                <a:cs typeface="Figtree"/>
                <a:sym typeface="Figtree"/>
              </a:rPr>
              <a:t>Counties that have higher income have lower unemployment rates, however they naturally have higher cost burden</a:t>
            </a:r>
            <a:endParaRPr sz="1300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72" name="Google Shape;147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6825" y="710675"/>
            <a:ext cx="2528675" cy="18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4375" y="2571749"/>
            <a:ext cx="2793566" cy="16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45"/>
          <p:cNvSpPr txBox="1"/>
          <p:nvPr>
            <p:ph type="title"/>
          </p:nvPr>
        </p:nvSpPr>
        <p:spPr>
          <a:xfrm>
            <a:off x="720000" y="138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Integrated Picture </a:t>
            </a:r>
            <a:endParaRPr sz="2500"/>
          </a:p>
        </p:txBody>
      </p:sp>
      <p:sp>
        <p:nvSpPr>
          <p:cNvPr id="1479" name="Google Shape;1479;p45"/>
          <p:cNvSpPr txBox="1"/>
          <p:nvPr/>
        </p:nvSpPr>
        <p:spPr>
          <a:xfrm>
            <a:off x="903900" y="1267225"/>
            <a:ext cx="82476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gtree"/>
                <a:ea typeface="Figtree"/>
                <a:cs typeface="Figtree"/>
                <a:sym typeface="Figtree"/>
              </a:rPr>
              <a:t>6 Market Types:</a:t>
            </a:r>
            <a:r>
              <a:rPr lang="en" sz="1100"/>
              <a:t> </a:t>
            </a:r>
            <a:r>
              <a:rPr lang="en" sz="1100">
                <a:latin typeface="Figtree"/>
                <a:ea typeface="Figtree"/>
                <a:cs typeface="Figtree"/>
                <a:sym typeface="Figtree"/>
              </a:rPr>
              <a:t>Markets aren't random; they fall into 6 clear "personalities" defined by complex cost-to-income ratios</a:t>
            </a:r>
            <a:endParaRPr sz="11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0" name="Google Shape;1480;p45"/>
          <p:cNvSpPr txBox="1"/>
          <p:nvPr/>
        </p:nvSpPr>
        <p:spPr>
          <a:xfrm>
            <a:off x="956525" y="2132326"/>
            <a:ext cx="737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gtree"/>
                <a:ea typeface="Figtree"/>
                <a:cs typeface="Figtree"/>
                <a:sym typeface="Figtree"/>
              </a:rPr>
              <a:t>Economic DNA:</a:t>
            </a:r>
            <a:r>
              <a:rPr lang="en" sz="1100"/>
              <a:t> </a:t>
            </a:r>
            <a:r>
              <a:rPr lang="en" sz="1100">
                <a:latin typeface="Figtree"/>
                <a:ea typeface="Figtree"/>
                <a:cs typeface="Figtree"/>
                <a:sym typeface="Figtree"/>
              </a:rPr>
              <a:t>Markets are driven by the DNA of local economics (income, poverty, unemployment), making state-line geography secondary.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1" name="Google Shape;1481;p45"/>
          <p:cNvSpPr txBox="1"/>
          <p:nvPr/>
        </p:nvSpPr>
        <p:spPr>
          <a:xfrm>
            <a:off x="903900" y="2948222"/>
            <a:ext cx="73362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gtree"/>
                <a:ea typeface="Figtree"/>
                <a:cs typeface="Figtree"/>
                <a:sym typeface="Figtree"/>
              </a:rPr>
              <a:t>Wealthy Outliers: </a:t>
            </a:r>
            <a:r>
              <a:rPr lang="en" sz="1100">
                <a:latin typeface="Figtree"/>
                <a:ea typeface="Figtree"/>
                <a:cs typeface="Figtree"/>
                <a:sym typeface="Figtree"/>
              </a:rPr>
              <a:t>The "Crisis" looks different in affluent cities; high wealth creates a massive supply bottleneck and price spikes, proving this isn't just a poverty issue.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2" name="Google Shape;1482;p45"/>
          <p:cNvSpPr txBox="1"/>
          <p:nvPr/>
        </p:nvSpPr>
        <p:spPr>
          <a:xfrm>
            <a:off x="956525" y="3907550"/>
            <a:ext cx="7372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Figtree"/>
                <a:ea typeface="Figtree"/>
                <a:cs typeface="Figtree"/>
                <a:sym typeface="Figtree"/>
              </a:rPr>
              <a:t>Buffer Effects:</a:t>
            </a:r>
            <a:r>
              <a:rPr lang="en" sz="1100"/>
              <a:t> </a:t>
            </a:r>
            <a:r>
              <a:rPr lang="en" sz="1100">
                <a:latin typeface="Figtree"/>
                <a:ea typeface="Figtree"/>
                <a:cs typeface="Figtree"/>
                <a:sym typeface="Figtree"/>
              </a:rPr>
              <a:t>Working mothers' labor choices are influenced by cultural and family support factors, not just the raw price tag of childcare.</a:t>
            </a:r>
            <a:endParaRPr sz="11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3" name="Google Shape;1483;p45"/>
          <p:cNvSpPr/>
          <p:nvPr/>
        </p:nvSpPr>
        <p:spPr>
          <a:xfrm rot="-5400000">
            <a:off x="185150" y="2100100"/>
            <a:ext cx="666000" cy="5439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4" name="Google Shape;1484;p45"/>
          <p:cNvSpPr/>
          <p:nvPr/>
        </p:nvSpPr>
        <p:spPr>
          <a:xfrm rot="-5400000">
            <a:off x="185150" y="3009275"/>
            <a:ext cx="666000" cy="5439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5" name="Google Shape;1485;p45"/>
          <p:cNvSpPr/>
          <p:nvPr/>
        </p:nvSpPr>
        <p:spPr>
          <a:xfrm rot="-5400000">
            <a:off x="185225" y="3918475"/>
            <a:ext cx="666000" cy="5439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6" name="Google Shape;1486;p45"/>
          <p:cNvSpPr/>
          <p:nvPr/>
        </p:nvSpPr>
        <p:spPr>
          <a:xfrm rot="-5400000">
            <a:off x="185225" y="1234363"/>
            <a:ext cx="666000" cy="543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46"/>
          <p:cNvSpPr txBox="1"/>
          <p:nvPr>
            <p:ph type="title"/>
          </p:nvPr>
        </p:nvSpPr>
        <p:spPr>
          <a:xfrm>
            <a:off x="2347350" y="1717500"/>
            <a:ext cx="4449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Limitations </a:t>
            </a:r>
            <a:endParaRPr sz="5700"/>
          </a:p>
        </p:txBody>
      </p:sp>
      <p:sp>
        <p:nvSpPr>
          <p:cNvPr id="1492" name="Google Shape;1492;p46"/>
          <p:cNvSpPr txBox="1"/>
          <p:nvPr>
            <p:ph idx="2" type="title"/>
          </p:nvPr>
        </p:nvSpPr>
        <p:spPr>
          <a:xfrm>
            <a:off x="3745950" y="801600"/>
            <a:ext cx="16521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493" name="Google Shape;1493;p46"/>
          <p:cNvGrpSpPr/>
          <p:nvPr/>
        </p:nvGrpSpPr>
        <p:grpSpPr>
          <a:xfrm>
            <a:off x="2549564" y="3428318"/>
            <a:ext cx="4044872" cy="1729521"/>
            <a:chOff x="2347339" y="3428318"/>
            <a:chExt cx="4044872" cy="1729521"/>
          </a:xfrm>
        </p:grpSpPr>
        <p:grpSp>
          <p:nvGrpSpPr>
            <p:cNvPr id="1494" name="Google Shape;1494;p46"/>
            <p:cNvGrpSpPr/>
            <p:nvPr/>
          </p:nvGrpSpPr>
          <p:grpSpPr>
            <a:xfrm>
              <a:off x="2347339" y="3985109"/>
              <a:ext cx="1692532" cy="1076085"/>
              <a:chOff x="2566427" y="3985109"/>
              <a:chExt cx="1692532" cy="1076085"/>
            </a:xfrm>
          </p:grpSpPr>
          <p:grpSp>
            <p:nvGrpSpPr>
              <p:cNvPr id="1495" name="Google Shape;1495;p46"/>
              <p:cNvGrpSpPr/>
              <p:nvPr/>
            </p:nvGrpSpPr>
            <p:grpSpPr>
              <a:xfrm>
                <a:off x="3638211" y="4051329"/>
                <a:ext cx="620748" cy="810441"/>
                <a:chOff x="4109650" y="6360675"/>
                <a:chExt cx="1211925" cy="1582275"/>
              </a:xfrm>
            </p:grpSpPr>
            <p:sp>
              <p:nvSpPr>
                <p:cNvPr id="1496" name="Google Shape;1496;p46"/>
                <p:cNvSpPr/>
                <p:nvPr/>
              </p:nvSpPr>
              <p:spPr>
                <a:xfrm>
                  <a:off x="4668925" y="6465950"/>
                  <a:ext cx="93375" cy="1275400"/>
                </a:xfrm>
                <a:custGeom>
                  <a:rect b="b" l="l" r="r" t="t"/>
                  <a:pathLst>
                    <a:path extrusionOk="0" h="51016" w="3735">
                      <a:moveTo>
                        <a:pt x="1" y="1"/>
                      </a:moveTo>
                      <a:lnTo>
                        <a:pt x="1" y="51016"/>
                      </a:lnTo>
                      <a:lnTo>
                        <a:pt x="3735" y="51016"/>
                      </a:lnTo>
                      <a:lnTo>
                        <a:pt x="37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7" name="Google Shape;1497;p46"/>
                <p:cNvSpPr/>
                <p:nvPr/>
              </p:nvSpPr>
              <p:spPr>
                <a:xfrm>
                  <a:off x="4109650" y="7638275"/>
                  <a:ext cx="1211925" cy="304675"/>
                </a:xfrm>
                <a:custGeom>
                  <a:rect b="b" l="l" r="r" t="t"/>
                  <a:pathLst>
                    <a:path extrusionOk="0" h="12187" w="48477">
                      <a:moveTo>
                        <a:pt x="7737" y="1"/>
                      </a:moveTo>
                      <a:lnTo>
                        <a:pt x="6751" y="31"/>
                      </a:lnTo>
                      <a:lnTo>
                        <a:pt x="5795" y="90"/>
                      </a:lnTo>
                      <a:lnTo>
                        <a:pt x="5317" y="150"/>
                      </a:lnTo>
                      <a:lnTo>
                        <a:pt x="4839" y="240"/>
                      </a:lnTo>
                      <a:lnTo>
                        <a:pt x="4391" y="329"/>
                      </a:lnTo>
                      <a:lnTo>
                        <a:pt x="3943" y="449"/>
                      </a:lnTo>
                      <a:lnTo>
                        <a:pt x="3525" y="598"/>
                      </a:lnTo>
                      <a:lnTo>
                        <a:pt x="3137" y="777"/>
                      </a:lnTo>
                      <a:lnTo>
                        <a:pt x="2719" y="986"/>
                      </a:lnTo>
                      <a:lnTo>
                        <a:pt x="2360" y="1255"/>
                      </a:lnTo>
                      <a:lnTo>
                        <a:pt x="2002" y="1524"/>
                      </a:lnTo>
                      <a:lnTo>
                        <a:pt x="1673" y="1853"/>
                      </a:lnTo>
                      <a:lnTo>
                        <a:pt x="1375" y="2211"/>
                      </a:lnTo>
                      <a:lnTo>
                        <a:pt x="1076" y="2599"/>
                      </a:lnTo>
                      <a:lnTo>
                        <a:pt x="837" y="3047"/>
                      </a:lnTo>
                      <a:lnTo>
                        <a:pt x="598" y="3555"/>
                      </a:lnTo>
                      <a:lnTo>
                        <a:pt x="389" y="4093"/>
                      </a:lnTo>
                      <a:lnTo>
                        <a:pt x="240" y="4720"/>
                      </a:lnTo>
                      <a:lnTo>
                        <a:pt x="90" y="5377"/>
                      </a:lnTo>
                      <a:lnTo>
                        <a:pt x="1" y="6064"/>
                      </a:lnTo>
                      <a:lnTo>
                        <a:pt x="120" y="6841"/>
                      </a:lnTo>
                      <a:lnTo>
                        <a:pt x="240" y="7528"/>
                      </a:lnTo>
                      <a:lnTo>
                        <a:pt x="389" y="8155"/>
                      </a:lnTo>
                      <a:lnTo>
                        <a:pt x="598" y="8722"/>
                      </a:lnTo>
                      <a:lnTo>
                        <a:pt x="807" y="9230"/>
                      </a:lnTo>
                      <a:lnTo>
                        <a:pt x="1076" y="9678"/>
                      </a:lnTo>
                      <a:lnTo>
                        <a:pt x="1404" y="10096"/>
                      </a:lnTo>
                      <a:lnTo>
                        <a:pt x="1584" y="10305"/>
                      </a:lnTo>
                      <a:lnTo>
                        <a:pt x="1763" y="10485"/>
                      </a:lnTo>
                      <a:lnTo>
                        <a:pt x="1972" y="10634"/>
                      </a:lnTo>
                      <a:lnTo>
                        <a:pt x="2211" y="10813"/>
                      </a:lnTo>
                      <a:lnTo>
                        <a:pt x="2719" y="11082"/>
                      </a:lnTo>
                      <a:lnTo>
                        <a:pt x="3286" y="11321"/>
                      </a:lnTo>
                      <a:lnTo>
                        <a:pt x="3943" y="11530"/>
                      </a:lnTo>
                      <a:lnTo>
                        <a:pt x="4660" y="11709"/>
                      </a:lnTo>
                      <a:lnTo>
                        <a:pt x="5496" y="11858"/>
                      </a:lnTo>
                      <a:lnTo>
                        <a:pt x="6422" y="11948"/>
                      </a:lnTo>
                      <a:lnTo>
                        <a:pt x="7438" y="12038"/>
                      </a:lnTo>
                      <a:lnTo>
                        <a:pt x="8573" y="12127"/>
                      </a:lnTo>
                      <a:lnTo>
                        <a:pt x="9797" y="12157"/>
                      </a:lnTo>
                      <a:lnTo>
                        <a:pt x="12665" y="12187"/>
                      </a:lnTo>
                      <a:lnTo>
                        <a:pt x="16040" y="12187"/>
                      </a:lnTo>
                      <a:lnTo>
                        <a:pt x="19983" y="12157"/>
                      </a:lnTo>
                      <a:lnTo>
                        <a:pt x="24552" y="12097"/>
                      </a:lnTo>
                      <a:lnTo>
                        <a:pt x="29809" y="12038"/>
                      </a:lnTo>
                      <a:lnTo>
                        <a:pt x="35753" y="12038"/>
                      </a:lnTo>
                      <a:lnTo>
                        <a:pt x="42473" y="12097"/>
                      </a:lnTo>
                      <a:lnTo>
                        <a:pt x="42832" y="12068"/>
                      </a:lnTo>
                      <a:lnTo>
                        <a:pt x="43220" y="12038"/>
                      </a:lnTo>
                      <a:lnTo>
                        <a:pt x="43549" y="11978"/>
                      </a:lnTo>
                      <a:lnTo>
                        <a:pt x="43907" y="11888"/>
                      </a:lnTo>
                      <a:lnTo>
                        <a:pt x="44236" y="11799"/>
                      </a:lnTo>
                      <a:lnTo>
                        <a:pt x="44534" y="11709"/>
                      </a:lnTo>
                      <a:lnTo>
                        <a:pt x="45132" y="11440"/>
                      </a:lnTo>
                      <a:lnTo>
                        <a:pt x="45699" y="11142"/>
                      </a:lnTo>
                      <a:lnTo>
                        <a:pt x="46207" y="10783"/>
                      </a:lnTo>
                      <a:lnTo>
                        <a:pt x="46655" y="10395"/>
                      </a:lnTo>
                      <a:lnTo>
                        <a:pt x="47073" y="9947"/>
                      </a:lnTo>
                      <a:lnTo>
                        <a:pt x="47402" y="9469"/>
                      </a:lnTo>
                      <a:lnTo>
                        <a:pt x="47730" y="8991"/>
                      </a:lnTo>
                      <a:lnTo>
                        <a:pt x="47969" y="8453"/>
                      </a:lnTo>
                      <a:lnTo>
                        <a:pt x="48178" y="7886"/>
                      </a:lnTo>
                      <a:lnTo>
                        <a:pt x="48328" y="7348"/>
                      </a:lnTo>
                      <a:lnTo>
                        <a:pt x="48417" y="6751"/>
                      </a:lnTo>
                      <a:lnTo>
                        <a:pt x="48477" y="6183"/>
                      </a:lnTo>
                      <a:lnTo>
                        <a:pt x="48447" y="5586"/>
                      </a:lnTo>
                      <a:lnTo>
                        <a:pt x="48387" y="5019"/>
                      </a:lnTo>
                      <a:lnTo>
                        <a:pt x="48268" y="4451"/>
                      </a:lnTo>
                      <a:lnTo>
                        <a:pt x="48089" y="3884"/>
                      </a:lnTo>
                      <a:lnTo>
                        <a:pt x="47850" y="3346"/>
                      </a:lnTo>
                      <a:lnTo>
                        <a:pt x="47551" y="2838"/>
                      </a:lnTo>
                      <a:lnTo>
                        <a:pt x="47222" y="2360"/>
                      </a:lnTo>
                      <a:lnTo>
                        <a:pt x="46804" y="1882"/>
                      </a:lnTo>
                      <a:lnTo>
                        <a:pt x="46326" y="1464"/>
                      </a:lnTo>
                      <a:lnTo>
                        <a:pt x="46087" y="1285"/>
                      </a:lnTo>
                      <a:lnTo>
                        <a:pt x="45819" y="1106"/>
                      </a:lnTo>
                      <a:lnTo>
                        <a:pt x="45520" y="927"/>
                      </a:lnTo>
                      <a:lnTo>
                        <a:pt x="45221" y="777"/>
                      </a:lnTo>
                      <a:lnTo>
                        <a:pt x="44893" y="628"/>
                      </a:lnTo>
                      <a:lnTo>
                        <a:pt x="44564" y="509"/>
                      </a:lnTo>
                      <a:lnTo>
                        <a:pt x="44236" y="389"/>
                      </a:lnTo>
                      <a:lnTo>
                        <a:pt x="43847" y="270"/>
                      </a:lnTo>
                      <a:lnTo>
                        <a:pt x="43489" y="180"/>
                      </a:lnTo>
                      <a:lnTo>
                        <a:pt x="43101" y="120"/>
                      </a:lnTo>
                      <a:lnTo>
                        <a:pt x="42682" y="61"/>
                      </a:lnTo>
                      <a:lnTo>
                        <a:pt x="42264" y="31"/>
                      </a:lnTo>
                      <a:lnTo>
                        <a:pt x="41816" y="1"/>
                      </a:lnTo>
                      <a:lnTo>
                        <a:pt x="41368" y="1"/>
                      </a:lnTo>
                      <a:lnTo>
                        <a:pt x="40890" y="31"/>
                      </a:lnTo>
                      <a:lnTo>
                        <a:pt x="40383" y="61"/>
                      </a:lnTo>
                      <a:lnTo>
                        <a:pt x="12545" y="61"/>
                      </a:lnTo>
                      <a:lnTo>
                        <a:pt x="11649" y="90"/>
                      </a:lnTo>
                      <a:lnTo>
                        <a:pt x="10693" y="90"/>
                      </a:lnTo>
                      <a:lnTo>
                        <a:pt x="8752" y="31"/>
                      </a:lnTo>
                      <a:lnTo>
                        <a:pt x="773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8" name="Google Shape;1498;p46"/>
                <p:cNvSpPr/>
                <p:nvPr/>
              </p:nvSpPr>
              <p:spPr>
                <a:xfrm>
                  <a:off x="4201500" y="7338100"/>
                  <a:ext cx="1027500" cy="303950"/>
                </a:xfrm>
                <a:custGeom>
                  <a:rect b="b" l="l" r="r" t="t"/>
                  <a:pathLst>
                    <a:path extrusionOk="0" h="12158" w="41100">
                      <a:moveTo>
                        <a:pt x="7169" y="1"/>
                      </a:moveTo>
                      <a:lnTo>
                        <a:pt x="6213" y="60"/>
                      </a:lnTo>
                      <a:lnTo>
                        <a:pt x="5317" y="150"/>
                      </a:lnTo>
                      <a:lnTo>
                        <a:pt x="4839" y="210"/>
                      </a:lnTo>
                      <a:lnTo>
                        <a:pt x="4421" y="329"/>
                      </a:lnTo>
                      <a:lnTo>
                        <a:pt x="3973" y="419"/>
                      </a:lnTo>
                      <a:lnTo>
                        <a:pt x="3555" y="568"/>
                      </a:lnTo>
                      <a:lnTo>
                        <a:pt x="3166" y="747"/>
                      </a:lnTo>
                      <a:lnTo>
                        <a:pt x="2778" y="927"/>
                      </a:lnTo>
                      <a:lnTo>
                        <a:pt x="2420" y="1166"/>
                      </a:lnTo>
                      <a:lnTo>
                        <a:pt x="2061" y="1434"/>
                      </a:lnTo>
                      <a:lnTo>
                        <a:pt x="1733" y="1733"/>
                      </a:lnTo>
                      <a:lnTo>
                        <a:pt x="1434" y="2062"/>
                      </a:lnTo>
                      <a:lnTo>
                        <a:pt x="1165" y="2420"/>
                      </a:lnTo>
                      <a:lnTo>
                        <a:pt x="896" y="2838"/>
                      </a:lnTo>
                      <a:lnTo>
                        <a:pt x="687" y="3316"/>
                      </a:lnTo>
                      <a:lnTo>
                        <a:pt x="478" y="3824"/>
                      </a:lnTo>
                      <a:lnTo>
                        <a:pt x="299" y="4361"/>
                      </a:lnTo>
                      <a:lnTo>
                        <a:pt x="180" y="4959"/>
                      </a:lnTo>
                      <a:lnTo>
                        <a:pt x="90" y="5616"/>
                      </a:lnTo>
                      <a:lnTo>
                        <a:pt x="0" y="6333"/>
                      </a:lnTo>
                      <a:lnTo>
                        <a:pt x="150" y="7050"/>
                      </a:lnTo>
                      <a:lnTo>
                        <a:pt x="299" y="7707"/>
                      </a:lnTo>
                      <a:lnTo>
                        <a:pt x="448" y="8274"/>
                      </a:lnTo>
                      <a:lnTo>
                        <a:pt x="658" y="8812"/>
                      </a:lnTo>
                      <a:lnTo>
                        <a:pt x="896" y="9320"/>
                      </a:lnTo>
                      <a:lnTo>
                        <a:pt x="1165" y="9768"/>
                      </a:lnTo>
                      <a:lnTo>
                        <a:pt x="1494" y="10156"/>
                      </a:lnTo>
                      <a:lnTo>
                        <a:pt x="1852" y="10484"/>
                      </a:lnTo>
                      <a:lnTo>
                        <a:pt x="2270" y="10813"/>
                      </a:lnTo>
                      <a:lnTo>
                        <a:pt x="2718" y="11082"/>
                      </a:lnTo>
                      <a:lnTo>
                        <a:pt x="3256" y="11321"/>
                      </a:lnTo>
                      <a:lnTo>
                        <a:pt x="3824" y="11500"/>
                      </a:lnTo>
                      <a:lnTo>
                        <a:pt x="4481" y="11679"/>
                      </a:lnTo>
                      <a:lnTo>
                        <a:pt x="5198" y="11799"/>
                      </a:lnTo>
                      <a:lnTo>
                        <a:pt x="6004" y="11918"/>
                      </a:lnTo>
                      <a:lnTo>
                        <a:pt x="6870" y="12008"/>
                      </a:lnTo>
                      <a:lnTo>
                        <a:pt x="7826" y="12068"/>
                      </a:lnTo>
                      <a:lnTo>
                        <a:pt x="8901" y="12127"/>
                      </a:lnTo>
                      <a:lnTo>
                        <a:pt x="11261" y="12157"/>
                      </a:lnTo>
                      <a:lnTo>
                        <a:pt x="14039" y="12157"/>
                      </a:lnTo>
                      <a:lnTo>
                        <a:pt x="17264" y="12127"/>
                      </a:lnTo>
                      <a:lnTo>
                        <a:pt x="20938" y="12068"/>
                      </a:lnTo>
                      <a:lnTo>
                        <a:pt x="25120" y="12038"/>
                      </a:lnTo>
                      <a:lnTo>
                        <a:pt x="29839" y="12038"/>
                      </a:lnTo>
                      <a:lnTo>
                        <a:pt x="35126" y="12068"/>
                      </a:lnTo>
                      <a:lnTo>
                        <a:pt x="35514" y="12038"/>
                      </a:lnTo>
                      <a:lnTo>
                        <a:pt x="35872" y="12008"/>
                      </a:lnTo>
                      <a:lnTo>
                        <a:pt x="36231" y="11948"/>
                      </a:lnTo>
                      <a:lnTo>
                        <a:pt x="36589" y="11858"/>
                      </a:lnTo>
                      <a:lnTo>
                        <a:pt x="37246" y="11649"/>
                      </a:lnTo>
                      <a:lnTo>
                        <a:pt x="37844" y="11410"/>
                      </a:lnTo>
                      <a:lnTo>
                        <a:pt x="38381" y="11112"/>
                      </a:lnTo>
                      <a:lnTo>
                        <a:pt x="38889" y="10753"/>
                      </a:lnTo>
                      <a:lnTo>
                        <a:pt x="39337" y="10365"/>
                      </a:lnTo>
                      <a:lnTo>
                        <a:pt x="39725" y="9917"/>
                      </a:lnTo>
                      <a:lnTo>
                        <a:pt x="40084" y="9469"/>
                      </a:lnTo>
                      <a:lnTo>
                        <a:pt x="40382" y="8961"/>
                      </a:lnTo>
                      <a:lnTo>
                        <a:pt x="40621" y="8453"/>
                      </a:lnTo>
                      <a:lnTo>
                        <a:pt x="40830" y="7916"/>
                      </a:lnTo>
                      <a:lnTo>
                        <a:pt x="40980" y="7348"/>
                      </a:lnTo>
                      <a:lnTo>
                        <a:pt x="41069" y="6781"/>
                      </a:lnTo>
                      <a:lnTo>
                        <a:pt x="41099" y="6213"/>
                      </a:lnTo>
                      <a:lnTo>
                        <a:pt x="41099" y="5646"/>
                      </a:lnTo>
                      <a:lnTo>
                        <a:pt x="41039" y="5078"/>
                      </a:lnTo>
                      <a:lnTo>
                        <a:pt x="40920" y="4541"/>
                      </a:lnTo>
                      <a:lnTo>
                        <a:pt x="40741" y="3973"/>
                      </a:lnTo>
                      <a:lnTo>
                        <a:pt x="40532" y="3465"/>
                      </a:lnTo>
                      <a:lnTo>
                        <a:pt x="40263" y="2958"/>
                      </a:lnTo>
                      <a:lnTo>
                        <a:pt x="39964" y="2450"/>
                      </a:lnTo>
                      <a:lnTo>
                        <a:pt x="39576" y="2002"/>
                      </a:lnTo>
                      <a:lnTo>
                        <a:pt x="39158" y="1584"/>
                      </a:lnTo>
                      <a:lnTo>
                        <a:pt x="38710" y="1225"/>
                      </a:lnTo>
                      <a:lnTo>
                        <a:pt x="38172" y="867"/>
                      </a:lnTo>
                      <a:lnTo>
                        <a:pt x="37605" y="598"/>
                      </a:lnTo>
                      <a:lnTo>
                        <a:pt x="36977" y="359"/>
                      </a:lnTo>
                      <a:lnTo>
                        <a:pt x="36290" y="180"/>
                      </a:lnTo>
                      <a:lnTo>
                        <a:pt x="35932" y="120"/>
                      </a:lnTo>
                      <a:lnTo>
                        <a:pt x="35574" y="60"/>
                      </a:lnTo>
                      <a:lnTo>
                        <a:pt x="35185" y="31"/>
                      </a:lnTo>
                      <a:lnTo>
                        <a:pt x="11769" y="31"/>
                      </a:lnTo>
                      <a:lnTo>
                        <a:pt x="10902" y="60"/>
                      </a:lnTo>
                      <a:lnTo>
                        <a:pt x="10006" y="60"/>
                      </a:lnTo>
                      <a:lnTo>
                        <a:pt x="8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9" name="Google Shape;1499;p46"/>
                <p:cNvSpPr/>
                <p:nvPr/>
              </p:nvSpPr>
              <p:spPr>
                <a:xfrm>
                  <a:off x="4296325" y="7037925"/>
                  <a:ext cx="838575" cy="301700"/>
                </a:xfrm>
                <a:custGeom>
                  <a:rect b="b" l="l" r="r" t="t"/>
                  <a:pathLst>
                    <a:path extrusionOk="0" h="12068" w="33543">
                      <a:moveTo>
                        <a:pt x="11112" y="1"/>
                      </a:moveTo>
                      <a:lnTo>
                        <a:pt x="7647" y="31"/>
                      </a:lnTo>
                      <a:lnTo>
                        <a:pt x="6303" y="60"/>
                      </a:lnTo>
                      <a:lnTo>
                        <a:pt x="5317" y="90"/>
                      </a:lnTo>
                      <a:lnTo>
                        <a:pt x="4750" y="120"/>
                      </a:lnTo>
                      <a:lnTo>
                        <a:pt x="4600" y="150"/>
                      </a:lnTo>
                      <a:lnTo>
                        <a:pt x="4600" y="180"/>
                      </a:lnTo>
                      <a:lnTo>
                        <a:pt x="4630" y="180"/>
                      </a:lnTo>
                      <a:lnTo>
                        <a:pt x="4093" y="329"/>
                      </a:lnTo>
                      <a:lnTo>
                        <a:pt x="3585" y="538"/>
                      </a:lnTo>
                      <a:lnTo>
                        <a:pt x="3107" y="747"/>
                      </a:lnTo>
                      <a:lnTo>
                        <a:pt x="2689" y="1016"/>
                      </a:lnTo>
                      <a:lnTo>
                        <a:pt x="2271" y="1315"/>
                      </a:lnTo>
                      <a:lnTo>
                        <a:pt x="1912" y="1643"/>
                      </a:lnTo>
                      <a:lnTo>
                        <a:pt x="1554" y="1972"/>
                      </a:lnTo>
                      <a:lnTo>
                        <a:pt x="1255" y="2360"/>
                      </a:lnTo>
                      <a:lnTo>
                        <a:pt x="986" y="2749"/>
                      </a:lnTo>
                      <a:lnTo>
                        <a:pt x="718" y="3167"/>
                      </a:lnTo>
                      <a:lnTo>
                        <a:pt x="508" y="3585"/>
                      </a:lnTo>
                      <a:lnTo>
                        <a:pt x="359" y="4033"/>
                      </a:lnTo>
                      <a:lnTo>
                        <a:pt x="210" y="4511"/>
                      </a:lnTo>
                      <a:lnTo>
                        <a:pt x="90" y="4959"/>
                      </a:lnTo>
                      <a:lnTo>
                        <a:pt x="31" y="5437"/>
                      </a:lnTo>
                      <a:lnTo>
                        <a:pt x="1" y="5915"/>
                      </a:lnTo>
                      <a:lnTo>
                        <a:pt x="1" y="6393"/>
                      </a:lnTo>
                      <a:lnTo>
                        <a:pt x="31" y="6870"/>
                      </a:lnTo>
                      <a:lnTo>
                        <a:pt x="120" y="7318"/>
                      </a:lnTo>
                      <a:lnTo>
                        <a:pt x="240" y="7796"/>
                      </a:lnTo>
                      <a:lnTo>
                        <a:pt x="389" y="8244"/>
                      </a:lnTo>
                      <a:lnTo>
                        <a:pt x="568" y="8692"/>
                      </a:lnTo>
                      <a:lnTo>
                        <a:pt x="777" y="9111"/>
                      </a:lnTo>
                      <a:lnTo>
                        <a:pt x="1046" y="9529"/>
                      </a:lnTo>
                      <a:lnTo>
                        <a:pt x="1375" y="9917"/>
                      </a:lnTo>
                      <a:lnTo>
                        <a:pt x="1703" y="10275"/>
                      </a:lnTo>
                      <a:lnTo>
                        <a:pt x="2091" y="10634"/>
                      </a:lnTo>
                      <a:lnTo>
                        <a:pt x="2510" y="10932"/>
                      </a:lnTo>
                      <a:lnTo>
                        <a:pt x="2988" y="11231"/>
                      </a:lnTo>
                      <a:lnTo>
                        <a:pt x="3495" y="11500"/>
                      </a:lnTo>
                      <a:lnTo>
                        <a:pt x="4033" y="11709"/>
                      </a:lnTo>
                      <a:lnTo>
                        <a:pt x="4630" y="11888"/>
                      </a:lnTo>
                      <a:lnTo>
                        <a:pt x="5377" y="11978"/>
                      </a:lnTo>
                      <a:lnTo>
                        <a:pt x="5944" y="12038"/>
                      </a:lnTo>
                      <a:lnTo>
                        <a:pt x="6363" y="12067"/>
                      </a:lnTo>
                      <a:lnTo>
                        <a:pt x="6751" y="12067"/>
                      </a:lnTo>
                      <a:lnTo>
                        <a:pt x="7737" y="12038"/>
                      </a:lnTo>
                      <a:lnTo>
                        <a:pt x="27569" y="12038"/>
                      </a:lnTo>
                      <a:lnTo>
                        <a:pt x="28286" y="11978"/>
                      </a:lnTo>
                      <a:lnTo>
                        <a:pt x="29003" y="11829"/>
                      </a:lnTo>
                      <a:lnTo>
                        <a:pt x="29630" y="11649"/>
                      </a:lnTo>
                      <a:lnTo>
                        <a:pt x="30227" y="11410"/>
                      </a:lnTo>
                      <a:lnTo>
                        <a:pt x="30765" y="11112"/>
                      </a:lnTo>
                      <a:lnTo>
                        <a:pt x="31273" y="10783"/>
                      </a:lnTo>
                      <a:lnTo>
                        <a:pt x="31721" y="10395"/>
                      </a:lnTo>
                      <a:lnTo>
                        <a:pt x="32109" y="9977"/>
                      </a:lnTo>
                      <a:lnTo>
                        <a:pt x="32468" y="9559"/>
                      </a:lnTo>
                      <a:lnTo>
                        <a:pt x="32766" y="9081"/>
                      </a:lnTo>
                      <a:lnTo>
                        <a:pt x="33005" y="8573"/>
                      </a:lnTo>
                      <a:lnTo>
                        <a:pt x="33214" y="8065"/>
                      </a:lnTo>
                      <a:lnTo>
                        <a:pt x="33364" y="7557"/>
                      </a:lnTo>
                      <a:lnTo>
                        <a:pt x="33453" y="7020"/>
                      </a:lnTo>
                      <a:lnTo>
                        <a:pt x="33513" y="6452"/>
                      </a:lnTo>
                      <a:lnTo>
                        <a:pt x="33543" y="5915"/>
                      </a:lnTo>
                      <a:lnTo>
                        <a:pt x="33513" y="5377"/>
                      </a:lnTo>
                      <a:lnTo>
                        <a:pt x="33423" y="4839"/>
                      </a:lnTo>
                      <a:lnTo>
                        <a:pt x="33304" y="4302"/>
                      </a:lnTo>
                      <a:lnTo>
                        <a:pt x="33125" y="3764"/>
                      </a:lnTo>
                      <a:lnTo>
                        <a:pt x="32886" y="3286"/>
                      </a:lnTo>
                      <a:lnTo>
                        <a:pt x="32617" y="2778"/>
                      </a:lnTo>
                      <a:lnTo>
                        <a:pt x="32318" y="2330"/>
                      </a:lnTo>
                      <a:lnTo>
                        <a:pt x="31960" y="1912"/>
                      </a:lnTo>
                      <a:lnTo>
                        <a:pt x="31542" y="1524"/>
                      </a:lnTo>
                      <a:lnTo>
                        <a:pt x="31094" y="1166"/>
                      </a:lnTo>
                      <a:lnTo>
                        <a:pt x="30616" y="837"/>
                      </a:lnTo>
                      <a:lnTo>
                        <a:pt x="30078" y="568"/>
                      </a:lnTo>
                      <a:lnTo>
                        <a:pt x="29481" y="359"/>
                      </a:lnTo>
                      <a:lnTo>
                        <a:pt x="28853" y="180"/>
                      </a:lnTo>
                      <a:lnTo>
                        <a:pt x="28167" y="60"/>
                      </a:lnTo>
                      <a:lnTo>
                        <a:pt x="27450" y="31"/>
                      </a:lnTo>
                      <a:lnTo>
                        <a:pt x="23119" y="31"/>
                      </a:lnTo>
                      <a:lnTo>
                        <a:pt x="1517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0" name="Google Shape;1500;p46"/>
                <p:cNvSpPr/>
                <p:nvPr/>
              </p:nvSpPr>
              <p:spPr>
                <a:xfrm>
                  <a:off x="4385925" y="6734025"/>
                  <a:ext cx="658625" cy="304675"/>
                </a:xfrm>
                <a:custGeom>
                  <a:rect b="b" l="l" r="r" t="t"/>
                  <a:pathLst>
                    <a:path extrusionOk="0" h="12187" w="26345">
                      <a:moveTo>
                        <a:pt x="6303" y="0"/>
                      </a:moveTo>
                      <a:lnTo>
                        <a:pt x="5945" y="30"/>
                      </a:lnTo>
                      <a:lnTo>
                        <a:pt x="5258" y="150"/>
                      </a:lnTo>
                      <a:lnTo>
                        <a:pt x="4571" y="329"/>
                      </a:lnTo>
                      <a:lnTo>
                        <a:pt x="3973" y="538"/>
                      </a:lnTo>
                      <a:lnTo>
                        <a:pt x="3376" y="837"/>
                      </a:lnTo>
                      <a:lnTo>
                        <a:pt x="2838" y="1165"/>
                      </a:lnTo>
                      <a:lnTo>
                        <a:pt x="2331" y="1524"/>
                      </a:lnTo>
                      <a:lnTo>
                        <a:pt x="1883" y="1942"/>
                      </a:lnTo>
                      <a:lnTo>
                        <a:pt x="1464" y="2390"/>
                      </a:lnTo>
                      <a:lnTo>
                        <a:pt x="1106" y="2868"/>
                      </a:lnTo>
                      <a:lnTo>
                        <a:pt x="777" y="3375"/>
                      </a:lnTo>
                      <a:lnTo>
                        <a:pt x="509" y="3913"/>
                      </a:lnTo>
                      <a:lnTo>
                        <a:pt x="300" y="4481"/>
                      </a:lnTo>
                      <a:lnTo>
                        <a:pt x="150" y="5018"/>
                      </a:lnTo>
                      <a:lnTo>
                        <a:pt x="31" y="5616"/>
                      </a:lnTo>
                      <a:lnTo>
                        <a:pt x="1" y="6183"/>
                      </a:lnTo>
                      <a:lnTo>
                        <a:pt x="1" y="6751"/>
                      </a:lnTo>
                      <a:lnTo>
                        <a:pt x="61" y="7318"/>
                      </a:lnTo>
                      <a:lnTo>
                        <a:pt x="210" y="7886"/>
                      </a:lnTo>
                      <a:lnTo>
                        <a:pt x="389" y="8423"/>
                      </a:lnTo>
                      <a:lnTo>
                        <a:pt x="628" y="8961"/>
                      </a:lnTo>
                      <a:lnTo>
                        <a:pt x="957" y="9469"/>
                      </a:lnTo>
                      <a:lnTo>
                        <a:pt x="1136" y="9708"/>
                      </a:lnTo>
                      <a:lnTo>
                        <a:pt x="1345" y="9946"/>
                      </a:lnTo>
                      <a:lnTo>
                        <a:pt x="1554" y="10185"/>
                      </a:lnTo>
                      <a:lnTo>
                        <a:pt x="1793" y="10394"/>
                      </a:lnTo>
                      <a:lnTo>
                        <a:pt x="2062" y="10604"/>
                      </a:lnTo>
                      <a:lnTo>
                        <a:pt x="2331" y="10813"/>
                      </a:lnTo>
                      <a:lnTo>
                        <a:pt x="2599" y="11022"/>
                      </a:lnTo>
                      <a:lnTo>
                        <a:pt x="2928" y="11201"/>
                      </a:lnTo>
                      <a:lnTo>
                        <a:pt x="3257" y="11350"/>
                      </a:lnTo>
                      <a:lnTo>
                        <a:pt x="3585" y="11529"/>
                      </a:lnTo>
                      <a:lnTo>
                        <a:pt x="3944" y="11649"/>
                      </a:lnTo>
                      <a:lnTo>
                        <a:pt x="4332" y="11798"/>
                      </a:lnTo>
                      <a:lnTo>
                        <a:pt x="4720" y="11918"/>
                      </a:lnTo>
                      <a:lnTo>
                        <a:pt x="5138" y="12007"/>
                      </a:lnTo>
                      <a:lnTo>
                        <a:pt x="5586" y="12097"/>
                      </a:lnTo>
                      <a:lnTo>
                        <a:pt x="6034" y="12187"/>
                      </a:lnTo>
                      <a:lnTo>
                        <a:pt x="20341" y="12187"/>
                      </a:lnTo>
                      <a:lnTo>
                        <a:pt x="20968" y="12127"/>
                      </a:lnTo>
                      <a:lnTo>
                        <a:pt x="21596" y="12037"/>
                      </a:lnTo>
                      <a:lnTo>
                        <a:pt x="22163" y="11888"/>
                      </a:lnTo>
                      <a:lnTo>
                        <a:pt x="22701" y="11709"/>
                      </a:lnTo>
                      <a:lnTo>
                        <a:pt x="23209" y="11470"/>
                      </a:lnTo>
                      <a:lnTo>
                        <a:pt x="23686" y="11171"/>
                      </a:lnTo>
                      <a:lnTo>
                        <a:pt x="24105" y="10843"/>
                      </a:lnTo>
                      <a:lnTo>
                        <a:pt x="24493" y="10484"/>
                      </a:lnTo>
                      <a:lnTo>
                        <a:pt x="24881" y="10096"/>
                      </a:lnTo>
                      <a:lnTo>
                        <a:pt x="25180" y="9708"/>
                      </a:lnTo>
                      <a:lnTo>
                        <a:pt x="25479" y="9259"/>
                      </a:lnTo>
                      <a:lnTo>
                        <a:pt x="25718" y="8782"/>
                      </a:lnTo>
                      <a:lnTo>
                        <a:pt x="25927" y="8304"/>
                      </a:lnTo>
                      <a:lnTo>
                        <a:pt x="26076" y="7826"/>
                      </a:lnTo>
                      <a:lnTo>
                        <a:pt x="26225" y="7318"/>
                      </a:lnTo>
                      <a:lnTo>
                        <a:pt x="26285" y="6810"/>
                      </a:lnTo>
                      <a:lnTo>
                        <a:pt x="26345" y="6273"/>
                      </a:lnTo>
                      <a:lnTo>
                        <a:pt x="26345" y="5765"/>
                      </a:lnTo>
                      <a:lnTo>
                        <a:pt x="26285" y="5257"/>
                      </a:lnTo>
                      <a:lnTo>
                        <a:pt x="26195" y="4720"/>
                      </a:lnTo>
                      <a:lnTo>
                        <a:pt x="26076" y="4242"/>
                      </a:lnTo>
                      <a:lnTo>
                        <a:pt x="25897" y="3734"/>
                      </a:lnTo>
                      <a:lnTo>
                        <a:pt x="25658" y="3256"/>
                      </a:lnTo>
                      <a:lnTo>
                        <a:pt x="25389" y="2808"/>
                      </a:lnTo>
                      <a:lnTo>
                        <a:pt x="25060" y="2390"/>
                      </a:lnTo>
                      <a:lnTo>
                        <a:pt x="24702" y="1972"/>
                      </a:lnTo>
                      <a:lnTo>
                        <a:pt x="24284" y="1583"/>
                      </a:lnTo>
                      <a:lnTo>
                        <a:pt x="23806" y="1255"/>
                      </a:lnTo>
                      <a:lnTo>
                        <a:pt x="23298" y="926"/>
                      </a:lnTo>
                      <a:lnTo>
                        <a:pt x="22731" y="657"/>
                      </a:lnTo>
                      <a:lnTo>
                        <a:pt x="22103" y="448"/>
                      </a:lnTo>
                      <a:lnTo>
                        <a:pt x="21446" y="239"/>
                      </a:lnTo>
                      <a:lnTo>
                        <a:pt x="20759" y="180"/>
                      </a:lnTo>
                      <a:lnTo>
                        <a:pt x="20132" y="150"/>
                      </a:lnTo>
                      <a:lnTo>
                        <a:pt x="19475" y="120"/>
                      </a:lnTo>
                      <a:lnTo>
                        <a:pt x="18728" y="150"/>
                      </a:lnTo>
                      <a:lnTo>
                        <a:pt x="8245" y="150"/>
                      </a:lnTo>
                      <a:lnTo>
                        <a:pt x="7826" y="90"/>
                      </a:lnTo>
                      <a:lnTo>
                        <a:pt x="7438" y="30"/>
                      </a:lnTo>
                      <a:lnTo>
                        <a:pt x="705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1" name="Google Shape;1501;p46"/>
                <p:cNvSpPr/>
                <p:nvPr/>
              </p:nvSpPr>
              <p:spPr>
                <a:xfrm>
                  <a:off x="4494200" y="6360675"/>
                  <a:ext cx="442825" cy="308400"/>
                </a:xfrm>
                <a:custGeom>
                  <a:rect b="b" l="l" r="r" t="t"/>
                  <a:pathLst>
                    <a:path extrusionOk="0" h="12336" w="17713">
                      <a:moveTo>
                        <a:pt x="7886" y="0"/>
                      </a:moveTo>
                      <a:lnTo>
                        <a:pt x="7139" y="60"/>
                      </a:lnTo>
                      <a:lnTo>
                        <a:pt x="6333" y="120"/>
                      </a:lnTo>
                      <a:lnTo>
                        <a:pt x="5526" y="209"/>
                      </a:lnTo>
                      <a:lnTo>
                        <a:pt x="4690" y="329"/>
                      </a:lnTo>
                      <a:lnTo>
                        <a:pt x="4152" y="448"/>
                      </a:lnTo>
                      <a:lnTo>
                        <a:pt x="3645" y="627"/>
                      </a:lnTo>
                      <a:lnTo>
                        <a:pt x="3167" y="866"/>
                      </a:lnTo>
                      <a:lnTo>
                        <a:pt x="2719" y="1165"/>
                      </a:lnTo>
                      <a:lnTo>
                        <a:pt x="2271" y="1523"/>
                      </a:lnTo>
                      <a:lnTo>
                        <a:pt x="1853" y="1912"/>
                      </a:lnTo>
                      <a:lnTo>
                        <a:pt x="1494" y="2360"/>
                      </a:lnTo>
                      <a:lnTo>
                        <a:pt x="1136" y="2808"/>
                      </a:lnTo>
                      <a:lnTo>
                        <a:pt x="837" y="3316"/>
                      </a:lnTo>
                      <a:lnTo>
                        <a:pt x="598" y="3853"/>
                      </a:lnTo>
                      <a:lnTo>
                        <a:pt x="359" y="4391"/>
                      </a:lnTo>
                      <a:lnTo>
                        <a:pt x="210" y="4958"/>
                      </a:lnTo>
                      <a:lnTo>
                        <a:pt x="90" y="5526"/>
                      </a:lnTo>
                      <a:lnTo>
                        <a:pt x="31" y="6093"/>
                      </a:lnTo>
                      <a:lnTo>
                        <a:pt x="1" y="6691"/>
                      </a:lnTo>
                      <a:lnTo>
                        <a:pt x="61" y="7258"/>
                      </a:lnTo>
                      <a:lnTo>
                        <a:pt x="180" y="7826"/>
                      </a:lnTo>
                      <a:lnTo>
                        <a:pt x="359" y="8393"/>
                      </a:lnTo>
                      <a:lnTo>
                        <a:pt x="479" y="8662"/>
                      </a:lnTo>
                      <a:lnTo>
                        <a:pt x="598" y="8931"/>
                      </a:lnTo>
                      <a:lnTo>
                        <a:pt x="777" y="9200"/>
                      </a:lnTo>
                      <a:lnTo>
                        <a:pt x="927" y="9439"/>
                      </a:lnTo>
                      <a:lnTo>
                        <a:pt x="1136" y="9678"/>
                      </a:lnTo>
                      <a:lnTo>
                        <a:pt x="1345" y="9946"/>
                      </a:lnTo>
                      <a:lnTo>
                        <a:pt x="1584" y="10155"/>
                      </a:lnTo>
                      <a:lnTo>
                        <a:pt x="1823" y="10394"/>
                      </a:lnTo>
                      <a:lnTo>
                        <a:pt x="2092" y="10603"/>
                      </a:lnTo>
                      <a:lnTo>
                        <a:pt x="2390" y="10813"/>
                      </a:lnTo>
                      <a:lnTo>
                        <a:pt x="2689" y="11022"/>
                      </a:lnTo>
                      <a:lnTo>
                        <a:pt x="3018" y="11201"/>
                      </a:lnTo>
                      <a:lnTo>
                        <a:pt x="3376" y="11380"/>
                      </a:lnTo>
                      <a:lnTo>
                        <a:pt x="3764" y="11529"/>
                      </a:lnTo>
                      <a:lnTo>
                        <a:pt x="4182" y="11679"/>
                      </a:lnTo>
                      <a:lnTo>
                        <a:pt x="4601" y="11798"/>
                      </a:lnTo>
                      <a:lnTo>
                        <a:pt x="5049" y="11948"/>
                      </a:lnTo>
                      <a:lnTo>
                        <a:pt x="5526" y="12037"/>
                      </a:lnTo>
                      <a:lnTo>
                        <a:pt x="6004" y="12127"/>
                      </a:lnTo>
                      <a:lnTo>
                        <a:pt x="6542" y="12216"/>
                      </a:lnTo>
                      <a:lnTo>
                        <a:pt x="7080" y="12276"/>
                      </a:lnTo>
                      <a:lnTo>
                        <a:pt x="7647" y="12306"/>
                      </a:lnTo>
                      <a:lnTo>
                        <a:pt x="8274" y="12336"/>
                      </a:lnTo>
                      <a:lnTo>
                        <a:pt x="9529" y="12336"/>
                      </a:lnTo>
                      <a:lnTo>
                        <a:pt x="10216" y="12306"/>
                      </a:lnTo>
                      <a:lnTo>
                        <a:pt x="10933" y="12246"/>
                      </a:lnTo>
                      <a:lnTo>
                        <a:pt x="11679" y="12186"/>
                      </a:lnTo>
                      <a:lnTo>
                        <a:pt x="12307" y="12186"/>
                      </a:lnTo>
                      <a:lnTo>
                        <a:pt x="12635" y="12157"/>
                      </a:lnTo>
                      <a:lnTo>
                        <a:pt x="12934" y="12097"/>
                      </a:lnTo>
                      <a:lnTo>
                        <a:pt x="13232" y="12007"/>
                      </a:lnTo>
                      <a:lnTo>
                        <a:pt x="13531" y="11918"/>
                      </a:lnTo>
                      <a:lnTo>
                        <a:pt x="13830" y="11798"/>
                      </a:lnTo>
                      <a:lnTo>
                        <a:pt x="14129" y="11679"/>
                      </a:lnTo>
                      <a:lnTo>
                        <a:pt x="14666" y="11380"/>
                      </a:lnTo>
                      <a:lnTo>
                        <a:pt x="15174" y="11022"/>
                      </a:lnTo>
                      <a:lnTo>
                        <a:pt x="15652" y="10574"/>
                      </a:lnTo>
                      <a:lnTo>
                        <a:pt x="16100" y="10126"/>
                      </a:lnTo>
                      <a:lnTo>
                        <a:pt x="16488" y="9618"/>
                      </a:lnTo>
                      <a:lnTo>
                        <a:pt x="16847" y="9050"/>
                      </a:lnTo>
                      <a:lnTo>
                        <a:pt x="17145" y="8483"/>
                      </a:lnTo>
                      <a:lnTo>
                        <a:pt x="17384" y="7885"/>
                      </a:lnTo>
                      <a:lnTo>
                        <a:pt x="17563" y="7258"/>
                      </a:lnTo>
                      <a:lnTo>
                        <a:pt x="17683" y="6631"/>
                      </a:lnTo>
                      <a:lnTo>
                        <a:pt x="17713" y="6004"/>
                      </a:lnTo>
                      <a:lnTo>
                        <a:pt x="17713" y="5705"/>
                      </a:lnTo>
                      <a:lnTo>
                        <a:pt x="17713" y="5376"/>
                      </a:lnTo>
                      <a:lnTo>
                        <a:pt x="17683" y="5078"/>
                      </a:lnTo>
                      <a:lnTo>
                        <a:pt x="17623" y="4749"/>
                      </a:lnTo>
                      <a:lnTo>
                        <a:pt x="17533" y="4451"/>
                      </a:lnTo>
                      <a:lnTo>
                        <a:pt x="17444" y="4152"/>
                      </a:lnTo>
                      <a:lnTo>
                        <a:pt x="17324" y="3853"/>
                      </a:lnTo>
                      <a:lnTo>
                        <a:pt x="17175" y="3555"/>
                      </a:lnTo>
                      <a:lnTo>
                        <a:pt x="17026" y="3256"/>
                      </a:lnTo>
                      <a:lnTo>
                        <a:pt x="16847" y="2987"/>
                      </a:lnTo>
                      <a:lnTo>
                        <a:pt x="16637" y="2718"/>
                      </a:lnTo>
                      <a:lnTo>
                        <a:pt x="16399" y="2449"/>
                      </a:lnTo>
                      <a:lnTo>
                        <a:pt x="16160" y="2181"/>
                      </a:lnTo>
                      <a:lnTo>
                        <a:pt x="15891" y="1942"/>
                      </a:lnTo>
                      <a:lnTo>
                        <a:pt x="15592" y="1703"/>
                      </a:lnTo>
                      <a:lnTo>
                        <a:pt x="15264" y="1494"/>
                      </a:lnTo>
                      <a:lnTo>
                        <a:pt x="14905" y="1285"/>
                      </a:lnTo>
                      <a:lnTo>
                        <a:pt x="14547" y="1075"/>
                      </a:lnTo>
                      <a:lnTo>
                        <a:pt x="14158" y="896"/>
                      </a:lnTo>
                      <a:lnTo>
                        <a:pt x="13710" y="717"/>
                      </a:lnTo>
                      <a:lnTo>
                        <a:pt x="13262" y="568"/>
                      </a:lnTo>
                      <a:lnTo>
                        <a:pt x="12784" y="418"/>
                      </a:lnTo>
                      <a:lnTo>
                        <a:pt x="12277" y="299"/>
                      </a:lnTo>
                      <a:lnTo>
                        <a:pt x="11739" y="209"/>
                      </a:lnTo>
                      <a:lnTo>
                        <a:pt x="11172" y="120"/>
                      </a:lnTo>
                      <a:lnTo>
                        <a:pt x="10574" y="60"/>
                      </a:lnTo>
                      <a:lnTo>
                        <a:pt x="99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02" name="Google Shape;1502;p46"/>
              <p:cNvGrpSpPr/>
              <p:nvPr/>
            </p:nvGrpSpPr>
            <p:grpSpPr>
              <a:xfrm flipH="1" rot="1497873">
                <a:off x="2695994" y="4123833"/>
                <a:ext cx="834164" cy="798637"/>
                <a:chOff x="5280625" y="3397975"/>
                <a:chExt cx="1638275" cy="1568500"/>
              </a:xfrm>
            </p:grpSpPr>
            <p:sp>
              <p:nvSpPr>
                <p:cNvPr id="1503" name="Google Shape;1503;p46"/>
                <p:cNvSpPr/>
                <p:nvPr/>
              </p:nvSpPr>
              <p:spPr>
                <a:xfrm>
                  <a:off x="5573450" y="3808075"/>
                  <a:ext cx="1065575" cy="1158400"/>
                </a:xfrm>
                <a:custGeom>
                  <a:rect b="b" l="l" r="r" t="t"/>
                  <a:pathLst>
                    <a:path extrusionOk="0" h="46336" w="42623">
                      <a:moveTo>
                        <a:pt x="28952" y="1"/>
                      </a:moveTo>
                      <a:lnTo>
                        <a:pt x="28549" y="87"/>
                      </a:lnTo>
                      <a:lnTo>
                        <a:pt x="28175" y="202"/>
                      </a:lnTo>
                      <a:lnTo>
                        <a:pt x="27801" y="404"/>
                      </a:lnTo>
                      <a:lnTo>
                        <a:pt x="27427" y="663"/>
                      </a:lnTo>
                      <a:lnTo>
                        <a:pt x="27024" y="979"/>
                      </a:lnTo>
                      <a:lnTo>
                        <a:pt x="26650" y="1354"/>
                      </a:lnTo>
                      <a:lnTo>
                        <a:pt x="26247" y="1756"/>
                      </a:lnTo>
                      <a:lnTo>
                        <a:pt x="25873" y="2217"/>
                      </a:lnTo>
                      <a:lnTo>
                        <a:pt x="25470" y="2735"/>
                      </a:lnTo>
                      <a:lnTo>
                        <a:pt x="25067" y="3282"/>
                      </a:lnTo>
                      <a:lnTo>
                        <a:pt x="24635" y="3857"/>
                      </a:lnTo>
                      <a:lnTo>
                        <a:pt x="23801" y="5124"/>
                      </a:lnTo>
                      <a:lnTo>
                        <a:pt x="22937" y="6534"/>
                      </a:lnTo>
                      <a:lnTo>
                        <a:pt x="21124" y="9642"/>
                      </a:lnTo>
                      <a:lnTo>
                        <a:pt x="20117" y="11282"/>
                      </a:lnTo>
                      <a:lnTo>
                        <a:pt x="19110" y="12980"/>
                      </a:lnTo>
                      <a:lnTo>
                        <a:pt x="18016" y="14707"/>
                      </a:lnTo>
                      <a:lnTo>
                        <a:pt x="16865" y="16405"/>
                      </a:lnTo>
                      <a:lnTo>
                        <a:pt x="16289" y="17269"/>
                      </a:lnTo>
                      <a:lnTo>
                        <a:pt x="15685" y="18103"/>
                      </a:lnTo>
                      <a:lnTo>
                        <a:pt x="15052" y="18938"/>
                      </a:lnTo>
                      <a:lnTo>
                        <a:pt x="14390" y="19744"/>
                      </a:lnTo>
                      <a:lnTo>
                        <a:pt x="13670" y="20607"/>
                      </a:lnTo>
                      <a:lnTo>
                        <a:pt x="12951" y="21441"/>
                      </a:lnTo>
                      <a:lnTo>
                        <a:pt x="12260" y="22190"/>
                      </a:lnTo>
                      <a:lnTo>
                        <a:pt x="11541" y="22909"/>
                      </a:lnTo>
                      <a:lnTo>
                        <a:pt x="10850" y="23600"/>
                      </a:lnTo>
                      <a:lnTo>
                        <a:pt x="10188" y="24233"/>
                      </a:lnTo>
                      <a:lnTo>
                        <a:pt x="9526" y="24837"/>
                      </a:lnTo>
                      <a:lnTo>
                        <a:pt x="8864" y="25384"/>
                      </a:lnTo>
                      <a:lnTo>
                        <a:pt x="7598" y="26420"/>
                      </a:lnTo>
                      <a:lnTo>
                        <a:pt x="6389" y="27312"/>
                      </a:lnTo>
                      <a:lnTo>
                        <a:pt x="5267" y="28090"/>
                      </a:lnTo>
                      <a:lnTo>
                        <a:pt x="4231" y="28809"/>
                      </a:lnTo>
                      <a:lnTo>
                        <a:pt x="3281" y="29471"/>
                      </a:lnTo>
                      <a:lnTo>
                        <a:pt x="2418" y="30075"/>
                      </a:lnTo>
                      <a:lnTo>
                        <a:pt x="1698" y="30651"/>
                      </a:lnTo>
                      <a:lnTo>
                        <a:pt x="1353" y="30939"/>
                      </a:lnTo>
                      <a:lnTo>
                        <a:pt x="1065" y="31226"/>
                      </a:lnTo>
                      <a:lnTo>
                        <a:pt x="806" y="31514"/>
                      </a:lnTo>
                      <a:lnTo>
                        <a:pt x="576" y="31802"/>
                      </a:lnTo>
                      <a:lnTo>
                        <a:pt x="403" y="32119"/>
                      </a:lnTo>
                      <a:lnTo>
                        <a:pt x="231" y="32435"/>
                      </a:lnTo>
                      <a:lnTo>
                        <a:pt x="115" y="32752"/>
                      </a:lnTo>
                      <a:lnTo>
                        <a:pt x="29" y="33097"/>
                      </a:lnTo>
                      <a:lnTo>
                        <a:pt x="0" y="33442"/>
                      </a:lnTo>
                      <a:lnTo>
                        <a:pt x="0" y="33817"/>
                      </a:lnTo>
                      <a:lnTo>
                        <a:pt x="0" y="34133"/>
                      </a:lnTo>
                      <a:lnTo>
                        <a:pt x="58" y="34450"/>
                      </a:lnTo>
                      <a:lnTo>
                        <a:pt x="144" y="34766"/>
                      </a:lnTo>
                      <a:lnTo>
                        <a:pt x="259" y="35112"/>
                      </a:lnTo>
                      <a:lnTo>
                        <a:pt x="403" y="35428"/>
                      </a:lnTo>
                      <a:lnTo>
                        <a:pt x="605" y="35774"/>
                      </a:lnTo>
                      <a:lnTo>
                        <a:pt x="806" y="36119"/>
                      </a:lnTo>
                      <a:lnTo>
                        <a:pt x="1094" y="36464"/>
                      </a:lnTo>
                      <a:lnTo>
                        <a:pt x="1382" y="36838"/>
                      </a:lnTo>
                      <a:lnTo>
                        <a:pt x="1727" y="37213"/>
                      </a:lnTo>
                      <a:lnTo>
                        <a:pt x="2130" y="37558"/>
                      </a:lnTo>
                      <a:lnTo>
                        <a:pt x="2590" y="37961"/>
                      </a:lnTo>
                      <a:lnTo>
                        <a:pt x="3080" y="38335"/>
                      </a:lnTo>
                      <a:lnTo>
                        <a:pt x="3627" y="38709"/>
                      </a:lnTo>
                      <a:lnTo>
                        <a:pt x="4231" y="39112"/>
                      </a:lnTo>
                      <a:lnTo>
                        <a:pt x="4893" y="39515"/>
                      </a:lnTo>
                      <a:lnTo>
                        <a:pt x="5612" y="39889"/>
                      </a:lnTo>
                      <a:lnTo>
                        <a:pt x="6418" y="40321"/>
                      </a:lnTo>
                      <a:lnTo>
                        <a:pt x="7253" y="40724"/>
                      </a:lnTo>
                      <a:lnTo>
                        <a:pt x="8174" y="41126"/>
                      </a:lnTo>
                      <a:lnTo>
                        <a:pt x="9152" y="41558"/>
                      </a:lnTo>
                      <a:lnTo>
                        <a:pt x="10217" y="41961"/>
                      </a:lnTo>
                      <a:lnTo>
                        <a:pt x="11339" y="42393"/>
                      </a:lnTo>
                      <a:lnTo>
                        <a:pt x="12548" y="42824"/>
                      </a:lnTo>
                      <a:lnTo>
                        <a:pt x="13843" y="43256"/>
                      </a:lnTo>
                      <a:lnTo>
                        <a:pt x="15196" y="43688"/>
                      </a:lnTo>
                      <a:lnTo>
                        <a:pt x="16635" y="44120"/>
                      </a:lnTo>
                      <a:lnTo>
                        <a:pt x="18160" y="44551"/>
                      </a:lnTo>
                      <a:lnTo>
                        <a:pt x="19800" y="45012"/>
                      </a:lnTo>
                      <a:lnTo>
                        <a:pt x="21498" y="45443"/>
                      </a:lnTo>
                      <a:lnTo>
                        <a:pt x="23283" y="45904"/>
                      </a:lnTo>
                      <a:lnTo>
                        <a:pt x="25153" y="46336"/>
                      </a:lnTo>
                      <a:lnTo>
                        <a:pt x="25959" y="45904"/>
                      </a:lnTo>
                      <a:lnTo>
                        <a:pt x="26823" y="45415"/>
                      </a:lnTo>
                      <a:lnTo>
                        <a:pt x="27744" y="44839"/>
                      </a:lnTo>
                      <a:lnTo>
                        <a:pt x="28722" y="44206"/>
                      </a:lnTo>
                      <a:lnTo>
                        <a:pt x="29729" y="43486"/>
                      </a:lnTo>
                      <a:lnTo>
                        <a:pt x="30794" y="42681"/>
                      </a:lnTo>
                      <a:lnTo>
                        <a:pt x="31859" y="41817"/>
                      </a:lnTo>
                      <a:lnTo>
                        <a:pt x="32924" y="40839"/>
                      </a:lnTo>
                      <a:lnTo>
                        <a:pt x="33989" y="39803"/>
                      </a:lnTo>
                      <a:lnTo>
                        <a:pt x="34536" y="39256"/>
                      </a:lnTo>
                      <a:lnTo>
                        <a:pt x="35054" y="38680"/>
                      </a:lnTo>
                      <a:lnTo>
                        <a:pt x="35572" y="38076"/>
                      </a:lnTo>
                      <a:lnTo>
                        <a:pt x="36090" y="37472"/>
                      </a:lnTo>
                      <a:lnTo>
                        <a:pt x="36608" y="36838"/>
                      </a:lnTo>
                      <a:lnTo>
                        <a:pt x="37097" y="36176"/>
                      </a:lnTo>
                      <a:lnTo>
                        <a:pt x="37557" y="35486"/>
                      </a:lnTo>
                      <a:lnTo>
                        <a:pt x="38018" y="34766"/>
                      </a:lnTo>
                      <a:lnTo>
                        <a:pt x="38478" y="34047"/>
                      </a:lnTo>
                      <a:lnTo>
                        <a:pt x="38910" y="33299"/>
                      </a:lnTo>
                      <a:lnTo>
                        <a:pt x="39342" y="32493"/>
                      </a:lnTo>
                      <a:lnTo>
                        <a:pt x="39745" y="31687"/>
                      </a:lnTo>
                      <a:lnTo>
                        <a:pt x="40119" y="30881"/>
                      </a:lnTo>
                      <a:lnTo>
                        <a:pt x="40464" y="30018"/>
                      </a:lnTo>
                      <a:lnTo>
                        <a:pt x="40896" y="28809"/>
                      </a:lnTo>
                      <a:lnTo>
                        <a:pt x="41299" y="27600"/>
                      </a:lnTo>
                      <a:lnTo>
                        <a:pt x="41615" y="26392"/>
                      </a:lnTo>
                      <a:lnTo>
                        <a:pt x="41903" y="25154"/>
                      </a:lnTo>
                      <a:lnTo>
                        <a:pt x="42133" y="23945"/>
                      </a:lnTo>
                      <a:lnTo>
                        <a:pt x="42335" y="22708"/>
                      </a:lnTo>
                      <a:lnTo>
                        <a:pt x="42479" y="21499"/>
                      </a:lnTo>
                      <a:lnTo>
                        <a:pt x="42565" y="20290"/>
                      </a:lnTo>
                      <a:lnTo>
                        <a:pt x="42623" y="19082"/>
                      </a:lnTo>
                      <a:lnTo>
                        <a:pt x="42623" y="17873"/>
                      </a:lnTo>
                      <a:lnTo>
                        <a:pt x="42594" y="16693"/>
                      </a:lnTo>
                      <a:lnTo>
                        <a:pt x="42536" y="15542"/>
                      </a:lnTo>
                      <a:lnTo>
                        <a:pt x="42450" y="14419"/>
                      </a:lnTo>
                      <a:lnTo>
                        <a:pt x="42335" y="13297"/>
                      </a:lnTo>
                      <a:lnTo>
                        <a:pt x="42162" y="12232"/>
                      </a:lnTo>
                      <a:lnTo>
                        <a:pt x="41989" y="11167"/>
                      </a:lnTo>
                      <a:lnTo>
                        <a:pt x="41759" y="10160"/>
                      </a:lnTo>
                      <a:lnTo>
                        <a:pt x="41529" y="9182"/>
                      </a:lnTo>
                      <a:lnTo>
                        <a:pt x="41270" y="8232"/>
                      </a:lnTo>
                      <a:lnTo>
                        <a:pt x="41011" y="7340"/>
                      </a:lnTo>
                      <a:lnTo>
                        <a:pt x="40694" y="6505"/>
                      </a:lnTo>
                      <a:lnTo>
                        <a:pt x="40378" y="5699"/>
                      </a:lnTo>
                      <a:lnTo>
                        <a:pt x="40061" y="4951"/>
                      </a:lnTo>
                      <a:lnTo>
                        <a:pt x="39716" y="4260"/>
                      </a:lnTo>
                      <a:lnTo>
                        <a:pt x="39370" y="3627"/>
                      </a:lnTo>
                      <a:lnTo>
                        <a:pt x="39025" y="3080"/>
                      </a:lnTo>
                      <a:lnTo>
                        <a:pt x="38651" y="2562"/>
                      </a:lnTo>
                      <a:lnTo>
                        <a:pt x="38277" y="2131"/>
                      </a:lnTo>
                      <a:lnTo>
                        <a:pt x="37903" y="1756"/>
                      </a:lnTo>
                      <a:lnTo>
                        <a:pt x="37529" y="1469"/>
                      </a:lnTo>
                      <a:lnTo>
                        <a:pt x="37154" y="1267"/>
                      </a:lnTo>
                      <a:lnTo>
                        <a:pt x="36982" y="1181"/>
                      </a:lnTo>
                      <a:lnTo>
                        <a:pt x="36780" y="1123"/>
                      </a:lnTo>
                      <a:lnTo>
                        <a:pt x="35802" y="922"/>
                      </a:lnTo>
                      <a:lnTo>
                        <a:pt x="34536" y="692"/>
                      </a:lnTo>
                      <a:lnTo>
                        <a:pt x="33384" y="490"/>
                      </a:lnTo>
                      <a:lnTo>
                        <a:pt x="31399" y="202"/>
                      </a:lnTo>
                      <a:lnTo>
                        <a:pt x="29988" y="59"/>
                      </a:lnTo>
                      <a:lnTo>
                        <a:pt x="2932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4" name="Google Shape;1504;p46"/>
                <p:cNvSpPr/>
                <p:nvPr/>
              </p:nvSpPr>
              <p:spPr>
                <a:xfrm>
                  <a:off x="5300050" y="4349125"/>
                  <a:ext cx="701500" cy="433175"/>
                </a:xfrm>
                <a:custGeom>
                  <a:rect b="b" l="l" r="r" t="t"/>
                  <a:pathLst>
                    <a:path extrusionOk="0" h="17327" w="28060">
                      <a:moveTo>
                        <a:pt x="7310" y="1"/>
                      </a:moveTo>
                      <a:lnTo>
                        <a:pt x="6735" y="30"/>
                      </a:lnTo>
                      <a:lnTo>
                        <a:pt x="6188" y="59"/>
                      </a:lnTo>
                      <a:lnTo>
                        <a:pt x="5612" y="116"/>
                      </a:lnTo>
                      <a:lnTo>
                        <a:pt x="5094" y="174"/>
                      </a:lnTo>
                      <a:lnTo>
                        <a:pt x="4576" y="289"/>
                      </a:lnTo>
                      <a:lnTo>
                        <a:pt x="4087" y="375"/>
                      </a:lnTo>
                      <a:lnTo>
                        <a:pt x="3626" y="519"/>
                      </a:lnTo>
                      <a:lnTo>
                        <a:pt x="3195" y="663"/>
                      </a:lnTo>
                      <a:lnTo>
                        <a:pt x="2763" y="836"/>
                      </a:lnTo>
                      <a:lnTo>
                        <a:pt x="2389" y="1037"/>
                      </a:lnTo>
                      <a:lnTo>
                        <a:pt x="2015" y="1238"/>
                      </a:lnTo>
                      <a:lnTo>
                        <a:pt x="1669" y="1469"/>
                      </a:lnTo>
                      <a:lnTo>
                        <a:pt x="1353" y="1728"/>
                      </a:lnTo>
                      <a:lnTo>
                        <a:pt x="1065" y="1987"/>
                      </a:lnTo>
                      <a:lnTo>
                        <a:pt x="806" y="2275"/>
                      </a:lnTo>
                      <a:lnTo>
                        <a:pt x="605" y="2562"/>
                      </a:lnTo>
                      <a:lnTo>
                        <a:pt x="403" y="2908"/>
                      </a:lnTo>
                      <a:lnTo>
                        <a:pt x="259" y="3224"/>
                      </a:lnTo>
                      <a:lnTo>
                        <a:pt x="144" y="3598"/>
                      </a:lnTo>
                      <a:lnTo>
                        <a:pt x="58" y="3944"/>
                      </a:lnTo>
                      <a:lnTo>
                        <a:pt x="0" y="4318"/>
                      </a:lnTo>
                      <a:lnTo>
                        <a:pt x="0" y="4721"/>
                      </a:lnTo>
                      <a:lnTo>
                        <a:pt x="29" y="5095"/>
                      </a:lnTo>
                      <a:lnTo>
                        <a:pt x="87" y="5498"/>
                      </a:lnTo>
                      <a:lnTo>
                        <a:pt x="173" y="5901"/>
                      </a:lnTo>
                      <a:lnTo>
                        <a:pt x="317" y="6304"/>
                      </a:lnTo>
                      <a:lnTo>
                        <a:pt x="461" y="6707"/>
                      </a:lnTo>
                      <a:lnTo>
                        <a:pt x="662" y="7109"/>
                      </a:lnTo>
                      <a:lnTo>
                        <a:pt x="864" y="7512"/>
                      </a:lnTo>
                      <a:lnTo>
                        <a:pt x="1123" y="7944"/>
                      </a:lnTo>
                      <a:lnTo>
                        <a:pt x="1410" y="8347"/>
                      </a:lnTo>
                      <a:lnTo>
                        <a:pt x="1698" y="8779"/>
                      </a:lnTo>
                      <a:lnTo>
                        <a:pt x="2043" y="9182"/>
                      </a:lnTo>
                      <a:lnTo>
                        <a:pt x="2418" y="9613"/>
                      </a:lnTo>
                      <a:lnTo>
                        <a:pt x="2792" y="10016"/>
                      </a:lnTo>
                      <a:lnTo>
                        <a:pt x="3223" y="10419"/>
                      </a:lnTo>
                      <a:lnTo>
                        <a:pt x="3655" y="10822"/>
                      </a:lnTo>
                      <a:lnTo>
                        <a:pt x="4116" y="11225"/>
                      </a:lnTo>
                      <a:lnTo>
                        <a:pt x="4605" y="11628"/>
                      </a:lnTo>
                      <a:lnTo>
                        <a:pt x="5123" y="12031"/>
                      </a:lnTo>
                      <a:lnTo>
                        <a:pt x="5670" y="12405"/>
                      </a:lnTo>
                      <a:lnTo>
                        <a:pt x="6216" y="12779"/>
                      </a:lnTo>
                      <a:lnTo>
                        <a:pt x="6792" y="13153"/>
                      </a:lnTo>
                      <a:lnTo>
                        <a:pt x="7396" y="13498"/>
                      </a:lnTo>
                      <a:lnTo>
                        <a:pt x="8001" y="13844"/>
                      </a:lnTo>
                      <a:lnTo>
                        <a:pt x="8663" y="14189"/>
                      </a:lnTo>
                      <a:lnTo>
                        <a:pt x="9296" y="14506"/>
                      </a:lnTo>
                      <a:lnTo>
                        <a:pt x="9987" y="14822"/>
                      </a:lnTo>
                      <a:lnTo>
                        <a:pt x="10677" y="15139"/>
                      </a:lnTo>
                      <a:lnTo>
                        <a:pt x="11368" y="15427"/>
                      </a:lnTo>
                      <a:lnTo>
                        <a:pt x="12087" y="15686"/>
                      </a:lnTo>
                      <a:lnTo>
                        <a:pt x="12807" y="15945"/>
                      </a:lnTo>
                      <a:lnTo>
                        <a:pt x="13498" y="16175"/>
                      </a:lnTo>
                      <a:lnTo>
                        <a:pt x="14217" y="16376"/>
                      </a:lnTo>
                      <a:lnTo>
                        <a:pt x="14908" y="16578"/>
                      </a:lnTo>
                      <a:lnTo>
                        <a:pt x="15599" y="16722"/>
                      </a:lnTo>
                      <a:lnTo>
                        <a:pt x="16260" y="16866"/>
                      </a:lnTo>
                      <a:lnTo>
                        <a:pt x="16951" y="17009"/>
                      </a:lnTo>
                      <a:lnTo>
                        <a:pt x="17613" y="17096"/>
                      </a:lnTo>
                      <a:lnTo>
                        <a:pt x="18275" y="17182"/>
                      </a:lnTo>
                      <a:lnTo>
                        <a:pt x="18908" y="17268"/>
                      </a:lnTo>
                      <a:lnTo>
                        <a:pt x="19541" y="17297"/>
                      </a:lnTo>
                      <a:lnTo>
                        <a:pt x="20146" y="17326"/>
                      </a:lnTo>
                      <a:lnTo>
                        <a:pt x="21326" y="17326"/>
                      </a:lnTo>
                      <a:lnTo>
                        <a:pt x="21901" y="17297"/>
                      </a:lnTo>
                      <a:lnTo>
                        <a:pt x="22448" y="17240"/>
                      </a:lnTo>
                      <a:lnTo>
                        <a:pt x="22966" y="17153"/>
                      </a:lnTo>
                      <a:lnTo>
                        <a:pt x="23484" y="17067"/>
                      </a:lnTo>
                      <a:lnTo>
                        <a:pt x="23973" y="16952"/>
                      </a:lnTo>
                      <a:lnTo>
                        <a:pt x="24434" y="16808"/>
                      </a:lnTo>
                      <a:lnTo>
                        <a:pt x="24894" y="16664"/>
                      </a:lnTo>
                      <a:lnTo>
                        <a:pt x="25297" y="16491"/>
                      </a:lnTo>
                      <a:lnTo>
                        <a:pt x="25700" y="16290"/>
                      </a:lnTo>
                      <a:lnTo>
                        <a:pt x="26074" y="16089"/>
                      </a:lnTo>
                      <a:lnTo>
                        <a:pt x="26391" y="15858"/>
                      </a:lnTo>
                      <a:lnTo>
                        <a:pt x="26707" y="15628"/>
                      </a:lnTo>
                      <a:lnTo>
                        <a:pt x="26995" y="15340"/>
                      </a:lnTo>
                      <a:lnTo>
                        <a:pt x="27254" y="15052"/>
                      </a:lnTo>
                      <a:lnTo>
                        <a:pt x="27456" y="14765"/>
                      </a:lnTo>
                      <a:lnTo>
                        <a:pt x="27657" y="14448"/>
                      </a:lnTo>
                      <a:lnTo>
                        <a:pt x="27801" y="14103"/>
                      </a:lnTo>
                      <a:lnTo>
                        <a:pt x="27945" y="13757"/>
                      </a:lnTo>
                      <a:lnTo>
                        <a:pt x="28002" y="13383"/>
                      </a:lnTo>
                      <a:lnTo>
                        <a:pt x="28060" y="13009"/>
                      </a:lnTo>
                      <a:lnTo>
                        <a:pt x="28060" y="12635"/>
                      </a:lnTo>
                      <a:lnTo>
                        <a:pt x="28031" y="12232"/>
                      </a:lnTo>
                      <a:lnTo>
                        <a:pt x="27974" y="11858"/>
                      </a:lnTo>
                      <a:lnTo>
                        <a:pt x="27887" y="11455"/>
                      </a:lnTo>
                      <a:lnTo>
                        <a:pt x="27772" y="11052"/>
                      </a:lnTo>
                      <a:lnTo>
                        <a:pt x="27600" y="10649"/>
                      </a:lnTo>
                      <a:lnTo>
                        <a:pt x="27427" y="10218"/>
                      </a:lnTo>
                      <a:lnTo>
                        <a:pt x="27197" y="9815"/>
                      </a:lnTo>
                      <a:lnTo>
                        <a:pt x="26938" y="9383"/>
                      </a:lnTo>
                      <a:lnTo>
                        <a:pt x="26679" y="8980"/>
                      </a:lnTo>
                      <a:lnTo>
                        <a:pt x="26362" y="8577"/>
                      </a:lnTo>
                      <a:lnTo>
                        <a:pt x="26017" y="8145"/>
                      </a:lnTo>
                      <a:lnTo>
                        <a:pt x="25671" y="7743"/>
                      </a:lnTo>
                      <a:lnTo>
                        <a:pt x="25268" y="7311"/>
                      </a:lnTo>
                      <a:lnTo>
                        <a:pt x="24866" y="6908"/>
                      </a:lnTo>
                      <a:lnTo>
                        <a:pt x="24405" y="6505"/>
                      </a:lnTo>
                      <a:lnTo>
                        <a:pt x="23945" y="6102"/>
                      </a:lnTo>
                      <a:lnTo>
                        <a:pt x="23455" y="5699"/>
                      </a:lnTo>
                      <a:lnTo>
                        <a:pt x="22937" y="5325"/>
                      </a:lnTo>
                      <a:lnTo>
                        <a:pt x="22419" y="4922"/>
                      </a:lnTo>
                      <a:lnTo>
                        <a:pt x="21844" y="4548"/>
                      </a:lnTo>
                      <a:lnTo>
                        <a:pt x="21268" y="4203"/>
                      </a:lnTo>
                      <a:lnTo>
                        <a:pt x="20664" y="3829"/>
                      </a:lnTo>
                      <a:lnTo>
                        <a:pt x="20059" y="3483"/>
                      </a:lnTo>
                      <a:lnTo>
                        <a:pt x="19426" y="3138"/>
                      </a:lnTo>
                      <a:lnTo>
                        <a:pt x="18764" y="2821"/>
                      </a:lnTo>
                      <a:lnTo>
                        <a:pt x="18102" y="2505"/>
                      </a:lnTo>
                      <a:lnTo>
                        <a:pt x="17412" y="2217"/>
                      </a:lnTo>
                      <a:lnTo>
                        <a:pt x="16692" y="1900"/>
                      </a:lnTo>
                      <a:lnTo>
                        <a:pt x="15973" y="1641"/>
                      </a:lnTo>
                      <a:lnTo>
                        <a:pt x="15282" y="1382"/>
                      </a:lnTo>
                      <a:lnTo>
                        <a:pt x="14563" y="1152"/>
                      </a:lnTo>
                      <a:lnTo>
                        <a:pt x="13872" y="951"/>
                      </a:lnTo>
                      <a:lnTo>
                        <a:pt x="13181" y="778"/>
                      </a:lnTo>
                      <a:lnTo>
                        <a:pt x="12490" y="605"/>
                      </a:lnTo>
                      <a:lnTo>
                        <a:pt x="11800" y="461"/>
                      </a:lnTo>
                      <a:lnTo>
                        <a:pt x="11138" y="318"/>
                      </a:lnTo>
                      <a:lnTo>
                        <a:pt x="10447" y="231"/>
                      </a:lnTo>
                      <a:lnTo>
                        <a:pt x="9814" y="145"/>
                      </a:lnTo>
                      <a:lnTo>
                        <a:pt x="9181" y="87"/>
                      </a:lnTo>
                      <a:lnTo>
                        <a:pt x="8548" y="30"/>
                      </a:lnTo>
                      <a:lnTo>
                        <a:pt x="791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5" name="Google Shape;1505;p46"/>
                <p:cNvSpPr/>
                <p:nvPr/>
              </p:nvSpPr>
              <p:spPr>
                <a:xfrm>
                  <a:off x="5280625" y="4067100"/>
                  <a:ext cx="428100" cy="595750"/>
                </a:xfrm>
                <a:custGeom>
                  <a:rect b="b" l="l" r="r" t="t"/>
                  <a:pathLst>
                    <a:path extrusionOk="0" h="23830" w="17124">
                      <a:moveTo>
                        <a:pt x="11167" y="0"/>
                      </a:moveTo>
                      <a:lnTo>
                        <a:pt x="10764" y="29"/>
                      </a:lnTo>
                      <a:lnTo>
                        <a:pt x="10361" y="58"/>
                      </a:lnTo>
                      <a:lnTo>
                        <a:pt x="9929" y="144"/>
                      </a:lnTo>
                      <a:lnTo>
                        <a:pt x="9526" y="260"/>
                      </a:lnTo>
                      <a:lnTo>
                        <a:pt x="9123" y="375"/>
                      </a:lnTo>
                      <a:lnTo>
                        <a:pt x="8691" y="547"/>
                      </a:lnTo>
                      <a:lnTo>
                        <a:pt x="8289" y="720"/>
                      </a:lnTo>
                      <a:lnTo>
                        <a:pt x="7886" y="921"/>
                      </a:lnTo>
                      <a:lnTo>
                        <a:pt x="7454" y="1180"/>
                      </a:lnTo>
                      <a:lnTo>
                        <a:pt x="7051" y="1439"/>
                      </a:lnTo>
                      <a:lnTo>
                        <a:pt x="6648" y="1698"/>
                      </a:lnTo>
                      <a:lnTo>
                        <a:pt x="6245" y="2015"/>
                      </a:lnTo>
                      <a:lnTo>
                        <a:pt x="5871" y="2360"/>
                      </a:lnTo>
                      <a:lnTo>
                        <a:pt x="5468" y="2706"/>
                      </a:lnTo>
                      <a:lnTo>
                        <a:pt x="5094" y="3080"/>
                      </a:lnTo>
                      <a:lnTo>
                        <a:pt x="4720" y="3483"/>
                      </a:lnTo>
                      <a:lnTo>
                        <a:pt x="4346" y="3886"/>
                      </a:lnTo>
                      <a:lnTo>
                        <a:pt x="4000" y="4317"/>
                      </a:lnTo>
                      <a:lnTo>
                        <a:pt x="3655" y="4778"/>
                      </a:lnTo>
                      <a:lnTo>
                        <a:pt x="3310" y="5238"/>
                      </a:lnTo>
                      <a:lnTo>
                        <a:pt x="2993" y="5756"/>
                      </a:lnTo>
                      <a:lnTo>
                        <a:pt x="2677" y="6246"/>
                      </a:lnTo>
                      <a:lnTo>
                        <a:pt x="2360" y="6792"/>
                      </a:lnTo>
                      <a:lnTo>
                        <a:pt x="2072" y="7339"/>
                      </a:lnTo>
                      <a:lnTo>
                        <a:pt x="1813" y="7886"/>
                      </a:lnTo>
                      <a:lnTo>
                        <a:pt x="1554" y="8462"/>
                      </a:lnTo>
                      <a:lnTo>
                        <a:pt x="1295" y="9066"/>
                      </a:lnTo>
                      <a:lnTo>
                        <a:pt x="1065" y="9670"/>
                      </a:lnTo>
                      <a:lnTo>
                        <a:pt x="864" y="10246"/>
                      </a:lnTo>
                      <a:lnTo>
                        <a:pt x="691" y="10850"/>
                      </a:lnTo>
                      <a:lnTo>
                        <a:pt x="518" y="11455"/>
                      </a:lnTo>
                      <a:lnTo>
                        <a:pt x="403" y="12030"/>
                      </a:lnTo>
                      <a:lnTo>
                        <a:pt x="288" y="12635"/>
                      </a:lnTo>
                      <a:lnTo>
                        <a:pt x="173" y="13210"/>
                      </a:lnTo>
                      <a:lnTo>
                        <a:pt x="86" y="13786"/>
                      </a:lnTo>
                      <a:lnTo>
                        <a:pt x="29" y="14361"/>
                      </a:lnTo>
                      <a:lnTo>
                        <a:pt x="0" y="14908"/>
                      </a:lnTo>
                      <a:lnTo>
                        <a:pt x="0" y="15484"/>
                      </a:lnTo>
                      <a:lnTo>
                        <a:pt x="0" y="16002"/>
                      </a:lnTo>
                      <a:lnTo>
                        <a:pt x="29" y="16549"/>
                      </a:lnTo>
                      <a:lnTo>
                        <a:pt x="58" y="17067"/>
                      </a:lnTo>
                      <a:lnTo>
                        <a:pt x="115" y="17585"/>
                      </a:lnTo>
                      <a:lnTo>
                        <a:pt x="202" y="18074"/>
                      </a:lnTo>
                      <a:lnTo>
                        <a:pt x="317" y="18563"/>
                      </a:lnTo>
                      <a:lnTo>
                        <a:pt x="432" y="19024"/>
                      </a:lnTo>
                      <a:lnTo>
                        <a:pt x="576" y="19484"/>
                      </a:lnTo>
                      <a:lnTo>
                        <a:pt x="720" y="19916"/>
                      </a:lnTo>
                      <a:lnTo>
                        <a:pt x="892" y="20319"/>
                      </a:lnTo>
                      <a:lnTo>
                        <a:pt x="1094" y="20722"/>
                      </a:lnTo>
                      <a:lnTo>
                        <a:pt x="1295" y="21096"/>
                      </a:lnTo>
                      <a:lnTo>
                        <a:pt x="1525" y="21470"/>
                      </a:lnTo>
                      <a:lnTo>
                        <a:pt x="1784" y="21815"/>
                      </a:lnTo>
                      <a:lnTo>
                        <a:pt x="2043" y="22132"/>
                      </a:lnTo>
                      <a:lnTo>
                        <a:pt x="2331" y="22420"/>
                      </a:lnTo>
                      <a:lnTo>
                        <a:pt x="2619" y="22679"/>
                      </a:lnTo>
                      <a:lnTo>
                        <a:pt x="2936" y="22909"/>
                      </a:lnTo>
                      <a:lnTo>
                        <a:pt x="3281" y="23139"/>
                      </a:lnTo>
                      <a:lnTo>
                        <a:pt x="3626" y="23340"/>
                      </a:lnTo>
                      <a:lnTo>
                        <a:pt x="4000" y="23484"/>
                      </a:lnTo>
                      <a:lnTo>
                        <a:pt x="4375" y="23628"/>
                      </a:lnTo>
                      <a:lnTo>
                        <a:pt x="4777" y="23715"/>
                      </a:lnTo>
                      <a:lnTo>
                        <a:pt x="5152" y="23801"/>
                      </a:lnTo>
                      <a:lnTo>
                        <a:pt x="5555" y="23830"/>
                      </a:lnTo>
                      <a:lnTo>
                        <a:pt x="6360" y="23830"/>
                      </a:lnTo>
                      <a:lnTo>
                        <a:pt x="6763" y="23772"/>
                      </a:lnTo>
                      <a:lnTo>
                        <a:pt x="7195" y="23686"/>
                      </a:lnTo>
                      <a:lnTo>
                        <a:pt x="7598" y="23599"/>
                      </a:lnTo>
                      <a:lnTo>
                        <a:pt x="8001" y="23456"/>
                      </a:lnTo>
                      <a:lnTo>
                        <a:pt x="8432" y="23312"/>
                      </a:lnTo>
                      <a:lnTo>
                        <a:pt x="8835" y="23110"/>
                      </a:lnTo>
                      <a:lnTo>
                        <a:pt x="9238" y="22909"/>
                      </a:lnTo>
                      <a:lnTo>
                        <a:pt x="9670" y="22679"/>
                      </a:lnTo>
                      <a:lnTo>
                        <a:pt x="10073" y="22420"/>
                      </a:lnTo>
                      <a:lnTo>
                        <a:pt x="10476" y="22132"/>
                      </a:lnTo>
                      <a:lnTo>
                        <a:pt x="10879" y="21815"/>
                      </a:lnTo>
                      <a:lnTo>
                        <a:pt x="11253" y="21499"/>
                      </a:lnTo>
                      <a:lnTo>
                        <a:pt x="11656" y="21124"/>
                      </a:lnTo>
                      <a:lnTo>
                        <a:pt x="12030" y="20750"/>
                      </a:lnTo>
                      <a:lnTo>
                        <a:pt x="12404" y="20376"/>
                      </a:lnTo>
                      <a:lnTo>
                        <a:pt x="12778" y="19945"/>
                      </a:lnTo>
                      <a:lnTo>
                        <a:pt x="13123" y="19513"/>
                      </a:lnTo>
                      <a:lnTo>
                        <a:pt x="13469" y="19052"/>
                      </a:lnTo>
                      <a:lnTo>
                        <a:pt x="13814" y="18592"/>
                      </a:lnTo>
                      <a:lnTo>
                        <a:pt x="14131" y="18103"/>
                      </a:lnTo>
                      <a:lnTo>
                        <a:pt x="14447" y="17585"/>
                      </a:lnTo>
                      <a:lnTo>
                        <a:pt x="14764" y="17038"/>
                      </a:lnTo>
                      <a:lnTo>
                        <a:pt x="15052" y="16520"/>
                      </a:lnTo>
                      <a:lnTo>
                        <a:pt x="15311" y="15944"/>
                      </a:lnTo>
                      <a:lnTo>
                        <a:pt x="15570" y="15369"/>
                      </a:lnTo>
                      <a:lnTo>
                        <a:pt x="15829" y="14764"/>
                      </a:lnTo>
                      <a:lnTo>
                        <a:pt x="16030" y="14189"/>
                      </a:lnTo>
                      <a:lnTo>
                        <a:pt x="16260" y="13584"/>
                      </a:lnTo>
                      <a:lnTo>
                        <a:pt x="16433" y="12980"/>
                      </a:lnTo>
                      <a:lnTo>
                        <a:pt x="16577" y="12376"/>
                      </a:lnTo>
                      <a:lnTo>
                        <a:pt x="16721" y="11800"/>
                      </a:lnTo>
                      <a:lnTo>
                        <a:pt x="16836" y="11196"/>
                      </a:lnTo>
                      <a:lnTo>
                        <a:pt x="16951" y="10620"/>
                      </a:lnTo>
                      <a:lnTo>
                        <a:pt x="17009" y="10044"/>
                      </a:lnTo>
                      <a:lnTo>
                        <a:pt x="17066" y="9469"/>
                      </a:lnTo>
                      <a:lnTo>
                        <a:pt x="17124" y="8922"/>
                      </a:lnTo>
                      <a:lnTo>
                        <a:pt x="17124" y="8375"/>
                      </a:lnTo>
                      <a:lnTo>
                        <a:pt x="17124" y="7828"/>
                      </a:lnTo>
                      <a:lnTo>
                        <a:pt x="17095" y="7282"/>
                      </a:lnTo>
                      <a:lnTo>
                        <a:pt x="17066" y="6764"/>
                      </a:lnTo>
                      <a:lnTo>
                        <a:pt x="17009" y="6246"/>
                      </a:lnTo>
                      <a:lnTo>
                        <a:pt x="16922" y="5756"/>
                      </a:lnTo>
                      <a:lnTo>
                        <a:pt x="16807" y="5267"/>
                      </a:lnTo>
                      <a:lnTo>
                        <a:pt x="16692" y="4807"/>
                      </a:lnTo>
                      <a:lnTo>
                        <a:pt x="16548" y="4346"/>
                      </a:lnTo>
                      <a:lnTo>
                        <a:pt x="16404" y="3914"/>
                      </a:lnTo>
                      <a:lnTo>
                        <a:pt x="16232" y="3512"/>
                      </a:lnTo>
                      <a:lnTo>
                        <a:pt x="16030" y="3109"/>
                      </a:lnTo>
                      <a:lnTo>
                        <a:pt x="15829" y="2735"/>
                      </a:lnTo>
                      <a:lnTo>
                        <a:pt x="15599" y="2360"/>
                      </a:lnTo>
                      <a:lnTo>
                        <a:pt x="15340" y="2044"/>
                      </a:lnTo>
                      <a:lnTo>
                        <a:pt x="15080" y="1727"/>
                      </a:lnTo>
                      <a:lnTo>
                        <a:pt x="14793" y="1411"/>
                      </a:lnTo>
                      <a:lnTo>
                        <a:pt x="14505" y="1152"/>
                      </a:lnTo>
                      <a:lnTo>
                        <a:pt x="14188" y="921"/>
                      </a:lnTo>
                      <a:lnTo>
                        <a:pt x="13843" y="691"/>
                      </a:lnTo>
                      <a:lnTo>
                        <a:pt x="13498" y="519"/>
                      </a:lnTo>
                      <a:lnTo>
                        <a:pt x="13123" y="346"/>
                      </a:lnTo>
                      <a:lnTo>
                        <a:pt x="12749" y="202"/>
                      </a:lnTo>
                      <a:lnTo>
                        <a:pt x="12346" y="116"/>
                      </a:lnTo>
                      <a:lnTo>
                        <a:pt x="11972" y="29"/>
                      </a:lnTo>
                      <a:lnTo>
                        <a:pt x="1156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6" name="Google Shape;1506;p46"/>
                <p:cNvSpPr/>
                <p:nvPr/>
              </p:nvSpPr>
              <p:spPr>
                <a:xfrm>
                  <a:off x="6021675" y="3397975"/>
                  <a:ext cx="714475" cy="644675"/>
                </a:xfrm>
                <a:custGeom>
                  <a:rect b="b" l="l" r="r" t="t"/>
                  <a:pathLst>
                    <a:path extrusionOk="0" h="25787" w="28579">
                      <a:moveTo>
                        <a:pt x="20722" y="1"/>
                      </a:moveTo>
                      <a:lnTo>
                        <a:pt x="20175" y="30"/>
                      </a:lnTo>
                      <a:lnTo>
                        <a:pt x="19600" y="87"/>
                      </a:lnTo>
                      <a:lnTo>
                        <a:pt x="19024" y="145"/>
                      </a:lnTo>
                      <a:lnTo>
                        <a:pt x="18420" y="260"/>
                      </a:lnTo>
                      <a:lnTo>
                        <a:pt x="17815" y="404"/>
                      </a:lnTo>
                      <a:lnTo>
                        <a:pt x="17211" y="576"/>
                      </a:lnTo>
                      <a:lnTo>
                        <a:pt x="16578" y="778"/>
                      </a:lnTo>
                      <a:lnTo>
                        <a:pt x="15945" y="1008"/>
                      </a:lnTo>
                      <a:lnTo>
                        <a:pt x="15311" y="1267"/>
                      </a:lnTo>
                      <a:lnTo>
                        <a:pt x="14678" y="1555"/>
                      </a:lnTo>
                      <a:lnTo>
                        <a:pt x="14016" y="1871"/>
                      </a:lnTo>
                      <a:lnTo>
                        <a:pt x="13383" y="2188"/>
                      </a:lnTo>
                      <a:lnTo>
                        <a:pt x="12721" y="2562"/>
                      </a:lnTo>
                      <a:lnTo>
                        <a:pt x="12088" y="2965"/>
                      </a:lnTo>
                      <a:lnTo>
                        <a:pt x="11426" y="3368"/>
                      </a:lnTo>
                      <a:lnTo>
                        <a:pt x="10793" y="3828"/>
                      </a:lnTo>
                      <a:lnTo>
                        <a:pt x="10131" y="4289"/>
                      </a:lnTo>
                      <a:lnTo>
                        <a:pt x="9498" y="4807"/>
                      </a:lnTo>
                      <a:lnTo>
                        <a:pt x="8836" y="5325"/>
                      </a:lnTo>
                      <a:lnTo>
                        <a:pt x="8203" y="5872"/>
                      </a:lnTo>
                      <a:lnTo>
                        <a:pt x="7599" y="6447"/>
                      </a:lnTo>
                      <a:lnTo>
                        <a:pt x="6965" y="7052"/>
                      </a:lnTo>
                      <a:lnTo>
                        <a:pt x="6361" y="7685"/>
                      </a:lnTo>
                      <a:lnTo>
                        <a:pt x="5642" y="7541"/>
                      </a:lnTo>
                      <a:lnTo>
                        <a:pt x="4922" y="7426"/>
                      </a:lnTo>
                      <a:lnTo>
                        <a:pt x="4174" y="7368"/>
                      </a:lnTo>
                      <a:lnTo>
                        <a:pt x="3800" y="7340"/>
                      </a:lnTo>
                      <a:lnTo>
                        <a:pt x="3426" y="7340"/>
                      </a:lnTo>
                      <a:lnTo>
                        <a:pt x="3080" y="7368"/>
                      </a:lnTo>
                      <a:lnTo>
                        <a:pt x="2706" y="7426"/>
                      </a:lnTo>
                      <a:lnTo>
                        <a:pt x="2390" y="7483"/>
                      </a:lnTo>
                      <a:lnTo>
                        <a:pt x="2044" y="7599"/>
                      </a:lnTo>
                      <a:lnTo>
                        <a:pt x="1756" y="7714"/>
                      </a:lnTo>
                      <a:lnTo>
                        <a:pt x="1469" y="7858"/>
                      </a:lnTo>
                      <a:lnTo>
                        <a:pt x="1181" y="8059"/>
                      </a:lnTo>
                      <a:lnTo>
                        <a:pt x="951" y="8260"/>
                      </a:lnTo>
                      <a:lnTo>
                        <a:pt x="720" y="8548"/>
                      </a:lnTo>
                      <a:lnTo>
                        <a:pt x="519" y="8836"/>
                      </a:lnTo>
                      <a:lnTo>
                        <a:pt x="375" y="9181"/>
                      </a:lnTo>
                      <a:lnTo>
                        <a:pt x="231" y="9556"/>
                      </a:lnTo>
                      <a:lnTo>
                        <a:pt x="145" y="9958"/>
                      </a:lnTo>
                      <a:lnTo>
                        <a:pt x="58" y="10361"/>
                      </a:lnTo>
                      <a:lnTo>
                        <a:pt x="1" y="10822"/>
                      </a:lnTo>
                      <a:lnTo>
                        <a:pt x="1" y="11311"/>
                      </a:lnTo>
                      <a:lnTo>
                        <a:pt x="1" y="11800"/>
                      </a:lnTo>
                      <a:lnTo>
                        <a:pt x="30" y="12318"/>
                      </a:lnTo>
                      <a:lnTo>
                        <a:pt x="116" y="12836"/>
                      </a:lnTo>
                      <a:lnTo>
                        <a:pt x="202" y="13383"/>
                      </a:lnTo>
                      <a:lnTo>
                        <a:pt x="317" y="13930"/>
                      </a:lnTo>
                      <a:lnTo>
                        <a:pt x="461" y="14506"/>
                      </a:lnTo>
                      <a:lnTo>
                        <a:pt x="663" y="15081"/>
                      </a:lnTo>
                      <a:lnTo>
                        <a:pt x="864" y="15657"/>
                      </a:lnTo>
                      <a:lnTo>
                        <a:pt x="1094" y="16232"/>
                      </a:lnTo>
                      <a:lnTo>
                        <a:pt x="1325" y="16808"/>
                      </a:lnTo>
                      <a:lnTo>
                        <a:pt x="1612" y="17412"/>
                      </a:lnTo>
                      <a:lnTo>
                        <a:pt x="1929" y="17988"/>
                      </a:lnTo>
                      <a:lnTo>
                        <a:pt x="2274" y="18563"/>
                      </a:lnTo>
                      <a:lnTo>
                        <a:pt x="2620" y="19110"/>
                      </a:lnTo>
                      <a:lnTo>
                        <a:pt x="2994" y="19686"/>
                      </a:lnTo>
                      <a:lnTo>
                        <a:pt x="3397" y="20233"/>
                      </a:lnTo>
                      <a:lnTo>
                        <a:pt x="3828" y="20751"/>
                      </a:lnTo>
                      <a:lnTo>
                        <a:pt x="4289" y="21269"/>
                      </a:lnTo>
                      <a:lnTo>
                        <a:pt x="4778" y="21758"/>
                      </a:lnTo>
                      <a:lnTo>
                        <a:pt x="5296" y="22247"/>
                      </a:lnTo>
                      <a:lnTo>
                        <a:pt x="5814" y="22679"/>
                      </a:lnTo>
                      <a:lnTo>
                        <a:pt x="6361" y="23111"/>
                      </a:lnTo>
                      <a:lnTo>
                        <a:pt x="6937" y="23513"/>
                      </a:lnTo>
                      <a:lnTo>
                        <a:pt x="7541" y="23888"/>
                      </a:lnTo>
                      <a:lnTo>
                        <a:pt x="8376" y="24319"/>
                      </a:lnTo>
                      <a:lnTo>
                        <a:pt x="9210" y="24722"/>
                      </a:lnTo>
                      <a:lnTo>
                        <a:pt x="10102" y="25039"/>
                      </a:lnTo>
                      <a:lnTo>
                        <a:pt x="11023" y="25298"/>
                      </a:lnTo>
                      <a:lnTo>
                        <a:pt x="11944" y="25528"/>
                      </a:lnTo>
                      <a:lnTo>
                        <a:pt x="12865" y="25672"/>
                      </a:lnTo>
                      <a:lnTo>
                        <a:pt x="13815" y="25758"/>
                      </a:lnTo>
                      <a:lnTo>
                        <a:pt x="14765" y="25787"/>
                      </a:lnTo>
                      <a:lnTo>
                        <a:pt x="15714" y="25729"/>
                      </a:lnTo>
                      <a:lnTo>
                        <a:pt x="16664" y="25643"/>
                      </a:lnTo>
                      <a:lnTo>
                        <a:pt x="17585" y="25470"/>
                      </a:lnTo>
                      <a:lnTo>
                        <a:pt x="18506" y="25240"/>
                      </a:lnTo>
                      <a:lnTo>
                        <a:pt x="19398" y="24952"/>
                      </a:lnTo>
                      <a:lnTo>
                        <a:pt x="19830" y="24809"/>
                      </a:lnTo>
                      <a:lnTo>
                        <a:pt x="20261" y="24607"/>
                      </a:lnTo>
                      <a:lnTo>
                        <a:pt x="20693" y="24406"/>
                      </a:lnTo>
                      <a:lnTo>
                        <a:pt x="21096" y="24204"/>
                      </a:lnTo>
                      <a:lnTo>
                        <a:pt x="21528" y="23974"/>
                      </a:lnTo>
                      <a:lnTo>
                        <a:pt x="21931" y="23715"/>
                      </a:lnTo>
                      <a:lnTo>
                        <a:pt x="22650" y="23197"/>
                      </a:lnTo>
                      <a:lnTo>
                        <a:pt x="23312" y="22650"/>
                      </a:lnTo>
                      <a:lnTo>
                        <a:pt x="23945" y="22046"/>
                      </a:lnTo>
                      <a:lnTo>
                        <a:pt x="24550" y="21413"/>
                      </a:lnTo>
                      <a:lnTo>
                        <a:pt x="25096" y="20722"/>
                      </a:lnTo>
                      <a:lnTo>
                        <a:pt x="25614" y="20031"/>
                      </a:lnTo>
                      <a:lnTo>
                        <a:pt x="26075" y="19283"/>
                      </a:lnTo>
                      <a:lnTo>
                        <a:pt x="26507" y="18506"/>
                      </a:lnTo>
                      <a:lnTo>
                        <a:pt x="26910" y="17729"/>
                      </a:lnTo>
                      <a:lnTo>
                        <a:pt x="27255" y="16894"/>
                      </a:lnTo>
                      <a:lnTo>
                        <a:pt x="27543" y="16088"/>
                      </a:lnTo>
                      <a:lnTo>
                        <a:pt x="27830" y="15225"/>
                      </a:lnTo>
                      <a:lnTo>
                        <a:pt x="28061" y="14390"/>
                      </a:lnTo>
                      <a:lnTo>
                        <a:pt x="28233" y="13527"/>
                      </a:lnTo>
                      <a:lnTo>
                        <a:pt x="28377" y="12664"/>
                      </a:lnTo>
                      <a:lnTo>
                        <a:pt x="28492" y="11800"/>
                      </a:lnTo>
                      <a:lnTo>
                        <a:pt x="28550" y="10937"/>
                      </a:lnTo>
                      <a:lnTo>
                        <a:pt x="28579" y="10102"/>
                      </a:lnTo>
                      <a:lnTo>
                        <a:pt x="28579" y="9268"/>
                      </a:lnTo>
                      <a:lnTo>
                        <a:pt x="28521" y="8462"/>
                      </a:lnTo>
                      <a:lnTo>
                        <a:pt x="28435" y="7656"/>
                      </a:lnTo>
                      <a:lnTo>
                        <a:pt x="28291" y="6879"/>
                      </a:lnTo>
                      <a:lnTo>
                        <a:pt x="28147" y="6102"/>
                      </a:lnTo>
                      <a:lnTo>
                        <a:pt x="27917" y="5383"/>
                      </a:lnTo>
                      <a:lnTo>
                        <a:pt x="27687" y="4692"/>
                      </a:lnTo>
                      <a:lnTo>
                        <a:pt x="27399" y="4030"/>
                      </a:lnTo>
                      <a:lnTo>
                        <a:pt x="27082" y="3426"/>
                      </a:lnTo>
                      <a:lnTo>
                        <a:pt x="26737" y="2850"/>
                      </a:lnTo>
                      <a:lnTo>
                        <a:pt x="26363" y="2303"/>
                      </a:lnTo>
                      <a:lnTo>
                        <a:pt x="25931" y="1843"/>
                      </a:lnTo>
                      <a:lnTo>
                        <a:pt x="25471" y="1411"/>
                      </a:lnTo>
                      <a:lnTo>
                        <a:pt x="24981" y="1037"/>
                      </a:lnTo>
                      <a:lnTo>
                        <a:pt x="24578" y="807"/>
                      </a:lnTo>
                      <a:lnTo>
                        <a:pt x="24175" y="605"/>
                      </a:lnTo>
                      <a:lnTo>
                        <a:pt x="23744" y="432"/>
                      </a:lnTo>
                      <a:lnTo>
                        <a:pt x="23283" y="289"/>
                      </a:lnTo>
                      <a:lnTo>
                        <a:pt x="22794" y="173"/>
                      </a:lnTo>
                      <a:lnTo>
                        <a:pt x="22305" y="87"/>
                      </a:lnTo>
                      <a:lnTo>
                        <a:pt x="21787" y="30"/>
                      </a:lnTo>
                      <a:lnTo>
                        <a:pt x="2126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7" name="Google Shape;1507;p46"/>
                <p:cNvSpPr/>
                <p:nvPr/>
              </p:nvSpPr>
              <p:spPr>
                <a:xfrm>
                  <a:off x="6538275" y="3476400"/>
                  <a:ext cx="380625" cy="442500"/>
                </a:xfrm>
                <a:custGeom>
                  <a:rect b="b" l="l" r="r" t="t"/>
                  <a:pathLst>
                    <a:path extrusionOk="0" h="17700" w="15225">
                      <a:moveTo>
                        <a:pt x="4720" y="1"/>
                      </a:moveTo>
                      <a:lnTo>
                        <a:pt x="4375" y="58"/>
                      </a:lnTo>
                      <a:lnTo>
                        <a:pt x="4030" y="116"/>
                      </a:lnTo>
                      <a:lnTo>
                        <a:pt x="3684" y="202"/>
                      </a:lnTo>
                      <a:lnTo>
                        <a:pt x="3339" y="317"/>
                      </a:lnTo>
                      <a:lnTo>
                        <a:pt x="3022" y="432"/>
                      </a:lnTo>
                      <a:lnTo>
                        <a:pt x="2706" y="605"/>
                      </a:lnTo>
                      <a:lnTo>
                        <a:pt x="2389" y="778"/>
                      </a:lnTo>
                      <a:lnTo>
                        <a:pt x="2101" y="1008"/>
                      </a:lnTo>
                      <a:lnTo>
                        <a:pt x="1842" y="1238"/>
                      </a:lnTo>
                      <a:lnTo>
                        <a:pt x="1583" y="1468"/>
                      </a:lnTo>
                      <a:lnTo>
                        <a:pt x="1353" y="1727"/>
                      </a:lnTo>
                      <a:lnTo>
                        <a:pt x="1152" y="2015"/>
                      </a:lnTo>
                      <a:lnTo>
                        <a:pt x="950" y="2332"/>
                      </a:lnTo>
                      <a:lnTo>
                        <a:pt x="777" y="2620"/>
                      </a:lnTo>
                      <a:lnTo>
                        <a:pt x="634" y="2965"/>
                      </a:lnTo>
                      <a:lnTo>
                        <a:pt x="490" y="3282"/>
                      </a:lnTo>
                      <a:lnTo>
                        <a:pt x="375" y="3627"/>
                      </a:lnTo>
                      <a:lnTo>
                        <a:pt x="259" y="4001"/>
                      </a:lnTo>
                      <a:lnTo>
                        <a:pt x="173" y="4346"/>
                      </a:lnTo>
                      <a:lnTo>
                        <a:pt x="58" y="5123"/>
                      </a:lnTo>
                      <a:lnTo>
                        <a:pt x="0" y="5900"/>
                      </a:lnTo>
                      <a:lnTo>
                        <a:pt x="0" y="6678"/>
                      </a:lnTo>
                      <a:lnTo>
                        <a:pt x="58" y="7483"/>
                      </a:lnTo>
                      <a:lnTo>
                        <a:pt x="173" y="8289"/>
                      </a:lnTo>
                      <a:lnTo>
                        <a:pt x="317" y="9066"/>
                      </a:lnTo>
                      <a:lnTo>
                        <a:pt x="547" y="9843"/>
                      </a:lnTo>
                      <a:lnTo>
                        <a:pt x="777" y="10563"/>
                      </a:lnTo>
                      <a:lnTo>
                        <a:pt x="1094" y="11282"/>
                      </a:lnTo>
                      <a:lnTo>
                        <a:pt x="1411" y="11944"/>
                      </a:lnTo>
                      <a:lnTo>
                        <a:pt x="1641" y="12318"/>
                      </a:lnTo>
                      <a:lnTo>
                        <a:pt x="1871" y="12721"/>
                      </a:lnTo>
                      <a:lnTo>
                        <a:pt x="2130" y="13067"/>
                      </a:lnTo>
                      <a:lnTo>
                        <a:pt x="2418" y="13441"/>
                      </a:lnTo>
                      <a:lnTo>
                        <a:pt x="2706" y="13786"/>
                      </a:lnTo>
                      <a:lnTo>
                        <a:pt x="2993" y="14131"/>
                      </a:lnTo>
                      <a:lnTo>
                        <a:pt x="3655" y="14764"/>
                      </a:lnTo>
                      <a:lnTo>
                        <a:pt x="4346" y="15369"/>
                      </a:lnTo>
                      <a:lnTo>
                        <a:pt x="5094" y="15916"/>
                      </a:lnTo>
                      <a:lnTo>
                        <a:pt x="5843" y="16376"/>
                      </a:lnTo>
                      <a:lnTo>
                        <a:pt x="6620" y="16808"/>
                      </a:lnTo>
                      <a:lnTo>
                        <a:pt x="7023" y="16980"/>
                      </a:lnTo>
                      <a:lnTo>
                        <a:pt x="7425" y="17153"/>
                      </a:lnTo>
                      <a:lnTo>
                        <a:pt x="7800" y="17297"/>
                      </a:lnTo>
                      <a:lnTo>
                        <a:pt x="8203" y="17412"/>
                      </a:lnTo>
                      <a:lnTo>
                        <a:pt x="8605" y="17527"/>
                      </a:lnTo>
                      <a:lnTo>
                        <a:pt x="9008" y="17585"/>
                      </a:lnTo>
                      <a:lnTo>
                        <a:pt x="9382" y="17642"/>
                      </a:lnTo>
                      <a:lnTo>
                        <a:pt x="9785" y="17700"/>
                      </a:lnTo>
                      <a:lnTo>
                        <a:pt x="10534" y="17700"/>
                      </a:lnTo>
                      <a:lnTo>
                        <a:pt x="10908" y="17671"/>
                      </a:lnTo>
                      <a:lnTo>
                        <a:pt x="11253" y="17614"/>
                      </a:lnTo>
                      <a:lnTo>
                        <a:pt x="11598" y="17527"/>
                      </a:lnTo>
                      <a:lnTo>
                        <a:pt x="11944" y="17412"/>
                      </a:lnTo>
                      <a:lnTo>
                        <a:pt x="12260" y="17268"/>
                      </a:lnTo>
                      <a:lnTo>
                        <a:pt x="12577" y="17096"/>
                      </a:lnTo>
                      <a:lnTo>
                        <a:pt x="12894" y="16894"/>
                      </a:lnTo>
                      <a:lnTo>
                        <a:pt x="13181" y="16664"/>
                      </a:lnTo>
                      <a:lnTo>
                        <a:pt x="13469" y="16405"/>
                      </a:lnTo>
                      <a:lnTo>
                        <a:pt x="13699" y="16146"/>
                      </a:lnTo>
                      <a:lnTo>
                        <a:pt x="13930" y="15829"/>
                      </a:lnTo>
                      <a:lnTo>
                        <a:pt x="14160" y="15513"/>
                      </a:lnTo>
                      <a:lnTo>
                        <a:pt x="14333" y="15167"/>
                      </a:lnTo>
                      <a:lnTo>
                        <a:pt x="14534" y="14793"/>
                      </a:lnTo>
                      <a:lnTo>
                        <a:pt x="14678" y="14419"/>
                      </a:lnTo>
                      <a:lnTo>
                        <a:pt x="14822" y="14045"/>
                      </a:lnTo>
                      <a:lnTo>
                        <a:pt x="14937" y="13642"/>
                      </a:lnTo>
                      <a:lnTo>
                        <a:pt x="15023" y="13210"/>
                      </a:lnTo>
                      <a:lnTo>
                        <a:pt x="15110" y="12779"/>
                      </a:lnTo>
                      <a:lnTo>
                        <a:pt x="15167" y="12347"/>
                      </a:lnTo>
                      <a:lnTo>
                        <a:pt x="15196" y="11887"/>
                      </a:lnTo>
                      <a:lnTo>
                        <a:pt x="15225" y="11426"/>
                      </a:lnTo>
                      <a:lnTo>
                        <a:pt x="15225" y="10966"/>
                      </a:lnTo>
                      <a:lnTo>
                        <a:pt x="15225" y="10505"/>
                      </a:lnTo>
                      <a:lnTo>
                        <a:pt x="15196" y="10045"/>
                      </a:lnTo>
                      <a:lnTo>
                        <a:pt x="15138" y="9555"/>
                      </a:lnTo>
                      <a:lnTo>
                        <a:pt x="15052" y="9095"/>
                      </a:lnTo>
                      <a:lnTo>
                        <a:pt x="14966" y="8606"/>
                      </a:lnTo>
                      <a:lnTo>
                        <a:pt x="14851" y="8145"/>
                      </a:lnTo>
                      <a:lnTo>
                        <a:pt x="14735" y="7685"/>
                      </a:lnTo>
                      <a:lnTo>
                        <a:pt x="14592" y="7224"/>
                      </a:lnTo>
                      <a:lnTo>
                        <a:pt x="14419" y="6764"/>
                      </a:lnTo>
                      <a:lnTo>
                        <a:pt x="14246" y="6332"/>
                      </a:lnTo>
                      <a:lnTo>
                        <a:pt x="14045" y="5900"/>
                      </a:lnTo>
                      <a:lnTo>
                        <a:pt x="13814" y="5469"/>
                      </a:lnTo>
                      <a:lnTo>
                        <a:pt x="13584" y="5037"/>
                      </a:lnTo>
                      <a:lnTo>
                        <a:pt x="13325" y="4663"/>
                      </a:lnTo>
                      <a:lnTo>
                        <a:pt x="13037" y="4260"/>
                      </a:lnTo>
                      <a:lnTo>
                        <a:pt x="12577" y="3684"/>
                      </a:lnTo>
                      <a:lnTo>
                        <a:pt x="12030" y="3138"/>
                      </a:lnTo>
                      <a:lnTo>
                        <a:pt x="11455" y="2591"/>
                      </a:lnTo>
                      <a:lnTo>
                        <a:pt x="10821" y="2102"/>
                      </a:lnTo>
                      <a:lnTo>
                        <a:pt x="10159" y="1641"/>
                      </a:lnTo>
                      <a:lnTo>
                        <a:pt x="9469" y="1209"/>
                      </a:lnTo>
                      <a:lnTo>
                        <a:pt x="8778" y="864"/>
                      </a:lnTo>
                      <a:lnTo>
                        <a:pt x="8030" y="548"/>
                      </a:lnTo>
                      <a:lnTo>
                        <a:pt x="7282" y="317"/>
                      </a:lnTo>
                      <a:lnTo>
                        <a:pt x="6562" y="116"/>
                      </a:lnTo>
                      <a:lnTo>
                        <a:pt x="6188" y="58"/>
                      </a:lnTo>
                      <a:lnTo>
                        <a:pt x="5814" y="30"/>
                      </a:lnTo>
                      <a:lnTo>
                        <a:pt x="544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8" name="Google Shape;1508;p46"/>
                <p:cNvSpPr/>
                <p:nvPr/>
              </p:nvSpPr>
              <p:spPr>
                <a:xfrm>
                  <a:off x="5753325" y="4016025"/>
                  <a:ext cx="636050" cy="413725"/>
                </a:xfrm>
                <a:custGeom>
                  <a:rect b="b" l="l" r="r" t="t"/>
                  <a:pathLst>
                    <a:path extrusionOk="0" h="16549" w="25442">
                      <a:moveTo>
                        <a:pt x="7368" y="0"/>
                      </a:moveTo>
                      <a:lnTo>
                        <a:pt x="6821" y="29"/>
                      </a:lnTo>
                      <a:lnTo>
                        <a:pt x="6274" y="58"/>
                      </a:lnTo>
                      <a:lnTo>
                        <a:pt x="5756" y="87"/>
                      </a:lnTo>
                      <a:lnTo>
                        <a:pt x="5267" y="173"/>
                      </a:lnTo>
                      <a:lnTo>
                        <a:pt x="4778" y="259"/>
                      </a:lnTo>
                      <a:lnTo>
                        <a:pt x="4317" y="346"/>
                      </a:lnTo>
                      <a:lnTo>
                        <a:pt x="3857" y="489"/>
                      </a:lnTo>
                      <a:lnTo>
                        <a:pt x="3425" y="633"/>
                      </a:lnTo>
                      <a:lnTo>
                        <a:pt x="3022" y="777"/>
                      </a:lnTo>
                      <a:lnTo>
                        <a:pt x="2619" y="950"/>
                      </a:lnTo>
                      <a:lnTo>
                        <a:pt x="2274" y="1151"/>
                      </a:lnTo>
                      <a:lnTo>
                        <a:pt x="1928" y="1382"/>
                      </a:lnTo>
                      <a:lnTo>
                        <a:pt x="1612" y="1612"/>
                      </a:lnTo>
                      <a:lnTo>
                        <a:pt x="1324" y="1842"/>
                      </a:lnTo>
                      <a:lnTo>
                        <a:pt x="1036" y="2130"/>
                      </a:lnTo>
                      <a:lnTo>
                        <a:pt x="806" y="2418"/>
                      </a:lnTo>
                      <a:lnTo>
                        <a:pt x="605" y="2705"/>
                      </a:lnTo>
                      <a:lnTo>
                        <a:pt x="432" y="3022"/>
                      </a:lnTo>
                      <a:lnTo>
                        <a:pt x="259" y="3367"/>
                      </a:lnTo>
                      <a:lnTo>
                        <a:pt x="144" y="3713"/>
                      </a:lnTo>
                      <a:lnTo>
                        <a:pt x="58" y="4058"/>
                      </a:lnTo>
                      <a:lnTo>
                        <a:pt x="0" y="4432"/>
                      </a:lnTo>
                      <a:lnTo>
                        <a:pt x="0" y="4806"/>
                      </a:lnTo>
                      <a:lnTo>
                        <a:pt x="0" y="5180"/>
                      </a:lnTo>
                      <a:lnTo>
                        <a:pt x="58" y="5555"/>
                      </a:lnTo>
                      <a:lnTo>
                        <a:pt x="115" y="5957"/>
                      </a:lnTo>
                      <a:lnTo>
                        <a:pt x="230" y="6332"/>
                      </a:lnTo>
                      <a:lnTo>
                        <a:pt x="345" y="6735"/>
                      </a:lnTo>
                      <a:lnTo>
                        <a:pt x="518" y="7137"/>
                      </a:lnTo>
                      <a:lnTo>
                        <a:pt x="720" y="7512"/>
                      </a:lnTo>
                      <a:lnTo>
                        <a:pt x="921" y="7914"/>
                      </a:lnTo>
                      <a:lnTo>
                        <a:pt x="1180" y="8317"/>
                      </a:lnTo>
                      <a:lnTo>
                        <a:pt x="1439" y="8720"/>
                      </a:lnTo>
                      <a:lnTo>
                        <a:pt x="1727" y="9123"/>
                      </a:lnTo>
                      <a:lnTo>
                        <a:pt x="2072" y="9497"/>
                      </a:lnTo>
                      <a:lnTo>
                        <a:pt x="2418" y="9900"/>
                      </a:lnTo>
                      <a:lnTo>
                        <a:pt x="2763" y="10274"/>
                      </a:lnTo>
                      <a:lnTo>
                        <a:pt x="3166" y="10677"/>
                      </a:lnTo>
                      <a:lnTo>
                        <a:pt x="3598" y="11051"/>
                      </a:lnTo>
                      <a:lnTo>
                        <a:pt x="4029" y="11426"/>
                      </a:lnTo>
                      <a:lnTo>
                        <a:pt x="4490" y="11771"/>
                      </a:lnTo>
                      <a:lnTo>
                        <a:pt x="4950" y="12145"/>
                      </a:lnTo>
                      <a:lnTo>
                        <a:pt x="5468" y="12490"/>
                      </a:lnTo>
                      <a:lnTo>
                        <a:pt x="5986" y="12836"/>
                      </a:lnTo>
                      <a:lnTo>
                        <a:pt x="6504" y="13152"/>
                      </a:lnTo>
                      <a:lnTo>
                        <a:pt x="7080" y="13498"/>
                      </a:lnTo>
                      <a:lnTo>
                        <a:pt x="7655" y="13785"/>
                      </a:lnTo>
                      <a:lnTo>
                        <a:pt x="8231" y="14102"/>
                      </a:lnTo>
                      <a:lnTo>
                        <a:pt x="8835" y="14390"/>
                      </a:lnTo>
                      <a:lnTo>
                        <a:pt x="9469" y="14649"/>
                      </a:lnTo>
                      <a:lnTo>
                        <a:pt x="10102" y="14937"/>
                      </a:lnTo>
                      <a:lnTo>
                        <a:pt x="10735" y="15167"/>
                      </a:lnTo>
                      <a:lnTo>
                        <a:pt x="11397" y="15397"/>
                      </a:lnTo>
                      <a:lnTo>
                        <a:pt x="12030" y="15599"/>
                      </a:lnTo>
                      <a:lnTo>
                        <a:pt x="12663" y="15771"/>
                      </a:lnTo>
                      <a:lnTo>
                        <a:pt x="13296" y="15944"/>
                      </a:lnTo>
                      <a:lnTo>
                        <a:pt x="13929" y="16088"/>
                      </a:lnTo>
                      <a:lnTo>
                        <a:pt x="14534" y="16203"/>
                      </a:lnTo>
                      <a:lnTo>
                        <a:pt x="15167" y="16318"/>
                      </a:lnTo>
                      <a:lnTo>
                        <a:pt x="15771" y="16404"/>
                      </a:lnTo>
                      <a:lnTo>
                        <a:pt x="16347" y="16462"/>
                      </a:lnTo>
                      <a:lnTo>
                        <a:pt x="16951" y="16519"/>
                      </a:lnTo>
                      <a:lnTo>
                        <a:pt x="17498" y="16519"/>
                      </a:lnTo>
                      <a:lnTo>
                        <a:pt x="18074" y="16548"/>
                      </a:lnTo>
                      <a:lnTo>
                        <a:pt x="18620" y="16519"/>
                      </a:lnTo>
                      <a:lnTo>
                        <a:pt x="19167" y="16491"/>
                      </a:lnTo>
                      <a:lnTo>
                        <a:pt x="19685" y="16433"/>
                      </a:lnTo>
                      <a:lnTo>
                        <a:pt x="20174" y="16376"/>
                      </a:lnTo>
                      <a:lnTo>
                        <a:pt x="20664" y="16289"/>
                      </a:lnTo>
                      <a:lnTo>
                        <a:pt x="21124" y="16174"/>
                      </a:lnTo>
                      <a:lnTo>
                        <a:pt x="21585" y="16059"/>
                      </a:lnTo>
                      <a:lnTo>
                        <a:pt x="22016" y="15915"/>
                      </a:lnTo>
                      <a:lnTo>
                        <a:pt x="22419" y="15771"/>
                      </a:lnTo>
                      <a:lnTo>
                        <a:pt x="22822" y="15570"/>
                      </a:lnTo>
                      <a:lnTo>
                        <a:pt x="23168" y="15397"/>
                      </a:lnTo>
                      <a:lnTo>
                        <a:pt x="23513" y="15167"/>
                      </a:lnTo>
                      <a:lnTo>
                        <a:pt x="23829" y="14937"/>
                      </a:lnTo>
                      <a:lnTo>
                        <a:pt x="24117" y="14678"/>
                      </a:lnTo>
                      <a:lnTo>
                        <a:pt x="24405" y="14419"/>
                      </a:lnTo>
                      <a:lnTo>
                        <a:pt x="24635" y="14131"/>
                      </a:lnTo>
                      <a:lnTo>
                        <a:pt x="24837" y="13843"/>
                      </a:lnTo>
                      <a:lnTo>
                        <a:pt x="25038" y="13526"/>
                      </a:lnTo>
                      <a:lnTo>
                        <a:pt x="25182" y="13181"/>
                      </a:lnTo>
                      <a:lnTo>
                        <a:pt x="25297" y="12836"/>
                      </a:lnTo>
                      <a:lnTo>
                        <a:pt x="25384" y="12462"/>
                      </a:lnTo>
                      <a:lnTo>
                        <a:pt x="25441" y="12116"/>
                      </a:lnTo>
                      <a:lnTo>
                        <a:pt x="25441" y="11742"/>
                      </a:lnTo>
                      <a:lnTo>
                        <a:pt x="25441" y="11368"/>
                      </a:lnTo>
                      <a:lnTo>
                        <a:pt x="25384" y="10994"/>
                      </a:lnTo>
                      <a:lnTo>
                        <a:pt x="25326" y="10591"/>
                      </a:lnTo>
                      <a:lnTo>
                        <a:pt x="25211" y="10217"/>
                      </a:lnTo>
                      <a:lnTo>
                        <a:pt x="25096" y="9814"/>
                      </a:lnTo>
                      <a:lnTo>
                        <a:pt x="24923" y="9411"/>
                      </a:lnTo>
                      <a:lnTo>
                        <a:pt x="24722" y="9008"/>
                      </a:lnTo>
                      <a:lnTo>
                        <a:pt x="24520" y="8634"/>
                      </a:lnTo>
                      <a:lnTo>
                        <a:pt x="24261" y="8231"/>
                      </a:lnTo>
                      <a:lnTo>
                        <a:pt x="24002" y="7828"/>
                      </a:lnTo>
                      <a:lnTo>
                        <a:pt x="23714" y="7425"/>
                      </a:lnTo>
                      <a:lnTo>
                        <a:pt x="23369" y="7051"/>
                      </a:lnTo>
                      <a:lnTo>
                        <a:pt x="23024" y="6648"/>
                      </a:lnTo>
                      <a:lnTo>
                        <a:pt x="22678" y="6274"/>
                      </a:lnTo>
                      <a:lnTo>
                        <a:pt x="22275" y="5871"/>
                      </a:lnTo>
                      <a:lnTo>
                        <a:pt x="21872" y="5497"/>
                      </a:lnTo>
                      <a:lnTo>
                        <a:pt x="21412" y="5123"/>
                      </a:lnTo>
                      <a:lnTo>
                        <a:pt x="20951" y="4749"/>
                      </a:lnTo>
                      <a:lnTo>
                        <a:pt x="20491" y="4403"/>
                      </a:lnTo>
                      <a:lnTo>
                        <a:pt x="19973" y="4058"/>
                      </a:lnTo>
                      <a:lnTo>
                        <a:pt x="19455" y="3713"/>
                      </a:lnTo>
                      <a:lnTo>
                        <a:pt x="18937" y="3367"/>
                      </a:lnTo>
                      <a:lnTo>
                        <a:pt x="18361" y="3051"/>
                      </a:lnTo>
                      <a:lnTo>
                        <a:pt x="17786" y="2734"/>
                      </a:lnTo>
                      <a:lnTo>
                        <a:pt x="17210" y="2446"/>
                      </a:lnTo>
                      <a:lnTo>
                        <a:pt x="16606" y="2159"/>
                      </a:lnTo>
                      <a:lnTo>
                        <a:pt x="15973" y="1871"/>
                      </a:lnTo>
                      <a:lnTo>
                        <a:pt x="15340" y="1612"/>
                      </a:lnTo>
                      <a:lnTo>
                        <a:pt x="14706" y="1382"/>
                      </a:lnTo>
                      <a:lnTo>
                        <a:pt x="14044" y="1151"/>
                      </a:lnTo>
                      <a:lnTo>
                        <a:pt x="13411" y="950"/>
                      </a:lnTo>
                      <a:lnTo>
                        <a:pt x="12778" y="777"/>
                      </a:lnTo>
                      <a:lnTo>
                        <a:pt x="12145" y="605"/>
                      </a:lnTo>
                      <a:lnTo>
                        <a:pt x="11512" y="461"/>
                      </a:lnTo>
                      <a:lnTo>
                        <a:pt x="10908" y="346"/>
                      </a:lnTo>
                      <a:lnTo>
                        <a:pt x="10303" y="230"/>
                      </a:lnTo>
                      <a:lnTo>
                        <a:pt x="9699" y="144"/>
                      </a:lnTo>
                      <a:lnTo>
                        <a:pt x="9094" y="87"/>
                      </a:lnTo>
                      <a:lnTo>
                        <a:pt x="8519" y="29"/>
                      </a:lnTo>
                      <a:lnTo>
                        <a:pt x="794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9" name="Google Shape;1509;p46"/>
                <p:cNvSpPr/>
                <p:nvPr/>
              </p:nvSpPr>
              <p:spPr>
                <a:xfrm>
                  <a:off x="6086425" y="4033275"/>
                  <a:ext cx="190700" cy="82050"/>
                </a:xfrm>
                <a:custGeom>
                  <a:rect b="b" l="l" r="r" t="t"/>
                  <a:pathLst>
                    <a:path extrusionOk="0" h="3282" w="7628">
                      <a:moveTo>
                        <a:pt x="116" y="1"/>
                      </a:moveTo>
                      <a:lnTo>
                        <a:pt x="59" y="58"/>
                      </a:lnTo>
                      <a:lnTo>
                        <a:pt x="1" y="145"/>
                      </a:lnTo>
                      <a:lnTo>
                        <a:pt x="1" y="231"/>
                      </a:lnTo>
                      <a:lnTo>
                        <a:pt x="1" y="317"/>
                      </a:lnTo>
                      <a:lnTo>
                        <a:pt x="59" y="375"/>
                      </a:lnTo>
                      <a:lnTo>
                        <a:pt x="145" y="433"/>
                      </a:lnTo>
                      <a:lnTo>
                        <a:pt x="3742" y="1843"/>
                      </a:lnTo>
                      <a:lnTo>
                        <a:pt x="7397" y="3282"/>
                      </a:lnTo>
                      <a:lnTo>
                        <a:pt x="7455" y="3253"/>
                      </a:lnTo>
                      <a:lnTo>
                        <a:pt x="7512" y="3224"/>
                      </a:lnTo>
                      <a:lnTo>
                        <a:pt x="7570" y="3195"/>
                      </a:lnTo>
                      <a:lnTo>
                        <a:pt x="7599" y="3138"/>
                      </a:lnTo>
                      <a:lnTo>
                        <a:pt x="7627" y="3051"/>
                      </a:lnTo>
                      <a:lnTo>
                        <a:pt x="7599" y="2965"/>
                      </a:lnTo>
                      <a:lnTo>
                        <a:pt x="7541" y="2879"/>
                      </a:lnTo>
                      <a:lnTo>
                        <a:pt x="7455" y="2821"/>
                      </a:lnTo>
                      <a:lnTo>
                        <a:pt x="31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0" name="Google Shape;1510;p46"/>
                <p:cNvSpPr/>
                <p:nvPr/>
              </p:nvSpPr>
              <p:spPr>
                <a:xfrm>
                  <a:off x="5905125" y="4336175"/>
                  <a:ext cx="405100" cy="112275"/>
                </a:xfrm>
                <a:custGeom>
                  <a:rect b="b" l="l" r="r" t="t"/>
                  <a:pathLst>
                    <a:path extrusionOk="0" h="4491" w="16204">
                      <a:moveTo>
                        <a:pt x="202" y="1"/>
                      </a:moveTo>
                      <a:lnTo>
                        <a:pt x="116" y="30"/>
                      </a:lnTo>
                      <a:lnTo>
                        <a:pt x="58" y="87"/>
                      </a:lnTo>
                      <a:lnTo>
                        <a:pt x="1" y="174"/>
                      </a:lnTo>
                      <a:lnTo>
                        <a:pt x="1" y="260"/>
                      </a:lnTo>
                      <a:lnTo>
                        <a:pt x="29" y="346"/>
                      </a:lnTo>
                      <a:lnTo>
                        <a:pt x="87" y="404"/>
                      </a:lnTo>
                      <a:lnTo>
                        <a:pt x="778" y="951"/>
                      </a:lnTo>
                      <a:lnTo>
                        <a:pt x="1583" y="1526"/>
                      </a:lnTo>
                      <a:lnTo>
                        <a:pt x="2476" y="2073"/>
                      </a:lnTo>
                      <a:lnTo>
                        <a:pt x="2994" y="2361"/>
                      </a:lnTo>
                      <a:lnTo>
                        <a:pt x="3512" y="2620"/>
                      </a:lnTo>
                      <a:lnTo>
                        <a:pt x="4058" y="2879"/>
                      </a:lnTo>
                      <a:lnTo>
                        <a:pt x="4605" y="3138"/>
                      </a:lnTo>
                      <a:lnTo>
                        <a:pt x="5210" y="3368"/>
                      </a:lnTo>
                      <a:lnTo>
                        <a:pt x="5843" y="3598"/>
                      </a:lnTo>
                      <a:lnTo>
                        <a:pt x="6476" y="3800"/>
                      </a:lnTo>
                      <a:lnTo>
                        <a:pt x="7138" y="3972"/>
                      </a:lnTo>
                      <a:lnTo>
                        <a:pt x="7857" y="4145"/>
                      </a:lnTo>
                      <a:lnTo>
                        <a:pt x="8577" y="4260"/>
                      </a:lnTo>
                      <a:lnTo>
                        <a:pt x="9268" y="4375"/>
                      </a:lnTo>
                      <a:lnTo>
                        <a:pt x="9958" y="4433"/>
                      </a:lnTo>
                      <a:lnTo>
                        <a:pt x="10678" y="4490"/>
                      </a:lnTo>
                      <a:lnTo>
                        <a:pt x="11973" y="4490"/>
                      </a:lnTo>
                      <a:lnTo>
                        <a:pt x="12548" y="4462"/>
                      </a:lnTo>
                      <a:lnTo>
                        <a:pt x="13153" y="4404"/>
                      </a:lnTo>
                      <a:lnTo>
                        <a:pt x="13728" y="4347"/>
                      </a:lnTo>
                      <a:lnTo>
                        <a:pt x="14333" y="4260"/>
                      </a:lnTo>
                      <a:lnTo>
                        <a:pt x="14908" y="4145"/>
                      </a:lnTo>
                      <a:lnTo>
                        <a:pt x="15484" y="4030"/>
                      </a:lnTo>
                      <a:lnTo>
                        <a:pt x="16059" y="3886"/>
                      </a:lnTo>
                      <a:lnTo>
                        <a:pt x="16117" y="3829"/>
                      </a:lnTo>
                      <a:lnTo>
                        <a:pt x="16175" y="3771"/>
                      </a:lnTo>
                      <a:lnTo>
                        <a:pt x="16203" y="3685"/>
                      </a:lnTo>
                      <a:lnTo>
                        <a:pt x="16203" y="3598"/>
                      </a:lnTo>
                      <a:lnTo>
                        <a:pt x="16175" y="3512"/>
                      </a:lnTo>
                      <a:lnTo>
                        <a:pt x="16117" y="3454"/>
                      </a:lnTo>
                      <a:lnTo>
                        <a:pt x="16031" y="3426"/>
                      </a:lnTo>
                      <a:lnTo>
                        <a:pt x="15916" y="3426"/>
                      </a:lnTo>
                      <a:lnTo>
                        <a:pt x="15023" y="3656"/>
                      </a:lnTo>
                      <a:lnTo>
                        <a:pt x="14131" y="3829"/>
                      </a:lnTo>
                      <a:lnTo>
                        <a:pt x="13210" y="3944"/>
                      </a:lnTo>
                      <a:lnTo>
                        <a:pt x="12289" y="4001"/>
                      </a:lnTo>
                      <a:lnTo>
                        <a:pt x="11368" y="4030"/>
                      </a:lnTo>
                      <a:lnTo>
                        <a:pt x="10447" y="4001"/>
                      </a:lnTo>
                      <a:lnTo>
                        <a:pt x="9555" y="3944"/>
                      </a:lnTo>
                      <a:lnTo>
                        <a:pt x="8634" y="3800"/>
                      </a:lnTo>
                      <a:lnTo>
                        <a:pt x="7944" y="3685"/>
                      </a:lnTo>
                      <a:lnTo>
                        <a:pt x="7253" y="3541"/>
                      </a:lnTo>
                      <a:lnTo>
                        <a:pt x="6620" y="3339"/>
                      </a:lnTo>
                      <a:lnTo>
                        <a:pt x="5987" y="3167"/>
                      </a:lnTo>
                      <a:lnTo>
                        <a:pt x="5382" y="2936"/>
                      </a:lnTo>
                      <a:lnTo>
                        <a:pt x="4778" y="2706"/>
                      </a:lnTo>
                      <a:lnTo>
                        <a:pt x="4231" y="2476"/>
                      </a:lnTo>
                      <a:lnTo>
                        <a:pt x="3713" y="2217"/>
                      </a:lnTo>
                      <a:lnTo>
                        <a:pt x="3195" y="1958"/>
                      </a:lnTo>
                      <a:lnTo>
                        <a:pt x="2735" y="1670"/>
                      </a:lnTo>
                      <a:lnTo>
                        <a:pt x="1842" y="1123"/>
                      </a:lnTo>
                      <a:lnTo>
                        <a:pt x="1065" y="577"/>
                      </a:lnTo>
                      <a:lnTo>
                        <a:pt x="375" y="58"/>
                      </a:lnTo>
                      <a:lnTo>
                        <a:pt x="28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1" name="Google Shape;1511;p46"/>
                <p:cNvSpPr/>
                <p:nvPr/>
              </p:nvSpPr>
              <p:spPr>
                <a:xfrm>
                  <a:off x="5800800" y="4433325"/>
                  <a:ext cx="221625" cy="187800"/>
                </a:xfrm>
                <a:custGeom>
                  <a:rect b="b" l="l" r="r" t="t"/>
                  <a:pathLst>
                    <a:path extrusionOk="0" h="7512" w="8865">
                      <a:moveTo>
                        <a:pt x="116" y="0"/>
                      </a:moveTo>
                      <a:lnTo>
                        <a:pt x="58" y="58"/>
                      </a:lnTo>
                      <a:lnTo>
                        <a:pt x="1" y="144"/>
                      </a:lnTo>
                      <a:lnTo>
                        <a:pt x="1" y="230"/>
                      </a:lnTo>
                      <a:lnTo>
                        <a:pt x="1" y="317"/>
                      </a:lnTo>
                      <a:lnTo>
                        <a:pt x="58" y="374"/>
                      </a:lnTo>
                      <a:lnTo>
                        <a:pt x="116" y="432"/>
                      </a:lnTo>
                      <a:lnTo>
                        <a:pt x="979" y="806"/>
                      </a:lnTo>
                      <a:lnTo>
                        <a:pt x="1785" y="1209"/>
                      </a:lnTo>
                      <a:lnTo>
                        <a:pt x="2562" y="1669"/>
                      </a:lnTo>
                      <a:lnTo>
                        <a:pt x="3339" y="2159"/>
                      </a:lnTo>
                      <a:lnTo>
                        <a:pt x="4087" y="2705"/>
                      </a:lnTo>
                      <a:lnTo>
                        <a:pt x="4807" y="3252"/>
                      </a:lnTo>
                      <a:lnTo>
                        <a:pt x="5497" y="3857"/>
                      </a:lnTo>
                      <a:lnTo>
                        <a:pt x="6131" y="4518"/>
                      </a:lnTo>
                      <a:lnTo>
                        <a:pt x="6764" y="5180"/>
                      </a:lnTo>
                      <a:lnTo>
                        <a:pt x="7368" y="5871"/>
                      </a:lnTo>
                      <a:lnTo>
                        <a:pt x="7915" y="6619"/>
                      </a:lnTo>
                      <a:lnTo>
                        <a:pt x="8462" y="7396"/>
                      </a:lnTo>
                      <a:lnTo>
                        <a:pt x="8548" y="7483"/>
                      </a:lnTo>
                      <a:lnTo>
                        <a:pt x="8663" y="7512"/>
                      </a:lnTo>
                      <a:lnTo>
                        <a:pt x="8721" y="7483"/>
                      </a:lnTo>
                      <a:lnTo>
                        <a:pt x="8778" y="7454"/>
                      </a:lnTo>
                      <a:lnTo>
                        <a:pt x="8836" y="7396"/>
                      </a:lnTo>
                      <a:lnTo>
                        <a:pt x="8865" y="7310"/>
                      </a:lnTo>
                      <a:lnTo>
                        <a:pt x="8865" y="7224"/>
                      </a:lnTo>
                      <a:lnTo>
                        <a:pt x="8836" y="7137"/>
                      </a:lnTo>
                      <a:lnTo>
                        <a:pt x="8289" y="6360"/>
                      </a:lnTo>
                      <a:lnTo>
                        <a:pt x="7713" y="5583"/>
                      </a:lnTo>
                      <a:lnTo>
                        <a:pt x="7109" y="4864"/>
                      </a:lnTo>
                      <a:lnTo>
                        <a:pt x="6476" y="4173"/>
                      </a:lnTo>
                      <a:lnTo>
                        <a:pt x="5814" y="3540"/>
                      </a:lnTo>
                      <a:lnTo>
                        <a:pt x="5095" y="2907"/>
                      </a:lnTo>
                      <a:lnTo>
                        <a:pt x="4375" y="2331"/>
                      </a:lnTo>
                      <a:lnTo>
                        <a:pt x="3598" y="1784"/>
                      </a:lnTo>
                      <a:lnTo>
                        <a:pt x="2821" y="1266"/>
                      </a:lnTo>
                      <a:lnTo>
                        <a:pt x="1986" y="806"/>
                      </a:lnTo>
                      <a:lnTo>
                        <a:pt x="1152" y="403"/>
                      </a:lnTo>
                      <a:lnTo>
                        <a:pt x="31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2" name="Google Shape;1512;p46"/>
                <p:cNvSpPr/>
                <p:nvPr/>
              </p:nvSpPr>
              <p:spPr>
                <a:xfrm>
                  <a:off x="5618775" y="4382950"/>
                  <a:ext cx="82050" cy="156150"/>
                </a:xfrm>
                <a:custGeom>
                  <a:rect b="b" l="l" r="r" t="t"/>
                  <a:pathLst>
                    <a:path extrusionOk="0" h="6246" w="3282">
                      <a:moveTo>
                        <a:pt x="2993" y="1"/>
                      </a:moveTo>
                      <a:lnTo>
                        <a:pt x="2907" y="29"/>
                      </a:lnTo>
                      <a:lnTo>
                        <a:pt x="2850" y="87"/>
                      </a:lnTo>
                      <a:lnTo>
                        <a:pt x="2821" y="173"/>
                      </a:lnTo>
                      <a:lnTo>
                        <a:pt x="2591" y="1094"/>
                      </a:lnTo>
                      <a:lnTo>
                        <a:pt x="2303" y="1986"/>
                      </a:lnTo>
                      <a:lnTo>
                        <a:pt x="1957" y="2850"/>
                      </a:lnTo>
                      <a:lnTo>
                        <a:pt x="1526" y="3684"/>
                      </a:lnTo>
                      <a:lnTo>
                        <a:pt x="1209" y="4260"/>
                      </a:lnTo>
                      <a:lnTo>
                        <a:pt x="864" y="4835"/>
                      </a:lnTo>
                      <a:lnTo>
                        <a:pt x="461" y="5354"/>
                      </a:lnTo>
                      <a:lnTo>
                        <a:pt x="58" y="5872"/>
                      </a:lnTo>
                      <a:lnTo>
                        <a:pt x="0" y="5958"/>
                      </a:lnTo>
                      <a:lnTo>
                        <a:pt x="0" y="6044"/>
                      </a:lnTo>
                      <a:lnTo>
                        <a:pt x="29" y="6131"/>
                      </a:lnTo>
                      <a:lnTo>
                        <a:pt x="87" y="6217"/>
                      </a:lnTo>
                      <a:lnTo>
                        <a:pt x="144" y="6246"/>
                      </a:lnTo>
                      <a:lnTo>
                        <a:pt x="317" y="6246"/>
                      </a:lnTo>
                      <a:lnTo>
                        <a:pt x="403" y="6188"/>
                      </a:lnTo>
                      <a:lnTo>
                        <a:pt x="835" y="5641"/>
                      </a:lnTo>
                      <a:lnTo>
                        <a:pt x="1238" y="5095"/>
                      </a:lnTo>
                      <a:lnTo>
                        <a:pt x="1612" y="4490"/>
                      </a:lnTo>
                      <a:lnTo>
                        <a:pt x="1929" y="3915"/>
                      </a:lnTo>
                      <a:lnTo>
                        <a:pt x="2159" y="3483"/>
                      </a:lnTo>
                      <a:lnTo>
                        <a:pt x="2360" y="3051"/>
                      </a:lnTo>
                      <a:lnTo>
                        <a:pt x="2562" y="2591"/>
                      </a:lnTo>
                      <a:lnTo>
                        <a:pt x="2734" y="2130"/>
                      </a:lnTo>
                      <a:lnTo>
                        <a:pt x="2907" y="1670"/>
                      </a:lnTo>
                      <a:lnTo>
                        <a:pt x="3051" y="1209"/>
                      </a:lnTo>
                      <a:lnTo>
                        <a:pt x="3166" y="749"/>
                      </a:lnTo>
                      <a:lnTo>
                        <a:pt x="3281" y="260"/>
                      </a:lnTo>
                      <a:lnTo>
                        <a:pt x="3281" y="173"/>
                      </a:lnTo>
                      <a:lnTo>
                        <a:pt x="3252" y="87"/>
                      </a:lnTo>
                      <a:lnTo>
                        <a:pt x="3166" y="29"/>
                      </a:lnTo>
                      <a:lnTo>
                        <a:pt x="310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3" name="Google Shape;1513;p46"/>
                <p:cNvSpPr/>
                <p:nvPr/>
              </p:nvSpPr>
              <p:spPr>
                <a:xfrm>
                  <a:off x="6162700" y="3948375"/>
                  <a:ext cx="369850" cy="69825"/>
                </a:xfrm>
                <a:custGeom>
                  <a:rect b="b" l="l" r="r" t="t"/>
                  <a:pathLst>
                    <a:path extrusionOk="0" h="2793" w="14794">
                      <a:moveTo>
                        <a:pt x="173" y="1"/>
                      </a:moveTo>
                      <a:lnTo>
                        <a:pt x="87" y="30"/>
                      </a:lnTo>
                      <a:lnTo>
                        <a:pt x="29" y="116"/>
                      </a:lnTo>
                      <a:lnTo>
                        <a:pt x="1" y="202"/>
                      </a:lnTo>
                      <a:lnTo>
                        <a:pt x="1" y="289"/>
                      </a:lnTo>
                      <a:lnTo>
                        <a:pt x="29" y="375"/>
                      </a:lnTo>
                      <a:lnTo>
                        <a:pt x="87" y="433"/>
                      </a:lnTo>
                      <a:lnTo>
                        <a:pt x="720" y="778"/>
                      </a:lnTo>
                      <a:lnTo>
                        <a:pt x="1468" y="1152"/>
                      </a:lnTo>
                      <a:lnTo>
                        <a:pt x="2274" y="1526"/>
                      </a:lnTo>
                      <a:lnTo>
                        <a:pt x="3166" y="1872"/>
                      </a:lnTo>
                      <a:lnTo>
                        <a:pt x="4145" y="2188"/>
                      </a:lnTo>
                      <a:lnTo>
                        <a:pt x="4663" y="2303"/>
                      </a:lnTo>
                      <a:lnTo>
                        <a:pt x="5210" y="2447"/>
                      </a:lnTo>
                      <a:lnTo>
                        <a:pt x="5756" y="2533"/>
                      </a:lnTo>
                      <a:lnTo>
                        <a:pt x="6332" y="2649"/>
                      </a:lnTo>
                      <a:lnTo>
                        <a:pt x="6936" y="2706"/>
                      </a:lnTo>
                      <a:lnTo>
                        <a:pt x="7541" y="2764"/>
                      </a:lnTo>
                      <a:lnTo>
                        <a:pt x="8088" y="2793"/>
                      </a:lnTo>
                      <a:lnTo>
                        <a:pt x="9383" y="2793"/>
                      </a:lnTo>
                      <a:lnTo>
                        <a:pt x="10160" y="2735"/>
                      </a:lnTo>
                      <a:lnTo>
                        <a:pt x="10937" y="2649"/>
                      </a:lnTo>
                      <a:lnTo>
                        <a:pt x="11685" y="2505"/>
                      </a:lnTo>
                      <a:lnTo>
                        <a:pt x="12433" y="2361"/>
                      </a:lnTo>
                      <a:lnTo>
                        <a:pt x="13182" y="2159"/>
                      </a:lnTo>
                      <a:lnTo>
                        <a:pt x="13930" y="1929"/>
                      </a:lnTo>
                      <a:lnTo>
                        <a:pt x="14649" y="1670"/>
                      </a:lnTo>
                      <a:lnTo>
                        <a:pt x="14736" y="1613"/>
                      </a:lnTo>
                      <a:lnTo>
                        <a:pt x="14764" y="1555"/>
                      </a:lnTo>
                      <a:lnTo>
                        <a:pt x="14793" y="1469"/>
                      </a:lnTo>
                      <a:lnTo>
                        <a:pt x="14793" y="1382"/>
                      </a:lnTo>
                      <a:lnTo>
                        <a:pt x="14736" y="1296"/>
                      </a:lnTo>
                      <a:lnTo>
                        <a:pt x="14649" y="1238"/>
                      </a:lnTo>
                      <a:lnTo>
                        <a:pt x="14477" y="1238"/>
                      </a:lnTo>
                      <a:lnTo>
                        <a:pt x="13642" y="1526"/>
                      </a:lnTo>
                      <a:lnTo>
                        <a:pt x="12807" y="1785"/>
                      </a:lnTo>
                      <a:lnTo>
                        <a:pt x="11944" y="1987"/>
                      </a:lnTo>
                      <a:lnTo>
                        <a:pt x="11081" y="2159"/>
                      </a:lnTo>
                      <a:lnTo>
                        <a:pt x="10217" y="2246"/>
                      </a:lnTo>
                      <a:lnTo>
                        <a:pt x="9325" y="2332"/>
                      </a:lnTo>
                      <a:lnTo>
                        <a:pt x="8462" y="2332"/>
                      </a:lnTo>
                      <a:lnTo>
                        <a:pt x="7570" y="2303"/>
                      </a:lnTo>
                      <a:lnTo>
                        <a:pt x="6965" y="2246"/>
                      </a:lnTo>
                      <a:lnTo>
                        <a:pt x="6390" y="2188"/>
                      </a:lnTo>
                      <a:lnTo>
                        <a:pt x="5843" y="2102"/>
                      </a:lnTo>
                      <a:lnTo>
                        <a:pt x="5296" y="1987"/>
                      </a:lnTo>
                      <a:lnTo>
                        <a:pt x="4778" y="1872"/>
                      </a:lnTo>
                      <a:lnTo>
                        <a:pt x="4260" y="1728"/>
                      </a:lnTo>
                      <a:lnTo>
                        <a:pt x="3310" y="1440"/>
                      </a:lnTo>
                      <a:lnTo>
                        <a:pt x="2447" y="1095"/>
                      </a:lnTo>
                      <a:lnTo>
                        <a:pt x="1670" y="749"/>
                      </a:lnTo>
                      <a:lnTo>
                        <a:pt x="950" y="375"/>
                      </a:lnTo>
                      <a:lnTo>
                        <a:pt x="346" y="30"/>
                      </a:lnTo>
                      <a:lnTo>
                        <a:pt x="2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4" name="Google Shape;1514;p46"/>
                <p:cNvSpPr/>
                <p:nvPr/>
              </p:nvSpPr>
              <p:spPr>
                <a:xfrm>
                  <a:off x="6008725" y="3569225"/>
                  <a:ext cx="130250" cy="114425"/>
                </a:xfrm>
                <a:custGeom>
                  <a:rect b="b" l="l" r="r" t="t"/>
                  <a:pathLst>
                    <a:path extrusionOk="0" h="4577" w="5210">
                      <a:moveTo>
                        <a:pt x="2505" y="0"/>
                      </a:moveTo>
                      <a:lnTo>
                        <a:pt x="2130" y="29"/>
                      </a:lnTo>
                      <a:lnTo>
                        <a:pt x="1785" y="58"/>
                      </a:lnTo>
                      <a:lnTo>
                        <a:pt x="1440" y="173"/>
                      </a:lnTo>
                      <a:lnTo>
                        <a:pt x="1296" y="230"/>
                      </a:lnTo>
                      <a:lnTo>
                        <a:pt x="1123" y="317"/>
                      </a:lnTo>
                      <a:lnTo>
                        <a:pt x="864" y="518"/>
                      </a:lnTo>
                      <a:lnTo>
                        <a:pt x="663" y="777"/>
                      </a:lnTo>
                      <a:lnTo>
                        <a:pt x="461" y="1036"/>
                      </a:lnTo>
                      <a:lnTo>
                        <a:pt x="317" y="1353"/>
                      </a:lnTo>
                      <a:lnTo>
                        <a:pt x="202" y="1669"/>
                      </a:lnTo>
                      <a:lnTo>
                        <a:pt x="87" y="2015"/>
                      </a:lnTo>
                      <a:lnTo>
                        <a:pt x="30" y="2360"/>
                      </a:lnTo>
                      <a:lnTo>
                        <a:pt x="1" y="2706"/>
                      </a:lnTo>
                      <a:lnTo>
                        <a:pt x="1" y="3022"/>
                      </a:lnTo>
                      <a:lnTo>
                        <a:pt x="1" y="3339"/>
                      </a:lnTo>
                      <a:lnTo>
                        <a:pt x="58" y="3655"/>
                      </a:lnTo>
                      <a:lnTo>
                        <a:pt x="116" y="3914"/>
                      </a:lnTo>
                      <a:lnTo>
                        <a:pt x="173" y="4144"/>
                      </a:lnTo>
                      <a:lnTo>
                        <a:pt x="289" y="4346"/>
                      </a:lnTo>
                      <a:lnTo>
                        <a:pt x="375" y="4461"/>
                      </a:lnTo>
                      <a:lnTo>
                        <a:pt x="519" y="4547"/>
                      </a:lnTo>
                      <a:lnTo>
                        <a:pt x="576" y="4576"/>
                      </a:lnTo>
                      <a:lnTo>
                        <a:pt x="634" y="4576"/>
                      </a:lnTo>
                      <a:lnTo>
                        <a:pt x="778" y="4519"/>
                      </a:lnTo>
                      <a:lnTo>
                        <a:pt x="951" y="4375"/>
                      </a:lnTo>
                      <a:lnTo>
                        <a:pt x="1152" y="4173"/>
                      </a:lnTo>
                      <a:lnTo>
                        <a:pt x="1728" y="3626"/>
                      </a:lnTo>
                      <a:lnTo>
                        <a:pt x="2130" y="3252"/>
                      </a:lnTo>
                      <a:lnTo>
                        <a:pt x="2649" y="2821"/>
                      </a:lnTo>
                      <a:lnTo>
                        <a:pt x="3195" y="2389"/>
                      </a:lnTo>
                      <a:lnTo>
                        <a:pt x="3713" y="2044"/>
                      </a:lnTo>
                      <a:lnTo>
                        <a:pt x="4548" y="1497"/>
                      </a:lnTo>
                      <a:lnTo>
                        <a:pt x="4865" y="1295"/>
                      </a:lnTo>
                      <a:lnTo>
                        <a:pt x="5066" y="1123"/>
                      </a:lnTo>
                      <a:lnTo>
                        <a:pt x="5152" y="1036"/>
                      </a:lnTo>
                      <a:lnTo>
                        <a:pt x="5181" y="950"/>
                      </a:lnTo>
                      <a:lnTo>
                        <a:pt x="5210" y="864"/>
                      </a:lnTo>
                      <a:lnTo>
                        <a:pt x="5210" y="777"/>
                      </a:lnTo>
                      <a:lnTo>
                        <a:pt x="5181" y="691"/>
                      </a:lnTo>
                      <a:lnTo>
                        <a:pt x="5095" y="605"/>
                      </a:lnTo>
                      <a:lnTo>
                        <a:pt x="4980" y="518"/>
                      </a:lnTo>
                      <a:lnTo>
                        <a:pt x="4836" y="461"/>
                      </a:lnTo>
                      <a:lnTo>
                        <a:pt x="4490" y="374"/>
                      </a:lnTo>
                      <a:lnTo>
                        <a:pt x="4030" y="259"/>
                      </a:lnTo>
                      <a:lnTo>
                        <a:pt x="3253" y="115"/>
                      </a:lnTo>
                      <a:lnTo>
                        <a:pt x="2879" y="58"/>
                      </a:lnTo>
                      <a:lnTo>
                        <a:pt x="250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5" name="Google Shape;1515;p46"/>
                <p:cNvSpPr/>
                <p:nvPr/>
              </p:nvSpPr>
              <p:spPr>
                <a:xfrm>
                  <a:off x="6295075" y="3579300"/>
                  <a:ext cx="54725" cy="91400"/>
                </a:xfrm>
                <a:custGeom>
                  <a:rect b="b" l="l" r="r" t="t"/>
                  <a:pathLst>
                    <a:path extrusionOk="0" h="3656" w="2189">
                      <a:moveTo>
                        <a:pt x="1613" y="0"/>
                      </a:moveTo>
                      <a:lnTo>
                        <a:pt x="1411" y="29"/>
                      </a:lnTo>
                      <a:lnTo>
                        <a:pt x="1210" y="144"/>
                      </a:lnTo>
                      <a:lnTo>
                        <a:pt x="979" y="317"/>
                      </a:lnTo>
                      <a:lnTo>
                        <a:pt x="778" y="547"/>
                      </a:lnTo>
                      <a:lnTo>
                        <a:pt x="577" y="806"/>
                      </a:lnTo>
                      <a:lnTo>
                        <a:pt x="404" y="1123"/>
                      </a:lnTo>
                      <a:lnTo>
                        <a:pt x="231" y="1497"/>
                      </a:lnTo>
                      <a:lnTo>
                        <a:pt x="116" y="1842"/>
                      </a:lnTo>
                      <a:lnTo>
                        <a:pt x="30" y="2216"/>
                      </a:lnTo>
                      <a:lnTo>
                        <a:pt x="1" y="2562"/>
                      </a:lnTo>
                      <a:lnTo>
                        <a:pt x="1" y="2849"/>
                      </a:lnTo>
                      <a:lnTo>
                        <a:pt x="30" y="3137"/>
                      </a:lnTo>
                      <a:lnTo>
                        <a:pt x="116" y="3339"/>
                      </a:lnTo>
                      <a:lnTo>
                        <a:pt x="231" y="3511"/>
                      </a:lnTo>
                      <a:lnTo>
                        <a:pt x="289" y="3569"/>
                      </a:lnTo>
                      <a:lnTo>
                        <a:pt x="375" y="3626"/>
                      </a:lnTo>
                      <a:lnTo>
                        <a:pt x="461" y="3626"/>
                      </a:lnTo>
                      <a:lnTo>
                        <a:pt x="548" y="3655"/>
                      </a:lnTo>
                      <a:lnTo>
                        <a:pt x="749" y="3598"/>
                      </a:lnTo>
                      <a:lnTo>
                        <a:pt x="951" y="3482"/>
                      </a:lnTo>
                      <a:lnTo>
                        <a:pt x="1181" y="3310"/>
                      </a:lnTo>
                      <a:lnTo>
                        <a:pt x="1382" y="3108"/>
                      </a:lnTo>
                      <a:lnTo>
                        <a:pt x="1584" y="2821"/>
                      </a:lnTo>
                      <a:lnTo>
                        <a:pt x="1757" y="2504"/>
                      </a:lnTo>
                      <a:lnTo>
                        <a:pt x="1929" y="2159"/>
                      </a:lnTo>
                      <a:lnTo>
                        <a:pt x="2044" y="1784"/>
                      </a:lnTo>
                      <a:lnTo>
                        <a:pt x="2131" y="1410"/>
                      </a:lnTo>
                      <a:lnTo>
                        <a:pt x="2159" y="1094"/>
                      </a:lnTo>
                      <a:lnTo>
                        <a:pt x="2188" y="777"/>
                      </a:lnTo>
                      <a:lnTo>
                        <a:pt x="2131" y="518"/>
                      </a:lnTo>
                      <a:lnTo>
                        <a:pt x="2073" y="288"/>
                      </a:lnTo>
                      <a:lnTo>
                        <a:pt x="1958" y="115"/>
                      </a:lnTo>
                      <a:lnTo>
                        <a:pt x="1872" y="58"/>
                      </a:lnTo>
                      <a:lnTo>
                        <a:pt x="1785" y="29"/>
                      </a:lnTo>
                      <a:lnTo>
                        <a:pt x="169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6" name="Google Shape;1516;p46"/>
                <p:cNvSpPr/>
                <p:nvPr/>
              </p:nvSpPr>
              <p:spPr>
                <a:xfrm>
                  <a:off x="6320275" y="3526775"/>
                  <a:ext cx="102175" cy="114425"/>
                </a:xfrm>
                <a:custGeom>
                  <a:rect b="b" l="l" r="r" t="t"/>
                  <a:pathLst>
                    <a:path extrusionOk="0" h="4577" w="4087">
                      <a:moveTo>
                        <a:pt x="1036" y="0"/>
                      </a:moveTo>
                      <a:lnTo>
                        <a:pt x="605" y="29"/>
                      </a:lnTo>
                      <a:lnTo>
                        <a:pt x="173" y="87"/>
                      </a:lnTo>
                      <a:lnTo>
                        <a:pt x="87" y="115"/>
                      </a:lnTo>
                      <a:lnTo>
                        <a:pt x="29" y="202"/>
                      </a:lnTo>
                      <a:lnTo>
                        <a:pt x="0" y="259"/>
                      </a:lnTo>
                      <a:lnTo>
                        <a:pt x="0" y="374"/>
                      </a:lnTo>
                      <a:lnTo>
                        <a:pt x="29" y="432"/>
                      </a:lnTo>
                      <a:lnTo>
                        <a:pt x="115" y="518"/>
                      </a:lnTo>
                      <a:lnTo>
                        <a:pt x="173" y="547"/>
                      </a:lnTo>
                      <a:lnTo>
                        <a:pt x="288" y="547"/>
                      </a:lnTo>
                      <a:lnTo>
                        <a:pt x="662" y="490"/>
                      </a:lnTo>
                      <a:lnTo>
                        <a:pt x="1036" y="461"/>
                      </a:lnTo>
                      <a:lnTo>
                        <a:pt x="1382" y="518"/>
                      </a:lnTo>
                      <a:lnTo>
                        <a:pt x="1756" y="605"/>
                      </a:lnTo>
                      <a:lnTo>
                        <a:pt x="2101" y="749"/>
                      </a:lnTo>
                      <a:lnTo>
                        <a:pt x="2418" y="921"/>
                      </a:lnTo>
                      <a:lnTo>
                        <a:pt x="2706" y="1151"/>
                      </a:lnTo>
                      <a:lnTo>
                        <a:pt x="2965" y="1439"/>
                      </a:lnTo>
                      <a:lnTo>
                        <a:pt x="3195" y="1727"/>
                      </a:lnTo>
                      <a:lnTo>
                        <a:pt x="3367" y="2072"/>
                      </a:lnTo>
                      <a:lnTo>
                        <a:pt x="3511" y="2418"/>
                      </a:lnTo>
                      <a:lnTo>
                        <a:pt x="3598" y="2763"/>
                      </a:lnTo>
                      <a:lnTo>
                        <a:pt x="3626" y="3137"/>
                      </a:lnTo>
                      <a:lnTo>
                        <a:pt x="3598" y="3511"/>
                      </a:lnTo>
                      <a:lnTo>
                        <a:pt x="3540" y="3885"/>
                      </a:lnTo>
                      <a:lnTo>
                        <a:pt x="3396" y="4260"/>
                      </a:lnTo>
                      <a:lnTo>
                        <a:pt x="3396" y="4346"/>
                      </a:lnTo>
                      <a:lnTo>
                        <a:pt x="3425" y="4432"/>
                      </a:lnTo>
                      <a:lnTo>
                        <a:pt x="3483" y="4519"/>
                      </a:lnTo>
                      <a:lnTo>
                        <a:pt x="3626" y="4576"/>
                      </a:lnTo>
                      <a:lnTo>
                        <a:pt x="3684" y="4547"/>
                      </a:lnTo>
                      <a:lnTo>
                        <a:pt x="3742" y="4519"/>
                      </a:lnTo>
                      <a:lnTo>
                        <a:pt x="3799" y="4490"/>
                      </a:lnTo>
                      <a:lnTo>
                        <a:pt x="3828" y="4432"/>
                      </a:lnTo>
                      <a:lnTo>
                        <a:pt x="3972" y="4001"/>
                      </a:lnTo>
                      <a:lnTo>
                        <a:pt x="4058" y="3569"/>
                      </a:lnTo>
                      <a:lnTo>
                        <a:pt x="4087" y="3137"/>
                      </a:lnTo>
                      <a:lnTo>
                        <a:pt x="4029" y="2706"/>
                      </a:lnTo>
                      <a:lnTo>
                        <a:pt x="3943" y="2274"/>
                      </a:lnTo>
                      <a:lnTo>
                        <a:pt x="3799" y="1871"/>
                      </a:lnTo>
                      <a:lnTo>
                        <a:pt x="3569" y="1497"/>
                      </a:lnTo>
                      <a:lnTo>
                        <a:pt x="3310" y="1123"/>
                      </a:lnTo>
                      <a:lnTo>
                        <a:pt x="2993" y="806"/>
                      </a:lnTo>
                      <a:lnTo>
                        <a:pt x="2648" y="547"/>
                      </a:lnTo>
                      <a:lnTo>
                        <a:pt x="2274" y="346"/>
                      </a:lnTo>
                      <a:lnTo>
                        <a:pt x="1900" y="173"/>
                      </a:lnTo>
                      <a:lnTo>
                        <a:pt x="1468" y="58"/>
                      </a:lnTo>
                      <a:lnTo>
                        <a:pt x="10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7" name="Google Shape;1517;p46"/>
                <p:cNvSpPr/>
                <p:nvPr/>
              </p:nvSpPr>
              <p:spPr>
                <a:xfrm>
                  <a:off x="6543300" y="3564175"/>
                  <a:ext cx="132425" cy="318750"/>
                </a:xfrm>
                <a:custGeom>
                  <a:rect b="b" l="l" r="r" t="t"/>
                  <a:pathLst>
                    <a:path extrusionOk="0" h="12750" w="5297">
                      <a:moveTo>
                        <a:pt x="893" y="1"/>
                      </a:moveTo>
                      <a:lnTo>
                        <a:pt x="835" y="58"/>
                      </a:lnTo>
                      <a:lnTo>
                        <a:pt x="778" y="145"/>
                      </a:lnTo>
                      <a:lnTo>
                        <a:pt x="576" y="634"/>
                      </a:lnTo>
                      <a:lnTo>
                        <a:pt x="375" y="1353"/>
                      </a:lnTo>
                      <a:lnTo>
                        <a:pt x="260" y="1785"/>
                      </a:lnTo>
                      <a:lnTo>
                        <a:pt x="174" y="2274"/>
                      </a:lnTo>
                      <a:lnTo>
                        <a:pt x="87" y="2764"/>
                      </a:lnTo>
                      <a:lnTo>
                        <a:pt x="30" y="3310"/>
                      </a:lnTo>
                      <a:lnTo>
                        <a:pt x="1" y="3915"/>
                      </a:lnTo>
                      <a:lnTo>
                        <a:pt x="1" y="4519"/>
                      </a:lnTo>
                      <a:lnTo>
                        <a:pt x="58" y="5152"/>
                      </a:lnTo>
                      <a:lnTo>
                        <a:pt x="145" y="5785"/>
                      </a:lnTo>
                      <a:lnTo>
                        <a:pt x="260" y="6476"/>
                      </a:lnTo>
                      <a:lnTo>
                        <a:pt x="461" y="7138"/>
                      </a:lnTo>
                      <a:lnTo>
                        <a:pt x="692" y="7829"/>
                      </a:lnTo>
                      <a:lnTo>
                        <a:pt x="1008" y="8548"/>
                      </a:lnTo>
                      <a:lnTo>
                        <a:pt x="1210" y="8922"/>
                      </a:lnTo>
                      <a:lnTo>
                        <a:pt x="1440" y="9325"/>
                      </a:lnTo>
                      <a:lnTo>
                        <a:pt x="1670" y="9671"/>
                      </a:lnTo>
                      <a:lnTo>
                        <a:pt x="1900" y="10016"/>
                      </a:lnTo>
                      <a:lnTo>
                        <a:pt x="2418" y="10620"/>
                      </a:lnTo>
                      <a:lnTo>
                        <a:pt x="2936" y="11167"/>
                      </a:lnTo>
                      <a:lnTo>
                        <a:pt x="3454" y="11656"/>
                      </a:lnTo>
                      <a:lnTo>
                        <a:pt x="3972" y="12059"/>
                      </a:lnTo>
                      <a:lnTo>
                        <a:pt x="4462" y="12433"/>
                      </a:lnTo>
                      <a:lnTo>
                        <a:pt x="4951" y="12721"/>
                      </a:lnTo>
                      <a:lnTo>
                        <a:pt x="5066" y="12750"/>
                      </a:lnTo>
                      <a:lnTo>
                        <a:pt x="5181" y="12721"/>
                      </a:lnTo>
                      <a:lnTo>
                        <a:pt x="5267" y="12635"/>
                      </a:lnTo>
                      <a:lnTo>
                        <a:pt x="5296" y="12549"/>
                      </a:lnTo>
                      <a:lnTo>
                        <a:pt x="5296" y="12462"/>
                      </a:lnTo>
                      <a:lnTo>
                        <a:pt x="5239" y="12376"/>
                      </a:lnTo>
                      <a:lnTo>
                        <a:pt x="5181" y="12318"/>
                      </a:lnTo>
                      <a:lnTo>
                        <a:pt x="4721" y="12031"/>
                      </a:lnTo>
                      <a:lnTo>
                        <a:pt x="4260" y="11714"/>
                      </a:lnTo>
                      <a:lnTo>
                        <a:pt x="3742" y="11311"/>
                      </a:lnTo>
                      <a:lnTo>
                        <a:pt x="3253" y="10851"/>
                      </a:lnTo>
                      <a:lnTo>
                        <a:pt x="2764" y="10333"/>
                      </a:lnTo>
                      <a:lnTo>
                        <a:pt x="2274" y="9728"/>
                      </a:lnTo>
                      <a:lnTo>
                        <a:pt x="2044" y="9412"/>
                      </a:lnTo>
                      <a:lnTo>
                        <a:pt x="1814" y="9066"/>
                      </a:lnTo>
                      <a:lnTo>
                        <a:pt x="1612" y="8721"/>
                      </a:lnTo>
                      <a:lnTo>
                        <a:pt x="1411" y="8318"/>
                      </a:lnTo>
                      <a:lnTo>
                        <a:pt x="1123" y="7656"/>
                      </a:lnTo>
                      <a:lnTo>
                        <a:pt x="893" y="6994"/>
                      </a:lnTo>
                      <a:lnTo>
                        <a:pt x="720" y="6361"/>
                      </a:lnTo>
                      <a:lnTo>
                        <a:pt x="576" y="5728"/>
                      </a:lnTo>
                      <a:lnTo>
                        <a:pt x="519" y="5095"/>
                      </a:lnTo>
                      <a:lnTo>
                        <a:pt x="461" y="4490"/>
                      </a:lnTo>
                      <a:lnTo>
                        <a:pt x="461" y="3915"/>
                      </a:lnTo>
                      <a:lnTo>
                        <a:pt x="490" y="3368"/>
                      </a:lnTo>
                      <a:lnTo>
                        <a:pt x="548" y="2821"/>
                      </a:lnTo>
                      <a:lnTo>
                        <a:pt x="634" y="2332"/>
                      </a:lnTo>
                      <a:lnTo>
                        <a:pt x="720" y="1900"/>
                      </a:lnTo>
                      <a:lnTo>
                        <a:pt x="807" y="1469"/>
                      </a:lnTo>
                      <a:lnTo>
                        <a:pt x="1037" y="778"/>
                      </a:lnTo>
                      <a:lnTo>
                        <a:pt x="1210" y="317"/>
                      </a:lnTo>
                      <a:lnTo>
                        <a:pt x="1210" y="202"/>
                      </a:lnTo>
                      <a:lnTo>
                        <a:pt x="1210" y="116"/>
                      </a:lnTo>
                      <a:lnTo>
                        <a:pt x="1152" y="58"/>
                      </a:lnTo>
                      <a:lnTo>
                        <a:pt x="106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18" name="Google Shape;1518;p46"/>
              <p:cNvGrpSpPr/>
              <p:nvPr/>
            </p:nvGrpSpPr>
            <p:grpSpPr>
              <a:xfrm flipH="1">
                <a:off x="3339657" y="4473500"/>
                <a:ext cx="469195" cy="484863"/>
                <a:chOff x="3527775" y="6183075"/>
                <a:chExt cx="1033925" cy="1068450"/>
              </a:xfrm>
            </p:grpSpPr>
            <p:sp>
              <p:nvSpPr>
                <p:cNvPr id="1519" name="Google Shape;1519;p46"/>
                <p:cNvSpPr/>
                <p:nvPr/>
              </p:nvSpPr>
              <p:spPr>
                <a:xfrm>
                  <a:off x="3527775" y="6183075"/>
                  <a:ext cx="1033925" cy="1068450"/>
                </a:xfrm>
                <a:custGeom>
                  <a:rect b="b" l="l" r="r" t="t"/>
                  <a:pathLst>
                    <a:path extrusionOk="0" h="42738" w="41357">
                      <a:moveTo>
                        <a:pt x="25585" y="1"/>
                      </a:moveTo>
                      <a:lnTo>
                        <a:pt x="25211" y="58"/>
                      </a:lnTo>
                      <a:lnTo>
                        <a:pt x="24837" y="145"/>
                      </a:lnTo>
                      <a:lnTo>
                        <a:pt x="24463" y="288"/>
                      </a:lnTo>
                      <a:lnTo>
                        <a:pt x="24118" y="519"/>
                      </a:lnTo>
                      <a:lnTo>
                        <a:pt x="23772" y="778"/>
                      </a:lnTo>
                      <a:lnTo>
                        <a:pt x="16549" y="7656"/>
                      </a:lnTo>
                      <a:lnTo>
                        <a:pt x="16290" y="7886"/>
                      </a:lnTo>
                      <a:lnTo>
                        <a:pt x="16002" y="8088"/>
                      </a:lnTo>
                      <a:lnTo>
                        <a:pt x="15714" y="8232"/>
                      </a:lnTo>
                      <a:lnTo>
                        <a:pt x="15369" y="8347"/>
                      </a:lnTo>
                      <a:lnTo>
                        <a:pt x="15052" y="8404"/>
                      </a:lnTo>
                      <a:lnTo>
                        <a:pt x="14707" y="8462"/>
                      </a:lnTo>
                      <a:lnTo>
                        <a:pt x="14361" y="8433"/>
                      </a:lnTo>
                      <a:lnTo>
                        <a:pt x="14016" y="8375"/>
                      </a:lnTo>
                      <a:lnTo>
                        <a:pt x="4260" y="6332"/>
                      </a:lnTo>
                      <a:lnTo>
                        <a:pt x="3828" y="6275"/>
                      </a:lnTo>
                      <a:lnTo>
                        <a:pt x="3425" y="6275"/>
                      </a:lnTo>
                      <a:lnTo>
                        <a:pt x="3022" y="6361"/>
                      </a:lnTo>
                      <a:lnTo>
                        <a:pt x="2648" y="6476"/>
                      </a:lnTo>
                      <a:lnTo>
                        <a:pt x="2303" y="6620"/>
                      </a:lnTo>
                      <a:lnTo>
                        <a:pt x="1986" y="6821"/>
                      </a:lnTo>
                      <a:lnTo>
                        <a:pt x="1699" y="7080"/>
                      </a:lnTo>
                      <a:lnTo>
                        <a:pt x="1440" y="7368"/>
                      </a:lnTo>
                      <a:lnTo>
                        <a:pt x="1238" y="7685"/>
                      </a:lnTo>
                      <a:lnTo>
                        <a:pt x="1065" y="8001"/>
                      </a:lnTo>
                      <a:lnTo>
                        <a:pt x="950" y="8375"/>
                      </a:lnTo>
                      <a:lnTo>
                        <a:pt x="864" y="8750"/>
                      </a:lnTo>
                      <a:lnTo>
                        <a:pt x="835" y="9152"/>
                      </a:lnTo>
                      <a:lnTo>
                        <a:pt x="864" y="9527"/>
                      </a:lnTo>
                      <a:lnTo>
                        <a:pt x="979" y="9930"/>
                      </a:lnTo>
                      <a:lnTo>
                        <a:pt x="1123" y="10332"/>
                      </a:lnTo>
                      <a:lnTo>
                        <a:pt x="5440" y="19340"/>
                      </a:lnTo>
                      <a:lnTo>
                        <a:pt x="5584" y="19657"/>
                      </a:lnTo>
                      <a:lnTo>
                        <a:pt x="5670" y="19973"/>
                      </a:lnTo>
                      <a:lnTo>
                        <a:pt x="5699" y="20319"/>
                      </a:lnTo>
                      <a:lnTo>
                        <a:pt x="5728" y="20664"/>
                      </a:lnTo>
                      <a:lnTo>
                        <a:pt x="5670" y="21010"/>
                      </a:lnTo>
                      <a:lnTo>
                        <a:pt x="5613" y="21326"/>
                      </a:lnTo>
                      <a:lnTo>
                        <a:pt x="5497" y="21643"/>
                      </a:lnTo>
                      <a:lnTo>
                        <a:pt x="5354" y="21959"/>
                      </a:lnTo>
                      <a:lnTo>
                        <a:pt x="375" y="30622"/>
                      </a:lnTo>
                      <a:lnTo>
                        <a:pt x="202" y="30996"/>
                      </a:lnTo>
                      <a:lnTo>
                        <a:pt x="58" y="31399"/>
                      </a:lnTo>
                      <a:lnTo>
                        <a:pt x="1" y="31802"/>
                      </a:lnTo>
                      <a:lnTo>
                        <a:pt x="1" y="32176"/>
                      </a:lnTo>
                      <a:lnTo>
                        <a:pt x="58" y="32550"/>
                      </a:lnTo>
                      <a:lnTo>
                        <a:pt x="144" y="32924"/>
                      </a:lnTo>
                      <a:lnTo>
                        <a:pt x="288" y="33269"/>
                      </a:lnTo>
                      <a:lnTo>
                        <a:pt x="490" y="33615"/>
                      </a:lnTo>
                      <a:lnTo>
                        <a:pt x="720" y="33903"/>
                      </a:lnTo>
                      <a:lnTo>
                        <a:pt x="979" y="34162"/>
                      </a:lnTo>
                      <a:lnTo>
                        <a:pt x="1296" y="34392"/>
                      </a:lnTo>
                      <a:lnTo>
                        <a:pt x="1612" y="34593"/>
                      </a:lnTo>
                      <a:lnTo>
                        <a:pt x="1986" y="34737"/>
                      </a:lnTo>
                      <a:lnTo>
                        <a:pt x="2361" y="34824"/>
                      </a:lnTo>
                      <a:lnTo>
                        <a:pt x="2792" y="34852"/>
                      </a:lnTo>
                      <a:lnTo>
                        <a:pt x="3195" y="34824"/>
                      </a:lnTo>
                      <a:lnTo>
                        <a:pt x="13095" y="33500"/>
                      </a:lnTo>
                      <a:lnTo>
                        <a:pt x="13786" y="33500"/>
                      </a:lnTo>
                      <a:lnTo>
                        <a:pt x="14131" y="33557"/>
                      </a:lnTo>
                      <a:lnTo>
                        <a:pt x="14448" y="33672"/>
                      </a:lnTo>
                      <a:lnTo>
                        <a:pt x="14764" y="33788"/>
                      </a:lnTo>
                      <a:lnTo>
                        <a:pt x="15052" y="33960"/>
                      </a:lnTo>
                      <a:lnTo>
                        <a:pt x="15311" y="34162"/>
                      </a:lnTo>
                      <a:lnTo>
                        <a:pt x="15570" y="34421"/>
                      </a:lnTo>
                      <a:lnTo>
                        <a:pt x="22276" y="41817"/>
                      </a:lnTo>
                      <a:lnTo>
                        <a:pt x="22564" y="42105"/>
                      </a:lnTo>
                      <a:lnTo>
                        <a:pt x="22909" y="42335"/>
                      </a:lnTo>
                      <a:lnTo>
                        <a:pt x="23254" y="42536"/>
                      </a:lnTo>
                      <a:lnTo>
                        <a:pt x="23628" y="42652"/>
                      </a:lnTo>
                      <a:lnTo>
                        <a:pt x="24003" y="42738"/>
                      </a:lnTo>
                      <a:lnTo>
                        <a:pt x="24405" y="42738"/>
                      </a:lnTo>
                      <a:lnTo>
                        <a:pt x="24780" y="42709"/>
                      </a:lnTo>
                      <a:lnTo>
                        <a:pt x="25154" y="42623"/>
                      </a:lnTo>
                      <a:lnTo>
                        <a:pt x="25499" y="42508"/>
                      </a:lnTo>
                      <a:lnTo>
                        <a:pt x="25844" y="42335"/>
                      </a:lnTo>
                      <a:lnTo>
                        <a:pt x="26161" y="42105"/>
                      </a:lnTo>
                      <a:lnTo>
                        <a:pt x="26420" y="41846"/>
                      </a:lnTo>
                      <a:lnTo>
                        <a:pt x="26679" y="41558"/>
                      </a:lnTo>
                      <a:lnTo>
                        <a:pt x="26880" y="41213"/>
                      </a:lnTo>
                      <a:lnTo>
                        <a:pt x="27053" y="40838"/>
                      </a:lnTo>
                      <a:lnTo>
                        <a:pt x="27140" y="40436"/>
                      </a:lnTo>
                      <a:lnTo>
                        <a:pt x="28953" y="30622"/>
                      </a:lnTo>
                      <a:lnTo>
                        <a:pt x="29039" y="30276"/>
                      </a:lnTo>
                      <a:lnTo>
                        <a:pt x="29154" y="29960"/>
                      </a:lnTo>
                      <a:lnTo>
                        <a:pt x="29327" y="29643"/>
                      </a:lnTo>
                      <a:lnTo>
                        <a:pt x="29499" y="29384"/>
                      </a:lnTo>
                      <a:lnTo>
                        <a:pt x="29730" y="29125"/>
                      </a:lnTo>
                      <a:lnTo>
                        <a:pt x="29989" y="28895"/>
                      </a:lnTo>
                      <a:lnTo>
                        <a:pt x="30276" y="28694"/>
                      </a:lnTo>
                      <a:lnTo>
                        <a:pt x="30564" y="28550"/>
                      </a:lnTo>
                      <a:lnTo>
                        <a:pt x="39687" y="24463"/>
                      </a:lnTo>
                      <a:lnTo>
                        <a:pt x="40061" y="24262"/>
                      </a:lnTo>
                      <a:lnTo>
                        <a:pt x="40378" y="24003"/>
                      </a:lnTo>
                      <a:lnTo>
                        <a:pt x="40666" y="23715"/>
                      </a:lnTo>
                      <a:lnTo>
                        <a:pt x="40896" y="23427"/>
                      </a:lnTo>
                      <a:lnTo>
                        <a:pt x="41097" y="23082"/>
                      </a:lnTo>
                      <a:lnTo>
                        <a:pt x="41213" y="22708"/>
                      </a:lnTo>
                      <a:lnTo>
                        <a:pt x="41299" y="22362"/>
                      </a:lnTo>
                      <a:lnTo>
                        <a:pt x="41357" y="21988"/>
                      </a:lnTo>
                      <a:lnTo>
                        <a:pt x="41328" y="21585"/>
                      </a:lnTo>
                      <a:lnTo>
                        <a:pt x="41270" y="21211"/>
                      </a:lnTo>
                      <a:lnTo>
                        <a:pt x="41155" y="20866"/>
                      </a:lnTo>
                      <a:lnTo>
                        <a:pt x="41011" y="20520"/>
                      </a:lnTo>
                      <a:lnTo>
                        <a:pt x="40810" y="20175"/>
                      </a:lnTo>
                      <a:lnTo>
                        <a:pt x="40551" y="19887"/>
                      </a:lnTo>
                      <a:lnTo>
                        <a:pt x="40234" y="19599"/>
                      </a:lnTo>
                      <a:lnTo>
                        <a:pt x="39860" y="19369"/>
                      </a:lnTo>
                      <a:lnTo>
                        <a:pt x="31082" y="14649"/>
                      </a:lnTo>
                      <a:lnTo>
                        <a:pt x="30794" y="14448"/>
                      </a:lnTo>
                      <a:lnTo>
                        <a:pt x="30535" y="14246"/>
                      </a:lnTo>
                      <a:lnTo>
                        <a:pt x="30276" y="13987"/>
                      </a:lnTo>
                      <a:lnTo>
                        <a:pt x="30075" y="13728"/>
                      </a:lnTo>
                      <a:lnTo>
                        <a:pt x="29902" y="13441"/>
                      </a:lnTo>
                      <a:lnTo>
                        <a:pt x="29787" y="13124"/>
                      </a:lnTo>
                      <a:lnTo>
                        <a:pt x="29672" y="12779"/>
                      </a:lnTo>
                      <a:lnTo>
                        <a:pt x="29615" y="12462"/>
                      </a:lnTo>
                      <a:lnTo>
                        <a:pt x="28550" y="2533"/>
                      </a:lnTo>
                      <a:lnTo>
                        <a:pt x="28463" y="2102"/>
                      </a:lnTo>
                      <a:lnTo>
                        <a:pt x="28348" y="1727"/>
                      </a:lnTo>
                      <a:lnTo>
                        <a:pt x="28176" y="1353"/>
                      </a:lnTo>
                      <a:lnTo>
                        <a:pt x="27945" y="1037"/>
                      </a:lnTo>
                      <a:lnTo>
                        <a:pt x="27686" y="778"/>
                      </a:lnTo>
                      <a:lnTo>
                        <a:pt x="27370" y="519"/>
                      </a:lnTo>
                      <a:lnTo>
                        <a:pt x="27053" y="317"/>
                      </a:lnTo>
                      <a:lnTo>
                        <a:pt x="26708" y="173"/>
                      </a:lnTo>
                      <a:lnTo>
                        <a:pt x="26334" y="58"/>
                      </a:lnTo>
                      <a:lnTo>
                        <a:pt x="2596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0" name="Google Shape;1520;p46"/>
                <p:cNvSpPr/>
                <p:nvPr/>
              </p:nvSpPr>
              <p:spPr>
                <a:xfrm>
                  <a:off x="3793975" y="6741400"/>
                  <a:ext cx="379925" cy="169825"/>
                </a:xfrm>
                <a:custGeom>
                  <a:rect b="b" l="l" r="r" t="t"/>
                  <a:pathLst>
                    <a:path extrusionOk="0" h="6793" w="15197">
                      <a:moveTo>
                        <a:pt x="375" y="0"/>
                      </a:moveTo>
                      <a:lnTo>
                        <a:pt x="231" y="29"/>
                      </a:lnTo>
                      <a:lnTo>
                        <a:pt x="116" y="115"/>
                      </a:lnTo>
                      <a:lnTo>
                        <a:pt x="30" y="231"/>
                      </a:lnTo>
                      <a:lnTo>
                        <a:pt x="1" y="375"/>
                      </a:lnTo>
                      <a:lnTo>
                        <a:pt x="30" y="518"/>
                      </a:lnTo>
                      <a:lnTo>
                        <a:pt x="174" y="864"/>
                      </a:lnTo>
                      <a:lnTo>
                        <a:pt x="519" y="1497"/>
                      </a:lnTo>
                      <a:lnTo>
                        <a:pt x="749" y="1871"/>
                      </a:lnTo>
                      <a:lnTo>
                        <a:pt x="1037" y="2303"/>
                      </a:lnTo>
                      <a:lnTo>
                        <a:pt x="1354" y="2763"/>
                      </a:lnTo>
                      <a:lnTo>
                        <a:pt x="1756" y="3252"/>
                      </a:lnTo>
                      <a:lnTo>
                        <a:pt x="2188" y="3713"/>
                      </a:lnTo>
                      <a:lnTo>
                        <a:pt x="2677" y="4202"/>
                      </a:lnTo>
                      <a:lnTo>
                        <a:pt x="3224" y="4663"/>
                      </a:lnTo>
                      <a:lnTo>
                        <a:pt x="3857" y="5123"/>
                      </a:lnTo>
                      <a:lnTo>
                        <a:pt x="4519" y="5526"/>
                      </a:lnTo>
                      <a:lnTo>
                        <a:pt x="4865" y="5727"/>
                      </a:lnTo>
                      <a:lnTo>
                        <a:pt x="5239" y="5900"/>
                      </a:lnTo>
                      <a:lnTo>
                        <a:pt x="5642" y="6073"/>
                      </a:lnTo>
                      <a:lnTo>
                        <a:pt x="6045" y="6245"/>
                      </a:lnTo>
                      <a:lnTo>
                        <a:pt x="6476" y="6361"/>
                      </a:lnTo>
                      <a:lnTo>
                        <a:pt x="6908" y="6504"/>
                      </a:lnTo>
                      <a:lnTo>
                        <a:pt x="7512" y="6620"/>
                      </a:lnTo>
                      <a:lnTo>
                        <a:pt x="8146" y="6735"/>
                      </a:lnTo>
                      <a:lnTo>
                        <a:pt x="8721" y="6763"/>
                      </a:lnTo>
                      <a:lnTo>
                        <a:pt x="9297" y="6792"/>
                      </a:lnTo>
                      <a:lnTo>
                        <a:pt x="9815" y="6763"/>
                      </a:lnTo>
                      <a:lnTo>
                        <a:pt x="10333" y="6735"/>
                      </a:lnTo>
                      <a:lnTo>
                        <a:pt x="10822" y="6677"/>
                      </a:lnTo>
                      <a:lnTo>
                        <a:pt x="11311" y="6591"/>
                      </a:lnTo>
                      <a:lnTo>
                        <a:pt x="11743" y="6476"/>
                      </a:lnTo>
                      <a:lnTo>
                        <a:pt x="12175" y="6361"/>
                      </a:lnTo>
                      <a:lnTo>
                        <a:pt x="12980" y="6102"/>
                      </a:lnTo>
                      <a:lnTo>
                        <a:pt x="13671" y="5814"/>
                      </a:lnTo>
                      <a:lnTo>
                        <a:pt x="14247" y="5526"/>
                      </a:lnTo>
                      <a:lnTo>
                        <a:pt x="14707" y="5267"/>
                      </a:lnTo>
                      <a:lnTo>
                        <a:pt x="15024" y="5066"/>
                      </a:lnTo>
                      <a:lnTo>
                        <a:pt x="15139" y="4950"/>
                      </a:lnTo>
                      <a:lnTo>
                        <a:pt x="15196" y="4835"/>
                      </a:lnTo>
                      <a:lnTo>
                        <a:pt x="15196" y="4663"/>
                      </a:lnTo>
                      <a:lnTo>
                        <a:pt x="15139" y="4547"/>
                      </a:lnTo>
                      <a:lnTo>
                        <a:pt x="15024" y="4432"/>
                      </a:lnTo>
                      <a:lnTo>
                        <a:pt x="14880" y="4375"/>
                      </a:lnTo>
                      <a:lnTo>
                        <a:pt x="14736" y="4375"/>
                      </a:lnTo>
                      <a:lnTo>
                        <a:pt x="14592" y="4432"/>
                      </a:lnTo>
                      <a:lnTo>
                        <a:pt x="14189" y="4691"/>
                      </a:lnTo>
                      <a:lnTo>
                        <a:pt x="13614" y="5008"/>
                      </a:lnTo>
                      <a:lnTo>
                        <a:pt x="13239" y="5181"/>
                      </a:lnTo>
                      <a:lnTo>
                        <a:pt x="12865" y="5353"/>
                      </a:lnTo>
                      <a:lnTo>
                        <a:pt x="12405" y="5497"/>
                      </a:lnTo>
                      <a:lnTo>
                        <a:pt x="11944" y="5641"/>
                      </a:lnTo>
                      <a:lnTo>
                        <a:pt x="11426" y="5785"/>
                      </a:lnTo>
                      <a:lnTo>
                        <a:pt x="10880" y="5900"/>
                      </a:lnTo>
                      <a:lnTo>
                        <a:pt x="10333" y="5986"/>
                      </a:lnTo>
                      <a:lnTo>
                        <a:pt x="9728" y="6015"/>
                      </a:lnTo>
                      <a:lnTo>
                        <a:pt x="9095" y="6044"/>
                      </a:lnTo>
                      <a:lnTo>
                        <a:pt x="8462" y="5986"/>
                      </a:lnTo>
                      <a:lnTo>
                        <a:pt x="7771" y="5900"/>
                      </a:lnTo>
                      <a:lnTo>
                        <a:pt x="7081" y="5756"/>
                      </a:lnTo>
                      <a:lnTo>
                        <a:pt x="6678" y="5641"/>
                      </a:lnTo>
                      <a:lnTo>
                        <a:pt x="6304" y="5526"/>
                      </a:lnTo>
                      <a:lnTo>
                        <a:pt x="5929" y="5382"/>
                      </a:lnTo>
                      <a:lnTo>
                        <a:pt x="5555" y="5209"/>
                      </a:lnTo>
                      <a:lnTo>
                        <a:pt x="4865" y="4864"/>
                      </a:lnTo>
                      <a:lnTo>
                        <a:pt x="4260" y="4490"/>
                      </a:lnTo>
                      <a:lnTo>
                        <a:pt x="3685" y="4058"/>
                      </a:lnTo>
                      <a:lnTo>
                        <a:pt x="3195" y="3627"/>
                      </a:lnTo>
                      <a:lnTo>
                        <a:pt x="2735" y="3195"/>
                      </a:lnTo>
                      <a:lnTo>
                        <a:pt x="2332" y="2734"/>
                      </a:lnTo>
                      <a:lnTo>
                        <a:pt x="1958" y="2303"/>
                      </a:lnTo>
                      <a:lnTo>
                        <a:pt x="1670" y="1871"/>
                      </a:lnTo>
                      <a:lnTo>
                        <a:pt x="1382" y="1497"/>
                      </a:lnTo>
                      <a:lnTo>
                        <a:pt x="1181" y="1123"/>
                      </a:lnTo>
                      <a:lnTo>
                        <a:pt x="864" y="547"/>
                      </a:lnTo>
                      <a:lnTo>
                        <a:pt x="720" y="231"/>
                      </a:lnTo>
                      <a:lnTo>
                        <a:pt x="634" y="115"/>
                      </a:lnTo>
                      <a:lnTo>
                        <a:pt x="519" y="29"/>
                      </a:lnTo>
                      <a:lnTo>
                        <a:pt x="37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1" name="Google Shape;1521;p46"/>
                <p:cNvSpPr/>
                <p:nvPr/>
              </p:nvSpPr>
              <p:spPr>
                <a:xfrm>
                  <a:off x="3870975" y="6541375"/>
                  <a:ext cx="63325" cy="106525"/>
                </a:xfrm>
                <a:custGeom>
                  <a:rect b="b" l="l" r="r" t="t"/>
                  <a:pathLst>
                    <a:path extrusionOk="0" h="4261" w="2533">
                      <a:moveTo>
                        <a:pt x="1813" y="1"/>
                      </a:moveTo>
                      <a:lnTo>
                        <a:pt x="1698" y="30"/>
                      </a:lnTo>
                      <a:lnTo>
                        <a:pt x="1583" y="58"/>
                      </a:lnTo>
                      <a:lnTo>
                        <a:pt x="1324" y="202"/>
                      </a:lnTo>
                      <a:lnTo>
                        <a:pt x="1094" y="404"/>
                      </a:lnTo>
                      <a:lnTo>
                        <a:pt x="864" y="663"/>
                      </a:lnTo>
                      <a:lnTo>
                        <a:pt x="633" y="979"/>
                      </a:lnTo>
                      <a:lnTo>
                        <a:pt x="432" y="1353"/>
                      </a:lnTo>
                      <a:lnTo>
                        <a:pt x="259" y="1756"/>
                      </a:lnTo>
                      <a:lnTo>
                        <a:pt x="115" y="2188"/>
                      </a:lnTo>
                      <a:lnTo>
                        <a:pt x="29" y="2591"/>
                      </a:lnTo>
                      <a:lnTo>
                        <a:pt x="0" y="2994"/>
                      </a:lnTo>
                      <a:lnTo>
                        <a:pt x="0" y="3339"/>
                      </a:lnTo>
                      <a:lnTo>
                        <a:pt x="58" y="3656"/>
                      </a:lnTo>
                      <a:lnTo>
                        <a:pt x="173" y="3915"/>
                      </a:lnTo>
                      <a:lnTo>
                        <a:pt x="231" y="4030"/>
                      </a:lnTo>
                      <a:lnTo>
                        <a:pt x="317" y="4116"/>
                      </a:lnTo>
                      <a:lnTo>
                        <a:pt x="403" y="4174"/>
                      </a:lnTo>
                      <a:lnTo>
                        <a:pt x="490" y="4231"/>
                      </a:lnTo>
                      <a:lnTo>
                        <a:pt x="605" y="4260"/>
                      </a:lnTo>
                      <a:lnTo>
                        <a:pt x="720" y="4260"/>
                      </a:lnTo>
                      <a:lnTo>
                        <a:pt x="835" y="4231"/>
                      </a:lnTo>
                      <a:lnTo>
                        <a:pt x="950" y="4203"/>
                      </a:lnTo>
                      <a:lnTo>
                        <a:pt x="1209" y="4087"/>
                      </a:lnTo>
                      <a:lnTo>
                        <a:pt x="1439" y="3886"/>
                      </a:lnTo>
                      <a:lnTo>
                        <a:pt x="1670" y="3598"/>
                      </a:lnTo>
                      <a:lnTo>
                        <a:pt x="1900" y="3282"/>
                      </a:lnTo>
                      <a:lnTo>
                        <a:pt x="2101" y="2907"/>
                      </a:lnTo>
                      <a:lnTo>
                        <a:pt x="2274" y="2505"/>
                      </a:lnTo>
                      <a:lnTo>
                        <a:pt x="2418" y="2073"/>
                      </a:lnTo>
                      <a:lnTo>
                        <a:pt x="2504" y="1670"/>
                      </a:lnTo>
                      <a:lnTo>
                        <a:pt x="2533" y="1267"/>
                      </a:lnTo>
                      <a:lnTo>
                        <a:pt x="2533" y="922"/>
                      </a:lnTo>
                      <a:lnTo>
                        <a:pt x="2475" y="605"/>
                      </a:lnTo>
                      <a:lnTo>
                        <a:pt x="2360" y="346"/>
                      </a:lnTo>
                      <a:lnTo>
                        <a:pt x="2303" y="231"/>
                      </a:lnTo>
                      <a:lnTo>
                        <a:pt x="2216" y="145"/>
                      </a:lnTo>
                      <a:lnTo>
                        <a:pt x="2130" y="87"/>
                      </a:lnTo>
                      <a:lnTo>
                        <a:pt x="2044" y="30"/>
                      </a:lnTo>
                      <a:lnTo>
                        <a:pt x="192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2" name="Google Shape;1522;p46"/>
                <p:cNvSpPr/>
                <p:nvPr/>
              </p:nvSpPr>
              <p:spPr>
                <a:xfrm>
                  <a:off x="4103375" y="6623400"/>
                  <a:ext cx="64050" cy="106500"/>
                </a:xfrm>
                <a:custGeom>
                  <a:rect b="b" l="l" r="r" t="t"/>
                  <a:pathLst>
                    <a:path extrusionOk="0" h="4260" w="2562">
                      <a:moveTo>
                        <a:pt x="1813" y="1"/>
                      </a:moveTo>
                      <a:lnTo>
                        <a:pt x="1698" y="29"/>
                      </a:lnTo>
                      <a:lnTo>
                        <a:pt x="1583" y="58"/>
                      </a:lnTo>
                      <a:lnTo>
                        <a:pt x="1353" y="173"/>
                      </a:lnTo>
                      <a:lnTo>
                        <a:pt x="1094" y="375"/>
                      </a:lnTo>
                      <a:lnTo>
                        <a:pt x="863" y="663"/>
                      </a:lnTo>
                      <a:lnTo>
                        <a:pt x="633" y="979"/>
                      </a:lnTo>
                      <a:lnTo>
                        <a:pt x="432" y="1353"/>
                      </a:lnTo>
                      <a:lnTo>
                        <a:pt x="259" y="1756"/>
                      </a:lnTo>
                      <a:lnTo>
                        <a:pt x="115" y="2188"/>
                      </a:lnTo>
                      <a:lnTo>
                        <a:pt x="58" y="2591"/>
                      </a:lnTo>
                      <a:lnTo>
                        <a:pt x="0" y="2994"/>
                      </a:lnTo>
                      <a:lnTo>
                        <a:pt x="29" y="3339"/>
                      </a:lnTo>
                      <a:lnTo>
                        <a:pt x="86" y="3656"/>
                      </a:lnTo>
                      <a:lnTo>
                        <a:pt x="173" y="3915"/>
                      </a:lnTo>
                      <a:lnTo>
                        <a:pt x="230" y="4030"/>
                      </a:lnTo>
                      <a:lnTo>
                        <a:pt x="317" y="4116"/>
                      </a:lnTo>
                      <a:lnTo>
                        <a:pt x="403" y="4174"/>
                      </a:lnTo>
                      <a:lnTo>
                        <a:pt x="518" y="4231"/>
                      </a:lnTo>
                      <a:lnTo>
                        <a:pt x="633" y="4260"/>
                      </a:lnTo>
                      <a:lnTo>
                        <a:pt x="720" y="4260"/>
                      </a:lnTo>
                      <a:lnTo>
                        <a:pt x="835" y="4231"/>
                      </a:lnTo>
                      <a:lnTo>
                        <a:pt x="979" y="4202"/>
                      </a:lnTo>
                      <a:lnTo>
                        <a:pt x="1209" y="4058"/>
                      </a:lnTo>
                      <a:lnTo>
                        <a:pt x="1468" y="3857"/>
                      </a:lnTo>
                      <a:lnTo>
                        <a:pt x="1698" y="3598"/>
                      </a:lnTo>
                      <a:lnTo>
                        <a:pt x="1928" y="3281"/>
                      </a:lnTo>
                      <a:lnTo>
                        <a:pt x="2130" y="2907"/>
                      </a:lnTo>
                      <a:lnTo>
                        <a:pt x="2302" y="2504"/>
                      </a:lnTo>
                      <a:lnTo>
                        <a:pt x="2418" y="2073"/>
                      </a:lnTo>
                      <a:lnTo>
                        <a:pt x="2504" y="1670"/>
                      </a:lnTo>
                      <a:lnTo>
                        <a:pt x="2561" y="1267"/>
                      </a:lnTo>
                      <a:lnTo>
                        <a:pt x="2533" y="922"/>
                      </a:lnTo>
                      <a:lnTo>
                        <a:pt x="2475" y="605"/>
                      </a:lnTo>
                      <a:lnTo>
                        <a:pt x="2389" y="346"/>
                      </a:lnTo>
                      <a:lnTo>
                        <a:pt x="2302" y="231"/>
                      </a:lnTo>
                      <a:lnTo>
                        <a:pt x="2245" y="144"/>
                      </a:lnTo>
                      <a:lnTo>
                        <a:pt x="2159" y="87"/>
                      </a:lnTo>
                      <a:lnTo>
                        <a:pt x="2043" y="29"/>
                      </a:lnTo>
                      <a:lnTo>
                        <a:pt x="192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523" name="Google Shape;1523;p46"/>
            <p:cNvGrpSpPr/>
            <p:nvPr/>
          </p:nvGrpSpPr>
          <p:grpSpPr>
            <a:xfrm>
              <a:off x="5666445" y="4286292"/>
              <a:ext cx="318433" cy="635400"/>
              <a:chOff x="7379945" y="7558317"/>
              <a:chExt cx="318433" cy="635400"/>
            </a:xfrm>
          </p:grpSpPr>
          <p:sp>
            <p:nvSpPr>
              <p:cNvPr id="1524" name="Google Shape;1524;p46"/>
              <p:cNvSpPr/>
              <p:nvPr/>
            </p:nvSpPr>
            <p:spPr>
              <a:xfrm>
                <a:off x="7379945" y="7558317"/>
                <a:ext cx="318433" cy="635400"/>
              </a:xfrm>
              <a:custGeom>
                <a:rect b="b" l="l" r="r" t="t"/>
                <a:pathLst>
                  <a:path extrusionOk="0" h="53283" w="26703">
                    <a:moveTo>
                      <a:pt x="11783" y="1"/>
                    </a:moveTo>
                    <a:lnTo>
                      <a:pt x="11703" y="41"/>
                    </a:lnTo>
                    <a:lnTo>
                      <a:pt x="11622" y="81"/>
                    </a:lnTo>
                    <a:lnTo>
                      <a:pt x="11461" y="282"/>
                    </a:lnTo>
                    <a:lnTo>
                      <a:pt x="11341" y="604"/>
                    </a:lnTo>
                    <a:lnTo>
                      <a:pt x="11341" y="1006"/>
                    </a:lnTo>
                    <a:lnTo>
                      <a:pt x="8566" y="13713"/>
                    </a:lnTo>
                    <a:lnTo>
                      <a:pt x="8204" y="15442"/>
                    </a:lnTo>
                    <a:lnTo>
                      <a:pt x="7842" y="17171"/>
                    </a:lnTo>
                    <a:lnTo>
                      <a:pt x="6797" y="21836"/>
                    </a:lnTo>
                    <a:lnTo>
                      <a:pt x="6073" y="25295"/>
                    </a:lnTo>
                    <a:lnTo>
                      <a:pt x="5148" y="29517"/>
                    </a:lnTo>
                    <a:lnTo>
                      <a:pt x="4384" y="32975"/>
                    </a:lnTo>
                    <a:lnTo>
                      <a:pt x="3861" y="35509"/>
                    </a:lnTo>
                    <a:lnTo>
                      <a:pt x="3298" y="38042"/>
                    </a:lnTo>
                    <a:lnTo>
                      <a:pt x="2534" y="41500"/>
                    </a:lnTo>
                    <a:lnTo>
                      <a:pt x="1" y="53283"/>
                    </a:lnTo>
                    <a:lnTo>
                      <a:pt x="26702" y="53283"/>
                    </a:lnTo>
                    <a:lnTo>
                      <a:pt x="23485" y="41500"/>
                    </a:lnTo>
                    <a:lnTo>
                      <a:pt x="23002" y="39771"/>
                    </a:lnTo>
                    <a:lnTo>
                      <a:pt x="22520" y="38042"/>
                    </a:lnTo>
                    <a:lnTo>
                      <a:pt x="21153" y="32975"/>
                    </a:lnTo>
                    <a:lnTo>
                      <a:pt x="20670" y="31246"/>
                    </a:lnTo>
                    <a:lnTo>
                      <a:pt x="20228" y="29517"/>
                    </a:lnTo>
                    <a:lnTo>
                      <a:pt x="19625" y="27386"/>
                    </a:lnTo>
                    <a:lnTo>
                      <a:pt x="19021" y="25295"/>
                    </a:lnTo>
                    <a:lnTo>
                      <a:pt x="18096" y="21836"/>
                    </a:lnTo>
                    <a:lnTo>
                      <a:pt x="16810" y="17171"/>
                    </a:lnTo>
                    <a:lnTo>
                      <a:pt x="16367" y="15442"/>
                    </a:lnTo>
                    <a:lnTo>
                      <a:pt x="15845" y="13713"/>
                    </a:lnTo>
                    <a:lnTo>
                      <a:pt x="12386" y="1006"/>
                    </a:lnTo>
                    <a:lnTo>
                      <a:pt x="12346" y="765"/>
                    </a:lnTo>
                    <a:lnTo>
                      <a:pt x="12306" y="564"/>
                    </a:lnTo>
                    <a:lnTo>
                      <a:pt x="12225" y="403"/>
                    </a:lnTo>
                    <a:lnTo>
                      <a:pt x="12145" y="282"/>
                    </a:lnTo>
                    <a:lnTo>
                      <a:pt x="11944" y="81"/>
                    </a:lnTo>
                    <a:lnTo>
                      <a:pt x="118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46"/>
              <p:cNvSpPr/>
              <p:nvPr/>
            </p:nvSpPr>
            <p:spPr>
              <a:xfrm>
                <a:off x="7473461" y="7721844"/>
                <a:ext cx="106943" cy="41249"/>
              </a:xfrm>
              <a:custGeom>
                <a:rect b="b" l="l" r="r" t="t"/>
                <a:pathLst>
                  <a:path extrusionOk="0" h="3459" w="8968">
                    <a:moveTo>
                      <a:pt x="724" y="0"/>
                    </a:moveTo>
                    <a:lnTo>
                      <a:pt x="362" y="1729"/>
                    </a:lnTo>
                    <a:lnTo>
                      <a:pt x="0" y="3458"/>
                    </a:lnTo>
                    <a:lnTo>
                      <a:pt x="8968" y="3458"/>
                    </a:lnTo>
                    <a:lnTo>
                      <a:pt x="8525" y="1729"/>
                    </a:lnTo>
                    <a:lnTo>
                      <a:pt x="80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46"/>
              <p:cNvSpPr/>
              <p:nvPr/>
            </p:nvSpPr>
            <p:spPr>
              <a:xfrm>
                <a:off x="7452353" y="7818711"/>
                <a:ext cx="154429" cy="41249"/>
              </a:xfrm>
              <a:custGeom>
                <a:rect b="b" l="l" r="r" t="t"/>
                <a:pathLst>
                  <a:path extrusionOk="0" h="3459" w="12950">
                    <a:moveTo>
                      <a:pt x="725" y="0"/>
                    </a:moveTo>
                    <a:lnTo>
                      <a:pt x="1" y="3459"/>
                    </a:lnTo>
                    <a:lnTo>
                      <a:pt x="12949" y="3459"/>
                    </a:lnTo>
                    <a:lnTo>
                      <a:pt x="120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46"/>
              <p:cNvSpPr/>
              <p:nvPr/>
            </p:nvSpPr>
            <p:spPr>
              <a:xfrm>
                <a:off x="7432212" y="7910295"/>
                <a:ext cx="199982" cy="41260"/>
              </a:xfrm>
              <a:custGeom>
                <a:rect b="b" l="l" r="r" t="t"/>
                <a:pathLst>
                  <a:path extrusionOk="0" h="3460" w="16770">
                    <a:moveTo>
                      <a:pt x="765" y="1"/>
                    </a:moveTo>
                    <a:lnTo>
                      <a:pt x="1" y="3459"/>
                    </a:lnTo>
                    <a:lnTo>
                      <a:pt x="16770" y="3459"/>
                    </a:lnTo>
                    <a:lnTo>
                      <a:pt x="16287" y="1730"/>
                    </a:lnTo>
                    <a:lnTo>
                      <a:pt x="158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46"/>
              <p:cNvSpPr/>
              <p:nvPr/>
            </p:nvSpPr>
            <p:spPr>
              <a:xfrm>
                <a:off x="7410163" y="8011968"/>
                <a:ext cx="249841" cy="41249"/>
              </a:xfrm>
              <a:custGeom>
                <a:rect b="b" l="l" r="r" t="t"/>
                <a:pathLst>
                  <a:path extrusionOk="0" h="3459" w="20951">
                    <a:moveTo>
                      <a:pt x="764" y="0"/>
                    </a:moveTo>
                    <a:lnTo>
                      <a:pt x="0" y="3458"/>
                    </a:lnTo>
                    <a:lnTo>
                      <a:pt x="20951" y="3458"/>
                    </a:lnTo>
                    <a:lnTo>
                      <a:pt x="20468" y="1729"/>
                    </a:lnTo>
                    <a:lnTo>
                      <a:pt x="199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9" name="Google Shape;1529;p46"/>
            <p:cNvGrpSpPr/>
            <p:nvPr/>
          </p:nvGrpSpPr>
          <p:grpSpPr>
            <a:xfrm rot="-5853451">
              <a:off x="5267497" y="4207119"/>
              <a:ext cx="592777" cy="990277"/>
              <a:chOff x="2061075" y="4786925"/>
              <a:chExt cx="1096525" cy="1831825"/>
            </a:xfrm>
          </p:grpSpPr>
          <p:sp>
            <p:nvSpPr>
              <p:cNvPr id="1530" name="Google Shape;1530;p46"/>
              <p:cNvSpPr/>
              <p:nvPr/>
            </p:nvSpPr>
            <p:spPr>
              <a:xfrm>
                <a:off x="2061075" y="5239475"/>
                <a:ext cx="602950" cy="1379275"/>
              </a:xfrm>
              <a:custGeom>
                <a:rect b="b" l="l" r="r" t="t"/>
                <a:pathLst>
                  <a:path extrusionOk="0" h="55171" w="24118">
                    <a:moveTo>
                      <a:pt x="20261" y="1"/>
                    </a:moveTo>
                    <a:lnTo>
                      <a:pt x="1" y="53703"/>
                    </a:lnTo>
                    <a:lnTo>
                      <a:pt x="3857" y="55171"/>
                    </a:lnTo>
                    <a:lnTo>
                      <a:pt x="24118" y="1440"/>
                    </a:lnTo>
                    <a:lnTo>
                      <a:pt x="202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46"/>
              <p:cNvSpPr/>
              <p:nvPr/>
            </p:nvSpPr>
            <p:spPr>
              <a:xfrm>
                <a:off x="2273325" y="4786925"/>
                <a:ext cx="584975" cy="517325"/>
              </a:xfrm>
              <a:custGeom>
                <a:rect b="b" l="l" r="r" t="t"/>
                <a:pathLst>
                  <a:path extrusionOk="0" h="20693" w="23399">
                    <a:moveTo>
                      <a:pt x="1" y="1"/>
                    </a:moveTo>
                    <a:lnTo>
                      <a:pt x="5469" y="7454"/>
                    </a:lnTo>
                    <a:lnTo>
                      <a:pt x="14966" y="20693"/>
                    </a:lnTo>
                    <a:lnTo>
                      <a:pt x="23398" y="14621"/>
                    </a:lnTo>
                    <a:lnTo>
                      <a:pt x="13901" y="14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46"/>
              <p:cNvSpPr/>
              <p:nvPr/>
            </p:nvSpPr>
            <p:spPr>
              <a:xfrm>
                <a:off x="2623000" y="4825050"/>
                <a:ext cx="235300" cy="479200"/>
              </a:xfrm>
              <a:custGeom>
                <a:rect b="b" l="l" r="r" t="t"/>
                <a:pathLst>
                  <a:path extrusionOk="0" h="19168" w="9412">
                    <a:moveTo>
                      <a:pt x="0" y="1"/>
                    </a:moveTo>
                    <a:lnTo>
                      <a:pt x="403" y="9441"/>
                    </a:lnTo>
                    <a:lnTo>
                      <a:pt x="777" y="18880"/>
                    </a:lnTo>
                    <a:lnTo>
                      <a:pt x="979" y="19168"/>
                    </a:lnTo>
                    <a:lnTo>
                      <a:pt x="9411" y="1309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46"/>
              <p:cNvSpPr/>
              <p:nvPr/>
            </p:nvSpPr>
            <p:spPr>
              <a:xfrm>
                <a:off x="2435200" y="5297750"/>
                <a:ext cx="585700" cy="517350"/>
              </a:xfrm>
              <a:custGeom>
                <a:rect b="b" l="l" r="r" t="t"/>
                <a:pathLst>
                  <a:path extrusionOk="0" h="20694" w="23428">
                    <a:moveTo>
                      <a:pt x="8433" y="1"/>
                    </a:moveTo>
                    <a:lnTo>
                      <a:pt x="1" y="6073"/>
                    </a:lnTo>
                    <a:lnTo>
                      <a:pt x="9498" y="19283"/>
                    </a:lnTo>
                    <a:lnTo>
                      <a:pt x="23427" y="20693"/>
                    </a:lnTo>
                    <a:lnTo>
                      <a:pt x="23427" y="20693"/>
                    </a:lnTo>
                    <a:lnTo>
                      <a:pt x="17930" y="1323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46"/>
              <p:cNvSpPr/>
              <p:nvPr/>
            </p:nvSpPr>
            <p:spPr>
              <a:xfrm>
                <a:off x="2435200" y="5297750"/>
                <a:ext cx="235300" cy="478500"/>
              </a:xfrm>
              <a:custGeom>
                <a:rect b="b" l="l" r="r" t="t"/>
                <a:pathLst>
                  <a:path extrusionOk="0" h="19140" w="9412">
                    <a:moveTo>
                      <a:pt x="8433" y="1"/>
                    </a:moveTo>
                    <a:lnTo>
                      <a:pt x="1" y="6073"/>
                    </a:lnTo>
                    <a:lnTo>
                      <a:pt x="9412" y="19139"/>
                    </a:lnTo>
                    <a:lnTo>
                      <a:pt x="9038" y="9728"/>
                    </a:lnTo>
                    <a:lnTo>
                      <a:pt x="8635" y="28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46"/>
              <p:cNvSpPr/>
              <p:nvPr/>
            </p:nvSpPr>
            <p:spPr>
              <a:xfrm>
                <a:off x="2644575" y="4920025"/>
                <a:ext cx="513025" cy="588575"/>
              </a:xfrm>
              <a:custGeom>
                <a:rect b="b" l="l" r="r" t="t"/>
                <a:pathLst>
                  <a:path extrusionOk="0" h="23543" w="20521">
                    <a:moveTo>
                      <a:pt x="20520" y="1"/>
                    </a:moveTo>
                    <a:lnTo>
                      <a:pt x="13124" y="5555"/>
                    </a:lnTo>
                    <a:lnTo>
                      <a:pt x="1" y="15196"/>
                    </a:lnTo>
                    <a:lnTo>
                      <a:pt x="6131" y="23542"/>
                    </a:lnTo>
                    <a:lnTo>
                      <a:pt x="19254" y="13901"/>
                    </a:lnTo>
                    <a:lnTo>
                      <a:pt x="205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46"/>
              <p:cNvSpPr/>
              <p:nvPr/>
            </p:nvSpPr>
            <p:spPr>
              <a:xfrm>
                <a:off x="2644575" y="5270425"/>
                <a:ext cx="478475" cy="238175"/>
              </a:xfrm>
              <a:custGeom>
                <a:rect b="b" l="l" r="r" t="t"/>
                <a:pathLst>
                  <a:path extrusionOk="0" h="9527" w="19139">
                    <a:moveTo>
                      <a:pt x="19139" y="0"/>
                    </a:moveTo>
                    <a:lnTo>
                      <a:pt x="9699" y="461"/>
                    </a:lnTo>
                    <a:lnTo>
                      <a:pt x="260" y="950"/>
                    </a:lnTo>
                    <a:lnTo>
                      <a:pt x="1" y="1180"/>
                    </a:lnTo>
                    <a:lnTo>
                      <a:pt x="6131" y="9526"/>
                    </a:lnTo>
                    <a:lnTo>
                      <a:pt x="191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46"/>
              <p:cNvSpPr/>
              <p:nvPr/>
            </p:nvSpPr>
            <p:spPr>
              <a:xfrm>
                <a:off x="2137350" y="5087675"/>
                <a:ext cx="510125" cy="592150"/>
              </a:xfrm>
              <a:custGeom>
                <a:rect b="b" l="l" r="r" t="t"/>
                <a:pathLst>
                  <a:path extrusionOk="0" h="23686" w="20405">
                    <a:moveTo>
                      <a:pt x="14188" y="0"/>
                    </a:moveTo>
                    <a:lnTo>
                      <a:pt x="1151" y="9757"/>
                    </a:lnTo>
                    <a:lnTo>
                      <a:pt x="0" y="23686"/>
                    </a:lnTo>
                    <a:lnTo>
                      <a:pt x="0" y="23686"/>
                    </a:lnTo>
                    <a:lnTo>
                      <a:pt x="7368" y="18074"/>
                    </a:lnTo>
                    <a:lnTo>
                      <a:pt x="20405" y="8318"/>
                    </a:lnTo>
                    <a:lnTo>
                      <a:pt x="14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46"/>
              <p:cNvSpPr/>
              <p:nvPr/>
            </p:nvSpPr>
            <p:spPr>
              <a:xfrm>
                <a:off x="2169725" y="5087675"/>
                <a:ext cx="477750" cy="241050"/>
              </a:xfrm>
              <a:custGeom>
                <a:rect b="b" l="l" r="r" t="t"/>
                <a:pathLst>
                  <a:path extrusionOk="0" h="9642" w="19110">
                    <a:moveTo>
                      <a:pt x="12893" y="0"/>
                    </a:moveTo>
                    <a:lnTo>
                      <a:pt x="0" y="9641"/>
                    </a:lnTo>
                    <a:lnTo>
                      <a:pt x="0" y="9641"/>
                    </a:lnTo>
                    <a:lnTo>
                      <a:pt x="9411" y="9095"/>
                    </a:lnTo>
                    <a:lnTo>
                      <a:pt x="18851" y="8548"/>
                    </a:lnTo>
                    <a:lnTo>
                      <a:pt x="19110" y="8318"/>
                    </a:lnTo>
                    <a:lnTo>
                      <a:pt x="128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46"/>
              <p:cNvSpPr/>
              <p:nvPr/>
            </p:nvSpPr>
            <p:spPr>
              <a:xfrm>
                <a:off x="2599250" y="5247400"/>
                <a:ext cx="96450" cy="97150"/>
              </a:xfrm>
              <a:custGeom>
                <a:rect b="b" l="l" r="r" t="t"/>
                <a:pathLst>
                  <a:path extrusionOk="0" h="3886" w="3858">
                    <a:moveTo>
                      <a:pt x="1871" y="0"/>
                    </a:moveTo>
                    <a:lnTo>
                      <a:pt x="1670" y="29"/>
                    </a:lnTo>
                    <a:lnTo>
                      <a:pt x="1497" y="58"/>
                    </a:lnTo>
                    <a:lnTo>
                      <a:pt x="1324" y="115"/>
                    </a:lnTo>
                    <a:lnTo>
                      <a:pt x="1152" y="173"/>
                    </a:lnTo>
                    <a:lnTo>
                      <a:pt x="979" y="259"/>
                    </a:lnTo>
                    <a:lnTo>
                      <a:pt x="806" y="375"/>
                    </a:lnTo>
                    <a:lnTo>
                      <a:pt x="663" y="490"/>
                    </a:lnTo>
                    <a:lnTo>
                      <a:pt x="547" y="605"/>
                    </a:lnTo>
                    <a:lnTo>
                      <a:pt x="404" y="749"/>
                    </a:lnTo>
                    <a:lnTo>
                      <a:pt x="317" y="893"/>
                    </a:lnTo>
                    <a:lnTo>
                      <a:pt x="202" y="1065"/>
                    </a:lnTo>
                    <a:lnTo>
                      <a:pt x="116" y="1238"/>
                    </a:lnTo>
                    <a:lnTo>
                      <a:pt x="58" y="1439"/>
                    </a:lnTo>
                    <a:lnTo>
                      <a:pt x="29" y="1612"/>
                    </a:lnTo>
                    <a:lnTo>
                      <a:pt x="1" y="1813"/>
                    </a:lnTo>
                    <a:lnTo>
                      <a:pt x="1" y="2015"/>
                    </a:lnTo>
                    <a:lnTo>
                      <a:pt x="1" y="2188"/>
                    </a:lnTo>
                    <a:lnTo>
                      <a:pt x="29" y="2389"/>
                    </a:lnTo>
                    <a:lnTo>
                      <a:pt x="87" y="2562"/>
                    </a:lnTo>
                    <a:lnTo>
                      <a:pt x="173" y="2734"/>
                    </a:lnTo>
                    <a:lnTo>
                      <a:pt x="260" y="2907"/>
                    </a:lnTo>
                    <a:lnTo>
                      <a:pt x="346" y="3051"/>
                    </a:lnTo>
                    <a:lnTo>
                      <a:pt x="461" y="3195"/>
                    </a:lnTo>
                    <a:lnTo>
                      <a:pt x="576" y="3339"/>
                    </a:lnTo>
                    <a:lnTo>
                      <a:pt x="720" y="3454"/>
                    </a:lnTo>
                    <a:lnTo>
                      <a:pt x="893" y="3569"/>
                    </a:lnTo>
                    <a:lnTo>
                      <a:pt x="1037" y="3684"/>
                    </a:lnTo>
                    <a:lnTo>
                      <a:pt x="1238" y="3742"/>
                    </a:lnTo>
                    <a:lnTo>
                      <a:pt x="1411" y="3828"/>
                    </a:lnTo>
                    <a:lnTo>
                      <a:pt x="1612" y="3857"/>
                    </a:lnTo>
                    <a:lnTo>
                      <a:pt x="1814" y="3886"/>
                    </a:lnTo>
                    <a:lnTo>
                      <a:pt x="1986" y="3886"/>
                    </a:lnTo>
                    <a:lnTo>
                      <a:pt x="2188" y="3857"/>
                    </a:lnTo>
                    <a:lnTo>
                      <a:pt x="2361" y="3828"/>
                    </a:lnTo>
                    <a:lnTo>
                      <a:pt x="2533" y="3799"/>
                    </a:lnTo>
                    <a:lnTo>
                      <a:pt x="2706" y="3713"/>
                    </a:lnTo>
                    <a:lnTo>
                      <a:pt x="2879" y="3627"/>
                    </a:lnTo>
                    <a:lnTo>
                      <a:pt x="3051" y="3540"/>
                    </a:lnTo>
                    <a:lnTo>
                      <a:pt x="3195" y="3425"/>
                    </a:lnTo>
                    <a:lnTo>
                      <a:pt x="3339" y="3281"/>
                    </a:lnTo>
                    <a:lnTo>
                      <a:pt x="3454" y="3166"/>
                    </a:lnTo>
                    <a:lnTo>
                      <a:pt x="3569" y="2993"/>
                    </a:lnTo>
                    <a:lnTo>
                      <a:pt x="3656" y="2821"/>
                    </a:lnTo>
                    <a:lnTo>
                      <a:pt x="3742" y="2648"/>
                    </a:lnTo>
                    <a:lnTo>
                      <a:pt x="3799" y="2475"/>
                    </a:lnTo>
                    <a:lnTo>
                      <a:pt x="3828" y="2274"/>
                    </a:lnTo>
                    <a:lnTo>
                      <a:pt x="3857" y="2072"/>
                    </a:lnTo>
                    <a:lnTo>
                      <a:pt x="3857" y="1900"/>
                    </a:lnTo>
                    <a:lnTo>
                      <a:pt x="3857" y="1698"/>
                    </a:lnTo>
                    <a:lnTo>
                      <a:pt x="3828" y="1526"/>
                    </a:lnTo>
                    <a:lnTo>
                      <a:pt x="3771" y="1324"/>
                    </a:lnTo>
                    <a:lnTo>
                      <a:pt x="3713" y="1152"/>
                    </a:lnTo>
                    <a:lnTo>
                      <a:pt x="3627" y="1008"/>
                    </a:lnTo>
                    <a:lnTo>
                      <a:pt x="3512" y="835"/>
                    </a:lnTo>
                    <a:lnTo>
                      <a:pt x="3397" y="691"/>
                    </a:lnTo>
                    <a:lnTo>
                      <a:pt x="3281" y="547"/>
                    </a:lnTo>
                    <a:lnTo>
                      <a:pt x="3138" y="432"/>
                    </a:lnTo>
                    <a:lnTo>
                      <a:pt x="2994" y="317"/>
                    </a:lnTo>
                    <a:lnTo>
                      <a:pt x="2821" y="231"/>
                    </a:lnTo>
                    <a:lnTo>
                      <a:pt x="2648" y="144"/>
                    </a:lnTo>
                    <a:lnTo>
                      <a:pt x="2447" y="87"/>
                    </a:lnTo>
                    <a:lnTo>
                      <a:pt x="2245" y="29"/>
                    </a:lnTo>
                    <a:lnTo>
                      <a:pt x="2073" y="29"/>
                    </a:lnTo>
                    <a:lnTo>
                      <a:pt x="1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0" name="Google Shape;1540;p46"/>
            <p:cNvGrpSpPr/>
            <p:nvPr/>
          </p:nvGrpSpPr>
          <p:grpSpPr>
            <a:xfrm>
              <a:off x="5865186" y="4429884"/>
              <a:ext cx="527025" cy="544758"/>
              <a:chOff x="7856861" y="5143509"/>
              <a:chExt cx="527025" cy="544758"/>
            </a:xfrm>
          </p:grpSpPr>
          <p:sp>
            <p:nvSpPr>
              <p:cNvPr id="1541" name="Google Shape;1541;p46"/>
              <p:cNvSpPr/>
              <p:nvPr/>
            </p:nvSpPr>
            <p:spPr>
              <a:xfrm>
                <a:off x="7856861" y="5143509"/>
                <a:ext cx="527025" cy="544758"/>
              </a:xfrm>
              <a:custGeom>
                <a:rect b="b" l="l" r="r" t="t"/>
                <a:pathLst>
                  <a:path extrusionOk="0" h="45682" w="44195">
                    <a:moveTo>
                      <a:pt x="27345" y="0"/>
                    </a:moveTo>
                    <a:lnTo>
                      <a:pt x="26943" y="40"/>
                    </a:lnTo>
                    <a:lnTo>
                      <a:pt x="26541" y="161"/>
                    </a:lnTo>
                    <a:lnTo>
                      <a:pt x="26138" y="322"/>
                    </a:lnTo>
                    <a:lnTo>
                      <a:pt x="25776" y="523"/>
                    </a:lnTo>
                    <a:lnTo>
                      <a:pt x="25415" y="844"/>
                    </a:lnTo>
                    <a:lnTo>
                      <a:pt x="17694" y="8203"/>
                    </a:lnTo>
                    <a:lnTo>
                      <a:pt x="17412" y="8445"/>
                    </a:lnTo>
                    <a:lnTo>
                      <a:pt x="17091" y="8646"/>
                    </a:lnTo>
                    <a:lnTo>
                      <a:pt x="16769" y="8807"/>
                    </a:lnTo>
                    <a:lnTo>
                      <a:pt x="16447" y="8927"/>
                    </a:lnTo>
                    <a:lnTo>
                      <a:pt x="16085" y="8968"/>
                    </a:lnTo>
                    <a:lnTo>
                      <a:pt x="15723" y="9008"/>
                    </a:lnTo>
                    <a:lnTo>
                      <a:pt x="15361" y="9008"/>
                    </a:lnTo>
                    <a:lnTo>
                      <a:pt x="14959" y="8968"/>
                    </a:lnTo>
                    <a:lnTo>
                      <a:pt x="4544" y="6756"/>
                    </a:lnTo>
                    <a:lnTo>
                      <a:pt x="4102" y="6716"/>
                    </a:lnTo>
                    <a:lnTo>
                      <a:pt x="3659" y="6716"/>
                    </a:lnTo>
                    <a:lnTo>
                      <a:pt x="3217" y="6796"/>
                    </a:lnTo>
                    <a:lnTo>
                      <a:pt x="2815" y="6917"/>
                    </a:lnTo>
                    <a:lnTo>
                      <a:pt x="2453" y="7077"/>
                    </a:lnTo>
                    <a:lnTo>
                      <a:pt x="2091" y="7279"/>
                    </a:lnTo>
                    <a:lnTo>
                      <a:pt x="1810" y="7560"/>
                    </a:lnTo>
                    <a:lnTo>
                      <a:pt x="1528" y="7882"/>
                    </a:lnTo>
                    <a:lnTo>
                      <a:pt x="1287" y="8203"/>
                    </a:lnTo>
                    <a:lnTo>
                      <a:pt x="1126" y="8565"/>
                    </a:lnTo>
                    <a:lnTo>
                      <a:pt x="1005" y="8927"/>
                    </a:lnTo>
                    <a:lnTo>
                      <a:pt x="925" y="9329"/>
                    </a:lnTo>
                    <a:lnTo>
                      <a:pt x="885" y="9772"/>
                    </a:lnTo>
                    <a:lnTo>
                      <a:pt x="925" y="10174"/>
                    </a:lnTo>
                    <a:lnTo>
                      <a:pt x="1005" y="10616"/>
                    </a:lnTo>
                    <a:lnTo>
                      <a:pt x="1166" y="11059"/>
                    </a:lnTo>
                    <a:lnTo>
                      <a:pt x="5791" y="20669"/>
                    </a:lnTo>
                    <a:lnTo>
                      <a:pt x="5952" y="20991"/>
                    </a:lnTo>
                    <a:lnTo>
                      <a:pt x="6032" y="21353"/>
                    </a:lnTo>
                    <a:lnTo>
                      <a:pt x="6072" y="21715"/>
                    </a:lnTo>
                    <a:lnTo>
                      <a:pt x="6112" y="22077"/>
                    </a:lnTo>
                    <a:lnTo>
                      <a:pt x="6072" y="22439"/>
                    </a:lnTo>
                    <a:lnTo>
                      <a:pt x="5992" y="22801"/>
                    </a:lnTo>
                    <a:lnTo>
                      <a:pt x="5871" y="23163"/>
                    </a:lnTo>
                    <a:lnTo>
                      <a:pt x="5710" y="23484"/>
                    </a:lnTo>
                    <a:lnTo>
                      <a:pt x="402" y="32733"/>
                    </a:lnTo>
                    <a:lnTo>
                      <a:pt x="201" y="33136"/>
                    </a:lnTo>
                    <a:lnTo>
                      <a:pt x="40" y="33578"/>
                    </a:lnTo>
                    <a:lnTo>
                      <a:pt x="0" y="33980"/>
                    </a:lnTo>
                    <a:lnTo>
                      <a:pt x="0" y="34382"/>
                    </a:lnTo>
                    <a:lnTo>
                      <a:pt x="40" y="34824"/>
                    </a:lnTo>
                    <a:lnTo>
                      <a:pt x="121" y="35186"/>
                    </a:lnTo>
                    <a:lnTo>
                      <a:pt x="281" y="35589"/>
                    </a:lnTo>
                    <a:lnTo>
                      <a:pt x="483" y="35910"/>
                    </a:lnTo>
                    <a:lnTo>
                      <a:pt x="764" y="36232"/>
                    </a:lnTo>
                    <a:lnTo>
                      <a:pt x="1046" y="36513"/>
                    </a:lnTo>
                    <a:lnTo>
                      <a:pt x="1367" y="36795"/>
                    </a:lnTo>
                    <a:lnTo>
                      <a:pt x="1729" y="36996"/>
                    </a:lnTo>
                    <a:lnTo>
                      <a:pt x="2091" y="37117"/>
                    </a:lnTo>
                    <a:lnTo>
                      <a:pt x="2533" y="37237"/>
                    </a:lnTo>
                    <a:lnTo>
                      <a:pt x="2936" y="37277"/>
                    </a:lnTo>
                    <a:lnTo>
                      <a:pt x="3418" y="37237"/>
                    </a:lnTo>
                    <a:lnTo>
                      <a:pt x="13994" y="35830"/>
                    </a:lnTo>
                    <a:lnTo>
                      <a:pt x="14356" y="35790"/>
                    </a:lnTo>
                    <a:lnTo>
                      <a:pt x="14718" y="35830"/>
                    </a:lnTo>
                    <a:lnTo>
                      <a:pt x="15080" y="35870"/>
                    </a:lnTo>
                    <a:lnTo>
                      <a:pt x="15442" y="35991"/>
                    </a:lnTo>
                    <a:lnTo>
                      <a:pt x="15763" y="36111"/>
                    </a:lnTo>
                    <a:lnTo>
                      <a:pt x="16085" y="36312"/>
                    </a:lnTo>
                    <a:lnTo>
                      <a:pt x="16367" y="36513"/>
                    </a:lnTo>
                    <a:lnTo>
                      <a:pt x="16648" y="36795"/>
                    </a:lnTo>
                    <a:lnTo>
                      <a:pt x="23806" y="44717"/>
                    </a:lnTo>
                    <a:lnTo>
                      <a:pt x="24128" y="44998"/>
                    </a:lnTo>
                    <a:lnTo>
                      <a:pt x="24490" y="45280"/>
                    </a:lnTo>
                    <a:lnTo>
                      <a:pt x="24852" y="45481"/>
                    </a:lnTo>
                    <a:lnTo>
                      <a:pt x="25254" y="45602"/>
                    </a:lnTo>
                    <a:lnTo>
                      <a:pt x="25656" y="45682"/>
                    </a:lnTo>
                    <a:lnTo>
                      <a:pt x="26460" y="45682"/>
                    </a:lnTo>
                    <a:lnTo>
                      <a:pt x="26862" y="45561"/>
                    </a:lnTo>
                    <a:lnTo>
                      <a:pt x="27264" y="45441"/>
                    </a:lnTo>
                    <a:lnTo>
                      <a:pt x="27586" y="45240"/>
                    </a:lnTo>
                    <a:lnTo>
                      <a:pt x="27948" y="45039"/>
                    </a:lnTo>
                    <a:lnTo>
                      <a:pt x="28229" y="44757"/>
                    </a:lnTo>
                    <a:lnTo>
                      <a:pt x="28511" y="44435"/>
                    </a:lnTo>
                    <a:lnTo>
                      <a:pt x="28712" y="44073"/>
                    </a:lnTo>
                    <a:lnTo>
                      <a:pt x="28913" y="43671"/>
                    </a:lnTo>
                    <a:lnTo>
                      <a:pt x="28994" y="43229"/>
                    </a:lnTo>
                    <a:lnTo>
                      <a:pt x="30924" y="32733"/>
                    </a:lnTo>
                    <a:lnTo>
                      <a:pt x="31004" y="32371"/>
                    </a:lnTo>
                    <a:lnTo>
                      <a:pt x="31165" y="32010"/>
                    </a:lnTo>
                    <a:lnTo>
                      <a:pt x="31326" y="31688"/>
                    </a:lnTo>
                    <a:lnTo>
                      <a:pt x="31527" y="31406"/>
                    </a:lnTo>
                    <a:lnTo>
                      <a:pt x="31768" y="31125"/>
                    </a:lnTo>
                    <a:lnTo>
                      <a:pt x="32050" y="30884"/>
                    </a:lnTo>
                    <a:lnTo>
                      <a:pt x="32331" y="30683"/>
                    </a:lnTo>
                    <a:lnTo>
                      <a:pt x="32693" y="30522"/>
                    </a:lnTo>
                    <a:lnTo>
                      <a:pt x="42425" y="26138"/>
                    </a:lnTo>
                    <a:lnTo>
                      <a:pt x="42827" y="25937"/>
                    </a:lnTo>
                    <a:lnTo>
                      <a:pt x="43148" y="25656"/>
                    </a:lnTo>
                    <a:lnTo>
                      <a:pt x="43470" y="25374"/>
                    </a:lnTo>
                    <a:lnTo>
                      <a:pt x="43711" y="25012"/>
                    </a:lnTo>
                    <a:lnTo>
                      <a:pt x="43913" y="24651"/>
                    </a:lnTo>
                    <a:lnTo>
                      <a:pt x="44073" y="24289"/>
                    </a:lnTo>
                    <a:lnTo>
                      <a:pt x="44154" y="23887"/>
                    </a:lnTo>
                    <a:lnTo>
                      <a:pt x="44194" y="23484"/>
                    </a:lnTo>
                    <a:lnTo>
                      <a:pt x="44194" y="23082"/>
                    </a:lnTo>
                    <a:lnTo>
                      <a:pt x="44114" y="22680"/>
                    </a:lnTo>
                    <a:lnTo>
                      <a:pt x="43993" y="22278"/>
                    </a:lnTo>
                    <a:lnTo>
                      <a:pt x="43832" y="21916"/>
                    </a:lnTo>
                    <a:lnTo>
                      <a:pt x="43591" y="21554"/>
                    </a:lnTo>
                    <a:lnTo>
                      <a:pt x="43309" y="21232"/>
                    </a:lnTo>
                    <a:lnTo>
                      <a:pt x="42988" y="20951"/>
                    </a:lnTo>
                    <a:lnTo>
                      <a:pt x="42626" y="20710"/>
                    </a:lnTo>
                    <a:lnTo>
                      <a:pt x="33216" y="15643"/>
                    </a:lnTo>
                    <a:lnTo>
                      <a:pt x="32894" y="15442"/>
                    </a:lnTo>
                    <a:lnTo>
                      <a:pt x="32613" y="15201"/>
                    </a:lnTo>
                    <a:lnTo>
                      <a:pt x="32371" y="14959"/>
                    </a:lnTo>
                    <a:lnTo>
                      <a:pt x="32130" y="14678"/>
                    </a:lnTo>
                    <a:lnTo>
                      <a:pt x="31969" y="14356"/>
                    </a:lnTo>
                    <a:lnTo>
                      <a:pt x="31808" y="14034"/>
                    </a:lnTo>
                    <a:lnTo>
                      <a:pt x="31728" y="13672"/>
                    </a:lnTo>
                    <a:lnTo>
                      <a:pt x="31648" y="13311"/>
                    </a:lnTo>
                    <a:lnTo>
                      <a:pt x="30522" y="2694"/>
                    </a:lnTo>
                    <a:lnTo>
                      <a:pt x="30441" y="2252"/>
                    </a:lnTo>
                    <a:lnTo>
                      <a:pt x="30280" y="1810"/>
                    </a:lnTo>
                    <a:lnTo>
                      <a:pt x="30079" y="1448"/>
                    </a:lnTo>
                    <a:lnTo>
                      <a:pt x="29838" y="1126"/>
                    </a:lnTo>
                    <a:lnTo>
                      <a:pt x="29557" y="804"/>
                    </a:lnTo>
                    <a:lnTo>
                      <a:pt x="29275" y="563"/>
                    </a:lnTo>
                    <a:lnTo>
                      <a:pt x="28913" y="322"/>
                    </a:lnTo>
                    <a:lnTo>
                      <a:pt x="28551" y="161"/>
                    </a:lnTo>
                    <a:lnTo>
                      <a:pt x="28149" y="80"/>
                    </a:lnTo>
                    <a:lnTo>
                      <a:pt x="277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46"/>
              <p:cNvSpPr/>
              <p:nvPr/>
            </p:nvSpPr>
            <p:spPr>
              <a:xfrm>
                <a:off x="7992091" y="5428350"/>
                <a:ext cx="194222" cy="86325"/>
              </a:xfrm>
              <a:custGeom>
                <a:rect b="b" l="l" r="r" t="t"/>
                <a:pathLst>
                  <a:path extrusionOk="0" h="7239" w="16287">
                    <a:moveTo>
                      <a:pt x="282" y="1"/>
                    </a:moveTo>
                    <a:lnTo>
                      <a:pt x="121" y="121"/>
                    </a:lnTo>
                    <a:lnTo>
                      <a:pt x="40" y="242"/>
                    </a:lnTo>
                    <a:lnTo>
                      <a:pt x="0" y="403"/>
                    </a:lnTo>
                    <a:lnTo>
                      <a:pt x="40" y="564"/>
                    </a:lnTo>
                    <a:lnTo>
                      <a:pt x="282" y="1006"/>
                    </a:lnTo>
                    <a:lnTo>
                      <a:pt x="643" y="1730"/>
                    </a:lnTo>
                    <a:lnTo>
                      <a:pt x="925" y="2132"/>
                    </a:lnTo>
                    <a:lnTo>
                      <a:pt x="1206" y="2614"/>
                    </a:lnTo>
                    <a:lnTo>
                      <a:pt x="1568" y="3097"/>
                    </a:lnTo>
                    <a:lnTo>
                      <a:pt x="2011" y="3579"/>
                    </a:lnTo>
                    <a:lnTo>
                      <a:pt x="2453" y="4102"/>
                    </a:lnTo>
                    <a:lnTo>
                      <a:pt x="2976" y="4585"/>
                    </a:lnTo>
                    <a:lnTo>
                      <a:pt x="3579" y="5067"/>
                    </a:lnTo>
                    <a:lnTo>
                      <a:pt x="4222" y="5510"/>
                    </a:lnTo>
                    <a:lnTo>
                      <a:pt x="4906" y="5952"/>
                    </a:lnTo>
                    <a:lnTo>
                      <a:pt x="5670" y="6314"/>
                    </a:lnTo>
                    <a:lnTo>
                      <a:pt x="6515" y="6676"/>
                    </a:lnTo>
                    <a:lnTo>
                      <a:pt x="7399" y="6917"/>
                    </a:lnTo>
                    <a:lnTo>
                      <a:pt x="8083" y="7078"/>
                    </a:lnTo>
                    <a:lnTo>
                      <a:pt x="8726" y="7158"/>
                    </a:lnTo>
                    <a:lnTo>
                      <a:pt x="9370" y="7239"/>
                    </a:lnTo>
                    <a:lnTo>
                      <a:pt x="10536" y="7239"/>
                    </a:lnTo>
                    <a:lnTo>
                      <a:pt x="11099" y="7199"/>
                    </a:lnTo>
                    <a:lnTo>
                      <a:pt x="11622" y="7118"/>
                    </a:lnTo>
                    <a:lnTo>
                      <a:pt x="12104" y="7038"/>
                    </a:lnTo>
                    <a:lnTo>
                      <a:pt x="13069" y="6797"/>
                    </a:lnTo>
                    <a:lnTo>
                      <a:pt x="13914" y="6515"/>
                    </a:lnTo>
                    <a:lnTo>
                      <a:pt x="14638" y="6193"/>
                    </a:lnTo>
                    <a:lnTo>
                      <a:pt x="15241" y="5912"/>
                    </a:lnTo>
                    <a:lnTo>
                      <a:pt x="15723" y="5630"/>
                    </a:lnTo>
                    <a:lnTo>
                      <a:pt x="16085" y="5389"/>
                    </a:lnTo>
                    <a:lnTo>
                      <a:pt x="16206" y="5268"/>
                    </a:lnTo>
                    <a:lnTo>
                      <a:pt x="16286" y="5148"/>
                    </a:lnTo>
                    <a:lnTo>
                      <a:pt x="16286" y="4987"/>
                    </a:lnTo>
                    <a:lnTo>
                      <a:pt x="16206" y="4826"/>
                    </a:lnTo>
                    <a:lnTo>
                      <a:pt x="16085" y="4705"/>
                    </a:lnTo>
                    <a:lnTo>
                      <a:pt x="15965" y="4665"/>
                    </a:lnTo>
                    <a:lnTo>
                      <a:pt x="15804" y="4665"/>
                    </a:lnTo>
                    <a:lnTo>
                      <a:pt x="15643" y="4705"/>
                    </a:lnTo>
                    <a:lnTo>
                      <a:pt x="15201" y="4987"/>
                    </a:lnTo>
                    <a:lnTo>
                      <a:pt x="14557" y="5349"/>
                    </a:lnTo>
                    <a:lnTo>
                      <a:pt x="13753" y="5711"/>
                    </a:lnTo>
                    <a:lnTo>
                      <a:pt x="13311" y="5872"/>
                    </a:lnTo>
                    <a:lnTo>
                      <a:pt x="12788" y="6032"/>
                    </a:lnTo>
                    <a:lnTo>
                      <a:pt x="12225" y="6153"/>
                    </a:lnTo>
                    <a:lnTo>
                      <a:pt x="11662" y="6274"/>
                    </a:lnTo>
                    <a:lnTo>
                      <a:pt x="11059" y="6354"/>
                    </a:lnTo>
                    <a:lnTo>
                      <a:pt x="10415" y="6435"/>
                    </a:lnTo>
                    <a:lnTo>
                      <a:pt x="9732" y="6435"/>
                    </a:lnTo>
                    <a:lnTo>
                      <a:pt x="9048" y="6394"/>
                    </a:lnTo>
                    <a:lnTo>
                      <a:pt x="8324" y="6314"/>
                    </a:lnTo>
                    <a:lnTo>
                      <a:pt x="7600" y="6153"/>
                    </a:lnTo>
                    <a:lnTo>
                      <a:pt x="6796" y="5872"/>
                    </a:lnTo>
                    <a:lnTo>
                      <a:pt x="5992" y="5590"/>
                    </a:lnTo>
                    <a:lnTo>
                      <a:pt x="5308" y="5228"/>
                    </a:lnTo>
                    <a:lnTo>
                      <a:pt x="4665" y="4826"/>
                    </a:lnTo>
                    <a:lnTo>
                      <a:pt x="4062" y="4424"/>
                    </a:lnTo>
                    <a:lnTo>
                      <a:pt x="3539" y="3982"/>
                    </a:lnTo>
                    <a:lnTo>
                      <a:pt x="3056" y="3499"/>
                    </a:lnTo>
                    <a:lnTo>
                      <a:pt x="2614" y="3057"/>
                    </a:lnTo>
                    <a:lnTo>
                      <a:pt x="2212" y="2574"/>
                    </a:lnTo>
                    <a:lnTo>
                      <a:pt x="1890" y="2132"/>
                    </a:lnTo>
                    <a:lnTo>
                      <a:pt x="1367" y="1328"/>
                    </a:lnTo>
                    <a:lnTo>
                      <a:pt x="1005" y="644"/>
                    </a:lnTo>
                    <a:lnTo>
                      <a:pt x="804" y="242"/>
                    </a:lnTo>
                    <a:lnTo>
                      <a:pt x="724" y="81"/>
                    </a:lnTo>
                    <a:lnTo>
                      <a:pt x="5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46"/>
              <p:cNvSpPr/>
              <p:nvPr/>
            </p:nvSpPr>
            <p:spPr>
              <a:xfrm>
                <a:off x="8031407" y="5326212"/>
                <a:ext cx="32615" cy="54199"/>
              </a:xfrm>
              <a:custGeom>
                <a:rect b="b" l="l" r="r" t="t"/>
                <a:pathLst>
                  <a:path extrusionOk="0" h="4545" w="2735">
                    <a:moveTo>
                      <a:pt x="1971" y="0"/>
                    </a:moveTo>
                    <a:lnTo>
                      <a:pt x="1689" y="40"/>
                    </a:lnTo>
                    <a:lnTo>
                      <a:pt x="1448" y="201"/>
                    </a:lnTo>
                    <a:lnTo>
                      <a:pt x="1167" y="402"/>
                    </a:lnTo>
                    <a:lnTo>
                      <a:pt x="925" y="684"/>
                    </a:lnTo>
                    <a:lnTo>
                      <a:pt x="684" y="1046"/>
                    </a:lnTo>
                    <a:lnTo>
                      <a:pt x="483" y="1448"/>
                    </a:lnTo>
                    <a:lnTo>
                      <a:pt x="282" y="1890"/>
                    </a:lnTo>
                    <a:lnTo>
                      <a:pt x="161" y="2333"/>
                    </a:lnTo>
                    <a:lnTo>
                      <a:pt x="41" y="2775"/>
                    </a:lnTo>
                    <a:lnTo>
                      <a:pt x="1" y="3177"/>
                    </a:lnTo>
                    <a:lnTo>
                      <a:pt x="41" y="3579"/>
                    </a:lnTo>
                    <a:lnTo>
                      <a:pt x="81" y="3901"/>
                    </a:lnTo>
                    <a:lnTo>
                      <a:pt x="202" y="4182"/>
                    </a:lnTo>
                    <a:lnTo>
                      <a:pt x="362" y="4383"/>
                    </a:lnTo>
                    <a:lnTo>
                      <a:pt x="443" y="4464"/>
                    </a:lnTo>
                    <a:lnTo>
                      <a:pt x="563" y="4504"/>
                    </a:lnTo>
                    <a:lnTo>
                      <a:pt x="684" y="4544"/>
                    </a:lnTo>
                    <a:lnTo>
                      <a:pt x="805" y="4544"/>
                    </a:lnTo>
                    <a:lnTo>
                      <a:pt x="1046" y="4504"/>
                    </a:lnTo>
                    <a:lnTo>
                      <a:pt x="1287" y="4343"/>
                    </a:lnTo>
                    <a:lnTo>
                      <a:pt x="1569" y="4142"/>
                    </a:lnTo>
                    <a:lnTo>
                      <a:pt x="1810" y="3861"/>
                    </a:lnTo>
                    <a:lnTo>
                      <a:pt x="2051" y="3499"/>
                    </a:lnTo>
                    <a:lnTo>
                      <a:pt x="2293" y="3097"/>
                    </a:lnTo>
                    <a:lnTo>
                      <a:pt x="2454" y="2654"/>
                    </a:lnTo>
                    <a:lnTo>
                      <a:pt x="2614" y="2212"/>
                    </a:lnTo>
                    <a:lnTo>
                      <a:pt x="2695" y="1770"/>
                    </a:lnTo>
                    <a:lnTo>
                      <a:pt x="2735" y="1367"/>
                    </a:lnTo>
                    <a:lnTo>
                      <a:pt x="2735" y="965"/>
                    </a:lnTo>
                    <a:lnTo>
                      <a:pt x="2655" y="644"/>
                    </a:lnTo>
                    <a:lnTo>
                      <a:pt x="2534" y="362"/>
                    </a:lnTo>
                    <a:lnTo>
                      <a:pt x="2413" y="161"/>
                    </a:lnTo>
                    <a:lnTo>
                      <a:pt x="2293" y="81"/>
                    </a:lnTo>
                    <a:lnTo>
                      <a:pt x="2212" y="40"/>
                    </a:lnTo>
                    <a:lnTo>
                      <a:pt x="20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46"/>
              <p:cNvSpPr/>
              <p:nvPr/>
            </p:nvSpPr>
            <p:spPr>
              <a:xfrm>
                <a:off x="8150335" y="5367926"/>
                <a:ext cx="32615" cy="54199"/>
              </a:xfrm>
              <a:custGeom>
                <a:rect b="b" l="l" r="r" t="t"/>
                <a:pathLst>
                  <a:path extrusionOk="0" h="4545" w="2735">
                    <a:moveTo>
                      <a:pt x="1931" y="1"/>
                    </a:moveTo>
                    <a:lnTo>
                      <a:pt x="1689" y="41"/>
                    </a:lnTo>
                    <a:lnTo>
                      <a:pt x="1448" y="202"/>
                    </a:lnTo>
                    <a:lnTo>
                      <a:pt x="1166" y="403"/>
                    </a:lnTo>
                    <a:lnTo>
                      <a:pt x="925" y="684"/>
                    </a:lnTo>
                    <a:lnTo>
                      <a:pt x="684" y="1046"/>
                    </a:lnTo>
                    <a:lnTo>
                      <a:pt x="443" y="1448"/>
                    </a:lnTo>
                    <a:lnTo>
                      <a:pt x="282" y="1891"/>
                    </a:lnTo>
                    <a:lnTo>
                      <a:pt x="121" y="2333"/>
                    </a:lnTo>
                    <a:lnTo>
                      <a:pt x="41" y="2775"/>
                    </a:lnTo>
                    <a:lnTo>
                      <a:pt x="0" y="3218"/>
                    </a:lnTo>
                    <a:lnTo>
                      <a:pt x="0" y="3580"/>
                    </a:lnTo>
                    <a:lnTo>
                      <a:pt x="81" y="3901"/>
                    </a:lnTo>
                    <a:lnTo>
                      <a:pt x="161" y="4183"/>
                    </a:lnTo>
                    <a:lnTo>
                      <a:pt x="322" y="4384"/>
                    </a:lnTo>
                    <a:lnTo>
                      <a:pt x="443" y="4464"/>
                    </a:lnTo>
                    <a:lnTo>
                      <a:pt x="523" y="4505"/>
                    </a:lnTo>
                    <a:lnTo>
                      <a:pt x="644" y="4545"/>
                    </a:lnTo>
                    <a:lnTo>
                      <a:pt x="764" y="4545"/>
                    </a:lnTo>
                    <a:lnTo>
                      <a:pt x="1006" y="4505"/>
                    </a:lnTo>
                    <a:lnTo>
                      <a:pt x="1287" y="4344"/>
                    </a:lnTo>
                    <a:lnTo>
                      <a:pt x="1528" y="4143"/>
                    </a:lnTo>
                    <a:lnTo>
                      <a:pt x="1810" y="3861"/>
                    </a:lnTo>
                    <a:lnTo>
                      <a:pt x="2051" y="3499"/>
                    </a:lnTo>
                    <a:lnTo>
                      <a:pt x="2252" y="3137"/>
                    </a:lnTo>
                    <a:lnTo>
                      <a:pt x="2453" y="2695"/>
                    </a:lnTo>
                    <a:lnTo>
                      <a:pt x="2574" y="2212"/>
                    </a:lnTo>
                    <a:lnTo>
                      <a:pt x="2695" y="1770"/>
                    </a:lnTo>
                    <a:lnTo>
                      <a:pt x="2735" y="1368"/>
                    </a:lnTo>
                    <a:lnTo>
                      <a:pt x="2695" y="966"/>
                    </a:lnTo>
                    <a:lnTo>
                      <a:pt x="2654" y="644"/>
                    </a:lnTo>
                    <a:lnTo>
                      <a:pt x="2534" y="363"/>
                    </a:lnTo>
                    <a:lnTo>
                      <a:pt x="2373" y="162"/>
                    </a:lnTo>
                    <a:lnTo>
                      <a:pt x="2292" y="81"/>
                    </a:lnTo>
                    <a:lnTo>
                      <a:pt x="2172" y="41"/>
                    </a:lnTo>
                    <a:lnTo>
                      <a:pt x="20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5" name="Google Shape;1545;p46"/>
            <p:cNvGrpSpPr/>
            <p:nvPr/>
          </p:nvGrpSpPr>
          <p:grpSpPr>
            <a:xfrm>
              <a:off x="3887854" y="3428318"/>
              <a:ext cx="1348193" cy="1729521"/>
              <a:chOff x="3887854" y="3428318"/>
              <a:chExt cx="1348193" cy="1729521"/>
            </a:xfrm>
          </p:grpSpPr>
          <p:sp>
            <p:nvSpPr>
              <p:cNvPr id="1546" name="Google Shape;1546;p46"/>
              <p:cNvSpPr/>
              <p:nvPr/>
            </p:nvSpPr>
            <p:spPr>
              <a:xfrm>
                <a:off x="4853959" y="4352760"/>
                <a:ext cx="305323" cy="523067"/>
              </a:xfrm>
              <a:custGeom>
                <a:rect b="b" l="l" r="r" t="t"/>
                <a:pathLst>
                  <a:path extrusionOk="0" h="32353" w="18885">
                    <a:moveTo>
                      <a:pt x="6149" y="1"/>
                    </a:moveTo>
                    <a:lnTo>
                      <a:pt x="5651" y="30"/>
                    </a:lnTo>
                    <a:lnTo>
                      <a:pt x="5153" y="118"/>
                    </a:lnTo>
                    <a:lnTo>
                      <a:pt x="4655" y="264"/>
                    </a:lnTo>
                    <a:lnTo>
                      <a:pt x="4128" y="440"/>
                    </a:lnTo>
                    <a:lnTo>
                      <a:pt x="3601" y="703"/>
                    </a:lnTo>
                    <a:lnTo>
                      <a:pt x="3074" y="996"/>
                    </a:lnTo>
                    <a:lnTo>
                      <a:pt x="2547" y="1347"/>
                    </a:lnTo>
                    <a:lnTo>
                      <a:pt x="2020" y="1728"/>
                    </a:lnTo>
                    <a:lnTo>
                      <a:pt x="1493" y="2196"/>
                    </a:lnTo>
                    <a:lnTo>
                      <a:pt x="996" y="2694"/>
                    </a:lnTo>
                    <a:lnTo>
                      <a:pt x="498" y="3250"/>
                    </a:lnTo>
                    <a:lnTo>
                      <a:pt x="0" y="3836"/>
                    </a:lnTo>
                    <a:lnTo>
                      <a:pt x="791" y="4539"/>
                    </a:lnTo>
                    <a:lnTo>
                      <a:pt x="1435" y="5153"/>
                    </a:lnTo>
                    <a:lnTo>
                      <a:pt x="1962" y="5739"/>
                    </a:lnTo>
                    <a:lnTo>
                      <a:pt x="2401" y="6295"/>
                    </a:lnTo>
                    <a:lnTo>
                      <a:pt x="2723" y="6793"/>
                    </a:lnTo>
                    <a:lnTo>
                      <a:pt x="2957" y="7232"/>
                    </a:lnTo>
                    <a:lnTo>
                      <a:pt x="3133" y="7671"/>
                    </a:lnTo>
                    <a:lnTo>
                      <a:pt x="3250" y="8023"/>
                    </a:lnTo>
                    <a:lnTo>
                      <a:pt x="3631" y="9633"/>
                    </a:lnTo>
                    <a:lnTo>
                      <a:pt x="3923" y="10599"/>
                    </a:lnTo>
                    <a:lnTo>
                      <a:pt x="4275" y="11595"/>
                    </a:lnTo>
                    <a:lnTo>
                      <a:pt x="4568" y="12356"/>
                    </a:lnTo>
                    <a:lnTo>
                      <a:pt x="4860" y="13029"/>
                    </a:lnTo>
                    <a:lnTo>
                      <a:pt x="5153" y="13644"/>
                    </a:lnTo>
                    <a:lnTo>
                      <a:pt x="5475" y="14259"/>
                    </a:lnTo>
                    <a:lnTo>
                      <a:pt x="5768" y="14844"/>
                    </a:lnTo>
                    <a:lnTo>
                      <a:pt x="6412" y="15957"/>
                    </a:lnTo>
                    <a:lnTo>
                      <a:pt x="7085" y="17011"/>
                    </a:lnTo>
                    <a:lnTo>
                      <a:pt x="7788" y="18006"/>
                    </a:lnTo>
                    <a:lnTo>
                      <a:pt x="8461" y="18943"/>
                    </a:lnTo>
                    <a:lnTo>
                      <a:pt x="9896" y="20758"/>
                    </a:lnTo>
                    <a:lnTo>
                      <a:pt x="10599" y="21666"/>
                    </a:lnTo>
                    <a:lnTo>
                      <a:pt x="11272" y="22574"/>
                    </a:lnTo>
                    <a:lnTo>
                      <a:pt x="11946" y="23511"/>
                    </a:lnTo>
                    <a:lnTo>
                      <a:pt x="12619" y="24477"/>
                    </a:lnTo>
                    <a:lnTo>
                      <a:pt x="13234" y="25501"/>
                    </a:lnTo>
                    <a:lnTo>
                      <a:pt x="13527" y="26028"/>
                    </a:lnTo>
                    <a:lnTo>
                      <a:pt x="13819" y="26585"/>
                    </a:lnTo>
                    <a:lnTo>
                      <a:pt x="14083" y="27170"/>
                    </a:lnTo>
                    <a:lnTo>
                      <a:pt x="14376" y="27756"/>
                    </a:lnTo>
                    <a:lnTo>
                      <a:pt x="14610" y="28400"/>
                    </a:lnTo>
                    <a:lnTo>
                      <a:pt x="14873" y="29044"/>
                    </a:lnTo>
                    <a:lnTo>
                      <a:pt x="15225" y="30098"/>
                    </a:lnTo>
                    <a:lnTo>
                      <a:pt x="15459" y="31006"/>
                    </a:lnTo>
                    <a:lnTo>
                      <a:pt x="15664" y="31796"/>
                    </a:lnTo>
                    <a:lnTo>
                      <a:pt x="15781" y="32352"/>
                    </a:lnTo>
                    <a:lnTo>
                      <a:pt x="18884" y="31650"/>
                    </a:lnTo>
                    <a:lnTo>
                      <a:pt x="18884" y="30625"/>
                    </a:lnTo>
                    <a:lnTo>
                      <a:pt x="18855" y="29571"/>
                    </a:lnTo>
                    <a:lnTo>
                      <a:pt x="18767" y="28458"/>
                    </a:lnTo>
                    <a:lnTo>
                      <a:pt x="18679" y="27287"/>
                    </a:lnTo>
                    <a:lnTo>
                      <a:pt x="18562" y="26116"/>
                    </a:lnTo>
                    <a:lnTo>
                      <a:pt x="18416" y="24857"/>
                    </a:lnTo>
                    <a:lnTo>
                      <a:pt x="18211" y="23598"/>
                    </a:lnTo>
                    <a:lnTo>
                      <a:pt x="17977" y="22310"/>
                    </a:lnTo>
                    <a:lnTo>
                      <a:pt x="17684" y="20963"/>
                    </a:lnTo>
                    <a:lnTo>
                      <a:pt x="17362" y="19587"/>
                    </a:lnTo>
                    <a:lnTo>
                      <a:pt x="16981" y="18211"/>
                    </a:lnTo>
                    <a:lnTo>
                      <a:pt x="16571" y="16777"/>
                    </a:lnTo>
                    <a:lnTo>
                      <a:pt x="16074" y="15342"/>
                    </a:lnTo>
                    <a:lnTo>
                      <a:pt x="15547" y="13878"/>
                    </a:lnTo>
                    <a:lnTo>
                      <a:pt x="14932" y="12385"/>
                    </a:lnTo>
                    <a:lnTo>
                      <a:pt x="14258" y="10892"/>
                    </a:lnTo>
                    <a:lnTo>
                      <a:pt x="13702" y="9721"/>
                    </a:lnTo>
                    <a:lnTo>
                      <a:pt x="13117" y="8579"/>
                    </a:lnTo>
                    <a:lnTo>
                      <a:pt x="12531" y="7496"/>
                    </a:lnTo>
                    <a:lnTo>
                      <a:pt x="11946" y="6442"/>
                    </a:lnTo>
                    <a:lnTo>
                      <a:pt x="11331" y="5417"/>
                    </a:lnTo>
                    <a:lnTo>
                      <a:pt x="10687" y="4451"/>
                    </a:lnTo>
                    <a:lnTo>
                      <a:pt x="10072" y="3514"/>
                    </a:lnTo>
                    <a:lnTo>
                      <a:pt x="9428" y="2606"/>
                    </a:lnTo>
                    <a:lnTo>
                      <a:pt x="9252" y="2079"/>
                    </a:lnTo>
                    <a:lnTo>
                      <a:pt x="9047" y="1640"/>
                    </a:lnTo>
                    <a:lnTo>
                      <a:pt x="8813" y="1289"/>
                    </a:lnTo>
                    <a:lnTo>
                      <a:pt x="8579" y="996"/>
                    </a:lnTo>
                    <a:lnTo>
                      <a:pt x="8374" y="762"/>
                    </a:lnTo>
                    <a:lnTo>
                      <a:pt x="8169" y="586"/>
                    </a:lnTo>
                    <a:lnTo>
                      <a:pt x="7964" y="469"/>
                    </a:lnTo>
                    <a:lnTo>
                      <a:pt x="7817" y="381"/>
                    </a:lnTo>
                    <a:lnTo>
                      <a:pt x="7437" y="206"/>
                    </a:lnTo>
                    <a:lnTo>
                      <a:pt x="7027" y="88"/>
                    </a:lnTo>
                    <a:lnTo>
                      <a:pt x="6588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46"/>
              <p:cNvSpPr/>
              <p:nvPr/>
            </p:nvSpPr>
            <p:spPr>
              <a:xfrm>
                <a:off x="4580841" y="3997754"/>
                <a:ext cx="407081" cy="435973"/>
              </a:xfrm>
              <a:custGeom>
                <a:rect b="b" l="l" r="r" t="t"/>
                <a:pathLst>
                  <a:path extrusionOk="0" h="26966" w="25179">
                    <a:moveTo>
                      <a:pt x="7319" y="0"/>
                    </a:moveTo>
                    <a:lnTo>
                      <a:pt x="6675" y="88"/>
                    </a:lnTo>
                    <a:lnTo>
                      <a:pt x="6324" y="147"/>
                    </a:lnTo>
                    <a:lnTo>
                      <a:pt x="5973" y="205"/>
                    </a:lnTo>
                    <a:lnTo>
                      <a:pt x="5621" y="322"/>
                    </a:lnTo>
                    <a:lnTo>
                      <a:pt x="5241" y="469"/>
                    </a:lnTo>
                    <a:lnTo>
                      <a:pt x="4831" y="615"/>
                    </a:lnTo>
                    <a:lnTo>
                      <a:pt x="4450" y="820"/>
                    </a:lnTo>
                    <a:lnTo>
                      <a:pt x="4011" y="1025"/>
                    </a:lnTo>
                    <a:lnTo>
                      <a:pt x="3630" y="1289"/>
                    </a:lnTo>
                    <a:lnTo>
                      <a:pt x="3250" y="1552"/>
                    </a:lnTo>
                    <a:lnTo>
                      <a:pt x="2869" y="1874"/>
                    </a:lnTo>
                    <a:lnTo>
                      <a:pt x="2518" y="2167"/>
                    </a:lnTo>
                    <a:lnTo>
                      <a:pt x="2196" y="2518"/>
                    </a:lnTo>
                    <a:lnTo>
                      <a:pt x="1874" y="2870"/>
                    </a:lnTo>
                    <a:lnTo>
                      <a:pt x="1581" y="3221"/>
                    </a:lnTo>
                    <a:lnTo>
                      <a:pt x="1288" y="3602"/>
                    </a:lnTo>
                    <a:lnTo>
                      <a:pt x="1054" y="4011"/>
                    </a:lnTo>
                    <a:lnTo>
                      <a:pt x="820" y="4421"/>
                    </a:lnTo>
                    <a:lnTo>
                      <a:pt x="586" y="4831"/>
                    </a:lnTo>
                    <a:lnTo>
                      <a:pt x="410" y="5270"/>
                    </a:lnTo>
                    <a:lnTo>
                      <a:pt x="234" y="5709"/>
                    </a:lnTo>
                    <a:lnTo>
                      <a:pt x="117" y="6149"/>
                    </a:lnTo>
                    <a:lnTo>
                      <a:pt x="0" y="6588"/>
                    </a:lnTo>
                    <a:lnTo>
                      <a:pt x="820" y="8081"/>
                    </a:lnTo>
                    <a:lnTo>
                      <a:pt x="1698" y="9574"/>
                    </a:lnTo>
                    <a:lnTo>
                      <a:pt x="2664" y="11067"/>
                    </a:lnTo>
                    <a:lnTo>
                      <a:pt x="3660" y="12590"/>
                    </a:lnTo>
                    <a:lnTo>
                      <a:pt x="3953" y="13029"/>
                    </a:lnTo>
                    <a:lnTo>
                      <a:pt x="4245" y="13468"/>
                    </a:lnTo>
                    <a:lnTo>
                      <a:pt x="4889" y="14376"/>
                    </a:lnTo>
                    <a:lnTo>
                      <a:pt x="5534" y="15254"/>
                    </a:lnTo>
                    <a:lnTo>
                      <a:pt x="6822" y="16923"/>
                    </a:lnTo>
                    <a:lnTo>
                      <a:pt x="8051" y="18416"/>
                    </a:lnTo>
                    <a:lnTo>
                      <a:pt x="9310" y="19821"/>
                    </a:lnTo>
                    <a:lnTo>
                      <a:pt x="10540" y="21168"/>
                    </a:lnTo>
                    <a:lnTo>
                      <a:pt x="11799" y="22456"/>
                    </a:lnTo>
                    <a:lnTo>
                      <a:pt x="13058" y="23686"/>
                    </a:lnTo>
                    <a:lnTo>
                      <a:pt x="14288" y="24828"/>
                    </a:lnTo>
                    <a:lnTo>
                      <a:pt x="15517" y="25940"/>
                    </a:lnTo>
                    <a:lnTo>
                      <a:pt x="16747" y="26965"/>
                    </a:lnTo>
                    <a:lnTo>
                      <a:pt x="25179" y="22632"/>
                    </a:lnTo>
                    <a:lnTo>
                      <a:pt x="20934" y="16718"/>
                    </a:lnTo>
                    <a:lnTo>
                      <a:pt x="16688" y="10862"/>
                    </a:lnTo>
                    <a:lnTo>
                      <a:pt x="8959" y="147"/>
                    </a:lnTo>
                    <a:lnTo>
                      <a:pt x="8696" y="88"/>
                    </a:lnTo>
                    <a:lnTo>
                      <a:pt x="8344" y="30"/>
                    </a:lnTo>
                    <a:lnTo>
                      <a:pt x="7876" y="0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46"/>
              <p:cNvSpPr/>
              <p:nvPr/>
            </p:nvSpPr>
            <p:spPr>
              <a:xfrm>
                <a:off x="4639998" y="4143536"/>
                <a:ext cx="210663" cy="127820"/>
              </a:xfrm>
              <a:custGeom>
                <a:rect b="b" l="l" r="r" t="t"/>
                <a:pathLst>
                  <a:path extrusionOk="0" h="7906" w="13030">
                    <a:moveTo>
                      <a:pt x="8316" y="1"/>
                    </a:moveTo>
                    <a:lnTo>
                      <a:pt x="1" y="3573"/>
                    </a:lnTo>
                    <a:lnTo>
                      <a:pt x="294" y="4012"/>
                    </a:lnTo>
                    <a:lnTo>
                      <a:pt x="586" y="4451"/>
                    </a:lnTo>
                    <a:lnTo>
                      <a:pt x="1230" y="5359"/>
                    </a:lnTo>
                    <a:lnTo>
                      <a:pt x="1875" y="6237"/>
                    </a:lnTo>
                    <a:lnTo>
                      <a:pt x="3163" y="7906"/>
                    </a:lnTo>
                    <a:lnTo>
                      <a:pt x="13029" y="1845"/>
                    </a:lnTo>
                    <a:lnTo>
                      <a:pt x="10658" y="908"/>
                    </a:lnTo>
                    <a:lnTo>
                      <a:pt x="83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46"/>
              <p:cNvSpPr/>
              <p:nvPr/>
            </p:nvSpPr>
            <p:spPr>
              <a:xfrm>
                <a:off x="4529235" y="3983559"/>
                <a:ext cx="326163" cy="269819"/>
              </a:xfrm>
              <a:custGeom>
                <a:rect b="b" l="l" r="r" t="t"/>
                <a:pathLst>
                  <a:path extrusionOk="0" h="16689" w="20174">
                    <a:moveTo>
                      <a:pt x="5564" y="0"/>
                    </a:moveTo>
                    <a:lnTo>
                      <a:pt x="4510" y="59"/>
                    </a:lnTo>
                    <a:lnTo>
                      <a:pt x="3514" y="146"/>
                    </a:lnTo>
                    <a:lnTo>
                      <a:pt x="2548" y="264"/>
                    </a:lnTo>
                    <a:lnTo>
                      <a:pt x="1670" y="381"/>
                    </a:lnTo>
                    <a:lnTo>
                      <a:pt x="821" y="527"/>
                    </a:lnTo>
                    <a:lnTo>
                      <a:pt x="1" y="703"/>
                    </a:lnTo>
                    <a:lnTo>
                      <a:pt x="59" y="1815"/>
                    </a:lnTo>
                    <a:lnTo>
                      <a:pt x="176" y="2957"/>
                    </a:lnTo>
                    <a:lnTo>
                      <a:pt x="323" y="4040"/>
                    </a:lnTo>
                    <a:lnTo>
                      <a:pt x="528" y="5094"/>
                    </a:lnTo>
                    <a:lnTo>
                      <a:pt x="733" y="6148"/>
                    </a:lnTo>
                    <a:lnTo>
                      <a:pt x="1025" y="7144"/>
                    </a:lnTo>
                    <a:lnTo>
                      <a:pt x="1318" y="8110"/>
                    </a:lnTo>
                    <a:lnTo>
                      <a:pt x="1640" y="9047"/>
                    </a:lnTo>
                    <a:lnTo>
                      <a:pt x="1992" y="9954"/>
                    </a:lnTo>
                    <a:lnTo>
                      <a:pt x="2372" y="10833"/>
                    </a:lnTo>
                    <a:lnTo>
                      <a:pt x="2753" y="11653"/>
                    </a:lnTo>
                    <a:lnTo>
                      <a:pt x="3163" y="12472"/>
                    </a:lnTo>
                    <a:lnTo>
                      <a:pt x="3602" y="13263"/>
                    </a:lnTo>
                    <a:lnTo>
                      <a:pt x="4012" y="14024"/>
                    </a:lnTo>
                    <a:lnTo>
                      <a:pt x="4480" y="14727"/>
                    </a:lnTo>
                    <a:lnTo>
                      <a:pt x="4919" y="15429"/>
                    </a:lnTo>
                    <a:lnTo>
                      <a:pt x="5359" y="16073"/>
                    </a:lnTo>
                    <a:lnTo>
                      <a:pt x="5827" y="16688"/>
                    </a:lnTo>
                    <a:lnTo>
                      <a:pt x="20173" y="11594"/>
                    </a:lnTo>
                    <a:lnTo>
                      <a:pt x="19763" y="10686"/>
                    </a:lnTo>
                    <a:lnTo>
                      <a:pt x="19324" y="9808"/>
                    </a:lnTo>
                    <a:lnTo>
                      <a:pt x="18885" y="8959"/>
                    </a:lnTo>
                    <a:lnTo>
                      <a:pt x="18416" y="8168"/>
                    </a:lnTo>
                    <a:lnTo>
                      <a:pt x="17948" y="7378"/>
                    </a:lnTo>
                    <a:lnTo>
                      <a:pt x="17480" y="6646"/>
                    </a:lnTo>
                    <a:lnTo>
                      <a:pt x="17011" y="5943"/>
                    </a:lnTo>
                    <a:lnTo>
                      <a:pt x="16513" y="5270"/>
                    </a:lnTo>
                    <a:lnTo>
                      <a:pt x="16016" y="4626"/>
                    </a:lnTo>
                    <a:lnTo>
                      <a:pt x="15489" y="4011"/>
                    </a:lnTo>
                    <a:lnTo>
                      <a:pt x="14991" y="3426"/>
                    </a:lnTo>
                    <a:lnTo>
                      <a:pt x="14493" y="2869"/>
                    </a:lnTo>
                    <a:lnTo>
                      <a:pt x="13966" y="2342"/>
                    </a:lnTo>
                    <a:lnTo>
                      <a:pt x="13469" y="1845"/>
                    </a:lnTo>
                    <a:lnTo>
                      <a:pt x="12942" y="1347"/>
                    </a:lnTo>
                    <a:lnTo>
                      <a:pt x="12444" y="908"/>
                    </a:lnTo>
                    <a:lnTo>
                      <a:pt x="11946" y="498"/>
                    </a:lnTo>
                    <a:lnTo>
                      <a:pt x="10980" y="351"/>
                    </a:lnTo>
                    <a:lnTo>
                      <a:pt x="9984" y="205"/>
                    </a:lnTo>
                    <a:lnTo>
                      <a:pt x="8901" y="88"/>
                    </a:lnTo>
                    <a:lnTo>
                      <a:pt x="7759" y="29"/>
                    </a:lnTo>
                    <a:lnTo>
                      <a:pt x="66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46"/>
              <p:cNvSpPr/>
              <p:nvPr/>
            </p:nvSpPr>
            <p:spPr>
              <a:xfrm>
                <a:off x="4220144" y="4482924"/>
                <a:ext cx="621042" cy="430298"/>
              </a:xfrm>
              <a:custGeom>
                <a:rect b="b" l="l" r="r" t="t"/>
                <a:pathLst>
                  <a:path extrusionOk="0" h="26615" w="38413">
                    <a:moveTo>
                      <a:pt x="33289" y="1"/>
                    </a:moveTo>
                    <a:lnTo>
                      <a:pt x="32118" y="147"/>
                    </a:lnTo>
                    <a:lnTo>
                      <a:pt x="30888" y="323"/>
                    </a:lnTo>
                    <a:lnTo>
                      <a:pt x="29571" y="557"/>
                    </a:lnTo>
                    <a:lnTo>
                      <a:pt x="28195" y="821"/>
                    </a:lnTo>
                    <a:lnTo>
                      <a:pt x="26731" y="1143"/>
                    </a:lnTo>
                    <a:lnTo>
                      <a:pt x="25209" y="1523"/>
                    </a:lnTo>
                    <a:lnTo>
                      <a:pt x="23628" y="1963"/>
                    </a:lnTo>
                    <a:lnTo>
                      <a:pt x="22017" y="2460"/>
                    </a:lnTo>
                    <a:lnTo>
                      <a:pt x="20348" y="3046"/>
                    </a:lnTo>
                    <a:lnTo>
                      <a:pt x="18621" y="3690"/>
                    </a:lnTo>
                    <a:lnTo>
                      <a:pt x="16894" y="4451"/>
                    </a:lnTo>
                    <a:lnTo>
                      <a:pt x="16015" y="4861"/>
                    </a:lnTo>
                    <a:lnTo>
                      <a:pt x="15137" y="5271"/>
                    </a:lnTo>
                    <a:lnTo>
                      <a:pt x="14229" y="5739"/>
                    </a:lnTo>
                    <a:lnTo>
                      <a:pt x="13351" y="6208"/>
                    </a:lnTo>
                    <a:lnTo>
                      <a:pt x="12443" y="6706"/>
                    </a:lnTo>
                    <a:lnTo>
                      <a:pt x="11565" y="7233"/>
                    </a:lnTo>
                    <a:lnTo>
                      <a:pt x="10658" y="7789"/>
                    </a:lnTo>
                    <a:lnTo>
                      <a:pt x="9750" y="8374"/>
                    </a:lnTo>
                    <a:lnTo>
                      <a:pt x="8872" y="8960"/>
                    </a:lnTo>
                    <a:lnTo>
                      <a:pt x="7964" y="9604"/>
                    </a:lnTo>
                    <a:lnTo>
                      <a:pt x="6764" y="10512"/>
                    </a:lnTo>
                    <a:lnTo>
                      <a:pt x="5651" y="11390"/>
                    </a:lnTo>
                    <a:lnTo>
                      <a:pt x="4568" y="12298"/>
                    </a:lnTo>
                    <a:lnTo>
                      <a:pt x="3543" y="13205"/>
                    </a:lnTo>
                    <a:lnTo>
                      <a:pt x="2577" y="14113"/>
                    </a:lnTo>
                    <a:lnTo>
                      <a:pt x="1669" y="15020"/>
                    </a:lnTo>
                    <a:lnTo>
                      <a:pt x="820" y="15899"/>
                    </a:lnTo>
                    <a:lnTo>
                      <a:pt x="0" y="16777"/>
                    </a:lnTo>
                    <a:lnTo>
                      <a:pt x="9164" y="26614"/>
                    </a:lnTo>
                    <a:lnTo>
                      <a:pt x="38413" y="8023"/>
                    </a:lnTo>
                    <a:lnTo>
                      <a:pt x="33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46"/>
              <p:cNvSpPr/>
              <p:nvPr/>
            </p:nvSpPr>
            <p:spPr>
              <a:xfrm>
                <a:off x="4333268" y="3761546"/>
                <a:ext cx="258470" cy="313375"/>
              </a:xfrm>
              <a:custGeom>
                <a:rect b="b" l="l" r="r" t="t"/>
                <a:pathLst>
                  <a:path extrusionOk="0" h="19383" w="15987">
                    <a:moveTo>
                      <a:pt x="7789" y="1"/>
                    </a:moveTo>
                    <a:lnTo>
                      <a:pt x="7115" y="1494"/>
                    </a:lnTo>
                    <a:lnTo>
                      <a:pt x="6383" y="3046"/>
                    </a:lnTo>
                    <a:lnTo>
                      <a:pt x="5593" y="4597"/>
                    </a:lnTo>
                    <a:lnTo>
                      <a:pt x="4744" y="6178"/>
                    </a:lnTo>
                    <a:lnTo>
                      <a:pt x="3573" y="8257"/>
                    </a:lnTo>
                    <a:lnTo>
                      <a:pt x="2372" y="10219"/>
                    </a:lnTo>
                    <a:lnTo>
                      <a:pt x="1201" y="12034"/>
                    </a:lnTo>
                    <a:lnTo>
                      <a:pt x="1" y="13732"/>
                    </a:lnTo>
                    <a:lnTo>
                      <a:pt x="4978" y="16543"/>
                    </a:lnTo>
                    <a:lnTo>
                      <a:pt x="9955" y="19383"/>
                    </a:lnTo>
                    <a:lnTo>
                      <a:pt x="11214" y="16191"/>
                    </a:lnTo>
                    <a:lnTo>
                      <a:pt x="13410" y="10629"/>
                    </a:lnTo>
                    <a:lnTo>
                      <a:pt x="13556" y="10189"/>
                    </a:lnTo>
                    <a:lnTo>
                      <a:pt x="15986" y="3983"/>
                    </a:lnTo>
                    <a:lnTo>
                      <a:pt x="12473" y="2284"/>
                    </a:lnTo>
                    <a:lnTo>
                      <a:pt x="9253" y="703"/>
                    </a:lnTo>
                    <a:lnTo>
                      <a:pt x="7789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46"/>
              <p:cNvSpPr/>
              <p:nvPr/>
            </p:nvSpPr>
            <p:spPr>
              <a:xfrm>
                <a:off x="4410905" y="3772912"/>
                <a:ext cx="180833" cy="250418"/>
              </a:xfrm>
              <a:custGeom>
                <a:rect b="b" l="l" r="r" t="t"/>
                <a:pathLst>
                  <a:path extrusionOk="0" h="15489" w="11185">
                    <a:moveTo>
                      <a:pt x="4451" y="0"/>
                    </a:moveTo>
                    <a:lnTo>
                      <a:pt x="4129" y="205"/>
                    </a:lnTo>
                    <a:lnTo>
                      <a:pt x="3631" y="586"/>
                    </a:lnTo>
                    <a:lnTo>
                      <a:pt x="3309" y="850"/>
                    </a:lnTo>
                    <a:lnTo>
                      <a:pt x="2987" y="1142"/>
                    </a:lnTo>
                    <a:lnTo>
                      <a:pt x="2635" y="1464"/>
                    </a:lnTo>
                    <a:lnTo>
                      <a:pt x="2284" y="1845"/>
                    </a:lnTo>
                    <a:lnTo>
                      <a:pt x="1933" y="2284"/>
                    </a:lnTo>
                    <a:lnTo>
                      <a:pt x="1581" y="2753"/>
                    </a:lnTo>
                    <a:lnTo>
                      <a:pt x="1259" y="3250"/>
                    </a:lnTo>
                    <a:lnTo>
                      <a:pt x="937" y="3807"/>
                    </a:lnTo>
                    <a:lnTo>
                      <a:pt x="674" y="4421"/>
                    </a:lnTo>
                    <a:lnTo>
                      <a:pt x="410" y="5066"/>
                    </a:lnTo>
                    <a:lnTo>
                      <a:pt x="235" y="5739"/>
                    </a:lnTo>
                    <a:lnTo>
                      <a:pt x="88" y="6500"/>
                    </a:lnTo>
                    <a:lnTo>
                      <a:pt x="30" y="6822"/>
                    </a:lnTo>
                    <a:lnTo>
                      <a:pt x="0" y="7525"/>
                    </a:lnTo>
                    <a:lnTo>
                      <a:pt x="0" y="7964"/>
                    </a:lnTo>
                    <a:lnTo>
                      <a:pt x="30" y="8432"/>
                    </a:lnTo>
                    <a:lnTo>
                      <a:pt x="59" y="8989"/>
                    </a:lnTo>
                    <a:lnTo>
                      <a:pt x="147" y="9545"/>
                    </a:lnTo>
                    <a:lnTo>
                      <a:pt x="264" y="10160"/>
                    </a:lnTo>
                    <a:lnTo>
                      <a:pt x="410" y="10745"/>
                    </a:lnTo>
                    <a:lnTo>
                      <a:pt x="644" y="11389"/>
                    </a:lnTo>
                    <a:lnTo>
                      <a:pt x="908" y="11975"/>
                    </a:lnTo>
                    <a:lnTo>
                      <a:pt x="1084" y="12297"/>
                    </a:lnTo>
                    <a:lnTo>
                      <a:pt x="1259" y="12590"/>
                    </a:lnTo>
                    <a:lnTo>
                      <a:pt x="1464" y="12883"/>
                    </a:lnTo>
                    <a:lnTo>
                      <a:pt x="1669" y="13146"/>
                    </a:lnTo>
                    <a:lnTo>
                      <a:pt x="1903" y="13439"/>
                    </a:lnTo>
                    <a:lnTo>
                      <a:pt x="2167" y="13702"/>
                    </a:lnTo>
                    <a:lnTo>
                      <a:pt x="2460" y="13937"/>
                    </a:lnTo>
                    <a:lnTo>
                      <a:pt x="2752" y="14200"/>
                    </a:lnTo>
                    <a:lnTo>
                      <a:pt x="3279" y="14522"/>
                    </a:lnTo>
                    <a:lnTo>
                      <a:pt x="3777" y="14815"/>
                    </a:lnTo>
                    <a:lnTo>
                      <a:pt x="4304" y="15049"/>
                    </a:lnTo>
                    <a:lnTo>
                      <a:pt x="4773" y="15196"/>
                    </a:lnTo>
                    <a:lnTo>
                      <a:pt x="5241" y="15342"/>
                    </a:lnTo>
                    <a:lnTo>
                      <a:pt x="5680" y="15401"/>
                    </a:lnTo>
                    <a:lnTo>
                      <a:pt x="6061" y="15459"/>
                    </a:lnTo>
                    <a:lnTo>
                      <a:pt x="6412" y="15488"/>
                    </a:lnTo>
                    <a:lnTo>
                      <a:pt x="8608" y="9926"/>
                    </a:lnTo>
                    <a:lnTo>
                      <a:pt x="8754" y="9486"/>
                    </a:lnTo>
                    <a:lnTo>
                      <a:pt x="11184" y="3280"/>
                    </a:lnTo>
                    <a:lnTo>
                      <a:pt x="7671" y="1581"/>
                    </a:lnTo>
                    <a:lnTo>
                      <a:pt x="4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46"/>
              <p:cNvSpPr/>
              <p:nvPr/>
            </p:nvSpPr>
            <p:spPr>
              <a:xfrm>
                <a:off x="3898266" y="4482924"/>
                <a:ext cx="621042" cy="430298"/>
              </a:xfrm>
              <a:custGeom>
                <a:rect b="b" l="l" r="r" t="t"/>
                <a:pathLst>
                  <a:path extrusionOk="0" h="26615" w="38413">
                    <a:moveTo>
                      <a:pt x="5154" y="1"/>
                    </a:moveTo>
                    <a:lnTo>
                      <a:pt x="1" y="8023"/>
                    </a:lnTo>
                    <a:lnTo>
                      <a:pt x="29249" y="26614"/>
                    </a:lnTo>
                    <a:lnTo>
                      <a:pt x="38413" y="16777"/>
                    </a:lnTo>
                    <a:lnTo>
                      <a:pt x="37593" y="15899"/>
                    </a:lnTo>
                    <a:lnTo>
                      <a:pt x="36744" y="15020"/>
                    </a:lnTo>
                    <a:lnTo>
                      <a:pt x="35837" y="14113"/>
                    </a:lnTo>
                    <a:lnTo>
                      <a:pt x="34870" y="13205"/>
                    </a:lnTo>
                    <a:lnTo>
                      <a:pt x="33846" y="12298"/>
                    </a:lnTo>
                    <a:lnTo>
                      <a:pt x="32762" y="11390"/>
                    </a:lnTo>
                    <a:lnTo>
                      <a:pt x="31650" y="10512"/>
                    </a:lnTo>
                    <a:lnTo>
                      <a:pt x="30449" y="9604"/>
                    </a:lnTo>
                    <a:lnTo>
                      <a:pt x="29542" y="8960"/>
                    </a:lnTo>
                    <a:lnTo>
                      <a:pt x="28663" y="8374"/>
                    </a:lnTo>
                    <a:lnTo>
                      <a:pt x="27756" y="7789"/>
                    </a:lnTo>
                    <a:lnTo>
                      <a:pt x="26848" y="7233"/>
                    </a:lnTo>
                    <a:lnTo>
                      <a:pt x="25970" y="6706"/>
                    </a:lnTo>
                    <a:lnTo>
                      <a:pt x="25062" y="6208"/>
                    </a:lnTo>
                    <a:lnTo>
                      <a:pt x="24184" y="5739"/>
                    </a:lnTo>
                    <a:lnTo>
                      <a:pt x="23276" y="5271"/>
                    </a:lnTo>
                    <a:lnTo>
                      <a:pt x="22398" y="4861"/>
                    </a:lnTo>
                    <a:lnTo>
                      <a:pt x="21520" y="4451"/>
                    </a:lnTo>
                    <a:lnTo>
                      <a:pt x="19792" y="3690"/>
                    </a:lnTo>
                    <a:lnTo>
                      <a:pt x="18065" y="3046"/>
                    </a:lnTo>
                    <a:lnTo>
                      <a:pt x="16396" y="2460"/>
                    </a:lnTo>
                    <a:lnTo>
                      <a:pt x="14786" y="1963"/>
                    </a:lnTo>
                    <a:lnTo>
                      <a:pt x="13205" y="1523"/>
                    </a:lnTo>
                    <a:lnTo>
                      <a:pt x="11682" y="1143"/>
                    </a:lnTo>
                    <a:lnTo>
                      <a:pt x="10219" y="821"/>
                    </a:lnTo>
                    <a:lnTo>
                      <a:pt x="8843" y="557"/>
                    </a:lnTo>
                    <a:lnTo>
                      <a:pt x="7525" y="323"/>
                    </a:lnTo>
                    <a:lnTo>
                      <a:pt x="6295" y="147"/>
                    </a:lnTo>
                    <a:lnTo>
                      <a:pt x="5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46"/>
              <p:cNvSpPr/>
              <p:nvPr/>
            </p:nvSpPr>
            <p:spPr>
              <a:xfrm>
                <a:off x="3887854" y="4482924"/>
                <a:ext cx="513593" cy="466271"/>
              </a:xfrm>
              <a:custGeom>
                <a:rect b="b" l="l" r="r" t="t"/>
                <a:pathLst>
                  <a:path extrusionOk="0" h="28840" w="31767">
                    <a:moveTo>
                      <a:pt x="5798" y="1"/>
                    </a:moveTo>
                    <a:lnTo>
                      <a:pt x="5446" y="118"/>
                    </a:lnTo>
                    <a:lnTo>
                      <a:pt x="5007" y="323"/>
                    </a:lnTo>
                    <a:lnTo>
                      <a:pt x="4421" y="616"/>
                    </a:lnTo>
                    <a:lnTo>
                      <a:pt x="3777" y="1026"/>
                    </a:lnTo>
                    <a:lnTo>
                      <a:pt x="3426" y="1260"/>
                    </a:lnTo>
                    <a:lnTo>
                      <a:pt x="3075" y="1523"/>
                    </a:lnTo>
                    <a:lnTo>
                      <a:pt x="2723" y="1816"/>
                    </a:lnTo>
                    <a:lnTo>
                      <a:pt x="2372" y="2167"/>
                    </a:lnTo>
                    <a:lnTo>
                      <a:pt x="2050" y="2519"/>
                    </a:lnTo>
                    <a:lnTo>
                      <a:pt x="1699" y="2929"/>
                    </a:lnTo>
                    <a:lnTo>
                      <a:pt x="1406" y="3368"/>
                    </a:lnTo>
                    <a:lnTo>
                      <a:pt x="1084" y="3866"/>
                    </a:lnTo>
                    <a:lnTo>
                      <a:pt x="791" y="4451"/>
                    </a:lnTo>
                    <a:lnTo>
                      <a:pt x="528" y="5037"/>
                    </a:lnTo>
                    <a:lnTo>
                      <a:pt x="323" y="5622"/>
                    </a:lnTo>
                    <a:lnTo>
                      <a:pt x="176" y="6208"/>
                    </a:lnTo>
                    <a:lnTo>
                      <a:pt x="88" y="6764"/>
                    </a:lnTo>
                    <a:lnTo>
                      <a:pt x="30" y="7291"/>
                    </a:lnTo>
                    <a:lnTo>
                      <a:pt x="1" y="7818"/>
                    </a:lnTo>
                    <a:lnTo>
                      <a:pt x="1" y="8316"/>
                    </a:lnTo>
                    <a:lnTo>
                      <a:pt x="1" y="8755"/>
                    </a:lnTo>
                    <a:lnTo>
                      <a:pt x="59" y="9194"/>
                    </a:lnTo>
                    <a:lnTo>
                      <a:pt x="176" y="9897"/>
                    </a:lnTo>
                    <a:lnTo>
                      <a:pt x="293" y="10453"/>
                    </a:lnTo>
                    <a:lnTo>
                      <a:pt x="381" y="10746"/>
                    </a:lnTo>
                    <a:lnTo>
                      <a:pt x="1552" y="12151"/>
                    </a:lnTo>
                    <a:lnTo>
                      <a:pt x="2694" y="13439"/>
                    </a:lnTo>
                    <a:lnTo>
                      <a:pt x="3836" y="14640"/>
                    </a:lnTo>
                    <a:lnTo>
                      <a:pt x="4919" y="15723"/>
                    </a:lnTo>
                    <a:lnTo>
                      <a:pt x="6002" y="16718"/>
                    </a:lnTo>
                    <a:lnTo>
                      <a:pt x="6998" y="17597"/>
                    </a:lnTo>
                    <a:lnTo>
                      <a:pt x="7964" y="18387"/>
                    </a:lnTo>
                    <a:lnTo>
                      <a:pt x="8842" y="19090"/>
                    </a:lnTo>
                    <a:lnTo>
                      <a:pt x="9984" y="19939"/>
                    </a:lnTo>
                    <a:lnTo>
                      <a:pt x="11097" y="20730"/>
                    </a:lnTo>
                    <a:lnTo>
                      <a:pt x="12180" y="21461"/>
                    </a:lnTo>
                    <a:lnTo>
                      <a:pt x="13263" y="22135"/>
                    </a:lnTo>
                    <a:lnTo>
                      <a:pt x="14317" y="22779"/>
                    </a:lnTo>
                    <a:lnTo>
                      <a:pt x="15371" y="23364"/>
                    </a:lnTo>
                    <a:lnTo>
                      <a:pt x="16367" y="23891"/>
                    </a:lnTo>
                    <a:lnTo>
                      <a:pt x="17333" y="24389"/>
                    </a:lnTo>
                    <a:lnTo>
                      <a:pt x="18241" y="24828"/>
                    </a:lnTo>
                    <a:lnTo>
                      <a:pt x="19148" y="25238"/>
                    </a:lnTo>
                    <a:lnTo>
                      <a:pt x="20788" y="25941"/>
                    </a:lnTo>
                    <a:lnTo>
                      <a:pt x="22222" y="26526"/>
                    </a:lnTo>
                    <a:lnTo>
                      <a:pt x="23423" y="26966"/>
                    </a:lnTo>
                    <a:lnTo>
                      <a:pt x="25179" y="27610"/>
                    </a:lnTo>
                    <a:lnTo>
                      <a:pt x="26790" y="28107"/>
                    </a:lnTo>
                    <a:lnTo>
                      <a:pt x="28195" y="28517"/>
                    </a:lnTo>
                    <a:lnTo>
                      <a:pt x="29395" y="28839"/>
                    </a:lnTo>
                    <a:lnTo>
                      <a:pt x="31767" y="25648"/>
                    </a:lnTo>
                    <a:lnTo>
                      <a:pt x="57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46"/>
              <p:cNvSpPr/>
              <p:nvPr/>
            </p:nvSpPr>
            <p:spPr>
              <a:xfrm>
                <a:off x="4311022" y="4841729"/>
                <a:ext cx="219652" cy="232893"/>
              </a:xfrm>
              <a:custGeom>
                <a:rect b="b" l="l" r="r" t="t"/>
                <a:pathLst>
                  <a:path extrusionOk="0" h="14405" w="13586">
                    <a:moveTo>
                      <a:pt x="3397" y="0"/>
                    </a:moveTo>
                    <a:lnTo>
                      <a:pt x="1" y="6500"/>
                    </a:lnTo>
                    <a:lnTo>
                      <a:pt x="879" y="6968"/>
                    </a:lnTo>
                    <a:lnTo>
                      <a:pt x="1640" y="7437"/>
                    </a:lnTo>
                    <a:lnTo>
                      <a:pt x="2314" y="7876"/>
                    </a:lnTo>
                    <a:lnTo>
                      <a:pt x="2929" y="8286"/>
                    </a:lnTo>
                    <a:lnTo>
                      <a:pt x="3456" y="8667"/>
                    </a:lnTo>
                    <a:lnTo>
                      <a:pt x="3924" y="9018"/>
                    </a:lnTo>
                    <a:lnTo>
                      <a:pt x="4305" y="9369"/>
                    </a:lnTo>
                    <a:lnTo>
                      <a:pt x="4656" y="9721"/>
                    </a:lnTo>
                    <a:lnTo>
                      <a:pt x="4919" y="10013"/>
                    </a:lnTo>
                    <a:lnTo>
                      <a:pt x="5154" y="10306"/>
                    </a:lnTo>
                    <a:lnTo>
                      <a:pt x="5329" y="10599"/>
                    </a:lnTo>
                    <a:lnTo>
                      <a:pt x="5446" y="10862"/>
                    </a:lnTo>
                    <a:lnTo>
                      <a:pt x="5534" y="11097"/>
                    </a:lnTo>
                    <a:lnTo>
                      <a:pt x="5564" y="11331"/>
                    </a:lnTo>
                    <a:lnTo>
                      <a:pt x="5593" y="11536"/>
                    </a:lnTo>
                    <a:lnTo>
                      <a:pt x="5564" y="11741"/>
                    </a:lnTo>
                    <a:lnTo>
                      <a:pt x="5534" y="11946"/>
                    </a:lnTo>
                    <a:lnTo>
                      <a:pt x="5476" y="12151"/>
                    </a:lnTo>
                    <a:lnTo>
                      <a:pt x="5329" y="12619"/>
                    </a:lnTo>
                    <a:lnTo>
                      <a:pt x="5300" y="12883"/>
                    </a:lnTo>
                    <a:lnTo>
                      <a:pt x="5300" y="13117"/>
                    </a:lnTo>
                    <a:lnTo>
                      <a:pt x="5329" y="13351"/>
                    </a:lnTo>
                    <a:lnTo>
                      <a:pt x="5446" y="13585"/>
                    </a:lnTo>
                    <a:lnTo>
                      <a:pt x="5593" y="13790"/>
                    </a:lnTo>
                    <a:lnTo>
                      <a:pt x="5768" y="13937"/>
                    </a:lnTo>
                    <a:lnTo>
                      <a:pt x="5973" y="14054"/>
                    </a:lnTo>
                    <a:lnTo>
                      <a:pt x="6178" y="14141"/>
                    </a:lnTo>
                    <a:lnTo>
                      <a:pt x="6442" y="14229"/>
                    </a:lnTo>
                    <a:lnTo>
                      <a:pt x="6676" y="14288"/>
                    </a:lnTo>
                    <a:lnTo>
                      <a:pt x="7145" y="14346"/>
                    </a:lnTo>
                    <a:lnTo>
                      <a:pt x="7408" y="14376"/>
                    </a:lnTo>
                    <a:lnTo>
                      <a:pt x="7789" y="14405"/>
                    </a:lnTo>
                    <a:lnTo>
                      <a:pt x="8257" y="14405"/>
                    </a:lnTo>
                    <a:lnTo>
                      <a:pt x="8843" y="14376"/>
                    </a:lnTo>
                    <a:lnTo>
                      <a:pt x="9135" y="14346"/>
                    </a:lnTo>
                    <a:lnTo>
                      <a:pt x="9457" y="14259"/>
                    </a:lnTo>
                    <a:lnTo>
                      <a:pt x="9809" y="14200"/>
                    </a:lnTo>
                    <a:lnTo>
                      <a:pt x="10131" y="14083"/>
                    </a:lnTo>
                    <a:lnTo>
                      <a:pt x="10482" y="13937"/>
                    </a:lnTo>
                    <a:lnTo>
                      <a:pt x="10804" y="13761"/>
                    </a:lnTo>
                    <a:lnTo>
                      <a:pt x="11156" y="13585"/>
                    </a:lnTo>
                    <a:lnTo>
                      <a:pt x="11478" y="13351"/>
                    </a:lnTo>
                    <a:lnTo>
                      <a:pt x="11829" y="13029"/>
                    </a:lnTo>
                    <a:lnTo>
                      <a:pt x="12151" y="12707"/>
                    </a:lnTo>
                    <a:lnTo>
                      <a:pt x="12444" y="12385"/>
                    </a:lnTo>
                    <a:lnTo>
                      <a:pt x="12678" y="12004"/>
                    </a:lnTo>
                    <a:lnTo>
                      <a:pt x="12912" y="11594"/>
                    </a:lnTo>
                    <a:lnTo>
                      <a:pt x="13117" y="11184"/>
                    </a:lnTo>
                    <a:lnTo>
                      <a:pt x="13264" y="10745"/>
                    </a:lnTo>
                    <a:lnTo>
                      <a:pt x="13410" y="10306"/>
                    </a:lnTo>
                    <a:lnTo>
                      <a:pt x="13498" y="9838"/>
                    </a:lnTo>
                    <a:lnTo>
                      <a:pt x="13556" y="9340"/>
                    </a:lnTo>
                    <a:lnTo>
                      <a:pt x="13586" y="8872"/>
                    </a:lnTo>
                    <a:lnTo>
                      <a:pt x="13556" y="8374"/>
                    </a:lnTo>
                    <a:lnTo>
                      <a:pt x="13498" y="7876"/>
                    </a:lnTo>
                    <a:lnTo>
                      <a:pt x="13410" y="7378"/>
                    </a:lnTo>
                    <a:lnTo>
                      <a:pt x="13293" y="6881"/>
                    </a:lnTo>
                    <a:lnTo>
                      <a:pt x="13146" y="6383"/>
                    </a:lnTo>
                    <a:lnTo>
                      <a:pt x="12444" y="6178"/>
                    </a:lnTo>
                    <a:lnTo>
                      <a:pt x="11712" y="5944"/>
                    </a:lnTo>
                    <a:lnTo>
                      <a:pt x="10980" y="5651"/>
                    </a:lnTo>
                    <a:lnTo>
                      <a:pt x="10219" y="5329"/>
                    </a:lnTo>
                    <a:lnTo>
                      <a:pt x="9604" y="5036"/>
                    </a:lnTo>
                    <a:lnTo>
                      <a:pt x="9018" y="4743"/>
                    </a:lnTo>
                    <a:lnTo>
                      <a:pt x="8462" y="4421"/>
                    </a:lnTo>
                    <a:lnTo>
                      <a:pt x="7935" y="4099"/>
                    </a:lnTo>
                    <a:lnTo>
                      <a:pt x="7408" y="3748"/>
                    </a:lnTo>
                    <a:lnTo>
                      <a:pt x="6940" y="3397"/>
                    </a:lnTo>
                    <a:lnTo>
                      <a:pt x="6471" y="3045"/>
                    </a:lnTo>
                    <a:lnTo>
                      <a:pt x="6032" y="2694"/>
                    </a:lnTo>
                    <a:lnTo>
                      <a:pt x="5241" y="1991"/>
                    </a:lnTo>
                    <a:lnTo>
                      <a:pt x="4539" y="1289"/>
                    </a:lnTo>
                    <a:lnTo>
                      <a:pt x="3924" y="615"/>
                    </a:lnTo>
                    <a:lnTo>
                      <a:pt x="33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46"/>
              <p:cNvSpPr/>
              <p:nvPr/>
            </p:nvSpPr>
            <p:spPr>
              <a:xfrm>
                <a:off x="4338005" y="4482924"/>
                <a:ext cx="513593" cy="466271"/>
              </a:xfrm>
              <a:custGeom>
                <a:rect b="b" l="l" r="r" t="t"/>
                <a:pathLst>
                  <a:path extrusionOk="0" h="28840" w="31767">
                    <a:moveTo>
                      <a:pt x="25999" y="1"/>
                    </a:moveTo>
                    <a:lnTo>
                      <a:pt x="1" y="25648"/>
                    </a:lnTo>
                    <a:lnTo>
                      <a:pt x="2372" y="28839"/>
                    </a:lnTo>
                    <a:lnTo>
                      <a:pt x="3572" y="28517"/>
                    </a:lnTo>
                    <a:lnTo>
                      <a:pt x="5007" y="28107"/>
                    </a:lnTo>
                    <a:lnTo>
                      <a:pt x="6588" y="27610"/>
                    </a:lnTo>
                    <a:lnTo>
                      <a:pt x="8345" y="26966"/>
                    </a:lnTo>
                    <a:lnTo>
                      <a:pt x="9545" y="26526"/>
                    </a:lnTo>
                    <a:lnTo>
                      <a:pt x="10980" y="25941"/>
                    </a:lnTo>
                    <a:lnTo>
                      <a:pt x="12619" y="25238"/>
                    </a:lnTo>
                    <a:lnTo>
                      <a:pt x="13527" y="24828"/>
                    </a:lnTo>
                    <a:lnTo>
                      <a:pt x="14434" y="24389"/>
                    </a:lnTo>
                    <a:lnTo>
                      <a:pt x="15401" y="23891"/>
                    </a:lnTo>
                    <a:lnTo>
                      <a:pt x="16425" y="23364"/>
                    </a:lnTo>
                    <a:lnTo>
                      <a:pt x="17450" y="22779"/>
                    </a:lnTo>
                    <a:lnTo>
                      <a:pt x="18504" y="22135"/>
                    </a:lnTo>
                    <a:lnTo>
                      <a:pt x="19587" y="21461"/>
                    </a:lnTo>
                    <a:lnTo>
                      <a:pt x="20671" y="20730"/>
                    </a:lnTo>
                    <a:lnTo>
                      <a:pt x="21783" y="19939"/>
                    </a:lnTo>
                    <a:lnTo>
                      <a:pt x="22925" y="19090"/>
                    </a:lnTo>
                    <a:lnTo>
                      <a:pt x="23803" y="18387"/>
                    </a:lnTo>
                    <a:lnTo>
                      <a:pt x="24770" y="17597"/>
                    </a:lnTo>
                    <a:lnTo>
                      <a:pt x="25765" y="16718"/>
                    </a:lnTo>
                    <a:lnTo>
                      <a:pt x="26848" y="15723"/>
                    </a:lnTo>
                    <a:lnTo>
                      <a:pt x="27931" y="14640"/>
                    </a:lnTo>
                    <a:lnTo>
                      <a:pt x="29073" y="13439"/>
                    </a:lnTo>
                    <a:lnTo>
                      <a:pt x="30215" y="12151"/>
                    </a:lnTo>
                    <a:lnTo>
                      <a:pt x="31386" y="10746"/>
                    </a:lnTo>
                    <a:lnTo>
                      <a:pt x="31474" y="10453"/>
                    </a:lnTo>
                    <a:lnTo>
                      <a:pt x="31591" y="9897"/>
                    </a:lnTo>
                    <a:lnTo>
                      <a:pt x="31708" y="9194"/>
                    </a:lnTo>
                    <a:lnTo>
                      <a:pt x="31767" y="8755"/>
                    </a:lnTo>
                    <a:lnTo>
                      <a:pt x="31767" y="8316"/>
                    </a:lnTo>
                    <a:lnTo>
                      <a:pt x="31767" y="7818"/>
                    </a:lnTo>
                    <a:lnTo>
                      <a:pt x="31738" y="7291"/>
                    </a:lnTo>
                    <a:lnTo>
                      <a:pt x="31679" y="6764"/>
                    </a:lnTo>
                    <a:lnTo>
                      <a:pt x="31591" y="6208"/>
                    </a:lnTo>
                    <a:lnTo>
                      <a:pt x="31445" y="5622"/>
                    </a:lnTo>
                    <a:lnTo>
                      <a:pt x="31240" y="5037"/>
                    </a:lnTo>
                    <a:lnTo>
                      <a:pt x="30976" y="4451"/>
                    </a:lnTo>
                    <a:lnTo>
                      <a:pt x="30684" y="3866"/>
                    </a:lnTo>
                    <a:lnTo>
                      <a:pt x="30391" y="3368"/>
                    </a:lnTo>
                    <a:lnTo>
                      <a:pt x="30069" y="2929"/>
                    </a:lnTo>
                    <a:lnTo>
                      <a:pt x="29717" y="2519"/>
                    </a:lnTo>
                    <a:lnTo>
                      <a:pt x="29395" y="2167"/>
                    </a:lnTo>
                    <a:lnTo>
                      <a:pt x="29044" y="1816"/>
                    </a:lnTo>
                    <a:lnTo>
                      <a:pt x="28693" y="1523"/>
                    </a:lnTo>
                    <a:lnTo>
                      <a:pt x="28341" y="1260"/>
                    </a:lnTo>
                    <a:lnTo>
                      <a:pt x="27990" y="1026"/>
                    </a:lnTo>
                    <a:lnTo>
                      <a:pt x="27346" y="616"/>
                    </a:lnTo>
                    <a:lnTo>
                      <a:pt x="26790" y="323"/>
                    </a:lnTo>
                    <a:lnTo>
                      <a:pt x="26321" y="118"/>
                    </a:lnTo>
                    <a:lnTo>
                      <a:pt x="259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46"/>
              <p:cNvSpPr/>
              <p:nvPr/>
            </p:nvSpPr>
            <p:spPr>
              <a:xfrm>
                <a:off x="4209264" y="4841729"/>
                <a:ext cx="219167" cy="232893"/>
              </a:xfrm>
              <a:custGeom>
                <a:rect b="b" l="l" r="r" t="t"/>
                <a:pathLst>
                  <a:path extrusionOk="0" h="14405" w="13556">
                    <a:moveTo>
                      <a:pt x="10159" y="0"/>
                    </a:moveTo>
                    <a:lnTo>
                      <a:pt x="9632" y="615"/>
                    </a:lnTo>
                    <a:lnTo>
                      <a:pt x="9018" y="1289"/>
                    </a:lnTo>
                    <a:lnTo>
                      <a:pt x="8315" y="1991"/>
                    </a:lnTo>
                    <a:lnTo>
                      <a:pt x="7524" y="2694"/>
                    </a:lnTo>
                    <a:lnTo>
                      <a:pt x="7085" y="3045"/>
                    </a:lnTo>
                    <a:lnTo>
                      <a:pt x="6646" y="3397"/>
                    </a:lnTo>
                    <a:lnTo>
                      <a:pt x="6148" y="3748"/>
                    </a:lnTo>
                    <a:lnTo>
                      <a:pt x="5651" y="4099"/>
                    </a:lnTo>
                    <a:lnTo>
                      <a:pt x="5094" y="4421"/>
                    </a:lnTo>
                    <a:lnTo>
                      <a:pt x="4538" y="4743"/>
                    </a:lnTo>
                    <a:lnTo>
                      <a:pt x="3953" y="5036"/>
                    </a:lnTo>
                    <a:lnTo>
                      <a:pt x="3338" y="5329"/>
                    </a:lnTo>
                    <a:lnTo>
                      <a:pt x="2577" y="5651"/>
                    </a:lnTo>
                    <a:lnTo>
                      <a:pt x="1845" y="5944"/>
                    </a:lnTo>
                    <a:lnTo>
                      <a:pt x="1113" y="6178"/>
                    </a:lnTo>
                    <a:lnTo>
                      <a:pt x="439" y="6383"/>
                    </a:lnTo>
                    <a:lnTo>
                      <a:pt x="264" y="6881"/>
                    </a:lnTo>
                    <a:lnTo>
                      <a:pt x="146" y="7378"/>
                    </a:lnTo>
                    <a:lnTo>
                      <a:pt x="59" y="7876"/>
                    </a:lnTo>
                    <a:lnTo>
                      <a:pt x="0" y="8374"/>
                    </a:lnTo>
                    <a:lnTo>
                      <a:pt x="0" y="8872"/>
                    </a:lnTo>
                    <a:lnTo>
                      <a:pt x="0" y="9340"/>
                    </a:lnTo>
                    <a:lnTo>
                      <a:pt x="59" y="9838"/>
                    </a:lnTo>
                    <a:lnTo>
                      <a:pt x="176" y="10306"/>
                    </a:lnTo>
                    <a:lnTo>
                      <a:pt x="293" y="10745"/>
                    </a:lnTo>
                    <a:lnTo>
                      <a:pt x="439" y="11184"/>
                    </a:lnTo>
                    <a:lnTo>
                      <a:pt x="644" y="11594"/>
                    </a:lnTo>
                    <a:lnTo>
                      <a:pt x="878" y="12004"/>
                    </a:lnTo>
                    <a:lnTo>
                      <a:pt x="1142" y="12385"/>
                    </a:lnTo>
                    <a:lnTo>
                      <a:pt x="1405" y="12707"/>
                    </a:lnTo>
                    <a:lnTo>
                      <a:pt x="1727" y="13029"/>
                    </a:lnTo>
                    <a:lnTo>
                      <a:pt x="2079" y="13351"/>
                    </a:lnTo>
                    <a:lnTo>
                      <a:pt x="2401" y="13585"/>
                    </a:lnTo>
                    <a:lnTo>
                      <a:pt x="2752" y="13761"/>
                    </a:lnTo>
                    <a:lnTo>
                      <a:pt x="3074" y="13937"/>
                    </a:lnTo>
                    <a:lnTo>
                      <a:pt x="3426" y="14083"/>
                    </a:lnTo>
                    <a:lnTo>
                      <a:pt x="3777" y="14200"/>
                    </a:lnTo>
                    <a:lnTo>
                      <a:pt x="4099" y="14259"/>
                    </a:lnTo>
                    <a:lnTo>
                      <a:pt x="4421" y="14346"/>
                    </a:lnTo>
                    <a:lnTo>
                      <a:pt x="4714" y="14376"/>
                    </a:lnTo>
                    <a:lnTo>
                      <a:pt x="5299" y="14405"/>
                    </a:lnTo>
                    <a:lnTo>
                      <a:pt x="5768" y="14405"/>
                    </a:lnTo>
                    <a:lnTo>
                      <a:pt x="6148" y="14376"/>
                    </a:lnTo>
                    <a:lnTo>
                      <a:pt x="6412" y="14346"/>
                    </a:lnTo>
                    <a:lnTo>
                      <a:pt x="6880" y="14288"/>
                    </a:lnTo>
                    <a:lnTo>
                      <a:pt x="7144" y="14229"/>
                    </a:lnTo>
                    <a:lnTo>
                      <a:pt x="7378" y="14141"/>
                    </a:lnTo>
                    <a:lnTo>
                      <a:pt x="7583" y="14054"/>
                    </a:lnTo>
                    <a:lnTo>
                      <a:pt x="7788" y="13937"/>
                    </a:lnTo>
                    <a:lnTo>
                      <a:pt x="7964" y="13790"/>
                    </a:lnTo>
                    <a:lnTo>
                      <a:pt x="8110" y="13585"/>
                    </a:lnTo>
                    <a:lnTo>
                      <a:pt x="8227" y="13351"/>
                    </a:lnTo>
                    <a:lnTo>
                      <a:pt x="8256" y="13117"/>
                    </a:lnTo>
                    <a:lnTo>
                      <a:pt x="8256" y="12883"/>
                    </a:lnTo>
                    <a:lnTo>
                      <a:pt x="8227" y="12619"/>
                    </a:lnTo>
                    <a:lnTo>
                      <a:pt x="8081" y="12151"/>
                    </a:lnTo>
                    <a:lnTo>
                      <a:pt x="8022" y="11946"/>
                    </a:lnTo>
                    <a:lnTo>
                      <a:pt x="7993" y="11741"/>
                    </a:lnTo>
                    <a:lnTo>
                      <a:pt x="7964" y="11536"/>
                    </a:lnTo>
                    <a:lnTo>
                      <a:pt x="7993" y="11331"/>
                    </a:lnTo>
                    <a:lnTo>
                      <a:pt x="8022" y="11097"/>
                    </a:lnTo>
                    <a:lnTo>
                      <a:pt x="8110" y="10862"/>
                    </a:lnTo>
                    <a:lnTo>
                      <a:pt x="8256" y="10599"/>
                    </a:lnTo>
                    <a:lnTo>
                      <a:pt x="8403" y="10306"/>
                    </a:lnTo>
                    <a:lnTo>
                      <a:pt x="8637" y="10013"/>
                    </a:lnTo>
                    <a:lnTo>
                      <a:pt x="8900" y="9721"/>
                    </a:lnTo>
                    <a:lnTo>
                      <a:pt x="9252" y="9369"/>
                    </a:lnTo>
                    <a:lnTo>
                      <a:pt x="9632" y="9018"/>
                    </a:lnTo>
                    <a:lnTo>
                      <a:pt x="10101" y="8667"/>
                    </a:lnTo>
                    <a:lnTo>
                      <a:pt x="10628" y="8286"/>
                    </a:lnTo>
                    <a:lnTo>
                      <a:pt x="11243" y="7876"/>
                    </a:lnTo>
                    <a:lnTo>
                      <a:pt x="11916" y="7437"/>
                    </a:lnTo>
                    <a:lnTo>
                      <a:pt x="12707" y="6968"/>
                    </a:lnTo>
                    <a:lnTo>
                      <a:pt x="13556" y="6500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46"/>
              <p:cNvSpPr/>
              <p:nvPr/>
            </p:nvSpPr>
            <p:spPr>
              <a:xfrm>
                <a:off x="4141570" y="3931483"/>
                <a:ext cx="590744" cy="762104"/>
              </a:xfrm>
              <a:custGeom>
                <a:rect b="b" l="l" r="r" t="t"/>
                <a:pathLst>
                  <a:path extrusionOk="0" h="47138" w="36539">
                    <a:moveTo>
                      <a:pt x="14024" y="0"/>
                    </a:moveTo>
                    <a:lnTo>
                      <a:pt x="13029" y="147"/>
                    </a:lnTo>
                    <a:lnTo>
                      <a:pt x="11975" y="352"/>
                    </a:lnTo>
                    <a:lnTo>
                      <a:pt x="10862" y="615"/>
                    </a:lnTo>
                    <a:lnTo>
                      <a:pt x="9691" y="937"/>
                    </a:lnTo>
                    <a:lnTo>
                      <a:pt x="8491" y="1318"/>
                    </a:lnTo>
                    <a:lnTo>
                      <a:pt x="7261" y="1786"/>
                    </a:lnTo>
                    <a:lnTo>
                      <a:pt x="6646" y="2021"/>
                    </a:lnTo>
                    <a:lnTo>
                      <a:pt x="6002" y="2313"/>
                    </a:lnTo>
                    <a:lnTo>
                      <a:pt x="5358" y="2606"/>
                    </a:lnTo>
                    <a:lnTo>
                      <a:pt x="4714" y="2958"/>
                    </a:lnTo>
                    <a:lnTo>
                      <a:pt x="4070" y="3309"/>
                    </a:lnTo>
                    <a:lnTo>
                      <a:pt x="3426" y="3689"/>
                    </a:lnTo>
                    <a:lnTo>
                      <a:pt x="2811" y="4070"/>
                    </a:lnTo>
                    <a:lnTo>
                      <a:pt x="2225" y="4451"/>
                    </a:lnTo>
                    <a:lnTo>
                      <a:pt x="0" y="36568"/>
                    </a:lnTo>
                    <a:lnTo>
                      <a:pt x="293" y="37125"/>
                    </a:lnTo>
                    <a:lnTo>
                      <a:pt x="586" y="37652"/>
                    </a:lnTo>
                    <a:lnTo>
                      <a:pt x="967" y="38266"/>
                    </a:lnTo>
                    <a:lnTo>
                      <a:pt x="1464" y="38998"/>
                    </a:lnTo>
                    <a:lnTo>
                      <a:pt x="2050" y="39818"/>
                    </a:lnTo>
                    <a:lnTo>
                      <a:pt x="2752" y="40667"/>
                    </a:lnTo>
                    <a:lnTo>
                      <a:pt x="3572" y="41545"/>
                    </a:lnTo>
                    <a:lnTo>
                      <a:pt x="4011" y="41985"/>
                    </a:lnTo>
                    <a:lnTo>
                      <a:pt x="4480" y="42453"/>
                    </a:lnTo>
                    <a:lnTo>
                      <a:pt x="4978" y="42892"/>
                    </a:lnTo>
                    <a:lnTo>
                      <a:pt x="5505" y="43331"/>
                    </a:lnTo>
                    <a:lnTo>
                      <a:pt x="6061" y="43741"/>
                    </a:lnTo>
                    <a:lnTo>
                      <a:pt x="6646" y="44151"/>
                    </a:lnTo>
                    <a:lnTo>
                      <a:pt x="7261" y="44561"/>
                    </a:lnTo>
                    <a:lnTo>
                      <a:pt x="7876" y="44942"/>
                    </a:lnTo>
                    <a:lnTo>
                      <a:pt x="8549" y="45293"/>
                    </a:lnTo>
                    <a:lnTo>
                      <a:pt x="9252" y="45644"/>
                    </a:lnTo>
                    <a:lnTo>
                      <a:pt x="9984" y="45966"/>
                    </a:lnTo>
                    <a:lnTo>
                      <a:pt x="10745" y="46230"/>
                    </a:lnTo>
                    <a:lnTo>
                      <a:pt x="11536" y="46493"/>
                    </a:lnTo>
                    <a:lnTo>
                      <a:pt x="12326" y="46698"/>
                    </a:lnTo>
                    <a:lnTo>
                      <a:pt x="13175" y="46874"/>
                    </a:lnTo>
                    <a:lnTo>
                      <a:pt x="14054" y="46991"/>
                    </a:lnTo>
                    <a:lnTo>
                      <a:pt x="14756" y="47079"/>
                    </a:lnTo>
                    <a:lnTo>
                      <a:pt x="15430" y="47108"/>
                    </a:lnTo>
                    <a:lnTo>
                      <a:pt x="16103" y="47137"/>
                    </a:lnTo>
                    <a:lnTo>
                      <a:pt x="16776" y="47137"/>
                    </a:lnTo>
                    <a:lnTo>
                      <a:pt x="17450" y="47108"/>
                    </a:lnTo>
                    <a:lnTo>
                      <a:pt x="18123" y="47050"/>
                    </a:lnTo>
                    <a:lnTo>
                      <a:pt x="18767" y="46962"/>
                    </a:lnTo>
                    <a:lnTo>
                      <a:pt x="19441" y="46845"/>
                    </a:lnTo>
                    <a:lnTo>
                      <a:pt x="20085" y="46698"/>
                    </a:lnTo>
                    <a:lnTo>
                      <a:pt x="20758" y="46552"/>
                    </a:lnTo>
                    <a:lnTo>
                      <a:pt x="21402" y="46376"/>
                    </a:lnTo>
                    <a:lnTo>
                      <a:pt x="22017" y="46142"/>
                    </a:lnTo>
                    <a:lnTo>
                      <a:pt x="22661" y="45937"/>
                    </a:lnTo>
                    <a:lnTo>
                      <a:pt x="23276" y="45674"/>
                    </a:lnTo>
                    <a:lnTo>
                      <a:pt x="23891" y="45381"/>
                    </a:lnTo>
                    <a:lnTo>
                      <a:pt x="24476" y="45088"/>
                    </a:lnTo>
                    <a:lnTo>
                      <a:pt x="25091" y="44766"/>
                    </a:lnTo>
                    <a:lnTo>
                      <a:pt x="25648" y="44415"/>
                    </a:lnTo>
                    <a:lnTo>
                      <a:pt x="26233" y="44063"/>
                    </a:lnTo>
                    <a:lnTo>
                      <a:pt x="26789" y="43683"/>
                    </a:lnTo>
                    <a:lnTo>
                      <a:pt x="27316" y="43273"/>
                    </a:lnTo>
                    <a:lnTo>
                      <a:pt x="27873" y="42834"/>
                    </a:lnTo>
                    <a:lnTo>
                      <a:pt x="28370" y="42395"/>
                    </a:lnTo>
                    <a:lnTo>
                      <a:pt x="28868" y="41926"/>
                    </a:lnTo>
                    <a:lnTo>
                      <a:pt x="29366" y="41428"/>
                    </a:lnTo>
                    <a:lnTo>
                      <a:pt x="29834" y="40931"/>
                    </a:lnTo>
                    <a:lnTo>
                      <a:pt x="30273" y="40404"/>
                    </a:lnTo>
                    <a:lnTo>
                      <a:pt x="30713" y="39847"/>
                    </a:lnTo>
                    <a:lnTo>
                      <a:pt x="31152" y="39291"/>
                    </a:lnTo>
                    <a:lnTo>
                      <a:pt x="31532" y="38706"/>
                    </a:lnTo>
                    <a:lnTo>
                      <a:pt x="31913" y="38120"/>
                    </a:lnTo>
                    <a:lnTo>
                      <a:pt x="32264" y="37505"/>
                    </a:lnTo>
                    <a:lnTo>
                      <a:pt x="32879" y="31855"/>
                    </a:lnTo>
                    <a:lnTo>
                      <a:pt x="33523" y="26116"/>
                    </a:lnTo>
                    <a:lnTo>
                      <a:pt x="34226" y="20348"/>
                    </a:lnTo>
                    <a:lnTo>
                      <a:pt x="35016" y="14493"/>
                    </a:lnTo>
                    <a:lnTo>
                      <a:pt x="35748" y="9282"/>
                    </a:lnTo>
                    <a:lnTo>
                      <a:pt x="36539" y="4158"/>
                    </a:lnTo>
                    <a:lnTo>
                      <a:pt x="35661" y="3543"/>
                    </a:lnTo>
                    <a:lnTo>
                      <a:pt x="35163" y="3221"/>
                    </a:lnTo>
                    <a:lnTo>
                      <a:pt x="34636" y="2899"/>
                    </a:lnTo>
                    <a:lnTo>
                      <a:pt x="34080" y="2606"/>
                    </a:lnTo>
                    <a:lnTo>
                      <a:pt x="33494" y="2284"/>
                    </a:lnTo>
                    <a:lnTo>
                      <a:pt x="32879" y="1991"/>
                    </a:lnTo>
                    <a:lnTo>
                      <a:pt x="32235" y="1699"/>
                    </a:lnTo>
                    <a:lnTo>
                      <a:pt x="31210" y="1318"/>
                    </a:lnTo>
                    <a:lnTo>
                      <a:pt x="30215" y="996"/>
                    </a:lnTo>
                    <a:lnTo>
                      <a:pt x="29278" y="732"/>
                    </a:lnTo>
                    <a:lnTo>
                      <a:pt x="28370" y="498"/>
                    </a:lnTo>
                    <a:lnTo>
                      <a:pt x="27492" y="352"/>
                    </a:lnTo>
                    <a:lnTo>
                      <a:pt x="26702" y="235"/>
                    </a:lnTo>
                    <a:lnTo>
                      <a:pt x="25940" y="147"/>
                    </a:lnTo>
                    <a:lnTo>
                      <a:pt x="25267" y="118"/>
                    </a:lnTo>
                    <a:lnTo>
                      <a:pt x="24857" y="732"/>
                    </a:lnTo>
                    <a:lnTo>
                      <a:pt x="24447" y="1318"/>
                    </a:lnTo>
                    <a:lnTo>
                      <a:pt x="23979" y="1845"/>
                    </a:lnTo>
                    <a:lnTo>
                      <a:pt x="23481" y="2313"/>
                    </a:lnTo>
                    <a:lnTo>
                      <a:pt x="22983" y="2753"/>
                    </a:lnTo>
                    <a:lnTo>
                      <a:pt x="22427" y="3104"/>
                    </a:lnTo>
                    <a:lnTo>
                      <a:pt x="21900" y="3426"/>
                    </a:lnTo>
                    <a:lnTo>
                      <a:pt x="21344" y="3689"/>
                    </a:lnTo>
                    <a:lnTo>
                      <a:pt x="20758" y="3894"/>
                    </a:lnTo>
                    <a:lnTo>
                      <a:pt x="20202" y="4070"/>
                    </a:lnTo>
                    <a:lnTo>
                      <a:pt x="19646" y="4158"/>
                    </a:lnTo>
                    <a:lnTo>
                      <a:pt x="19089" y="4216"/>
                    </a:lnTo>
                    <a:lnTo>
                      <a:pt x="18533" y="4187"/>
                    </a:lnTo>
                    <a:lnTo>
                      <a:pt x="18006" y="4129"/>
                    </a:lnTo>
                    <a:lnTo>
                      <a:pt x="17479" y="3982"/>
                    </a:lnTo>
                    <a:lnTo>
                      <a:pt x="16981" y="3807"/>
                    </a:lnTo>
                    <a:lnTo>
                      <a:pt x="16601" y="3602"/>
                    </a:lnTo>
                    <a:lnTo>
                      <a:pt x="16279" y="3397"/>
                    </a:lnTo>
                    <a:lnTo>
                      <a:pt x="15957" y="3162"/>
                    </a:lnTo>
                    <a:lnTo>
                      <a:pt x="15664" y="2899"/>
                    </a:lnTo>
                    <a:lnTo>
                      <a:pt x="15400" y="2606"/>
                    </a:lnTo>
                    <a:lnTo>
                      <a:pt x="15166" y="2313"/>
                    </a:lnTo>
                    <a:lnTo>
                      <a:pt x="14961" y="2050"/>
                    </a:lnTo>
                    <a:lnTo>
                      <a:pt x="14786" y="1757"/>
                    </a:lnTo>
                    <a:lnTo>
                      <a:pt x="14493" y="1201"/>
                    </a:lnTo>
                    <a:lnTo>
                      <a:pt x="14259" y="674"/>
                    </a:lnTo>
                    <a:lnTo>
                      <a:pt x="14112" y="264"/>
                    </a:lnTo>
                    <a:lnTo>
                      <a:pt x="140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46"/>
              <p:cNvSpPr/>
              <p:nvPr/>
            </p:nvSpPr>
            <p:spPr>
              <a:xfrm>
                <a:off x="4375401" y="3467605"/>
                <a:ext cx="410412" cy="519753"/>
              </a:xfrm>
              <a:custGeom>
                <a:rect b="b" l="l" r="r" t="t"/>
                <a:pathLst>
                  <a:path extrusionOk="0" h="32148" w="25385">
                    <a:moveTo>
                      <a:pt x="10716" y="0"/>
                    </a:moveTo>
                    <a:lnTo>
                      <a:pt x="10043" y="30"/>
                    </a:lnTo>
                    <a:lnTo>
                      <a:pt x="9340" y="147"/>
                    </a:lnTo>
                    <a:lnTo>
                      <a:pt x="8696" y="293"/>
                    </a:lnTo>
                    <a:lnTo>
                      <a:pt x="8052" y="527"/>
                    </a:lnTo>
                    <a:lnTo>
                      <a:pt x="7437" y="762"/>
                    </a:lnTo>
                    <a:lnTo>
                      <a:pt x="6852" y="1084"/>
                    </a:lnTo>
                    <a:lnTo>
                      <a:pt x="6295" y="1435"/>
                    </a:lnTo>
                    <a:lnTo>
                      <a:pt x="5739" y="1845"/>
                    </a:lnTo>
                    <a:lnTo>
                      <a:pt x="5241" y="2255"/>
                    </a:lnTo>
                    <a:lnTo>
                      <a:pt x="4773" y="2753"/>
                    </a:lnTo>
                    <a:lnTo>
                      <a:pt x="4363" y="3250"/>
                    </a:lnTo>
                    <a:lnTo>
                      <a:pt x="3982" y="3806"/>
                    </a:lnTo>
                    <a:lnTo>
                      <a:pt x="3631" y="4392"/>
                    </a:lnTo>
                    <a:lnTo>
                      <a:pt x="3338" y="4978"/>
                    </a:lnTo>
                    <a:lnTo>
                      <a:pt x="3075" y="5622"/>
                    </a:lnTo>
                    <a:lnTo>
                      <a:pt x="2870" y="6295"/>
                    </a:lnTo>
                    <a:lnTo>
                      <a:pt x="1" y="17655"/>
                    </a:lnTo>
                    <a:lnTo>
                      <a:pt x="1" y="18357"/>
                    </a:lnTo>
                    <a:lnTo>
                      <a:pt x="30" y="19324"/>
                    </a:lnTo>
                    <a:lnTo>
                      <a:pt x="88" y="19880"/>
                    </a:lnTo>
                    <a:lnTo>
                      <a:pt x="176" y="20495"/>
                    </a:lnTo>
                    <a:lnTo>
                      <a:pt x="293" y="21168"/>
                    </a:lnTo>
                    <a:lnTo>
                      <a:pt x="440" y="21871"/>
                    </a:lnTo>
                    <a:lnTo>
                      <a:pt x="645" y="22603"/>
                    </a:lnTo>
                    <a:lnTo>
                      <a:pt x="879" y="23364"/>
                    </a:lnTo>
                    <a:lnTo>
                      <a:pt x="1172" y="24125"/>
                    </a:lnTo>
                    <a:lnTo>
                      <a:pt x="1523" y="24916"/>
                    </a:lnTo>
                    <a:lnTo>
                      <a:pt x="1933" y="25706"/>
                    </a:lnTo>
                    <a:lnTo>
                      <a:pt x="2401" y="26497"/>
                    </a:lnTo>
                    <a:lnTo>
                      <a:pt x="2958" y="27287"/>
                    </a:lnTo>
                    <a:lnTo>
                      <a:pt x="3250" y="27697"/>
                    </a:lnTo>
                    <a:lnTo>
                      <a:pt x="3572" y="28078"/>
                    </a:lnTo>
                    <a:lnTo>
                      <a:pt x="4187" y="28780"/>
                    </a:lnTo>
                    <a:lnTo>
                      <a:pt x="4831" y="29395"/>
                    </a:lnTo>
                    <a:lnTo>
                      <a:pt x="5475" y="29951"/>
                    </a:lnTo>
                    <a:lnTo>
                      <a:pt x="6120" y="30449"/>
                    </a:lnTo>
                    <a:lnTo>
                      <a:pt x="6734" y="30859"/>
                    </a:lnTo>
                    <a:lnTo>
                      <a:pt x="7320" y="31240"/>
                    </a:lnTo>
                    <a:lnTo>
                      <a:pt x="7876" y="31532"/>
                    </a:lnTo>
                    <a:lnTo>
                      <a:pt x="8374" y="31796"/>
                    </a:lnTo>
                    <a:lnTo>
                      <a:pt x="8959" y="31913"/>
                    </a:lnTo>
                    <a:lnTo>
                      <a:pt x="9545" y="32030"/>
                    </a:lnTo>
                    <a:lnTo>
                      <a:pt x="10131" y="32089"/>
                    </a:lnTo>
                    <a:lnTo>
                      <a:pt x="10716" y="32147"/>
                    </a:lnTo>
                    <a:lnTo>
                      <a:pt x="11858" y="32147"/>
                    </a:lnTo>
                    <a:lnTo>
                      <a:pt x="12444" y="32089"/>
                    </a:lnTo>
                    <a:lnTo>
                      <a:pt x="13000" y="32030"/>
                    </a:lnTo>
                    <a:lnTo>
                      <a:pt x="13556" y="31913"/>
                    </a:lnTo>
                    <a:lnTo>
                      <a:pt x="14112" y="31796"/>
                    </a:lnTo>
                    <a:lnTo>
                      <a:pt x="14639" y="31650"/>
                    </a:lnTo>
                    <a:lnTo>
                      <a:pt x="15196" y="31474"/>
                    </a:lnTo>
                    <a:lnTo>
                      <a:pt x="15693" y="31269"/>
                    </a:lnTo>
                    <a:lnTo>
                      <a:pt x="16220" y="31035"/>
                    </a:lnTo>
                    <a:lnTo>
                      <a:pt x="16718" y="30800"/>
                    </a:lnTo>
                    <a:lnTo>
                      <a:pt x="17187" y="30537"/>
                    </a:lnTo>
                    <a:lnTo>
                      <a:pt x="17684" y="30215"/>
                    </a:lnTo>
                    <a:lnTo>
                      <a:pt x="18123" y="29922"/>
                    </a:lnTo>
                    <a:lnTo>
                      <a:pt x="18563" y="29571"/>
                    </a:lnTo>
                    <a:lnTo>
                      <a:pt x="19002" y="29219"/>
                    </a:lnTo>
                    <a:lnTo>
                      <a:pt x="19412" y="28810"/>
                    </a:lnTo>
                    <a:lnTo>
                      <a:pt x="19792" y="28429"/>
                    </a:lnTo>
                    <a:lnTo>
                      <a:pt x="20173" y="27990"/>
                    </a:lnTo>
                    <a:lnTo>
                      <a:pt x="20524" y="27551"/>
                    </a:lnTo>
                    <a:lnTo>
                      <a:pt x="20846" y="27082"/>
                    </a:lnTo>
                    <a:lnTo>
                      <a:pt x="21168" y="26614"/>
                    </a:lnTo>
                    <a:lnTo>
                      <a:pt x="21461" y="26116"/>
                    </a:lnTo>
                    <a:lnTo>
                      <a:pt x="21725" y="25618"/>
                    </a:lnTo>
                    <a:lnTo>
                      <a:pt x="21959" y="25062"/>
                    </a:lnTo>
                    <a:lnTo>
                      <a:pt x="22164" y="24535"/>
                    </a:lnTo>
                    <a:lnTo>
                      <a:pt x="22369" y="23979"/>
                    </a:lnTo>
                    <a:lnTo>
                      <a:pt x="22515" y="23393"/>
                    </a:lnTo>
                    <a:lnTo>
                      <a:pt x="22749" y="22544"/>
                    </a:lnTo>
                    <a:lnTo>
                      <a:pt x="23071" y="21256"/>
                    </a:lnTo>
                    <a:lnTo>
                      <a:pt x="23101" y="21110"/>
                    </a:lnTo>
                    <a:lnTo>
                      <a:pt x="23335" y="20231"/>
                    </a:lnTo>
                    <a:lnTo>
                      <a:pt x="25062" y="13527"/>
                    </a:lnTo>
                    <a:lnTo>
                      <a:pt x="25150" y="13058"/>
                    </a:lnTo>
                    <a:lnTo>
                      <a:pt x="25238" y="12619"/>
                    </a:lnTo>
                    <a:lnTo>
                      <a:pt x="25296" y="12151"/>
                    </a:lnTo>
                    <a:lnTo>
                      <a:pt x="25355" y="11682"/>
                    </a:lnTo>
                    <a:lnTo>
                      <a:pt x="25384" y="11243"/>
                    </a:lnTo>
                    <a:lnTo>
                      <a:pt x="25384" y="10775"/>
                    </a:lnTo>
                    <a:lnTo>
                      <a:pt x="25355" y="10306"/>
                    </a:lnTo>
                    <a:lnTo>
                      <a:pt x="25326" y="9867"/>
                    </a:lnTo>
                    <a:lnTo>
                      <a:pt x="25267" y="9428"/>
                    </a:lnTo>
                    <a:lnTo>
                      <a:pt x="25179" y="8989"/>
                    </a:lnTo>
                    <a:lnTo>
                      <a:pt x="25091" y="8549"/>
                    </a:lnTo>
                    <a:lnTo>
                      <a:pt x="24974" y="8110"/>
                    </a:lnTo>
                    <a:lnTo>
                      <a:pt x="24828" y="7671"/>
                    </a:lnTo>
                    <a:lnTo>
                      <a:pt x="24682" y="7261"/>
                    </a:lnTo>
                    <a:lnTo>
                      <a:pt x="24506" y="6851"/>
                    </a:lnTo>
                    <a:lnTo>
                      <a:pt x="24330" y="6441"/>
                    </a:lnTo>
                    <a:lnTo>
                      <a:pt x="24125" y="6061"/>
                    </a:lnTo>
                    <a:lnTo>
                      <a:pt x="23891" y="5651"/>
                    </a:lnTo>
                    <a:lnTo>
                      <a:pt x="23657" y="5300"/>
                    </a:lnTo>
                    <a:lnTo>
                      <a:pt x="23393" y="4919"/>
                    </a:lnTo>
                    <a:lnTo>
                      <a:pt x="23130" y="4568"/>
                    </a:lnTo>
                    <a:lnTo>
                      <a:pt x="22837" y="4216"/>
                    </a:lnTo>
                    <a:lnTo>
                      <a:pt x="22544" y="3894"/>
                    </a:lnTo>
                    <a:lnTo>
                      <a:pt x="22222" y="3572"/>
                    </a:lnTo>
                    <a:lnTo>
                      <a:pt x="21871" y="3279"/>
                    </a:lnTo>
                    <a:lnTo>
                      <a:pt x="21520" y="2987"/>
                    </a:lnTo>
                    <a:lnTo>
                      <a:pt x="21168" y="2694"/>
                    </a:lnTo>
                    <a:lnTo>
                      <a:pt x="20788" y="2460"/>
                    </a:lnTo>
                    <a:lnTo>
                      <a:pt x="20407" y="2196"/>
                    </a:lnTo>
                    <a:lnTo>
                      <a:pt x="19997" y="1991"/>
                    </a:lnTo>
                    <a:lnTo>
                      <a:pt x="19587" y="1757"/>
                    </a:lnTo>
                    <a:lnTo>
                      <a:pt x="19148" y="1581"/>
                    </a:lnTo>
                    <a:lnTo>
                      <a:pt x="18387" y="1289"/>
                    </a:lnTo>
                    <a:lnTo>
                      <a:pt x="17596" y="996"/>
                    </a:lnTo>
                    <a:lnTo>
                      <a:pt x="16747" y="732"/>
                    </a:lnTo>
                    <a:lnTo>
                      <a:pt x="15898" y="527"/>
                    </a:lnTo>
                    <a:lnTo>
                      <a:pt x="15196" y="381"/>
                    </a:lnTo>
                    <a:lnTo>
                      <a:pt x="14522" y="264"/>
                    </a:lnTo>
                    <a:lnTo>
                      <a:pt x="13849" y="176"/>
                    </a:lnTo>
                    <a:lnTo>
                      <a:pt x="13205" y="88"/>
                    </a:lnTo>
                    <a:lnTo>
                      <a:pt x="12561" y="30"/>
                    </a:lnTo>
                    <a:lnTo>
                      <a:pt x="11917" y="0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46"/>
              <p:cNvSpPr/>
              <p:nvPr/>
            </p:nvSpPr>
            <p:spPr>
              <a:xfrm>
                <a:off x="4573727" y="3891242"/>
                <a:ext cx="51623" cy="20371"/>
              </a:xfrm>
              <a:custGeom>
                <a:rect b="b" l="l" r="r" t="t"/>
                <a:pathLst>
                  <a:path extrusionOk="0" h="1260" w="3193">
                    <a:moveTo>
                      <a:pt x="1" y="1"/>
                    </a:moveTo>
                    <a:lnTo>
                      <a:pt x="118" y="206"/>
                    </a:lnTo>
                    <a:lnTo>
                      <a:pt x="264" y="381"/>
                    </a:lnTo>
                    <a:lnTo>
                      <a:pt x="411" y="557"/>
                    </a:lnTo>
                    <a:lnTo>
                      <a:pt x="645" y="733"/>
                    </a:lnTo>
                    <a:lnTo>
                      <a:pt x="908" y="938"/>
                    </a:lnTo>
                    <a:lnTo>
                      <a:pt x="1201" y="1084"/>
                    </a:lnTo>
                    <a:lnTo>
                      <a:pt x="1553" y="1201"/>
                    </a:lnTo>
                    <a:lnTo>
                      <a:pt x="1845" y="1231"/>
                    </a:lnTo>
                    <a:lnTo>
                      <a:pt x="2109" y="1260"/>
                    </a:lnTo>
                    <a:lnTo>
                      <a:pt x="2372" y="1231"/>
                    </a:lnTo>
                    <a:lnTo>
                      <a:pt x="2607" y="1201"/>
                    </a:lnTo>
                    <a:lnTo>
                      <a:pt x="2958" y="1084"/>
                    </a:lnTo>
                    <a:lnTo>
                      <a:pt x="3192" y="99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46"/>
              <p:cNvSpPr/>
              <p:nvPr/>
            </p:nvSpPr>
            <p:spPr>
              <a:xfrm>
                <a:off x="4529720" y="3927215"/>
                <a:ext cx="67693" cy="31268"/>
              </a:xfrm>
              <a:custGeom>
                <a:rect b="b" l="l" r="r" t="t"/>
                <a:pathLst>
                  <a:path extrusionOk="0" h="1934" w="4187">
                    <a:moveTo>
                      <a:pt x="234" y="1"/>
                    </a:moveTo>
                    <a:lnTo>
                      <a:pt x="117" y="30"/>
                    </a:lnTo>
                    <a:lnTo>
                      <a:pt x="59" y="118"/>
                    </a:lnTo>
                    <a:lnTo>
                      <a:pt x="0" y="206"/>
                    </a:lnTo>
                    <a:lnTo>
                      <a:pt x="0" y="323"/>
                    </a:lnTo>
                    <a:lnTo>
                      <a:pt x="59" y="411"/>
                    </a:lnTo>
                    <a:lnTo>
                      <a:pt x="264" y="704"/>
                    </a:lnTo>
                    <a:lnTo>
                      <a:pt x="498" y="967"/>
                    </a:lnTo>
                    <a:lnTo>
                      <a:pt x="761" y="1201"/>
                    </a:lnTo>
                    <a:lnTo>
                      <a:pt x="1054" y="1406"/>
                    </a:lnTo>
                    <a:lnTo>
                      <a:pt x="1288" y="1553"/>
                    </a:lnTo>
                    <a:lnTo>
                      <a:pt x="1552" y="1670"/>
                    </a:lnTo>
                    <a:lnTo>
                      <a:pt x="1786" y="1758"/>
                    </a:lnTo>
                    <a:lnTo>
                      <a:pt x="2049" y="1816"/>
                    </a:lnTo>
                    <a:lnTo>
                      <a:pt x="2518" y="1904"/>
                    </a:lnTo>
                    <a:lnTo>
                      <a:pt x="2986" y="1933"/>
                    </a:lnTo>
                    <a:lnTo>
                      <a:pt x="3279" y="1933"/>
                    </a:lnTo>
                    <a:lnTo>
                      <a:pt x="3572" y="1904"/>
                    </a:lnTo>
                    <a:lnTo>
                      <a:pt x="3982" y="1816"/>
                    </a:lnTo>
                    <a:lnTo>
                      <a:pt x="4070" y="1787"/>
                    </a:lnTo>
                    <a:lnTo>
                      <a:pt x="4128" y="1699"/>
                    </a:lnTo>
                    <a:lnTo>
                      <a:pt x="4187" y="1611"/>
                    </a:lnTo>
                    <a:lnTo>
                      <a:pt x="4157" y="1494"/>
                    </a:lnTo>
                    <a:lnTo>
                      <a:pt x="4128" y="1406"/>
                    </a:lnTo>
                    <a:lnTo>
                      <a:pt x="4070" y="1318"/>
                    </a:lnTo>
                    <a:lnTo>
                      <a:pt x="3953" y="1289"/>
                    </a:lnTo>
                    <a:lnTo>
                      <a:pt x="3835" y="1289"/>
                    </a:lnTo>
                    <a:lnTo>
                      <a:pt x="3426" y="1377"/>
                    </a:lnTo>
                    <a:lnTo>
                      <a:pt x="3133" y="1406"/>
                    </a:lnTo>
                    <a:lnTo>
                      <a:pt x="2811" y="1406"/>
                    </a:lnTo>
                    <a:lnTo>
                      <a:pt x="2459" y="1377"/>
                    </a:lnTo>
                    <a:lnTo>
                      <a:pt x="2079" y="1289"/>
                    </a:lnTo>
                    <a:lnTo>
                      <a:pt x="1698" y="1143"/>
                    </a:lnTo>
                    <a:lnTo>
                      <a:pt x="1347" y="938"/>
                    </a:lnTo>
                    <a:lnTo>
                      <a:pt x="1113" y="762"/>
                    </a:lnTo>
                    <a:lnTo>
                      <a:pt x="878" y="587"/>
                    </a:lnTo>
                    <a:lnTo>
                      <a:pt x="673" y="352"/>
                    </a:lnTo>
                    <a:lnTo>
                      <a:pt x="498" y="118"/>
                    </a:lnTo>
                    <a:lnTo>
                      <a:pt x="410" y="30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46"/>
              <p:cNvSpPr/>
              <p:nvPr/>
            </p:nvSpPr>
            <p:spPr>
              <a:xfrm>
                <a:off x="4411373" y="3428318"/>
                <a:ext cx="439756" cy="310060"/>
              </a:xfrm>
              <a:custGeom>
                <a:rect b="b" l="l" r="r" t="t"/>
                <a:pathLst>
                  <a:path extrusionOk="0" h="19178" w="27200">
                    <a:moveTo>
                      <a:pt x="12707" y="0"/>
                    </a:moveTo>
                    <a:lnTo>
                      <a:pt x="12151" y="59"/>
                    </a:lnTo>
                    <a:lnTo>
                      <a:pt x="11565" y="147"/>
                    </a:lnTo>
                    <a:lnTo>
                      <a:pt x="10892" y="264"/>
                    </a:lnTo>
                    <a:lnTo>
                      <a:pt x="10219" y="440"/>
                    </a:lnTo>
                    <a:lnTo>
                      <a:pt x="9487" y="674"/>
                    </a:lnTo>
                    <a:lnTo>
                      <a:pt x="8755" y="937"/>
                    </a:lnTo>
                    <a:lnTo>
                      <a:pt x="7993" y="1259"/>
                    </a:lnTo>
                    <a:lnTo>
                      <a:pt x="7261" y="1611"/>
                    </a:lnTo>
                    <a:lnTo>
                      <a:pt x="6500" y="2021"/>
                    </a:lnTo>
                    <a:lnTo>
                      <a:pt x="5768" y="2489"/>
                    </a:lnTo>
                    <a:lnTo>
                      <a:pt x="5036" y="2987"/>
                    </a:lnTo>
                    <a:lnTo>
                      <a:pt x="4568" y="3338"/>
                    </a:lnTo>
                    <a:lnTo>
                      <a:pt x="4041" y="3777"/>
                    </a:lnTo>
                    <a:lnTo>
                      <a:pt x="3455" y="4246"/>
                    </a:lnTo>
                    <a:lnTo>
                      <a:pt x="2899" y="4831"/>
                    </a:lnTo>
                    <a:lnTo>
                      <a:pt x="2606" y="5153"/>
                    </a:lnTo>
                    <a:lnTo>
                      <a:pt x="2314" y="5505"/>
                    </a:lnTo>
                    <a:lnTo>
                      <a:pt x="2050" y="5856"/>
                    </a:lnTo>
                    <a:lnTo>
                      <a:pt x="1787" y="6236"/>
                    </a:lnTo>
                    <a:lnTo>
                      <a:pt x="1523" y="6646"/>
                    </a:lnTo>
                    <a:lnTo>
                      <a:pt x="1289" y="7086"/>
                    </a:lnTo>
                    <a:lnTo>
                      <a:pt x="1055" y="7554"/>
                    </a:lnTo>
                    <a:lnTo>
                      <a:pt x="850" y="8052"/>
                    </a:lnTo>
                    <a:lnTo>
                      <a:pt x="703" y="8491"/>
                    </a:lnTo>
                    <a:lnTo>
                      <a:pt x="469" y="9164"/>
                    </a:lnTo>
                    <a:lnTo>
                      <a:pt x="264" y="10013"/>
                    </a:lnTo>
                    <a:lnTo>
                      <a:pt x="147" y="10511"/>
                    </a:lnTo>
                    <a:lnTo>
                      <a:pt x="59" y="11009"/>
                    </a:lnTo>
                    <a:lnTo>
                      <a:pt x="30" y="11565"/>
                    </a:lnTo>
                    <a:lnTo>
                      <a:pt x="1" y="12121"/>
                    </a:lnTo>
                    <a:lnTo>
                      <a:pt x="1" y="12678"/>
                    </a:lnTo>
                    <a:lnTo>
                      <a:pt x="59" y="13234"/>
                    </a:lnTo>
                    <a:lnTo>
                      <a:pt x="176" y="13790"/>
                    </a:lnTo>
                    <a:lnTo>
                      <a:pt x="323" y="14317"/>
                    </a:lnTo>
                    <a:lnTo>
                      <a:pt x="440" y="14581"/>
                    </a:lnTo>
                    <a:lnTo>
                      <a:pt x="557" y="14844"/>
                    </a:lnTo>
                    <a:lnTo>
                      <a:pt x="703" y="15108"/>
                    </a:lnTo>
                    <a:lnTo>
                      <a:pt x="879" y="15342"/>
                    </a:lnTo>
                    <a:lnTo>
                      <a:pt x="1172" y="15722"/>
                    </a:lnTo>
                    <a:lnTo>
                      <a:pt x="1465" y="16015"/>
                    </a:lnTo>
                    <a:lnTo>
                      <a:pt x="1816" y="16249"/>
                    </a:lnTo>
                    <a:lnTo>
                      <a:pt x="2196" y="16425"/>
                    </a:lnTo>
                    <a:lnTo>
                      <a:pt x="2636" y="16572"/>
                    </a:lnTo>
                    <a:lnTo>
                      <a:pt x="3133" y="16689"/>
                    </a:lnTo>
                    <a:lnTo>
                      <a:pt x="3690" y="16806"/>
                    </a:lnTo>
                    <a:lnTo>
                      <a:pt x="4334" y="16864"/>
                    </a:lnTo>
                    <a:lnTo>
                      <a:pt x="5856" y="17040"/>
                    </a:lnTo>
                    <a:lnTo>
                      <a:pt x="7818" y="17274"/>
                    </a:lnTo>
                    <a:lnTo>
                      <a:pt x="8960" y="17421"/>
                    </a:lnTo>
                    <a:lnTo>
                      <a:pt x="10248" y="17625"/>
                    </a:lnTo>
                    <a:lnTo>
                      <a:pt x="11682" y="17889"/>
                    </a:lnTo>
                    <a:lnTo>
                      <a:pt x="13234" y="18182"/>
                    </a:lnTo>
                    <a:lnTo>
                      <a:pt x="15518" y="18709"/>
                    </a:lnTo>
                    <a:lnTo>
                      <a:pt x="16543" y="18914"/>
                    </a:lnTo>
                    <a:lnTo>
                      <a:pt x="17479" y="19089"/>
                    </a:lnTo>
                    <a:lnTo>
                      <a:pt x="18270" y="19177"/>
                    </a:lnTo>
                    <a:lnTo>
                      <a:pt x="18914" y="19177"/>
                    </a:lnTo>
                    <a:lnTo>
                      <a:pt x="19178" y="19119"/>
                    </a:lnTo>
                    <a:lnTo>
                      <a:pt x="19382" y="19060"/>
                    </a:lnTo>
                    <a:lnTo>
                      <a:pt x="19558" y="18943"/>
                    </a:lnTo>
                    <a:lnTo>
                      <a:pt x="19675" y="18797"/>
                    </a:lnTo>
                    <a:lnTo>
                      <a:pt x="19734" y="18650"/>
                    </a:lnTo>
                    <a:lnTo>
                      <a:pt x="19734" y="18475"/>
                    </a:lnTo>
                    <a:lnTo>
                      <a:pt x="19734" y="18270"/>
                    </a:lnTo>
                    <a:lnTo>
                      <a:pt x="19675" y="18065"/>
                    </a:lnTo>
                    <a:lnTo>
                      <a:pt x="19587" y="17860"/>
                    </a:lnTo>
                    <a:lnTo>
                      <a:pt x="19500" y="17655"/>
                    </a:lnTo>
                    <a:lnTo>
                      <a:pt x="19265" y="17245"/>
                    </a:lnTo>
                    <a:lnTo>
                      <a:pt x="18797" y="16513"/>
                    </a:lnTo>
                    <a:lnTo>
                      <a:pt x="18680" y="16249"/>
                    </a:lnTo>
                    <a:lnTo>
                      <a:pt x="18651" y="16162"/>
                    </a:lnTo>
                    <a:lnTo>
                      <a:pt x="18680" y="16132"/>
                    </a:lnTo>
                    <a:lnTo>
                      <a:pt x="18709" y="16103"/>
                    </a:lnTo>
                    <a:lnTo>
                      <a:pt x="18768" y="16103"/>
                    </a:lnTo>
                    <a:lnTo>
                      <a:pt x="18855" y="16162"/>
                    </a:lnTo>
                    <a:lnTo>
                      <a:pt x="19148" y="16396"/>
                    </a:lnTo>
                    <a:lnTo>
                      <a:pt x="19558" y="16806"/>
                    </a:lnTo>
                    <a:lnTo>
                      <a:pt x="20056" y="17245"/>
                    </a:lnTo>
                    <a:lnTo>
                      <a:pt x="20319" y="17508"/>
                    </a:lnTo>
                    <a:lnTo>
                      <a:pt x="20612" y="17743"/>
                    </a:lnTo>
                    <a:lnTo>
                      <a:pt x="20934" y="17948"/>
                    </a:lnTo>
                    <a:lnTo>
                      <a:pt x="21256" y="18152"/>
                    </a:lnTo>
                    <a:lnTo>
                      <a:pt x="21608" y="18299"/>
                    </a:lnTo>
                    <a:lnTo>
                      <a:pt x="21959" y="18445"/>
                    </a:lnTo>
                    <a:lnTo>
                      <a:pt x="22310" y="18504"/>
                    </a:lnTo>
                    <a:lnTo>
                      <a:pt x="22691" y="18533"/>
                    </a:lnTo>
                    <a:lnTo>
                      <a:pt x="22896" y="18504"/>
                    </a:lnTo>
                    <a:lnTo>
                      <a:pt x="23130" y="18475"/>
                    </a:lnTo>
                    <a:lnTo>
                      <a:pt x="23364" y="18416"/>
                    </a:lnTo>
                    <a:lnTo>
                      <a:pt x="23569" y="18328"/>
                    </a:lnTo>
                    <a:lnTo>
                      <a:pt x="24008" y="18123"/>
                    </a:lnTo>
                    <a:lnTo>
                      <a:pt x="24447" y="17830"/>
                    </a:lnTo>
                    <a:lnTo>
                      <a:pt x="24887" y="17479"/>
                    </a:lnTo>
                    <a:lnTo>
                      <a:pt x="25297" y="17069"/>
                    </a:lnTo>
                    <a:lnTo>
                      <a:pt x="25677" y="16630"/>
                    </a:lnTo>
                    <a:lnTo>
                      <a:pt x="26028" y="16132"/>
                    </a:lnTo>
                    <a:lnTo>
                      <a:pt x="26351" y="15605"/>
                    </a:lnTo>
                    <a:lnTo>
                      <a:pt x="26614" y="15049"/>
                    </a:lnTo>
                    <a:lnTo>
                      <a:pt x="26848" y="14493"/>
                    </a:lnTo>
                    <a:lnTo>
                      <a:pt x="27024" y="13907"/>
                    </a:lnTo>
                    <a:lnTo>
                      <a:pt x="27141" y="13322"/>
                    </a:lnTo>
                    <a:lnTo>
                      <a:pt x="27200" y="12736"/>
                    </a:lnTo>
                    <a:lnTo>
                      <a:pt x="27200" y="12443"/>
                    </a:lnTo>
                    <a:lnTo>
                      <a:pt x="27170" y="12151"/>
                    </a:lnTo>
                    <a:lnTo>
                      <a:pt x="27141" y="11858"/>
                    </a:lnTo>
                    <a:lnTo>
                      <a:pt x="27082" y="11594"/>
                    </a:lnTo>
                    <a:lnTo>
                      <a:pt x="26995" y="11302"/>
                    </a:lnTo>
                    <a:lnTo>
                      <a:pt x="26878" y="11038"/>
                    </a:lnTo>
                    <a:lnTo>
                      <a:pt x="26760" y="10775"/>
                    </a:lnTo>
                    <a:lnTo>
                      <a:pt x="26614" y="10511"/>
                    </a:lnTo>
                    <a:lnTo>
                      <a:pt x="26292" y="10043"/>
                    </a:lnTo>
                    <a:lnTo>
                      <a:pt x="25941" y="9574"/>
                    </a:lnTo>
                    <a:lnTo>
                      <a:pt x="25531" y="9164"/>
                    </a:lnTo>
                    <a:lnTo>
                      <a:pt x="25092" y="8784"/>
                    </a:lnTo>
                    <a:lnTo>
                      <a:pt x="24652" y="8403"/>
                    </a:lnTo>
                    <a:lnTo>
                      <a:pt x="24213" y="8052"/>
                    </a:lnTo>
                    <a:lnTo>
                      <a:pt x="23393" y="7408"/>
                    </a:lnTo>
                    <a:lnTo>
                      <a:pt x="23042" y="7115"/>
                    </a:lnTo>
                    <a:lnTo>
                      <a:pt x="22720" y="6822"/>
                    </a:lnTo>
                    <a:lnTo>
                      <a:pt x="22486" y="6559"/>
                    </a:lnTo>
                    <a:lnTo>
                      <a:pt x="22398" y="6412"/>
                    </a:lnTo>
                    <a:lnTo>
                      <a:pt x="22339" y="6266"/>
                    </a:lnTo>
                    <a:lnTo>
                      <a:pt x="22281" y="6149"/>
                    </a:lnTo>
                    <a:lnTo>
                      <a:pt x="22252" y="6002"/>
                    </a:lnTo>
                    <a:lnTo>
                      <a:pt x="22252" y="5885"/>
                    </a:lnTo>
                    <a:lnTo>
                      <a:pt x="22281" y="5739"/>
                    </a:lnTo>
                    <a:lnTo>
                      <a:pt x="22339" y="5622"/>
                    </a:lnTo>
                    <a:lnTo>
                      <a:pt x="22398" y="5534"/>
                    </a:lnTo>
                    <a:lnTo>
                      <a:pt x="22574" y="5358"/>
                    </a:lnTo>
                    <a:lnTo>
                      <a:pt x="22779" y="5241"/>
                    </a:lnTo>
                    <a:lnTo>
                      <a:pt x="22984" y="5124"/>
                    </a:lnTo>
                    <a:lnTo>
                      <a:pt x="23189" y="5036"/>
                    </a:lnTo>
                    <a:lnTo>
                      <a:pt x="23393" y="4919"/>
                    </a:lnTo>
                    <a:lnTo>
                      <a:pt x="23452" y="4831"/>
                    </a:lnTo>
                    <a:lnTo>
                      <a:pt x="23540" y="4743"/>
                    </a:lnTo>
                    <a:lnTo>
                      <a:pt x="23569" y="4656"/>
                    </a:lnTo>
                    <a:lnTo>
                      <a:pt x="23598" y="4538"/>
                    </a:lnTo>
                    <a:lnTo>
                      <a:pt x="23598" y="4333"/>
                    </a:lnTo>
                    <a:lnTo>
                      <a:pt x="23569" y="4129"/>
                    </a:lnTo>
                    <a:lnTo>
                      <a:pt x="23452" y="3894"/>
                    </a:lnTo>
                    <a:lnTo>
                      <a:pt x="23276" y="3631"/>
                    </a:lnTo>
                    <a:lnTo>
                      <a:pt x="23071" y="3397"/>
                    </a:lnTo>
                    <a:lnTo>
                      <a:pt x="22837" y="3133"/>
                    </a:lnTo>
                    <a:lnTo>
                      <a:pt x="22544" y="2899"/>
                    </a:lnTo>
                    <a:lnTo>
                      <a:pt x="22222" y="2665"/>
                    </a:lnTo>
                    <a:lnTo>
                      <a:pt x="21842" y="2430"/>
                    </a:lnTo>
                    <a:lnTo>
                      <a:pt x="21461" y="2225"/>
                    </a:lnTo>
                    <a:lnTo>
                      <a:pt x="21051" y="2021"/>
                    </a:lnTo>
                    <a:lnTo>
                      <a:pt x="20612" y="1845"/>
                    </a:lnTo>
                    <a:lnTo>
                      <a:pt x="20173" y="1728"/>
                    </a:lnTo>
                    <a:lnTo>
                      <a:pt x="19705" y="1611"/>
                    </a:lnTo>
                    <a:lnTo>
                      <a:pt x="19207" y="1552"/>
                    </a:lnTo>
                    <a:lnTo>
                      <a:pt x="18738" y="1523"/>
                    </a:lnTo>
                    <a:lnTo>
                      <a:pt x="18328" y="1523"/>
                    </a:lnTo>
                    <a:lnTo>
                      <a:pt x="17948" y="1581"/>
                    </a:lnTo>
                    <a:lnTo>
                      <a:pt x="17567" y="1640"/>
                    </a:lnTo>
                    <a:lnTo>
                      <a:pt x="17187" y="1728"/>
                    </a:lnTo>
                    <a:lnTo>
                      <a:pt x="16513" y="1933"/>
                    </a:lnTo>
                    <a:lnTo>
                      <a:pt x="15928" y="2138"/>
                    </a:lnTo>
                    <a:lnTo>
                      <a:pt x="15401" y="2313"/>
                    </a:lnTo>
                    <a:lnTo>
                      <a:pt x="14991" y="2460"/>
                    </a:lnTo>
                    <a:lnTo>
                      <a:pt x="14639" y="2460"/>
                    </a:lnTo>
                    <a:lnTo>
                      <a:pt x="14493" y="2401"/>
                    </a:lnTo>
                    <a:lnTo>
                      <a:pt x="14376" y="2313"/>
                    </a:lnTo>
                    <a:lnTo>
                      <a:pt x="14317" y="2225"/>
                    </a:lnTo>
                    <a:lnTo>
                      <a:pt x="14288" y="2138"/>
                    </a:lnTo>
                    <a:lnTo>
                      <a:pt x="14259" y="2050"/>
                    </a:lnTo>
                    <a:lnTo>
                      <a:pt x="14288" y="1933"/>
                    </a:lnTo>
                    <a:lnTo>
                      <a:pt x="14317" y="1698"/>
                    </a:lnTo>
                    <a:lnTo>
                      <a:pt x="14405" y="1464"/>
                    </a:lnTo>
                    <a:lnTo>
                      <a:pt x="14464" y="1230"/>
                    </a:lnTo>
                    <a:lnTo>
                      <a:pt x="14522" y="967"/>
                    </a:lnTo>
                    <a:lnTo>
                      <a:pt x="14522" y="732"/>
                    </a:lnTo>
                    <a:lnTo>
                      <a:pt x="14493" y="615"/>
                    </a:lnTo>
                    <a:lnTo>
                      <a:pt x="14464" y="527"/>
                    </a:lnTo>
                    <a:lnTo>
                      <a:pt x="14376" y="410"/>
                    </a:lnTo>
                    <a:lnTo>
                      <a:pt x="14259" y="322"/>
                    </a:lnTo>
                    <a:lnTo>
                      <a:pt x="14142" y="235"/>
                    </a:lnTo>
                    <a:lnTo>
                      <a:pt x="13995" y="176"/>
                    </a:lnTo>
                    <a:lnTo>
                      <a:pt x="13644" y="59"/>
                    </a:lnTo>
                    <a:lnTo>
                      <a:pt x="13205" y="30"/>
                    </a:lnTo>
                    <a:lnTo>
                      <a:pt x="127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46"/>
              <p:cNvSpPr/>
              <p:nvPr/>
            </p:nvSpPr>
            <p:spPr>
              <a:xfrm>
                <a:off x="3899219" y="4020938"/>
                <a:ext cx="407567" cy="444024"/>
              </a:xfrm>
              <a:custGeom>
                <a:rect b="b" l="l" r="r" t="t"/>
                <a:pathLst>
                  <a:path extrusionOk="0" h="27464" w="25209">
                    <a:moveTo>
                      <a:pt x="17391" y="1"/>
                    </a:moveTo>
                    <a:lnTo>
                      <a:pt x="16044" y="1055"/>
                    </a:lnTo>
                    <a:lnTo>
                      <a:pt x="14727" y="2168"/>
                    </a:lnTo>
                    <a:lnTo>
                      <a:pt x="13380" y="3339"/>
                    </a:lnTo>
                    <a:lnTo>
                      <a:pt x="12063" y="4598"/>
                    </a:lnTo>
                    <a:lnTo>
                      <a:pt x="11653" y="4949"/>
                    </a:lnTo>
                    <a:lnTo>
                      <a:pt x="11272" y="5300"/>
                    </a:lnTo>
                    <a:lnTo>
                      <a:pt x="10482" y="6091"/>
                    </a:lnTo>
                    <a:lnTo>
                      <a:pt x="9720" y="6881"/>
                    </a:lnTo>
                    <a:lnTo>
                      <a:pt x="8286" y="8404"/>
                    </a:lnTo>
                    <a:lnTo>
                      <a:pt x="7027" y="9868"/>
                    </a:lnTo>
                    <a:lnTo>
                      <a:pt x="5826" y="11331"/>
                    </a:lnTo>
                    <a:lnTo>
                      <a:pt x="4714" y="12795"/>
                    </a:lnTo>
                    <a:lnTo>
                      <a:pt x="3631" y="14230"/>
                    </a:lnTo>
                    <a:lnTo>
                      <a:pt x="2635" y="15665"/>
                    </a:lnTo>
                    <a:lnTo>
                      <a:pt x="1698" y="17070"/>
                    </a:lnTo>
                    <a:lnTo>
                      <a:pt x="820" y="18475"/>
                    </a:lnTo>
                    <a:lnTo>
                      <a:pt x="0" y="19851"/>
                    </a:lnTo>
                    <a:lnTo>
                      <a:pt x="5651" y="27463"/>
                    </a:lnTo>
                    <a:lnTo>
                      <a:pt x="10804" y="22311"/>
                    </a:lnTo>
                    <a:lnTo>
                      <a:pt x="15898" y="17158"/>
                    </a:lnTo>
                    <a:lnTo>
                      <a:pt x="25208" y="7789"/>
                    </a:lnTo>
                    <a:lnTo>
                      <a:pt x="25208" y="7525"/>
                    </a:lnTo>
                    <a:lnTo>
                      <a:pt x="25208" y="7145"/>
                    </a:lnTo>
                    <a:lnTo>
                      <a:pt x="25150" y="6706"/>
                    </a:lnTo>
                    <a:lnTo>
                      <a:pt x="25062" y="6149"/>
                    </a:lnTo>
                    <a:lnTo>
                      <a:pt x="24886" y="5534"/>
                    </a:lnTo>
                    <a:lnTo>
                      <a:pt x="24769" y="5212"/>
                    </a:lnTo>
                    <a:lnTo>
                      <a:pt x="24652" y="4861"/>
                    </a:lnTo>
                    <a:lnTo>
                      <a:pt x="24476" y="4510"/>
                    </a:lnTo>
                    <a:lnTo>
                      <a:pt x="24271" y="4158"/>
                    </a:lnTo>
                    <a:lnTo>
                      <a:pt x="24066" y="3807"/>
                    </a:lnTo>
                    <a:lnTo>
                      <a:pt x="23803" y="3426"/>
                    </a:lnTo>
                    <a:lnTo>
                      <a:pt x="23510" y="3075"/>
                    </a:lnTo>
                    <a:lnTo>
                      <a:pt x="23188" y="2724"/>
                    </a:lnTo>
                    <a:lnTo>
                      <a:pt x="22866" y="2372"/>
                    </a:lnTo>
                    <a:lnTo>
                      <a:pt x="22515" y="2080"/>
                    </a:lnTo>
                    <a:lnTo>
                      <a:pt x="22134" y="1787"/>
                    </a:lnTo>
                    <a:lnTo>
                      <a:pt x="21754" y="1494"/>
                    </a:lnTo>
                    <a:lnTo>
                      <a:pt x="21373" y="1231"/>
                    </a:lnTo>
                    <a:lnTo>
                      <a:pt x="20963" y="996"/>
                    </a:lnTo>
                    <a:lnTo>
                      <a:pt x="20524" y="791"/>
                    </a:lnTo>
                    <a:lnTo>
                      <a:pt x="20085" y="616"/>
                    </a:lnTo>
                    <a:lnTo>
                      <a:pt x="19646" y="440"/>
                    </a:lnTo>
                    <a:lnTo>
                      <a:pt x="19206" y="294"/>
                    </a:lnTo>
                    <a:lnTo>
                      <a:pt x="18767" y="206"/>
                    </a:lnTo>
                    <a:lnTo>
                      <a:pt x="18299" y="89"/>
                    </a:lnTo>
                    <a:lnTo>
                      <a:pt x="17830" y="30"/>
                    </a:lnTo>
                    <a:lnTo>
                      <a:pt x="17391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46"/>
              <p:cNvSpPr/>
              <p:nvPr/>
            </p:nvSpPr>
            <p:spPr>
              <a:xfrm>
                <a:off x="4033167" y="4095260"/>
                <a:ext cx="140124" cy="203080"/>
              </a:xfrm>
              <a:custGeom>
                <a:rect b="b" l="l" r="r" t="t"/>
                <a:pathLst>
                  <a:path extrusionOk="0" h="12561" w="8667">
                    <a:moveTo>
                      <a:pt x="3778" y="1"/>
                    </a:moveTo>
                    <a:lnTo>
                      <a:pt x="3368" y="352"/>
                    </a:lnTo>
                    <a:lnTo>
                      <a:pt x="2987" y="703"/>
                    </a:lnTo>
                    <a:lnTo>
                      <a:pt x="2197" y="1494"/>
                    </a:lnTo>
                    <a:lnTo>
                      <a:pt x="1435" y="2284"/>
                    </a:lnTo>
                    <a:lnTo>
                      <a:pt x="1" y="3807"/>
                    </a:lnTo>
                    <a:lnTo>
                      <a:pt x="7613" y="12561"/>
                    </a:lnTo>
                    <a:lnTo>
                      <a:pt x="8140" y="10072"/>
                    </a:lnTo>
                    <a:lnTo>
                      <a:pt x="8667" y="7613"/>
                    </a:lnTo>
                    <a:lnTo>
                      <a:pt x="37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46"/>
              <p:cNvSpPr/>
              <p:nvPr/>
            </p:nvSpPr>
            <p:spPr>
              <a:xfrm>
                <a:off x="4039796" y="3952307"/>
                <a:ext cx="273134" cy="350770"/>
              </a:xfrm>
              <a:custGeom>
                <a:rect b="b" l="l" r="r" t="t"/>
                <a:pathLst>
                  <a:path extrusionOk="0" h="21696" w="16894">
                    <a:moveTo>
                      <a:pt x="14844" y="1"/>
                    </a:moveTo>
                    <a:lnTo>
                      <a:pt x="13761" y="235"/>
                    </a:lnTo>
                    <a:lnTo>
                      <a:pt x="12649" y="528"/>
                    </a:lnTo>
                    <a:lnTo>
                      <a:pt x="11595" y="850"/>
                    </a:lnTo>
                    <a:lnTo>
                      <a:pt x="10570" y="1230"/>
                    </a:lnTo>
                    <a:lnTo>
                      <a:pt x="9604" y="1611"/>
                    </a:lnTo>
                    <a:lnTo>
                      <a:pt x="8667" y="2050"/>
                    </a:lnTo>
                    <a:lnTo>
                      <a:pt x="7759" y="2489"/>
                    </a:lnTo>
                    <a:lnTo>
                      <a:pt x="6881" y="2958"/>
                    </a:lnTo>
                    <a:lnTo>
                      <a:pt x="6032" y="3455"/>
                    </a:lnTo>
                    <a:lnTo>
                      <a:pt x="5241" y="3982"/>
                    </a:lnTo>
                    <a:lnTo>
                      <a:pt x="4480" y="4509"/>
                    </a:lnTo>
                    <a:lnTo>
                      <a:pt x="3748" y="5036"/>
                    </a:lnTo>
                    <a:lnTo>
                      <a:pt x="3046" y="5593"/>
                    </a:lnTo>
                    <a:lnTo>
                      <a:pt x="2372" y="6149"/>
                    </a:lnTo>
                    <a:lnTo>
                      <a:pt x="1728" y="6676"/>
                    </a:lnTo>
                    <a:lnTo>
                      <a:pt x="1113" y="7232"/>
                    </a:lnTo>
                    <a:lnTo>
                      <a:pt x="557" y="7789"/>
                    </a:lnTo>
                    <a:lnTo>
                      <a:pt x="1" y="8345"/>
                    </a:lnTo>
                    <a:lnTo>
                      <a:pt x="7379" y="21695"/>
                    </a:lnTo>
                    <a:lnTo>
                      <a:pt x="16835" y="12239"/>
                    </a:lnTo>
                    <a:lnTo>
                      <a:pt x="16894" y="11185"/>
                    </a:lnTo>
                    <a:lnTo>
                      <a:pt x="16894" y="10043"/>
                    </a:lnTo>
                    <a:lnTo>
                      <a:pt x="16865" y="8843"/>
                    </a:lnTo>
                    <a:lnTo>
                      <a:pt x="16777" y="7554"/>
                    </a:lnTo>
                    <a:lnTo>
                      <a:pt x="16630" y="6413"/>
                    </a:lnTo>
                    <a:lnTo>
                      <a:pt x="16455" y="5300"/>
                    </a:lnTo>
                    <a:lnTo>
                      <a:pt x="16220" y="4275"/>
                    </a:lnTo>
                    <a:lnTo>
                      <a:pt x="15986" y="3309"/>
                    </a:lnTo>
                    <a:lnTo>
                      <a:pt x="15723" y="2372"/>
                    </a:lnTo>
                    <a:lnTo>
                      <a:pt x="15430" y="1523"/>
                    </a:lnTo>
                    <a:lnTo>
                      <a:pt x="15137" y="733"/>
                    </a:lnTo>
                    <a:lnTo>
                      <a:pt x="148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46"/>
              <p:cNvSpPr/>
              <p:nvPr/>
            </p:nvSpPr>
            <p:spPr>
              <a:xfrm>
                <a:off x="4659415" y="3826394"/>
                <a:ext cx="66756" cy="43103"/>
              </a:xfrm>
              <a:custGeom>
                <a:rect b="b" l="l" r="r" t="t"/>
                <a:pathLst>
                  <a:path extrusionOk="0" h="2666" w="4129">
                    <a:moveTo>
                      <a:pt x="293" y="1"/>
                    </a:moveTo>
                    <a:lnTo>
                      <a:pt x="205" y="30"/>
                    </a:lnTo>
                    <a:lnTo>
                      <a:pt x="117" y="89"/>
                    </a:lnTo>
                    <a:lnTo>
                      <a:pt x="29" y="147"/>
                    </a:lnTo>
                    <a:lnTo>
                      <a:pt x="0" y="264"/>
                    </a:lnTo>
                    <a:lnTo>
                      <a:pt x="0" y="469"/>
                    </a:lnTo>
                    <a:lnTo>
                      <a:pt x="0" y="674"/>
                    </a:lnTo>
                    <a:lnTo>
                      <a:pt x="59" y="879"/>
                    </a:lnTo>
                    <a:lnTo>
                      <a:pt x="88" y="1084"/>
                    </a:lnTo>
                    <a:lnTo>
                      <a:pt x="176" y="1289"/>
                    </a:lnTo>
                    <a:lnTo>
                      <a:pt x="234" y="1465"/>
                    </a:lnTo>
                    <a:lnTo>
                      <a:pt x="351" y="1640"/>
                    </a:lnTo>
                    <a:lnTo>
                      <a:pt x="469" y="1816"/>
                    </a:lnTo>
                    <a:lnTo>
                      <a:pt x="586" y="1962"/>
                    </a:lnTo>
                    <a:lnTo>
                      <a:pt x="732" y="2109"/>
                    </a:lnTo>
                    <a:lnTo>
                      <a:pt x="878" y="2226"/>
                    </a:lnTo>
                    <a:lnTo>
                      <a:pt x="1054" y="2343"/>
                    </a:lnTo>
                    <a:lnTo>
                      <a:pt x="1201" y="2460"/>
                    </a:lnTo>
                    <a:lnTo>
                      <a:pt x="1405" y="2519"/>
                    </a:lnTo>
                    <a:lnTo>
                      <a:pt x="1581" y="2607"/>
                    </a:lnTo>
                    <a:lnTo>
                      <a:pt x="1786" y="2636"/>
                    </a:lnTo>
                    <a:lnTo>
                      <a:pt x="2137" y="2665"/>
                    </a:lnTo>
                    <a:lnTo>
                      <a:pt x="2430" y="2636"/>
                    </a:lnTo>
                    <a:lnTo>
                      <a:pt x="2723" y="2577"/>
                    </a:lnTo>
                    <a:lnTo>
                      <a:pt x="3016" y="2489"/>
                    </a:lnTo>
                    <a:lnTo>
                      <a:pt x="3279" y="2343"/>
                    </a:lnTo>
                    <a:lnTo>
                      <a:pt x="3513" y="2138"/>
                    </a:lnTo>
                    <a:lnTo>
                      <a:pt x="3748" y="1933"/>
                    </a:lnTo>
                    <a:lnTo>
                      <a:pt x="3923" y="1699"/>
                    </a:lnTo>
                    <a:lnTo>
                      <a:pt x="4099" y="1406"/>
                    </a:lnTo>
                    <a:lnTo>
                      <a:pt x="4128" y="1318"/>
                    </a:lnTo>
                    <a:lnTo>
                      <a:pt x="4099" y="1201"/>
                    </a:lnTo>
                    <a:lnTo>
                      <a:pt x="4070" y="1113"/>
                    </a:lnTo>
                    <a:lnTo>
                      <a:pt x="3982" y="1055"/>
                    </a:lnTo>
                    <a:lnTo>
                      <a:pt x="3865" y="1026"/>
                    </a:lnTo>
                    <a:lnTo>
                      <a:pt x="3777" y="1055"/>
                    </a:lnTo>
                    <a:lnTo>
                      <a:pt x="3689" y="1084"/>
                    </a:lnTo>
                    <a:lnTo>
                      <a:pt x="3631" y="1172"/>
                    </a:lnTo>
                    <a:lnTo>
                      <a:pt x="3484" y="1406"/>
                    </a:lnTo>
                    <a:lnTo>
                      <a:pt x="3309" y="1611"/>
                    </a:lnTo>
                    <a:lnTo>
                      <a:pt x="3104" y="1787"/>
                    </a:lnTo>
                    <a:lnTo>
                      <a:pt x="2869" y="1933"/>
                    </a:lnTo>
                    <a:lnTo>
                      <a:pt x="2635" y="2050"/>
                    </a:lnTo>
                    <a:lnTo>
                      <a:pt x="2401" y="2109"/>
                    </a:lnTo>
                    <a:lnTo>
                      <a:pt x="2137" y="2138"/>
                    </a:lnTo>
                    <a:lnTo>
                      <a:pt x="1874" y="2109"/>
                    </a:lnTo>
                    <a:lnTo>
                      <a:pt x="1581" y="2021"/>
                    </a:lnTo>
                    <a:lnTo>
                      <a:pt x="1318" y="1904"/>
                    </a:lnTo>
                    <a:lnTo>
                      <a:pt x="1083" y="1699"/>
                    </a:lnTo>
                    <a:lnTo>
                      <a:pt x="878" y="1494"/>
                    </a:lnTo>
                    <a:lnTo>
                      <a:pt x="732" y="1231"/>
                    </a:lnTo>
                    <a:lnTo>
                      <a:pt x="615" y="938"/>
                    </a:lnTo>
                    <a:lnTo>
                      <a:pt x="556" y="616"/>
                    </a:lnTo>
                    <a:lnTo>
                      <a:pt x="556" y="294"/>
                    </a:lnTo>
                    <a:lnTo>
                      <a:pt x="527" y="206"/>
                    </a:lnTo>
                    <a:lnTo>
                      <a:pt x="469" y="89"/>
                    </a:lnTo>
                    <a:lnTo>
                      <a:pt x="410" y="30"/>
                    </a:lnTo>
                    <a:lnTo>
                      <a:pt x="2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46"/>
              <p:cNvSpPr/>
              <p:nvPr/>
            </p:nvSpPr>
            <p:spPr>
              <a:xfrm>
                <a:off x="4530188" y="3791375"/>
                <a:ext cx="66756" cy="43086"/>
              </a:xfrm>
              <a:custGeom>
                <a:rect b="b" l="l" r="r" t="t"/>
                <a:pathLst>
                  <a:path extrusionOk="0" h="2665" w="4129">
                    <a:moveTo>
                      <a:pt x="205" y="0"/>
                    </a:moveTo>
                    <a:lnTo>
                      <a:pt x="117" y="59"/>
                    </a:lnTo>
                    <a:lnTo>
                      <a:pt x="30" y="147"/>
                    </a:lnTo>
                    <a:lnTo>
                      <a:pt x="0" y="235"/>
                    </a:lnTo>
                    <a:lnTo>
                      <a:pt x="0" y="469"/>
                    </a:lnTo>
                    <a:lnTo>
                      <a:pt x="30" y="674"/>
                    </a:lnTo>
                    <a:lnTo>
                      <a:pt x="59" y="879"/>
                    </a:lnTo>
                    <a:lnTo>
                      <a:pt x="88" y="1084"/>
                    </a:lnTo>
                    <a:lnTo>
                      <a:pt x="176" y="1259"/>
                    </a:lnTo>
                    <a:lnTo>
                      <a:pt x="235" y="1464"/>
                    </a:lnTo>
                    <a:lnTo>
                      <a:pt x="352" y="1640"/>
                    </a:lnTo>
                    <a:lnTo>
                      <a:pt x="469" y="1786"/>
                    </a:lnTo>
                    <a:lnTo>
                      <a:pt x="586" y="1962"/>
                    </a:lnTo>
                    <a:lnTo>
                      <a:pt x="732" y="2108"/>
                    </a:lnTo>
                    <a:lnTo>
                      <a:pt x="879" y="2225"/>
                    </a:lnTo>
                    <a:lnTo>
                      <a:pt x="1054" y="2343"/>
                    </a:lnTo>
                    <a:lnTo>
                      <a:pt x="1230" y="2430"/>
                    </a:lnTo>
                    <a:lnTo>
                      <a:pt x="1406" y="2518"/>
                    </a:lnTo>
                    <a:lnTo>
                      <a:pt x="1581" y="2577"/>
                    </a:lnTo>
                    <a:lnTo>
                      <a:pt x="1786" y="2635"/>
                    </a:lnTo>
                    <a:lnTo>
                      <a:pt x="2138" y="2665"/>
                    </a:lnTo>
                    <a:lnTo>
                      <a:pt x="2430" y="2635"/>
                    </a:lnTo>
                    <a:lnTo>
                      <a:pt x="2723" y="2577"/>
                    </a:lnTo>
                    <a:lnTo>
                      <a:pt x="3016" y="2460"/>
                    </a:lnTo>
                    <a:lnTo>
                      <a:pt x="3279" y="2313"/>
                    </a:lnTo>
                    <a:lnTo>
                      <a:pt x="3514" y="2138"/>
                    </a:lnTo>
                    <a:lnTo>
                      <a:pt x="3748" y="1933"/>
                    </a:lnTo>
                    <a:lnTo>
                      <a:pt x="3924" y="1669"/>
                    </a:lnTo>
                    <a:lnTo>
                      <a:pt x="4099" y="1406"/>
                    </a:lnTo>
                    <a:lnTo>
                      <a:pt x="4128" y="1318"/>
                    </a:lnTo>
                    <a:lnTo>
                      <a:pt x="4099" y="1201"/>
                    </a:lnTo>
                    <a:lnTo>
                      <a:pt x="4070" y="1113"/>
                    </a:lnTo>
                    <a:lnTo>
                      <a:pt x="3982" y="1054"/>
                    </a:lnTo>
                    <a:lnTo>
                      <a:pt x="3865" y="1025"/>
                    </a:lnTo>
                    <a:lnTo>
                      <a:pt x="3777" y="1025"/>
                    </a:lnTo>
                    <a:lnTo>
                      <a:pt x="3689" y="1084"/>
                    </a:lnTo>
                    <a:lnTo>
                      <a:pt x="3631" y="1171"/>
                    </a:lnTo>
                    <a:lnTo>
                      <a:pt x="3484" y="1406"/>
                    </a:lnTo>
                    <a:lnTo>
                      <a:pt x="3309" y="1611"/>
                    </a:lnTo>
                    <a:lnTo>
                      <a:pt x="3104" y="1786"/>
                    </a:lnTo>
                    <a:lnTo>
                      <a:pt x="2899" y="1933"/>
                    </a:lnTo>
                    <a:lnTo>
                      <a:pt x="2635" y="2020"/>
                    </a:lnTo>
                    <a:lnTo>
                      <a:pt x="2401" y="2108"/>
                    </a:lnTo>
                    <a:lnTo>
                      <a:pt x="1874" y="2108"/>
                    </a:lnTo>
                    <a:lnTo>
                      <a:pt x="1581" y="2020"/>
                    </a:lnTo>
                    <a:lnTo>
                      <a:pt x="1318" y="1874"/>
                    </a:lnTo>
                    <a:lnTo>
                      <a:pt x="1084" y="1698"/>
                    </a:lnTo>
                    <a:lnTo>
                      <a:pt x="879" y="1464"/>
                    </a:lnTo>
                    <a:lnTo>
                      <a:pt x="732" y="1201"/>
                    </a:lnTo>
                    <a:lnTo>
                      <a:pt x="615" y="908"/>
                    </a:lnTo>
                    <a:lnTo>
                      <a:pt x="557" y="615"/>
                    </a:lnTo>
                    <a:lnTo>
                      <a:pt x="557" y="293"/>
                    </a:lnTo>
                    <a:lnTo>
                      <a:pt x="527" y="176"/>
                    </a:lnTo>
                    <a:lnTo>
                      <a:pt x="498" y="88"/>
                    </a:lnTo>
                    <a:lnTo>
                      <a:pt x="410" y="30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46"/>
              <p:cNvSpPr/>
              <p:nvPr/>
            </p:nvSpPr>
            <p:spPr>
              <a:xfrm>
                <a:off x="4528297" y="3734563"/>
                <a:ext cx="90425" cy="21325"/>
              </a:xfrm>
              <a:custGeom>
                <a:rect b="b" l="l" r="r" t="t"/>
                <a:pathLst>
                  <a:path extrusionOk="0" h="1319" w="5593">
                    <a:moveTo>
                      <a:pt x="1610" y="1"/>
                    </a:moveTo>
                    <a:lnTo>
                      <a:pt x="849" y="89"/>
                    </a:lnTo>
                    <a:lnTo>
                      <a:pt x="527" y="147"/>
                    </a:lnTo>
                    <a:lnTo>
                      <a:pt x="264" y="235"/>
                    </a:lnTo>
                    <a:lnTo>
                      <a:pt x="88" y="323"/>
                    </a:lnTo>
                    <a:lnTo>
                      <a:pt x="29" y="382"/>
                    </a:lnTo>
                    <a:lnTo>
                      <a:pt x="0" y="440"/>
                    </a:lnTo>
                    <a:lnTo>
                      <a:pt x="29" y="499"/>
                    </a:lnTo>
                    <a:lnTo>
                      <a:pt x="59" y="557"/>
                    </a:lnTo>
                    <a:lnTo>
                      <a:pt x="234" y="704"/>
                    </a:lnTo>
                    <a:lnTo>
                      <a:pt x="498" y="821"/>
                    </a:lnTo>
                    <a:lnTo>
                      <a:pt x="849" y="967"/>
                    </a:lnTo>
                    <a:lnTo>
                      <a:pt x="1288" y="1084"/>
                    </a:lnTo>
                    <a:lnTo>
                      <a:pt x="1728" y="1172"/>
                    </a:lnTo>
                    <a:lnTo>
                      <a:pt x="2225" y="1260"/>
                    </a:lnTo>
                    <a:lnTo>
                      <a:pt x="2723" y="1289"/>
                    </a:lnTo>
                    <a:lnTo>
                      <a:pt x="3221" y="1318"/>
                    </a:lnTo>
                    <a:lnTo>
                      <a:pt x="3748" y="1289"/>
                    </a:lnTo>
                    <a:lnTo>
                      <a:pt x="4216" y="1231"/>
                    </a:lnTo>
                    <a:lnTo>
                      <a:pt x="4655" y="1172"/>
                    </a:lnTo>
                    <a:lnTo>
                      <a:pt x="5036" y="1055"/>
                    </a:lnTo>
                    <a:lnTo>
                      <a:pt x="5329" y="967"/>
                    </a:lnTo>
                    <a:lnTo>
                      <a:pt x="5504" y="850"/>
                    </a:lnTo>
                    <a:lnTo>
                      <a:pt x="5563" y="791"/>
                    </a:lnTo>
                    <a:lnTo>
                      <a:pt x="5592" y="733"/>
                    </a:lnTo>
                    <a:lnTo>
                      <a:pt x="5563" y="645"/>
                    </a:lnTo>
                    <a:lnTo>
                      <a:pt x="5504" y="587"/>
                    </a:lnTo>
                    <a:lnTo>
                      <a:pt x="5417" y="528"/>
                    </a:lnTo>
                    <a:lnTo>
                      <a:pt x="5299" y="469"/>
                    </a:lnTo>
                    <a:lnTo>
                      <a:pt x="4948" y="323"/>
                    </a:lnTo>
                    <a:lnTo>
                      <a:pt x="4509" y="235"/>
                    </a:lnTo>
                    <a:lnTo>
                      <a:pt x="4011" y="118"/>
                    </a:lnTo>
                    <a:lnTo>
                      <a:pt x="3484" y="60"/>
                    </a:lnTo>
                    <a:lnTo>
                      <a:pt x="28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46"/>
              <p:cNvSpPr/>
              <p:nvPr/>
            </p:nvSpPr>
            <p:spPr>
              <a:xfrm>
                <a:off x="4681662" y="3767706"/>
                <a:ext cx="71008" cy="43555"/>
              </a:xfrm>
              <a:custGeom>
                <a:rect b="b" l="l" r="r" t="t"/>
                <a:pathLst>
                  <a:path extrusionOk="0" h="2694" w="4392">
                    <a:moveTo>
                      <a:pt x="322" y="0"/>
                    </a:moveTo>
                    <a:lnTo>
                      <a:pt x="117" y="59"/>
                    </a:lnTo>
                    <a:lnTo>
                      <a:pt x="59" y="88"/>
                    </a:lnTo>
                    <a:lnTo>
                      <a:pt x="0" y="147"/>
                    </a:lnTo>
                    <a:lnTo>
                      <a:pt x="0" y="235"/>
                    </a:lnTo>
                    <a:lnTo>
                      <a:pt x="0" y="322"/>
                    </a:lnTo>
                    <a:lnTo>
                      <a:pt x="29" y="440"/>
                    </a:lnTo>
                    <a:lnTo>
                      <a:pt x="88" y="527"/>
                    </a:lnTo>
                    <a:lnTo>
                      <a:pt x="293" y="791"/>
                    </a:lnTo>
                    <a:lnTo>
                      <a:pt x="586" y="1084"/>
                    </a:lnTo>
                    <a:lnTo>
                      <a:pt x="937" y="1347"/>
                    </a:lnTo>
                    <a:lnTo>
                      <a:pt x="1347" y="1640"/>
                    </a:lnTo>
                    <a:lnTo>
                      <a:pt x="1757" y="1903"/>
                    </a:lnTo>
                    <a:lnTo>
                      <a:pt x="2225" y="2138"/>
                    </a:lnTo>
                    <a:lnTo>
                      <a:pt x="2694" y="2313"/>
                    </a:lnTo>
                    <a:lnTo>
                      <a:pt x="3191" y="2489"/>
                    </a:lnTo>
                    <a:lnTo>
                      <a:pt x="3689" y="2635"/>
                    </a:lnTo>
                    <a:lnTo>
                      <a:pt x="4128" y="2694"/>
                    </a:lnTo>
                    <a:lnTo>
                      <a:pt x="4158" y="2548"/>
                    </a:lnTo>
                    <a:lnTo>
                      <a:pt x="4392" y="1669"/>
                    </a:lnTo>
                    <a:lnTo>
                      <a:pt x="4011" y="1376"/>
                    </a:lnTo>
                    <a:lnTo>
                      <a:pt x="3543" y="1054"/>
                    </a:lnTo>
                    <a:lnTo>
                      <a:pt x="3045" y="762"/>
                    </a:lnTo>
                    <a:lnTo>
                      <a:pt x="2547" y="527"/>
                    </a:lnTo>
                    <a:lnTo>
                      <a:pt x="2137" y="381"/>
                    </a:lnTo>
                    <a:lnTo>
                      <a:pt x="1757" y="235"/>
                    </a:lnTo>
                    <a:lnTo>
                      <a:pt x="1347" y="147"/>
                    </a:lnTo>
                    <a:lnTo>
                      <a:pt x="966" y="59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46"/>
              <p:cNvSpPr/>
              <p:nvPr/>
            </p:nvSpPr>
            <p:spPr>
              <a:xfrm>
                <a:off x="4341789" y="3606775"/>
                <a:ext cx="104636" cy="122129"/>
              </a:xfrm>
              <a:custGeom>
                <a:rect b="b" l="l" r="r" t="t"/>
                <a:pathLst>
                  <a:path extrusionOk="0" h="7554" w="6472">
                    <a:moveTo>
                      <a:pt x="3221" y="0"/>
                    </a:moveTo>
                    <a:lnTo>
                      <a:pt x="2899" y="59"/>
                    </a:lnTo>
                    <a:lnTo>
                      <a:pt x="2577" y="146"/>
                    </a:lnTo>
                    <a:lnTo>
                      <a:pt x="2284" y="264"/>
                    </a:lnTo>
                    <a:lnTo>
                      <a:pt x="1992" y="410"/>
                    </a:lnTo>
                    <a:lnTo>
                      <a:pt x="1699" y="615"/>
                    </a:lnTo>
                    <a:lnTo>
                      <a:pt x="1435" y="820"/>
                    </a:lnTo>
                    <a:lnTo>
                      <a:pt x="1201" y="1054"/>
                    </a:lnTo>
                    <a:lnTo>
                      <a:pt x="967" y="1318"/>
                    </a:lnTo>
                    <a:lnTo>
                      <a:pt x="762" y="1610"/>
                    </a:lnTo>
                    <a:lnTo>
                      <a:pt x="557" y="1932"/>
                    </a:lnTo>
                    <a:lnTo>
                      <a:pt x="381" y="2254"/>
                    </a:lnTo>
                    <a:lnTo>
                      <a:pt x="264" y="2606"/>
                    </a:lnTo>
                    <a:lnTo>
                      <a:pt x="147" y="2986"/>
                    </a:lnTo>
                    <a:lnTo>
                      <a:pt x="59" y="3367"/>
                    </a:lnTo>
                    <a:lnTo>
                      <a:pt x="1" y="3748"/>
                    </a:lnTo>
                    <a:lnTo>
                      <a:pt x="1" y="4128"/>
                    </a:lnTo>
                    <a:lnTo>
                      <a:pt x="30" y="4509"/>
                    </a:lnTo>
                    <a:lnTo>
                      <a:pt x="59" y="4860"/>
                    </a:lnTo>
                    <a:lnTo>
                      <a:pt x="147" y="5182"/>
                    </a:lnTo>
                    <a:lnTo>
                      <a:pt x="235" y="5534"/>
                    </a:lnTo>
                    <a:lnTo>
                      <a:pt x="381" y="5856"/>
                    </a:lnTo>
                    <a:lnTo>
                      <a:pt x="528" y="6148"/>
                    </a:lnTo>
                    <a:lnTo>
                      <a:pt x="733" y="6412"/>
                    </a:lnTo>
                    <a:lnTo>
                      <a:pt x="938" y="6646"/>
                    </a:lnTo>
                    <a:lnTo>
                      <a:pt x="1172" y="6880"/>
                    </a:lnTo>
                    <a:lnTo>
                      <a:pt x="1406" y="7085"/>
                    </a:lnTo>
                    <a:lnTo>
                      <a:pt x="1670" y="7261"/>
                    </a:lnTo>
                    <a:lnTo>
                      <a:pt x="1962" y="7378"/>
                    </a:lnTo>
                    <a:lnTo>
                      <a:pt x="2284" y="7495"/>
                    </a:lnTo>
                    <a:lnTo>
                      <a:pt x="2607" y="7554"/>
                    </a:lnTo>
                    <a:lnTo>
                      <a:pt x="3251" y="7554"/>
                    </a:lnTo>
                    <a:lnTo>
                      <a:pt x="3573" y="7495"/>
                    </a:lnTo>
                    <a:lnTo>
                      <a:pt x="3865" y="7407"/>
                    </a:lnTo>
                    <a:lnTo>
                      <a:pt x="4188" y="7290"/>
                    </a:lnTo>
                    <a:lnTo>
                      <a:pt x="4480" y="7144"/>
                    </a:lnTo>
                    <a:lnTo>
                      <a:pt x="4744" y="6968"/>
                    </a:lnTo>
                    <a:lnTo>
                      <a:pt x="5007" y="6734"/>
                    </a:lnTo>
                    <a:lnTo>
                      <a:pt x="5271" y="6500"/>
                    </a:lnTo>
                    <a:lnTo>
                      <a:pt x="5505" y="6236"/>
                    </a:lnTo>
                    <a:lnTo>
                      <a:pt x="5710" y="5943"/>
                    </a:lnTo>
                    <a:lnTo>
                      <a:pt x="5915" y="5621"/>
                    </a:lnTo>
                    <a:lnTo>
                      <a:pt x="6061" y="5299"/>
                    </a:lnTo>
                    <a:lnTo>
                      <a:pt x="6208" y="4948"/>
                    </a:lnTo>
                    <a:lnTo>
                      <a:pt x="6325" y="4567"/>
                    </a:lnTo>
                    <a:lnTo>
                      <a:pt x="6413" y="4187"/>
                    </a:lnTo>
                    <a:lnTo>
                      <a:pt x="6442" y="3806"/>
                    </a:lnTo>
                    <a:lnTo>
                      <a:pt x="6471" y="3426"/>
                    </a:lnTo>
                    <a:lnTo>
                      <a:pt x="6442" y="3074"/>
                    </a:lnTo>
                    <a:lnTo>
                      <a:pt x="6383" y="2694"/>
                    </a:lnTo>
                    <a:lnTo>
                      <a:pt x="6325" y="2372"/>
                    </a:lnTo>
                    <a:lnTo>
                      <a:pt x="6208" y="2020"/>
                    </a:lnTo>
                    <a:lnTo>
                      <a:pt x="6091" y="1727"/>
                    </a:lnTo>
                    <a:lnTo>
                      <a:pt x="5915" y="1435"/>
                    </a:lnTo>
                    <a:lnTo>
                      <a:pt x="5739" y="1142"/>
                    </a:lnTo>
                    <a:lnTo>
                      <a:pt x="5534" y="908"/>
                    </a:lnTo>
                    <a:lnTo>
                      <a:pt x="5300" y="673"/>
                    </a:lnTo>
                    <a:lnTo>
                      <a:pt x="5037" y="468"/>
                    </a:lnTo>
                    <a:lnTo>
                      <a:pt x="4773" y="322"/>
                    </a:lnTo>
                    <a:lnTo>
                      <a:pt x="4480" y="176"/>
                    </a:lnTo>
                    <a:lnTo>
                      <a:pt x="4188" y="88"/>
                    </a:lnTo>
                    <a:lnTo>
                      <a:pt x="3865" y="0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46"/>
              <p:cNvSpPr/>
              <p:nvPr/>
            </p:nvSpPr>
            <p:spPr>
              <a:xfrm>
                <a:off x="4381561" y="3626645"/>
                <a:ext cx="9474" cy="72447"/>
              </a:xfrm>
              <a:custGeom>
                <a:rect b="b" l="l" r="r" t="t"/>
                <a:pathLst>
                  <a:path extrusionOk="0" h="4481" w="586">
                    <a:moveTo>
                      <a:pt x="322" y="1"/>
                    </a:moveTo>
                    <a:lnTo>
                      <a:pt x="234" y="30"/>
                    </a:lnTo>
                    <a:lnTo>
                      <a:pt x="147" y="89"/>
                    </a:lnTo>
                    <a:lnTo>
                      <a:pt x="88" y="147"/>
                    </a:lnTo>
                    <a:lnTo>
                      <a:pt x="59" y="264"/>
                    </a:lnTo>
                    <a:lnTo>
                      <a:pt x="0" y="4217"/>
                    </a:lnTo>
                    <a:lnTo>
                      <a:pt x="29" y="4334"/>
                    </a:lnTo>
                    <a:lnTo>
                      <a:pt x="88" y="4422"/>
                    </a:lnTo>
                    <a:lnTo>
                      <a:pt x="147" y="4480"/>
                    </a:lnTo>
                    <a:lnTo>
                      <a:pt x="381" y="4480"/>
                    </a:lnTo>
                    <a:lnTo>
                      <a:pt x="469" y="4422"/>
                    </a:lnTo>
                    <a:lnTo>
                      <a:pt x="527" y="4334"/>
                    </a:lnTo>
                    <a:lnTo>
                      <a:pt x="527" y="4217"/>
                    </a:lnTo>
                    <a:lnTo>
                      <a:pt x="586" y="264"/>
                    </a:lnTo>
                    <a:lnTo>
                      <a:pt x="586" y="176"/>
                    </a:lnTo>
                    <a:lnTo>
                      <a:pt x="527" y="89"/>
                    </a:lnTo>
                    <a:lnTo>
                      <a:pt x="439" y="30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46"/>
              <p:cNvSpPr/>
              <p:nvPr/>
            </p:nvSpPr>
            <p:spPr>
              <a:xfrm>
                <a:off x="4383921" y="3635634"/>
                <a:ext cx="30783" cy="32691"/>
              </a:xfrm>
              <a:custGeom>
                <a:rect b="b" l="l" r="r" t="t"/>
                <a:pathLst>
                  <a:path extrusionOk="0" h="2022" w="1904">
                    <a:moveTo>
                      <a:pt x="1611" y="1"/>
                    </a:moveTo>
                    <a:lnTo>
                      <a:pt x="1523" y="30"/>
                    </a:lnTo>
                    <a:lnTo>
                      <a:pt x="1435" y="89"/>
                    </a:lnTo>
                    <a:lnTo>
                      <a:pt x="59" y="1553"/>
                    </a:lnTo>
                    <a:lnTo>
                      <a:pt x="30" y="1641"/>
                    </a:lnTo>
                    <a:lnTo>
                      <a:pt x="1" y="1758"/>
                    </a:lnTo>
                    <a:lnTo>
                      <a:pt x="30" y="1845"/>
                    </a:lnTo>
                    <a:lnTo>
                      <a:pt x="88" y="1933"/>
                    </a:lnTo>
                    <a:lnTo>
                      <a:pt x="176" y="1992"/>
                    </a:lnTo>
                    <a:lnTo>
                      <a:pt x="264" y="2021"/>
                    </a:lnTo>
                    <a:lnTo>
                      <a:pt x="381" y="1992"/>
                    </a:lnTo>
                    <a:lnTo>
                      <a:pt x="469" y="1933"/>
                    </a:lnTo>
                    <a:lnTo>
                      <a:pt x="1816" y="440"/>
                    </a:lnTo>
                    <a:lnTo>
                      <a:pt x="1874" y="352"/>
                    </a:lnTo>
                    <a:lnTo>
                      <a:pt x="1904" y="264"/>
                    </a:lnTo>
                    <a:lnTo>
                      <a:pt x="1874" y="147"/>
                    </a:lnTo>
                    <a:lnTo>
                      <a:pt x="1816" y="60"/>
                    </a:lnTo>
                    <a:lnTo>
                      <a:pt x="17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46"/>
              <p:cNvSpPr/>
              <p:nvPr/>
            </p:nvSpPr>
            <p:spPr>
              <a:xfrm>
                <a:off x="4073408" y="4339987"/>
                <a:ext cx="41664" cy="23200"/>
              </a:xfrm>
              <a:custGeom>
                <a:rect b="b" l="l" r="r" t="t"/>
                <a:pathLst>
                  <a:path extrusionOk="0" h="1435" w="2577">
                    <a:moveTo>
                      <a:pt x="2284" y="0"/>
                    </a:moveTo>
                    <a:lnTo>
                      <a:pt x="2196" y="29"/>
                    </a:lnTo>
                    <a:lnTo>
                      <a:pt x="147" y="937"/>
                    </a:lnTo>
                    <a:lnTo>
                      <a:pt x="59" y="996"/>
                    </a:lnTo>
                    <a:lnTo>
                      <a:pt x="30" y="1083"/>
                    </a:lnTo>
                    <a:lnTo>
                      <a:pt x="0" y="1171"/>
                    </a:lnTo>
                    <a:lnTo>
                      <a:pt x="30" y="1288"/>
                    </a:lnTo>
                    <a:lnTo>
                      <a:pt x="59" y="1347"/>
                    </a:lnTo>
                    <a:lnTo>
                      <a:pt x="117" y="1405"/>
                    </a:lnTo>
                    <a:lnTo>
                      <a:pt x="205" y="1435"/>
                    </a:lnTo>
                    <a:lnTo>
                      <a:pt x="381" y="1435"/>
                    </a:lnTo>
                    <a:lnTo>
                      <a:pt x="2401" y="527"/>
                    </a:lnTo>
                    <a:lnTo>
                      <a:pt x="2489" y="469"/>
                    </a:lnTo>
                    <a:lnTo>
                      <a:pt x="2548" y="381"/>
                    </a:lnTo>
                    <a:lnTo>
                      <a:pt x="2577" y="264"/>
                    </a:lnTo>
                    <a:lnTo>
                      <a:pt x="2548" y="176"/>
                    </a:lnTo>
                    <a:lnTo>
                      <a:pt x="2489" y="88"/>
                    </a:lnTo>
                    <a:lnTo>
                      <a:pt x="2401" y="29"/>
                    </a:lnTo>
                    <a:lnTo>
                      <a:pt x="2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46"/>
              <p:cNvSpPr/>
              <p:nvPr/>
            </p:nvSpPr>
            <p:spPr>
              <a:xfrm>
                <a:off x="4154828" y="4180462"/>
                <a:ext cx="102728" cy="126866"/>
              </a:xfrm>
              <a:custGeom>
                <a:rect b="b" l="l" r="r" t="t"/>
                <a:pathLst>
                  <a:path extrusionOk="0" h="7847" w="6354">
                    <a:moveTo>
                      <a:pt x="6061" y="1"/>
                    </a:moveTo>
                    <a:lnTo>
                      <a:pt x="5944" y="30"/>
                    </a:lnTo>
                    <a:lnTo>
                      <a:pt x="5856" y="88"/>
                    </a:lnTo>
                    <a:lnTo>
                      <a:pt x="59" y="7408"/>
                    </a:lnTo>
                    <a:lnTo>
                      <a:pt x="0" y="7496"/>
                    </a:lnTo>
                    <a:lnTo>
                      <a:pt x="0" y="7613"/>
                    </a:lnTo>
                    <a:lnTo>
                      <a:pt x="29" y="7701"/>
                    </a:lnTo>
                    <a:lnTo>
                      <a:pt x="88" y="7788"/>
                    </a:lnTo>
                    <a:lnTo>
                      <a:pt x="176" y="7818"/>
                    </a:lnTo>
                    <a:lnTo>
                      <a:pt x="264" y="7847"/>
                    </a:lnTo>
                    <a:lnTo>
                      <a:pt x="381" y="7818"/>
                    </a:lnTo>
                    <a:lnTo>
                      <a:pt x="469" y="7730"/>
                    </a:lnTo>
                    <a:lnTo>
                      <a:pt x="6295" y="440"/>
                    </a:lnTo>
                    <a:lnTo>
                      <a:pt x="6324" y="352"/>
                    </a:lnTo>
                    <a:lnTo>
                      <a:pt x="6353" y="235"/>
                    </a:lnTo>
                    <a:lnTo>
                      <a:pt x="6324" y="147"/>
                    </a:lnTo>
                    <a:lnTo>
                      <a:pt x="6236" y="59"/>
                    </a:lnTo>
                    <a:lnTo>
                      <a:pt x="61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46"/>
              <p:cNvSpPr/>
              <p:nvPr/>
            </p:nvSpPr>
            <p:spPr>
              <a:xfrm>
                <a:off x="4836918" y="4383995"/>
                <a:ext cx="17994" cy="27000"/>
              </a:xfrm>
              <a:custGeom>
                <a:rect b="b" l="l" r="r" t="t"/>
                <a:pathLst>
                  <a:path extrusionOk="0" h="1670" w="1113">
                    <a:moveTo>
                      <a:pt x="761" y="1"/>
                    </a:moveTo>
                    <a:lnTo>
                      <a:pt x="674" y="59"/>
                    </a:lnTo>
                    <a:lnTo>
                      <a:pt x="586" y="147"/>
                    </a:lnTo>
                    <a:lnTo>
                      <a:pt x="30" y="1289"/>
                    </a:lnTo>
                    <a:lnTo>
                      <a:pt x="0" y="1377"/>
                    </a:lnTo>
                    <a:lnTo>
                      <a:pt x="30" y="1494"/>
                    </a:lnTo>
                    <a:lnTo>
                      <a:pt x="88" y="1582"/>
                    </a:lnTo>
                    <a:lnTo>
                      <a:pt x="147" y="1640"/>
                    </a:lnTo>
                    <a:lnTo>
                      <a:pt x="264" y="1670"/>
                    </a:lnTo>
                    <a:lnTo>
                      <a:pt x="352" y="1670"/>
                    </a:lnTo>
                    <a:lnTo>
                      <a:pt x="410" y="1640"/>
                    </a:lnTo>
                    <a:lnTo>
                      <a:pt x="469" y="1582"/>
                    </a:lnTo>
                    <a:lnTo>
                      <a:pt x="527" y="1523"/>
                    </a:lnTo>
                    <a:lnTo>
                      <a:pt x="1084" y="382"/>
                    </a:lnTo>
                    <a:lnTo>
                      <a:pt x="1113" y="294"/>
                    </a:lnTo>
                    <a:lnTo>
                      <a:pt x="1084" y="177"/>
                    </a:lnTo>
                    <a:lnTo>
                      <a:pt x="1025" y="89"/>
                    </a:lnTo>
                    <a:lnTo>
                      <a:pt x="966" y="30"/>
                    </a:lnTo>
                    <a:lnTo>
                      <a:pt x="8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46"/>
              <p:cNvSpPr/>
              <p:nvPr/>
            </p:nvSpPr>
            <p:spPr>
              <a:xfrm>
                <a:off x="4696326" y="4131232"/>
                <a:ext cx="19902" cy="89002"/>
              </a:xfrm>
              <a:custGeom>
                <a:rect b="b" l="l" r="r" t="t"/>
                <a:pathLst>
                  <a:path extrusionOk="0" h="5505" w="1231">
                    <a:moveTo>
                      <a:pt x="908" y="1"/>
                    </a:moveTo>
                    <a:lnTo>
                      <a:pt x="791" y="59"/>
                    </a:lnTo>
                    <a:lnTo>
                      <a:pt x="733" y="147"/>
                    </a:lnTo>
                    <a:lnTo>
                      <a:pt x="703" y="235"/>
                    </a:lnTo>
                    <a:lnTo>
                      <a:pt x="1" y="5212"/>
                    </a:lnTo>
                    <a:lnTo>
                      <a:pt x="30" y="5300"/>
                    </a:lnTo>
                    <a:lnTo>
                      <a:pt x="59" y="5388"/>
                    </a:lnTo>
                    <a:lnTo>
                      <a:pt x="147" y="5476"/>
                    </a:lnTo>
                    <a:lnTo>
                      <a:pt x="294" y="5505"/>
                    </a:lnTo>
                    <a:lnTo>
                      <a:pt x="381" y="5476"/>
                    </a:lnTo>
                    <a:lnTo>
                      <a:pt x="469" y="5446"/>
                    </a:lnTo>
                    <a:lnTo>
                      <a:pt x="528" y="5358"/>
                    </a:lnTo>
                    <a:lnTo>
                      <a:pt x="557" y="5271"/>
                    </a:lnTo>
                    <a:lnTo>
                      <a:pt x="1230" y="323"/>
                    </a:lnTo>
                    <a:lnTo>
                      <a:pt x="1230" y="206"/>
                    </a:lnTo>
                    <a:lnTo>
                      <a:pt x="1172" y="118"/>
                    </a:lnTo>
                    <a:lnTo>
                      <a:pt x="1084" y="59"/>
                    </a:lnTo>
                    <a:lnTo>
                      <a:pt x="9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77" name="Google Shape;1577;p46"/>
              <p:cNvGrpSpPr/>
              <p:nvPr/>
            </p:nvGrpSpPr>
            <p:grpSpPr>
              <a:xfrm>
                <a:off x="4176495" y="4107564"/>
                <a:ext cx="1059552" cy="1050275"/>
                <a:chOff x="3491944" y="4842731"/>
                <a:chExt cx="1965409" cy="1947840"/>
              </a:xfrm>
            </p:grpSpPr>
            <p:sp>
              <p:nvSpPr>
                <p:cNvPr id="1578" name="Google Shape;1578;p46"/>
                <p:cNvSpPr/>
                <p:nvPr/>
              </p:nvSpPr>
              <p:spPr>
                <a:xfrm rot="883949">
                  <a:off x="3991858" y="5307859"/>
                  <a:ext cx="243394" cy="422965"/>
                </a:xfrm>
                <a:custGeom>
                  <a:rect b="b" l="l" r="r" t="t"/>
                  <a:pathLst>
                    <a:path extrusionOk="0" h="16919" w="9736">
                      <a:moveTo>
                        <a:pt x="2899" y="0"/>
                      </a:moveTo>
                      <a:lnTo>
                        <a:pt x="2616" y="32"/>
                      </a:lnTo>
                      <a:lnTo>
                        <a:pt x="2301" y="63"/>
                      </a:lnTo>
                      <a:lnTo>
                        <a:pt x="2017" y="158"/>
                      </a:lnTo>
                      <a:lnTo>
                        <a:pt x="1734" y="284"/>
                      </a:lnTo>
                      <a:lnTo>
                        <a:pt x="1482" y="410"/>
                      </a:lnTo>
                      <a:lnTo>
                        <a:pt x="1230" y="567"/>
                      </a:lnTo>
                      <a:lnTo>
                        <a:pt x="1009" y="757"/>
                      </a:lnTo>
                      <a:lnTo>
                        <a:pt x="789" y="977"/>
                      </a:lnTo>
                      <a:lnTo>
                        <a:pt x="600" y="1198"/>
                      </a:lnTo>
                      <a:lnTo>
                        <a:pt x="442" y="1418"/>
                      </a:lnTo>
                      <a:lnTo>
                        <a:pt x="316" y="1670"/>
                      </a:lnTo>
                      <a:lnTo>
                        <a:pt x="190" y="1954"/>
                      </a:lnTo>
                      <a:lnTo>
                        <a:pt x="95" y="2206"/>
                      </a:lnTo>
                      <a:lnTo>
                        <a:pt x="32" y="2489"/>
                      </a:lnTo>
                      <a:lnTo>
                        <a:pt x="1" y="2773"/>
                      </a:lnTo>
                      <a:lnTo>
                        <a:pt x="1" y="3088"/>
                      </a:lnTo>
                      <a:lnTo>
                        <a:pt x="32" y="3371"/>
                      </a:lnTo>
                      <a:lnTo>
                        <a:pt x="64" y="3655"/>
                      </a:lnTo>
                      <a:lnTo>
                        <a:pt x="158" y="3970"/>
                      </a:lnTo>
                      <a:lnTo>
                        <a:pt x="3908" y="14871"/>
                      </a:lnTo>
                      <a:lnTo>
                        <a:pt x="4002" y="15154"/>
                      </a:lnTo>
                      <a:lnTo>
                        <a:pt x="4160" y="15438"/>
                      </a:lnTo>
                      <a:lnTo>
                        <a:pt x="4317" y="15690"/>
                      </a:lnTo>
                      <a:lnTo>
                        <a:pt x="4506" y="15910"/>
                      </a:lnTo>
                      <a:lnTo>
                        <a:pt x="4695" y="16099"/>
                      </a:lnTo>
                      <a:lnTo>
                        <a:pt x="4916" y="16288"/>
                      </a:lnTo>
                      <a:lnTo>
                        <a:pt x="5168" y="16446"/>
                      </a:lnTo>
                      <a:lnTo>
                        <a:pt x="5420" y="16603"/>
                      </a:lnTo>
                      <a:lnTo>
                        <a:pt x="5672" y="16698"/>
                      </a:lnTo>
                      <a:lnTo>
                        <a:pt x="5955" y="16792"/>
                      </a:lnTo>
                      <a:lnTo>
                        <a:pt x="6239" y="16855"/>
                      </a:lnTo>
                      <a:lnTo>
                        <a:pt x="6522" y="16887"/>
                      </a:lnTo>
                      <a:lnTo>
                        <a:pt x="6806" y="16918"/>
                      </a:lnTo>
                      <a:lnTo>
                        <a:pt x="7121" y="16887"/>
                      </a:lnTo>
                      <a:lnTo>
                        <a:pt x="7405" y="16824"/>
                      </a:lnTo>
                      <a:lnTo>
                        <a:pt x="7688" y="16761"/>
                      </a:lnTo>
                      <a:lnTo>
                        <a:pt x="7972" y="16635"/>
                      </a:lnTo>
                      <a:lnTo>
                        <a:pt x="8255" y="16509"/>
                      </a:lnTo>
                      <a:lnTo>
                        <a:pt x="8507" y="16320"/>
                      </a:lnTo>
                      <a:lnTo>
                        <a:pt x="8728" y="16131"/>
                      </a:lnTo>
                      <a:lnTo>
                        <a:pt x="8917" y="15942"/>
                      </a:lnTo>
                      <a:lnTo>
                        <a:pt x="9106" y="15721"/>
                      </a:lnTo>
                      <a:lnTo>
                        <a:pt x="9263" y="15469"/>
                      </a:lnTo>
                      <a:lnTo>
                        <a:pt x="9421" y="15217"/>
                      </a:lnTo>
                      <a:lnTo>
                        <a:pt x="9515" y="14965"/>
                      </a:lnTo>
                      <a:lnTo>
                        <a:pt x="9610" y="14682"/>
                      </a:lnTo>
                      <a:lnTo>
                        <a:pt x="9673" y="14398"/>
                      </a:lnTo>
                      <a:lnTo>
                        <a:pt x="9704" y="14115"/>
                      </a:lnTo>
                      <a:lnTo>
                        <a:pt x="9736" y="13831"/>
                      </a:lnTo>
                      <a:lnTo>
                        <a:pt x="9704" y="13547"/>
                      </a:lnTo>
                      <a:lnTo>
                        <a:pt x="9641" y="13232"/>
                      </a:lnTo>
                      <a:lnTo>
                        <a:pt x="9578" y="12949"/>
                      </a:lnTo>
                      <a:lnTo>
                        <a:pt x="5829" y="2017"/>
                      </a:lnTo>
                      <a:lnTo>
                        <a:pt x="5703" y="1733"/>
                      </a:lnTo>
                      <a:lnTo>
                        <a:pt x="5577" y="1481"/>
                      </a:lnTo>
                      <a:lnTo>
                        <a:pt x="5420" y="1229"/>
                      </a:lnTo>
                      <a:lnTo>
                        <a:pt x="5231" y="1009"/>
                      </a:lnTo>
                      <a:lnTo>
                        <a:pt x="5010" y="788"/>
                      </a:lnTo>
                      <a:lnTo>
                        <a:pt x="4790" y="599"/>
                      </a:lnTo>
                      <a:lnTo>
                        <a:pt x="4569" y="441"/>
                      </a:lnTo>
                      <a:lnTo>
                        <a:pt x="4317" y="315"/>
                      </a:lnTo>
                      <a:lnTo>
                        <a:pt x="4034" y="189"/>
                      </a:lnTo>
                      <a:lnTo>
                        <a:pt x="3782" y="95"/>
                      </a:lnTo>
                      <a:lnTo>
                        <a:pt x="3498" y="32"/>
                      </a:lnTo>
                      <a:lnTo>
                        <a:pt x="31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9" name="Google Shape;1579;p46"/>
                <p:cNvSpPr/>
                <p:nvPr/>
              </p:nvSpPr>
              <p:spPr>
                <a:xfrm rot="883949">
                  <a:off x="4003923" y="5145977"/>
                  <a:ext cx="178021" cy="417465"/>
                </a:xfrm>
                <a:custGeom>
                  <a:rect b="b" l="l" r="r" t="t"/>
                  <a:pathLst>
                    <a:path extrusionOk="0" h="16699" w="7121">
                      <a:moveTo>
                        <a:pt x="1134" y="0"/>
                      </a:moveTo>
                      <a:lnTo>
                        <a:pt x="914" y="32"/>
                      </a:lnTo>
                      <a:lnTo>
                        <a:pt x="725" y="63"/>
                      </a:lnTo>
                      <a:lnTo>
                        <a:pt x="504" y="158"/>
                      </a:lnTo>
                      <a:lnTo>
                        <a:pt x="347" y="284"/>
                      </a:lnTo>
                      <a:lnTo>
                        <a:pt x="221" y="442"/>
                      </a:lnTo>
                      <a:lnTo>
                        <a:pt x="95" y="599"/>
                      </a:lnTo>
                      <a:lnTo>
                        <a:pt x="32" y="788"/>
                      </a:lnTo>
                      <a:lnTo>
                        <a:pt x="0" y="1009"/>
                      </a:lnTo>
                      <a:lnTo>
                        <a:pt x="0" y="1198"/>
                      </a:lnTo>
                      <a:lnTo>
                        <a:pt x="63" y="1418"/>
                      </a:lnTo>
                      <a:lnTo>
                        <a:pt x="5041" y="15973"/>
                      </a:lnTo>
                      <a:lnTo>
                        <a:pt x="5136" y="16194"/>
                      </a:lnTo>
                      <a:lnTo>
                        <a:pt x="5262" y="16351"/>
                      </a:lnTo>
                      <a:lnTo>
                        <a:pt x="5388" y="16477"/>
                      </a:lnTo>
                      <a:lnTo>
                        <a:pt x="5577" y="16603"/>
                      </a:lnTo>
                      <a:lnTo>
                        <a:pt x="5766" y="16667"/>
                      </a:lnTo>
                      <a:lnTo>
                        <a:pt x="5986" y="16698"/>
                      </a:lnTo>
                      <a:lnTo>
                        <a:pt x="6175" y="16698"/>
                      </a:lnTo>
                      <a:lnTo>
                        <a:pt x="6396" y="16667"/>
                      </a:lnTo>
                      <a:lnTo>
                        <a:pt x="6585" y="16572"/>
                      </a:lnTo>
                      <a:lnTo>
                        <a:pt x="6774" y="16446"/>
                      </a:lnTo>
                      <a:lnTo>
                        <a:pt x="6900" y="16288"/>
                      </a:lnTo>
                      <a:lnTo>
                        <a:pt x="6994" y="16099"/>
                      </a:lnTo>
                      <a:lnTo>
                        <a:pt x="7089" y="15910"/>
                      </a:lnTo>
                      <a:lnTo>
                        <a:pt x="7120" y="15721"/>
                      </a:lnTo>
                      <a:lnTo>
                        <a:pt x="7120" y="15501"/>
                      </a:lnTo>
                      <a:lnTo>
                        <a:pt x="7057" y="15280"/>
                      </a:lnTo>
                      <a:lnTo>
                        <a:pt x="2080" y="725"/>
                      </a:lnTo>
                      <a:lnTo>
                        <a:pt x="1985" y="536"/>
                      </a:lnTo>
                      <a:lnTo>
                        <a:pt x="1859" y="379"/>
                      </a:lnTo>
                      <a:lnTo>
                        <a:pt x="1702" y="221"/>
                      </a:lnTo>
                      <a:lnTo>
                        <a:pt x="1513" y="126"/>
                      </a:lnTo>
                      <a:lnTo>
                        <a:pt x="1323" y="32"/>
                      </a:lnTo>
                      <a:lnTo>
                        <a:pt x="11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0" name="Google Shape;1580;p46"/>
                <p:cNvSpPr/>
                <p:nvPr/>
              </p:nvSpPr>
              <p:spPr>
                <a:xfrm rot="883949">
                  <a:off x="3658209" y="5011507"/>
                  <a:ext cx="1505938" cy="1381466"/>
                </a:xfrm>
                <a:custGeom>
                  <a:rect b="b" l="l" r="r" t="t"/>
                  <a:pathLst>
                    <a:path extrusionOk="0" h="55260" w="60239">
                      <a:moveTo>
                        <a:pt x="43540" y="0"/>
                      </a:moveTo>
                      <a:lnTo>
                        <a:pt x="41839" y="378"/>
                      </a:lnTo>
                      <a:lnTo>
                        <a:pt x="40043" y="819"/>
                      </a:lnTo>
                      <a:lnTo>
                        <a:pt x="38185" y="1323"/>
                      </a:lnTo>
                      <a:lnTo>
                        <a:pt x="37208" y="1638"/>
                      </a:lnTo>
                      <a:lnTo>
                        <a:pt x="36263" y="1953"/>
                      </a:lnTo>
                      <a:lnTo>
                        <a:pt x="34436" y="2615"/>
                      </a:lnTo>
                      <a:lnTo>
                        <a:pt x="32703" y="3340"/>
                      </a:lnTo>
                      <a:lnTo>
                        <a:pt x="31064" y="4064"/>
                      </a:lnTo>
                      <a:lnTo>
                        <a:pt x="29489" y="4820"/>
                      </a:lnTo>
                      <a:lnTo>
                        <a:pt x="28040" y="5576"/>
                      </a:lnTo>
                      <a:lnTo>
                        <a:pt x="26654" y="6364"/>
                      </a:lnTo>
                      <a:lnTo>
                        <a:pt x="25362" y="7120"/>
                      </a:lnTo>
                      <a:lnTo>
                        <a:pt x="24165" y="7876"/>
                      </a:lnTo>
                      <a:lnTo>
                        <a:pt x="28481" y="26023"/>
                      </a:lnTo>
                      <a:lnTo>
                        <a:pt x="2332" y="31190"/>
                      </a:lnTo>
                      <a:lnTo>
                        <a:pt x="2017" y="31253"/>
                      </a:lnTo>
                      <a:lnTo>
                        <a:pt x="1733" y="31379"/>
                      </a:lnTo>
                      <a:lnTo>
                        <a:pt x="1450" y="31505"/>
                      </a:lnTo>
                      <a:lnTo>
                        <a:pt x="1198" y="31694"/>
                      </a:lnTo>
                      <a:lnTo>
                        <a:pt x="946" y="31883"/>
                      </a:lnTo>
                      <a:lnTo>
                        <a:pt x="757" y="32103"/>
                      </a:lnTo>
                      <a:lnTo>
                        <a:pt x="568" y="32324"/>
                      </a:lnTo>
                      <a:lnTo>
                        <a:pt x="379" y="32576"/>
                      </a:lnTo>
                      <a:lnTo>
                        <a:pt x="253" y="32828"/>
                      </a:lnTo>
                      <a:lnTo>
                        <a:pt x="158" y="33112"/>
                      </a:lnTo>
                      <a:lnTo>
                        <a:pt x="64" y="33427"/>
                      </a:lnTo>
                      <a:lnTo>
                        <a:pt x="32" y="33710"/>
                      </a:lnTo>
                      <a:lnTo>
                        <a:pt x="1" y="34025"/>
                      </a:lnTo>
                      <a:lnTo>
                        <a:pt x="32" y="34340"/>
                      </a:lnTo>
                      <a:lnTo>
                        <a:pt x="64" y="34624"/>
                      </a:lnTo>
                      <a:lnTo>
                        <a:pt x="158" y="34939"/>
                      </a:lnTo>
                      <a:lnTo>
                        <a:pt x="6459" y="53338"/>
                      </a:lnTo>
                      <a:lnTo>
                        <a:pt x="6554" y="53558"/>
                      </a:lnTo>
                      <a:lnTo>
                        <a:pt x="6680" y="53810"/>
                      </a:lnTo>
                      <a:lnTo>
                        <a:pt x="6806" y="54031"/>
                      </a:lnTo>
                      <a:lnTo>
                        <a:pt x="6963" y="54220"/>
                      </a:lnTo>
                      <a:lnTo>
                        <a:pt x="7152" y="54409"/>
                      </a:lnTo>
                      <a:lnTo>
                        <a:pt x="7341" y="54598"/>
                      </a:lnTo>
                      <a:lnTo>
                        <a:pt x="7530" y="54755"/>
                      </a:lnTo>
                      <a:lnTo>
                        <a:pt x="7751" y="54881"/>
                      </a:lnTo>
                      <a:lnTo>
                        <a:pt x="7971" y="55007"/>
                      </a:lnTo>
                      <a:lnTo>
                        <a:pt x="8192" y="55102"/>
                      </a:lnTo>
                      <a:lnTo>
                        <a:pt x="8444" y="55165"/>
                      </a:lnTo>
                      <a:lnTo>
                        <a:pt x="8696" y="55228"/>
                      </a:lnTo>
                      <a:lnTo>
                        <a:pt x="8948" y="55260"/>
                      </a:lnTo>
                      <a:lnTo>
                        <a:pt x="9484" y="55260"/>
                      </a:lnTo>
                      <a:lnTo>
                        <a:pt x="9736" y="55228"/>
                      </a:lnTo>
                      <a:lnTo>
                        <a:pt x="57938" y="45619"/>
                      </a:lnTo>
                      <a:lnTo>
                        <a:pt x="58222" y="45556"/>
                      </a:lnTo>
                      <a:lnTo>
                        <a:pt x="58474" y="45462"/>
                      </a:lnTo>
                      <a:lnTo>
                        <a:pt x="58726" y="45335"/>
                      </a:lnTo>
                      <a:lnTo>
                        <a:pt x="58978" y="45178"/>
                      </a:lnTo>
                      <a:lnTo>
                        <a:pt x="59198" y="45020"/>
                      </a:lnTo>
                      <a:lnTo>
                        <a:pt x="59419" y="44831"/>
                      </a:lnTo>
                      <a:lnTo>
                        <a:pt x="59576" y="44642"/>
                      </a:lnTo>
                      <a:lnTo>
                        <a:pt x="59765" y="44422"/>
                      </a:lnTo>
                      <a:lnTo>
                        <a:pt x="59892" y="44170"/>
                      </a:lnTo>
                      <a:lnTo>
                        <a:pt x="60018" y="43918"/>
                      </a:lnTo>
                      <a:lnTo>
                        <a:pt x="60112" y="43666"/>
                      </a:lnTo>
                      <a:lnTo>
                        <a:pt x="60175" y="43382"/>
                      </a:lnTo>
                      <a:lnTo>
                        <a:pt x="60238" y="43099"/>
                      </a:lnTo>
                      <a:lnTo>
                        <a:pt x="60238" y="42815"/>
                      </a:lnTo>
                      <a:lnTo>
                        <a:pt x="60238" y="42532"/>
                      </a:lnTo>
                      <a:lnTo>
                        <a:pt x="60175" y="42248"/>
                      </a:lnTo>
                      <a:lnTo>
                        <a:pt x="55890" y="20636"/>
                      </a:lnTo>
                      <a:lnTo>
                        <a:pt x="4354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1" name="Google Shape;1581;p46"/>
                <p:cNvSpPr/>
                <p:nvPr/>
              </p:nvSpPr>
              <p:spPr>
                <a:xfrm rot="883949">
                  <a:off x="4400926" y="5176270"/>
                  <a:ext cx="638784" cy="543462"/>
                </a:xfrm>
                <a:custGeom>
                  <a:rect b="b" l="l" r="r" t="t"/>
                  <a:pathLst>
                    <a:path extrusionOk="0" h="21739" w="25552">
                      <a:moveTo>
                        <a:pt x="16289" y="1"/>
                      </a:moveTo>
                      <a:lnTo>
                        <a:pt x="1" y="6018"/>
                      </a:lnTo>
                      <a:lnTo>
                        <a:pt x="5105" y="21739"/>
                      </a:lnTo>
                      <a:lnTo>
                        <a:pt x="25551" y="17265"/>
                      </a:lnTo>
                      <a:lnTo>
                        <a:pt x="16289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2" name="Google Shape;1582;p46"/>
                <p:cNvSpPr/>
                <p:nvPr/>
              </p:nvSpPr>
              <p:spPr>
                <a:xfrm rot="883949">
                  <a:off x="3980332" y="5809097"/>
                  <a:ext cx="433189" cy="257569"/>
                </a:xfrm>
                <a:custGeom>
                  <a:rect b="b" l="l" r="r" t="t"/>
                  <a:pathLst>
                    <a:path extrusionOk="0" h="10303" w="17328">
                      <a:moveTo>
                        <a:pt x="15910" y="0"/>
                      </a:moveTo>
                      <a:lnTo>
                        <a:pt x="0" y="3151"/>
                      </a:lnTo>
                      <a:lnTo>
                        <a:pt x="1418" y="10302"/>
                      </a:lnTo>
                      <a:lnTo>
                        <a:pt x="17328" y="7152"/>
                      </a:lnTo>
                      <a:lnTo>
                        <a:pt x="1591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3" name="Google Shape;1583;p46"/>
                <p:cNvSpPr/>
                <p:nvPr/>
              </p:nvSpPr>
              <p:spPr>
                <a:xfrm rot="883949">
                  <a:off x="4246340" y="5794509"/>
                  <a:ext cx="115797" cy="278843"/>
                </a:xfrm>
                <a:custGeom>
                  <a:rect b="b" l="l" r="r" t="t"/>
                  <a:pathLst>
                    <a:path extrusionOk="0" h="11154" w="4632">
                      <a:moveTo>
                        <a:pt x="2836" y="0"/>
                      </a:moveTo>
                      <a:lnTo>
                        <a:pt x="1" y="10681"/>
                      </a:lnTo>
                      <a:lnTo>
                        <a:pt x="1796" y="11153"/>
                      </a:lnTo>
                      <a:lnTo>
                        <a:pt x="4632" y="473"/>
                      </a:lnTo>
                      <a:lnTo>
                        <a:pt x="28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4" name="Google Shape;1584;p46"/>
                <p:cNvSpPr/>
                <p:nvPr/>
              </p:nvSpPr>
              <p:spPr>
                <a:xfrm rot="883949">
                  <a:off x="4171223" y="5782899"/>
                  <a:ext cx="115797" cy="278843"/>
                </a:xfrm>
                <a:custGeom>
                  <a:rect b="b" l="l" r="r" t="t"/>
                  <a:pathLst>
                    <a:path extrusionOk="0" h="11154" w="4632">
                      <a:moveTo>
                        <a:pt x="2836" y="1"/>
                      </a:moveTo>
                      <a:lnTo>
                        <a:pt x="0" y="10681"/>
                      </a:lnTo>
                      <a:lnTo>
                        <a:pt x="1827" y="11153"/>
                      </a:lnTo>
                      <a:lnTo>
                        <a:pt x="4631" y="473"/>
                      </a:lnTo>
                      <a:lnTo>
                        <a:pt x="283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5" name="Google Shape;1585;p46"/>
                <p:cNvSpPr/>
                <p:nvPr/>
              </p:nvSpPr>
              <p:spPr>
                <a:xfrm rot="883949">
                  <a:off x="4079871" y="5776804"/>
                  <a:ext cx="115797" cy="279618"/>
                </a:xfrm>
                <a:custGeom>
                  <a:rect b="b" l="l" r="r" t="t"/>
                  <a:pathLst>
                    <a:path extrusionOk="0" h="11185" w="4632">
                      <a:moveTo>
                        <a:pt x="2805" y="1"/>
                      </a:moveTo>
                      <a:lnTo>
                        <a:pt x="1" y="10681"/>
                      </a:lnTo>
                      <a:lnTo>
                        <a:pt x="1796" y="11185"/>
                      </a:lnTo>
                      <a:lnTo>
                        <a:pt x="4632" y="505"/>
                      </a:lnTo>
                      <a:lnTo>
                        <a:pt x="28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6" name="Google Shape;1586;p46"/>
                <p:cNvSpPr/>
                <p:nvPr/>
              </p:nvSpPr>
              <p:spPr>
                <a:xfrm rot="883949">
                  <a:off x="3998839" y="5757111"/>
                  <a:ext cx="115797" cy="278843"/>
                </a:xfrm>
                <a:custGeom>
                  <a:rect b="b" l="l" r="r" t="t"/>
                  <a:pathLst>
                    <a:path extrusionOk="0" h="11154" w="4632">
                      <a:moveTo>
                        <a:pt x="2836" y="1"/>
                      </a:moveTo>
                      <a:lnTo>
                        <a:pt x="0" y="10681"/>
                      </a:lnTo>
                      <a:lnTo>
                        <a:pt x="1827" y="11153"/>
                      </a:lnTo>
                      <a:lnTo>
                        <a:pt x="4631" y="473"/>
                      </a:lnTo>
                      <a:lnTo>
                        <a:pt x="283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7" name="Google Shape;1587;p46"/>
                <p:cNvSpPr/>
                <p:nvPr/>
              </p:nvSpPr>
              <p:spPr>
                <a:xfrm rot="883949">
                  <a:off x="3541741" y="5838367"/>
                  <a:ext cx="213470" cy="211095"/>
                </a:xfrm>
                <a:custGeom>
                  <a:rect b="b" l="l" r="r" t="t"/>
                  <a:pathLst>
                    <a:path extrusionOk="0" h="8444" w="8539">
                      <a:moveTo>
                        <a:pt x="7310" y="0"/>
                      </a:moveTo>
                      <a:lnTo>
                        <a:pt x="0" y="158"/>
                      </a:lnTo>
                      <a:lnTo>
                        <a:pt x="2395" y="8444"/>
                      </a:lnTo>
                      <a:lnTo>
                        <a:pt x="8538" y="6112"/>
                      </a:lnTo>
                      <a:lnTo>
                        <a:pt x="73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8" name="Google Shape;1588;p46"/>
                <p:cNvSpPr/>
                <p:nvPr/>
              </p:nvSpPr>
              <p:spPr>
                <a:xfrm rot="883949">
                  <a:off x="3525427" y="5783026"/>
                  <a:ext cx="101623" cy="276468"/>
                </a:xfrm>
                <a:custGeom>
                  <a:rect b="b" l="l" r="r" t="t"/>
                  <a:pathLst>
                    <a:path extrusionOk="0" h="11059" w="4065">
                      <a:moveTo>
                        <a:pt x="946" y="0"/>
                      </a:moveTo>
                      <a:lnTo>
                        <a:pt x="725" y="63"/>
                      </a:lnTo>
                      <a:lnTo>
                        <a:pt x="505" y="189"/>
                      </a:lnTo>
                      <a:lnTo>
                        <a:pt x="347" y="347"/>
                      </a:lnTo>
                      <a:lnTo>
                        <a:pt x="190" y="504"/>
                      </a:lnTo>
                      <a:lnTo>
                        <a:pt x="95" y="693"/>
                      </a:lnTo>
                      <a:lnTo>
                        <a:pt x="32" y="914"/>
                      </a:lnTo>
                      <a:lnTo>
                        <a:pt x="1" y="1134"/>
                      </a:lnTo>
                      <a:lnTo>
                        <a:pt x="32" y="1386"/>
                      </a:lnTo>
                      <a:lnTo>
                        <a:pt x="1765" y="10113"/>
                      </a:lnTo>
                      <a:lnTo>
                        <a:pt x="1828" y="10334"/>
                      </a:lnTo>
                      <a:lnTo>
                        <a:pt x="1923" y="10523"/>
                      </a:lnTo>
                      <a:lnTo>
                        <a:pt x="2080" y="10712"/>
                      </a:lnTo>
                      <a:lnTo>
                        <a:pt x="2238" y="10838"/>
                      </a:lnTo>
                      <a:lnTo>
                        <a:pt x="2458" y="10964"/>
                      </a:lnTo>
                      <a:lnTo>
                        <a:pt x="2679" y="11027"/>
                      </a:lnTo>
                      <a:lnTo>
                        <a:pt x="2899" y="11058"/>
                      </a:lnTo>
                      <a:lnTo>
                        <a:pt x="3120" y="11027"/>
                      </a:lnTo>
                      <a:lnTo>
                        <a:pt x="3340" y="10964"/>
                      </a:lnTo>
                      <a:lnTo>
                        <a:pt x="3561" y="10838"/>
                      </a:lnTo>
                      <a:lnTo>
                        <a:pt x="3718" y="10712"/>
                      </a:lnTo>
                      <a:lnTo>
                        <a:pt x="3876" y="10523"/>
                      </a:lnTo>
                      <a:lnTo>
                        <a:pt x="3970" y="10334"/>
                      </a:lnTo>
                      <a:lnTo>
                        <a:pt x="4033" y="10113"/>
                      </a:lnTo>
                      <a:lnTo>
                        <a:pt x="4065" y="9893"/>
                      </a:lnTo>
                      <a:lnTo>
                        <a:pt x="4033" y="9641"/>
                      </a:lnTo>
                      <a:lnTo>
                        <a:pt x="2301" y="914"/>
                      </a:lnTo>
                      <a:lnTo>
                        <a:pt x="2238" y="693"/>
                      </a:lnTo>
                      <a:lnTo>
                        <a:pt x="2143" y="504"/>
                      </a:lnTo>
                      <a:lnTo>
                        <a:pt x="1986" y="315"/>
                      </a:lnTo>
                      <a:lnTo>
                        <a:pt x="1828" y="189"/>
                      </a:lnTo>
                      <a:lnTo>
                        <a:pt x="1608" y="63"/>
                      </a:lnTo>
                      <a:lnTo>
                        <a:pt x="138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9" name="Google Shape;1589;p46"/>
                <p:cNvSpPr/>
                <p:nvPr/>
              </p:nvSpPr>
              <p:spPr>
                <a:xfrm rot="883949">
                  <a:off x="3621755" y="5836411"/>
                  <a:ext cx="72473" cy="189045"/>
                </a:xfrm>
                <a:custGeom>
                  <a:rect b="b" l="l" r="r" t="t"/>
                  <a:pathLst>
                    <a:path extrusionOk="0" h="7562" w="2899">
                      <a:moveTo>
                        <a:pt x="158" y="1"/>
                      </a:moveTo>
                      <a:lnTo>
                        <a:pt x="95" y="64"/>
                      </a:lnTo>
                      <a:lnTo>
                        <a:pt x="32" y="127"/>
                      </a:lnTo>
                      <a:lnTo>
                        <a:pt x="0" y="221"/>
                      </a:lnTo>
                      <a:lnTo>
                        <a:pt x="32" y="316"/>
                      </a:lnTo>
                      <a:lnTo>
                        <a:pt x="2458" y="7404"/>
                      </a:lnTo>
                      <a:lnTo>
                        <a:pt x="2489" y="7467"/>
                      </a:lnTo>
                      <a:lnTo>
                        <a:pt x="2521" y="7530"/>
                      </a:lnTo>
                      <a:lnTo>
                        <a:pt x="2615" y="7562"/>
                      </a:lnTo>
                      <a:lnTo>
                        <a:pt x="2741" y="7562"/>
                      </a:lnTo>
                      <a:lnTo>
                        <a:pt x="2836" y="7499"/>
                      </a:lnTo>
                      <a:lnTo>
                        <a:pt x="2867" y="7436"/>
                      </a:lnTo>
                      <a:lnTo>
                        <a:pt x="2899" y="7341"/>
                      </a:lnTo>
                      <a:lnTo>
                        <a:pt x="2899" y="7278"/>
                      </a:lnTo>
                      <a:lnTo>
                        <a:pt x="473" y="158"/>
                      </a:lnTo>
                      <a:lnTo>
                        <a:pt x="410" y="95"/>
                      </a:lnTo>
                      <a:lnTo>
                        <a:pt x="347" y="32"/>
                      </a:lnTo>
                      <a:lnTo>
                        <a:pt x="2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0" name="Google Shape;1590;p46"/>
                <p:cNvSpPr/>
                <p:nvPr/>
              </p:nvSpPr>
              <p:spPr>
                <a:xfrm rot="883949">
                  <a:off x="4385407" y="5716612"/>
                  <a:ext cx="964826" cy="967176"/>
                </a:xfrm>
                <a:custGeom>
                  <a:rect b="b" l="l" r="r" t="t"/>
                  <a:pathLst>
                    <a:path extrusionOk="0" h="38688" w="38594">
                      <a:moveTo>
                        <a:pt x="15910" y="0"/>
                      </a:moveTo>
                      <a:lnTo>
                        <a:pt x="15438" y="32"/>
                      </a:lnTo>
                      <a:lnTo>
                        <a:pt x="14997" y="158"/>
                      </a:lnTo>
                      <a:lnTo>
                        <a:pt x="14808" y="252"/>
                      </a:lnTo>
                      <a:lnTo>
                        <a:pt x="14587" y="378"/>
                      </a:lnTo>
                      <a:lnTo>
                        <a:pt x="14398" y="504"/>
                      </a:lnTo>
                      <a:lnTo>
                        <a:pt x="14209" y="630"/>
                      </a:lnTo>
                      <a:lnTo>
                        <a:pt x="14052" y="788"/>
                      </a:lnTo>
                      <a:lnTo>
                        <a:pt x="13894" y="945"/>
                      </a:lnTo>
                      <a:lnTo>
                        <a:pt x="13548" y="1355"/>
                      </a:lnTo>
                      <a:lnTo>
                        <a:pt x="13138" y="1701"/>
                      </a:lnTo>
                      <a:lnTo>
                        <a:pt x="12728" y="1985"/>
                      </a:lnTo>
                      <a:lnTo>
                        <a:pt x="12256" y="2237"/>
                      </a:lnTo>
                      <a:lnTo>
                        <a:pt x="11783" y="2457"/>
                      </a:lnTo>
                      <a:lnTo>
                        <a:pt x="11279" y="2615"/>
                      </a:lnTo>
                      <a:lnTo>
                        <a:pt x="10775" y="2709"/>
                      </a:lnTo>
                      <a:lnTo>
                        <a:pt x="10239" y="2772"/>
                      </a:lnTo>
                      <a:lnTo>
                        <a:pt x="9704" y="2836"/>
                      </a:lnTo>
                      <a:lnTo>
                        <a:pt x="9137" y="2962"/>
                      </a:lnTo>
                      <a:lnTo>
                        <a:pt x="8633" y="3151"/>
                      </a:lnTo>
                      <a:lnTo>
                        <a:pt x="8381" y="3277"/>
                      </a:lnTo>
                      <a:lnTo>
                        <a:pt x="8160" y="3434"/>
                      </a:lnTo>
                      <a:lnTo>
                        <a:pt x="7908" y="3592"/>
                      </a:lnTo>
                      <a:lnTo>
                        <a:pt x="7719" y="3749"/>
                      </a:lnTo>
                      <a:lnTo>
                        <a:pt x="7499" y="3938"/>
                      </a:lnTo>
                      <a:lnTo>
                        <a:pt x="7341" y="4127"/>
                      </a:lnTo>
                      <a:lnTo>
                        <a:pt x="7152" y="4348"/>
                      </a:lnTo>
                      <a:lnTo>
                        <a:pt x="7026" y="4568"/>
                      </a:lnTo>
                      <a:lnTo>
                        <a:pt x="6900" y="4820"/>
                      </a:lnTo>
                      <a:lnTo>
                        <a:pt x="6774" y="5072"/>
                      </a:lnTo>
                      <a:lnTo>
                        <a:pt x="6553" y="5576"/>
                      </a:lnTo>
                      <a:lnTo>
                        <a:pt x="6301" y="6081"/>
                      </a:lnTo>
                      <a:lnTo>
                        <a:pt x="5986" y="6522"/>
                      </a:lnTo>
                      <a:lnTo>
                        <a:pt x="5608" y="6931"/>
                      </a:lnTo>
                      <a:lnTo>
                        <a:pt x="5199" y="7278"/>
                      </a:lnTo>
                      <a:lnTo>
                        <a:pt x="4758" y="7593"/>
                      </a:lnTo>
                      <a:lnTo>
                        <a:pt x="4285" y="7876"/>
                      </a:lnTo>
                      <a:lnTo>
                        <a:pt x="3781" y="8097"/>
                      </a:lnTo>
                      <a:lnTo>
                        <a:pt x="3560" y="8191"/>
                      </a:lnTo>
                      <a:lnTo>
                        <a:pt x="3371" y="8286"/>
                      </a:lnTo>
                      <a:lnTo>
                        <a:pt x="3182" y="8412"/>
                      </a:lnTo>
                      <a:lnTo>
                        <a:pt x="2993" y="8569"/>
                      </a:lnTo>
                      <a:lnTo>
                        <a:pt x="2836" y="8727"/>
                      </a:lnTo>
                      <a:lnTo>
                        <a:pt x="2678" y="8884"/>
                      </a:lnTo>
                      <a:lnTo>
                        <a:pt x="2395" y="9262"/>
                      </a:lnTo>
                      <a:lnTo>
                        <a:pt x="2206" y="9672"/>
                      </a:lnTo>
                      <a:lnTo>
                        <a:pt x="2143" y="9893"/>
                      </a:lnTo>
                      <a:lnTo>
                        <a:pt x="2080" y="10113"/>
                      </a:lnTo>
                      <a:lnTo>
                        <a:pt x="2048" y="10334"/>
                      </a:lnTo>
                      <a:lnTo>
                        <a:pt x="2017" y="10554"/>
                      </a:lnTo>
                      <a:lnTo>
                        <a:pt x="2017" y="10806"/>
                      </a:lnTo>
                      <a:lnTo>
                        <a:pt x="2048" y="11027"/>
                      </a:lnTo>
                      <a:lnTo>
                        <a:pt x="2080" y="11562"/>
                      </a:lnTo>
                      <a:lnTo>
                        <a:pt x="2080" y="12129"/>
                      </a:lnTo>
                      <a:lnTo>
                        <a:pt x="2017" y="12665"/>
                      </a:lnTo>
                      <a:lnTo>
                        <a:pt x="1891" y="13201"/>
                      </a:lnTo>
                      <a:lnTo>
                        <a:pt x="1702" y="13705"/>
                      </a:lnTo>
                      <a:lnTo>
                        <a:pt x="1450" y="14209"/>
                      </a:lnTo>
                      <a:lnTo>
                        <a:pt x="1166" y="14650"/>
                      </a:lnTo>
                      <a:lnTo>
                        <a:pt x="820" y="15091"/>
                      </a:lnTo>
                      <a:lnTo>
                        <a:pt x="662" y="15311"/>
                      </a:lnTo>
                      <a:lnTo>
                        <a:pt x="504" y="15532"/>
                      </a:lnTo>
                      <a:lnTo>
                        <a:pt x="378" y="15784"/>
                      </a:lnTo>
                      <a:lnTo>
                        <a:pt x="252" y="16036"/>
                      </a:lnTo>
                      <a:lnTo>
                        <a:pt x="158" y="16288"/>
                      </a:lnTo>
                      <a:lnTo>
                        <a:pt x="95" y="16540"/>
                      </a:lnTo>
                      <a:lnTo>
                        <a:pt x="32" y="16824"/>
                      </a:lnTo>
                      <a:lnTo>
                        <a:pt x="32" y="17076"/>
                      </a:lnTo>
                      <a:lnTo>
                        <a:pt x="0" y="17359"/>
                      </a:lnTo>
                      <a:lnTo>
                        <a:pt x="32" y="17643"/>
                      </a:lnTo>
                      <a:lnTo>
                        <a:pt x="95" y="18178"/>
                      </a:lnTo>
                      <a:lnTo>
                        <a:pt x="252" y="18714"/>
                      </a:lnTo>
                      <a:lnTo>
                        <a:pt x="441" y="19250"/>
                      </a:lnTo>
                      <a:lnTo>
                        <a:pt x="630" y="19659"/>
                      </a:lnTo>
                      <a:lnTo>
                        <a:pt x="756" y="20100"/>
                      </a:lnTo>
                      <a:lnTo>
                        <a:pt x="851" y="20541"/>
                      </a:lnTo>
                      <a:lnTo>
                        <a:pt x="914" y="20982"/>
                      </a:lnTo>
                      <a:lnTo>
                        <a:pt x="946" y="21423"/>
                      </a:lnTo>
                      <a:lnTo>
                        <a:pt x="914" y="21864"/>
                      </a:lnTo>
                      <a:lnTo>
                        <a:pt x="883" y="22337"/>
                      </a:lnTo>
                      <a:lnTo>
                        <a:pt x="788" y="22778"/>
                      </a:lnTo>
                      <a:lnTo>
                        <a:pt x="662" y="23314"/>
                      </a:lnTo>
                      <a:lnTo>
                        <a:pt x="599" y="23881"/>
                      </a:lnTo>
                      <a:lnTo>
                        <a:pt x="630" y="24416"/>
                      </a:lnTo>
                      <a:lnTo>
                        <a:pt x="693" y="24700"/>
                      </a:lnTo>
                      <a:lnTo>
                        <a:pt x="756" y="24983"/>
                      </a:lnTo>
                      <a:lnTo>
                        <a:pt x="820" y="25235"/>
                      </a:lnTo>
                      <a:lnTo>
                        <a:pt x="914" y="25487"/>
                      </a:lnTo>
                      <a:lnTo>
                        <a:pt x="1040" y="25739"/>
                      </a:lnTo>
                      <a:lnTo>
                        <a:pt x="1166" y="25960"/>
                      </a:lnTo>
                      <a:lnTo>
                        <a:pt x="1324" y="26181"/>
                      </a:lnTo>
                      <a:lnTo>
                        <a:pt x="1481" y="26401"/>
                      </a:lnTo>
                      <a:lnTo>
                        <a:pt x="1702" y="26590"/>
                      </a:lnTo>
                      <a:lnTo>
                        <a:pt x="1891" y="26779"/>
                      </a:lnTo>
                      <a:lnTo>
                        <a:pt x="2300" y="27126"/>
                      </a:lnTo>
                      <a:lnTo>
                        <a:pt x="2647" y="27504"/>
                      </a:lnTo>
                      <a:lnTo>
                        <a:pt x="2962" y="27913"/>
                      </a:lnTo>
                      <a:lnTo>
                        <a:pt x="3245" y="28354"/>
                      </a:lnTo>
                      <a:lnTo>
                        <a:pt x="3466" y="28827"/>
                      </a:lnTo>
                      <a:lnTo>
                        <a:pt x="3623" y="29331"/>
                      </a:lnTo>
                      <a:lnTo>
                        <a:pt x="3749" y="29835"/>
                      </a:lnTo>
                      <a:lnTo>
                        <a:pt x="3812" y="30339"/>
                      </a:lnTo>
                      <a:lnTo>
                        <a:pt x="3844" y="30591"/>
                      </a:lnTo>
                      <a:lnTo>
                        <a:pt x="3907" y="30843"/>
                      </a:lnTo>
                      <a:lnTo>
                        <a:pt x="4002" y="31064"/>
                      </a:lnTo>
                      <a:lnTo>
                        <a:pt x="4096" y="31284"/>
                      </a:lnTo>
                      <a:lnTo>
                        <a:pt x="4191" y="31505"/>
                      </a:lnTo>
                      <a:lnTo>
                        <a:pt x="4317" y="31725"/>
                      </a:lnTo>
                      <a:lnTo>
                        <a:pt x="4474" y="31914"/>
                      </a:lnTo>
                      <a:lnTo>
                        <a:pt x="4632" y="32072"/>
                      </a:lnTo>
                      <a:lnTo>
                        <a:pt x="4821" y="32229"/>
                      </a:lnTo>
                      <a:lnTo>
                        <a:pt x="5010" y="32387"/>
                      </a:lnTo>
                      <a:lnTo>
                        <a:pt x="5230" y="32513"/>
                      </a:lnTo>
                      <a:lnTo>
                        <a:pt x="5419" y="32639"/>
                      </a:lnTo>
                      <a:lnTo>
                        <a:pt x="5671" y="32765"/>
                      </a:lnTo>
                      <a:lnTo>
                        <a:pt x="5892" y="32828"/>
                      </a:lnTo>
                      <a:lnTo>
                        <a:pt x="6144" y="32891"/>
                      </a:lnTo>
                      <a:lnTo>
                        <a:pt x="6396" y="32954"/>
                      </a:lnTo>
                      <a:lnTo>
                        <a:pt x="6711" y="33017"/>
                      </a:lnTo>
                      <a:lnTo>
                        <a:pt x="7026" y="33112"/>
                      </a:lnTo>
                      <a:lnTo>
                        <a:pt x="7341" y="33206"/>
                      </a:lnTo>
                      <a:lnTo>
                        <a:pt x="7625" y="33332"/>
                      </a:lnTo>
                      <a:lnTo>
                        <a:pt x="7940" y="33490"/>
                      </a:lnTo>
                      <a:lnTo>
                        <a:pt x="8223" y="33647"/>
                      </a:lnTo>
                      <a:lnTo>
                        <a:pt x="8475" y="33836"/>
                      </a:lnTo>
                      <a:lnTo>
                        <a:pt x="8727" y="34057"/>
                      </a:lnTo>
                      <a:lnTo>
                        <a:pt x="9137" y="34435"/>
                      </a:lnTo>
                      <a:lnTo>
                        <a:pt x="9420" y="34844"/>
                      </a:lnTo>
                      <a:lnTo>
                        <a:pt x="9672" y="35191"/>
                      </a:lnTo>
                      <a:lnTo>
                        <a:pt x="9830" y="35506"/>
                      </a:lnTo>
                      <a:lnTo>
                        <a:pt x="9987" y="35758"/>
                      </a:lnTo>
                      <a:lnTo>
                        <a:pt x="10239" y="36105"/>
                      </a:lnTo>
                      <a:lnTo>
                        <a:pt x="10397" y="36294"/>
                      </a:lnTo>
                      <a:lnTo>
                        <a:pt x="10586" y="36451"/>
                      </a:lnTo>
                      <a:lnTo>
                        <a:pt x="10807" y="36640"/>
                      </a:lnTo>
                      <a:lnTo>
                        <a:pt x="11059" y="36798"/>
                      </a:lnTo>
                      <a:lnTo>
                        <a:pt x="11374" y="36987"/>
                      </a:lnTo>
                      <a:lnTo>
                        <a:pt x="11689" y="37113"/>
                      </a:lnTo>
                      <a:lnTo>
                        <a:pt x="12004" y="37176"/>
                      </a:lnTo>
                      <a:lnTo>
                        <a:pt x="12287" y="37239"/>
                      </a:lnTo>
                      <a:lnTo>
                        <a:pt x="12539" y="37270"/>
                      </a:lnTo>
                      <a:lnTo>
                        <a:pt x="12760" y="37270"/>
                      </a:lnTo>
                      <a:lnTo>
                        <a:pt x="13075" y="37239"/>
                      </a:lnTo>
                      <a:lnTo>
                        <a:pt x="13579" y="37144"/>
                      </a:lnTo>
                      <a:lnTo>
                        <a:pt x="14115" y="37144"/>
                      </a:lnTo>
                      <a:lnTo>
                        <a:pt x="14619" y="37176"/>
                      </a:lnTo>
                      <a:lnTo>
                        <a:pt x="15123" y="37239"/>
                      </a:lnTo>
                      <a:lnTo>
                        <a:pt x="15627" y="37365"/>
                      </a:lnTo>
                      <a:lnTo>
                        <a:pt x="16131" y="37554"/>
                      </a:lnTo>
                      <a:lnTo>
                        <a:pt x="16572" y="37806"/>
                      </a:lnTo>
                      <a:lnTo>
                        <a:pt x="17013" y="38058"/>
                      </a:lnTo>
                      <a:lnTo>
                        <a:pt x="17265" y="38215"/>
                      </a:lnTo>
                      <a:lnTo>
                        <a:pt x="17517" y="38341"/>
                      </a:lnTo>
                      <a:lnTo>
                        <a:pt x="17769" y="38467"/>
                      </a:lnTo>
                      <a:lnTo>
                        <a:pt x="18021" y="38562"/>
                      </a:lnTo>
                      <a:lnTo>
                        <a:pt x="18273" y="38625"/>
                      </a:lnTo>
                      <a:lnTo>
                        <a:pt x="18557" y="38656"/>
                      </a:lnTo>
                      <a:lnTo>
                        <a:pt x="18809" y="38688"/>
                      </a:lnTo>
                      <a:lnTo>
                        <a:pt x="19092" y="38688"/>
                      </a:lnTo>
                      <a:lnTo>
                        <a:pt x="19376" y="38656"/>
                      </a:lnTo>
                      <a:lnTo>
                        <a:pt x="19628" y="38625"/>
                      </a:lnTo>
                      <a:lnTo>
                        <a:pt x="20164" y="38499"/>
                      </a:lnTo>
                      <a:lnTo>
                        <a:pt x="20699" y="38278"/>
                      </a:lnTo>
                      <a:lnTo>
                        <a:pt x="21203" y="38026"/>
                      </a:lnTo>
                      <a:lnTo>
                        <a:pt x="21613" y="37774"/>
                      </a:lnTo>
                      <a:lnTo>
                        <a:pt x="22054" y="37585"/>
                      </a:lnTo>
                      <a:lnTo>
                        <a:pt x="22526" y="37428"/>
                      </a:lnTo>
                      <a:lnTo>
                        <a:pt x="22999" y="37333"/>
                      </a:lnTo>
                      <a:lnTo>
                        <a:pt x="23472" y="37270"/>
                      </a:lnTo>
                      <a:lnTo>
                        <a:pt x="23976" y="37270"/>
                      </a:lnTo>
                      <a:lnTo>
                        <a:pt x="24448" y="37302"/>
                      </a:lnTo>
                      <a:lnTo>
                        <a:pt x="24921" y="37365"/>
                      </a:lnTo>
                      <a:lnTo>
                        <a:pt x="25173" y="37428"/>
                      </a:lnTo>
                      <a:lnTo>
                        <a:pt x="25456" y="37459"/>
                      </a:lnTo>
                      <a:lnTo>
                        <a:pt x="25960" y="37459"/>
                      </a:lnTo>
                      <a:lnTo>
                        <a:pt x="26465" y="37365"/>
                      </a:lnTo>
                      <a:lnTo>
                        <a:pt x="26717" y="37302"/>
                      </a:lnTo>
                      <a:lnTo>
                        <a:pt x="26937" y="37207"/>
                      </a:lnTo>
                      <a:lnTo>
                        <a:pt x="27189" y="37113"/>
                      </a:lnTo>
                      <a:lnTo>
                        <a:pt x="27410" y="36987"/>
                      </a:lnTo>
                      <a:lnTo>
                        <a:pt x="27599" y="36861"/>
                      </a:lnTo>
                      <a:lnTo>
                        <a:pt x="27819" y="36703"/>
                      </a:lnTo>
                      <a:lnTo>
                        <a:pt x="28008" y="36546"/>
                      </a:lnTo>
                      <a:lnTo>
                        <a:pt x="28166" y="36357"/>
                      </a:lnTo>
                      <a:lnTo>
                        <a:pt x="28323" y="36136"/>
                      </a:lnTo>
                      <a:lnTo>
                        <a:pt x="28449" y="35916"/>
                      </a:lnTo>
                      <a:lnTo>
                        <a:pt x="28764" y="35474"/>
                      </a:lnTo>
                      <a:lnTo>
                        <a:pt x="29079" y="35065"/>
                      </a:lnTo>
                      <a:lnTo>
                        <a:pt x="29489" y="34687"/>
                      </a:lnTo>
                      <a:lnTo>
                        <a:pt x="29899" y="34340"/>
                      </a:lnTo>
                      <a:lnTo>
                        <a:pt x="30182" y="34151"/>
                      </a:lnTo>
                      <a:lnTo>
                        <a:pt x="30497" y="33994"/>
                      </a:lnTo>
                      <a:lnTo>
                        <a:pt x="30907" y="33805"/>
                      </a:lnTo>
                      <a:lnTo>
                        <a:pt x="31442" y="33616"/>
                      </a:lnTo>
                      <a:lnTo>
                        <a:pt x="31820" y="33427"/>
                      </a:lnTo>
                      <a:lnTo>
                        <a:pt x="32324" y="33112"/>
                      </a:lnTo>
                      <a:lnTo>
                        <a:pt x="32577" y="32954"/>
                      </a:lnTo>
                      <a:lnTo>
                        <a:pt x="32829" y="32734"/>
                      </a:lnTo>
                      <a:lnTo>
                        <a:pt x="33112" y="32482"/>
                      </a:lnTo>
                      <a:lnTo>
                        <a:pt x="33364" y="32229"/>
                      </a:lnTo>
                      <a:lnTo>
                        <a:pt x="33742" y="31788"/>
                      </a:lnTo>
                      <a:lnTo>
                        <a:pt x="34026" y="31347"/>
                      </a:lnTo>
                      <a:lnTo>
                        <a:pt x="34278" y="30938"/>
                      </a:lnTo>
                      <a:lnTo>
                        <a:pt x="34435" y="30591"/>
                      </a:lnTo>
                      <a:lnTo>
                        <a:pt x="34530" y="30087"/>
                      </a:lnTo>
                      <a:lnTo>
                        <a:pt x="34687" y="29615"/>
                      </a:lnTo>
                      <a:lnTo>
                        <a:pt x="34876" y="29142"/>
                      </a:lnTo>
                      <a:lnTo>
                        <a:pt x="35097" y="28701"/>
                      </a:lnTo>
                      <a:lnTo>
                        <a:pt x="35380" y="28291"/>
                      </a:lnTo>
                      <a:lnTo>
                        <a:pt x="35695" y="27913"/>
                      </a:lnTo>
                      <a:lnTo>
                        <a:pt x="36042" y="27567"/>
                      </a:lnTo>
                      <a:lnTo>
                        <a:pt x="36452" y="27220"/>
                      </a:lnTo>
                      <a:lnTo>
                        <a:pt x="36672" y="27063"/>
                      </a:lnTo>
                      <a:lnTo>
                        <a:pt x="36861" y="26874"/>
                      </a:lnTo>
                      <a:lnTo>
                        <a:pt x="37050" y="26653"/>
                      </a:lnTo>
                      <a:lnTo>
                        <a:pt x="37208" y="26433"/>
                      </a:lnTo>
                      <a:lnTo>
                        <a:pt x="37334" y="26212"/>
                      </a:lnTo>
                      <a:lnTo>
                        <a:pt x="37460" y="25960"/>
                      </a:lnTo>
                      <a:lnTo>
                        <a:pt x="37554" y="25708"/>
                      </a:lnTo>
                      <a:lnTo>
                        <a:pt x="37649" y="25456"/>
                      </a:lnTo>
                      <a:lnTo>
                        <a:pt x="37712" y="25204"/>
                      </a:lnTo>
                      <a:lnTo>
                        <a:pt x="37775" y="24920"/>
                      </a:lnTo>
                      <a:lnTo>
                        <a:pt x="37806" y="24353"/>
                      </a:lnTo>
                      <a:lnTo>
                        <a:pt x="37775" y="23818"/>
                      </a:lnTo>
                      <a:lnTo>
                        <a:pt x="37680" y="23251"/>
                      </a:lnTo>
                      <a:lnTo>
                        <a:pt x="37586" y="22778"/>
                      </a:lnTo>
                      <a:lnTo>
                        <a:pt x="37554" y="22305"/>
                      </a:lnTo>
                      <a:lnTo>
                        <a:pt x="37523" y="21833"/>
                      </a:lnTo>
                      <a:lnTo>
                        <a:pt x="37586" y="21360"/>
                      </a:lnTo>
                      <a:lnTo>
                        <a:pt x="37680" y="20888"/>
                      </a:lnTo>
                      <a:lnTo>
                        <a:pt x="37806" y="20447"/>
                      </a:lnTo>
                      <a:lnTo>
                        <a:pt x="37964" y="20006"/>
                      </a:lnTo>
                      <a:lnTo>
                        <a:pt x="38184" y="19565"/>
                      </a:lnTo>
                      <a:lnTo>
                        <a:pt x="38310" y="19313"/>
                      </a:lnTo>
                      <a:lnTo>
                        <a:pt x="38405" y="19060"/>
                      </a:lnTo>
                      <a:lnTo>
                        <a:pt x="38499" y="18808"/>
                      </a:lnTo>
                      <a:lnTo>
                        <a:pt x="38562" y="18525"/>
                      </a:lnTo>
                      <a:lnTo>
                        <a:pt x="38594" y="18273"/>
                      </a:lnTo>
                      <a:lnTo>
                        <a:pt x="38594" y="17989"/>
                      </a:lnTo>
                      <a:lnTo>
                        <a:pt x="38594" y="17706"/>
                      </a:lnTo>
                      <a:lnTo>
                        <a:pt x="38562" y="17454"/>
                      </a:lnTo>
                      <a:lnTo>
                        <a:pt x="38531" y="17170"/>
                      </a:lnTo>
                      <a:lnTo>
                        <a:pt x="38468" y="16918"/>
                      </a:lnTo>
                      <a:lnTo>
                        <a:pt x="38279" y="16383"/>
                      </a:lnTo>
                      <a:lnTo>
                        <a:pt x="37995" y="15878"/>
                      </a:lnTo>
                      <a:lnTo>
                        <a:pt x="37680" y="15406"/>
                      </a:lnTo>
                      <a:lnTo>
                        <a:pt x="37428" y="15059"/>
                      </a:lnTo>
                      <a:lnTo>
                        <a:pt x="37208" y="14650"/>
                      </a:lnTo>
                      <a:lnTo>
                        <a:pt x="37019" y="14240"/>
                      </a:lnTo>
                      <a:lnTo>
                        <a:pt x="36861" y="13831"/>
                      </a:lnTo>
                      <a:lnTo>
                        <a:pt x="36767" y="13390"/>
                      </a:lnTo>
                      <a:lnTo>
                        <a:pt x="36672" y="12949"/>
                      </a:lnTo>
                      <a:lnTo>
                        <a:pt x="36641" y="12507"/>
                      </a:lnTo>
                      <a:lnTo>
                        <a:pt x="36641" y="12035"/>
                      </a:lnTo>
                      <a:lnTo>
                        <a:pt x="36641" y="11499"/>
                      </a:lnTo>
                      <a:lnTo>
                        <a:pt x="36578" y="10932"/>
                      </a:lnTo>
                      <a:lnTo>
                        <a:pt x="36420" y="10397"/>
                      </a:lnTo>
                      <a:lnTo>
                        <a:pt x="36326" y="10145"/>
                      </a:lnTo>
                      <a:lnTo>
                        <a:pt x="36231" y="9893"/>
                      </a:lnTo>
                      <a:lnTo>
                        <a:pt x="36074" y="9641"/>
                      </a:lnTo>
                      <a:lnTo>
                        <a:pt x="35948" y="9420"/>
                      </a:lnTo>
                      <a:lnTo>
                        <a:pt x="35790" y="9199"/>
                      </a:lnTo>
                      <a:lnTo>
                        <a:pt x="35601" y="9010"/>
                      </a:lnTo>
                      <a:lnTo>
                        <a:pt x="35412" y="8821"/>
                      </a:lnTo>
                      <a:lnTo>
                        <a:pt x="35191" y="8632"/>
                      </a:lnTo>
                      <a:lnTo>
                        <a:pt x="34939" y="8506"/>
                      </a:lnTo>
                      <a:lnTo>
                        <a:pt x="34719" y="8349"/>
                      </a:lnTo>
                      <a:lnTo>
                        <a:pt x="34215" y="8097"/>
                      </a:lnTo>
                      <a:lnTo>
                        <a:pt x="33774" y="7782"/>
                      </a:lnTo>
                      <a:lnTo>
                        <a:pt x="33364" y="7404"/>
                      </a:lnTo>
                      <a:lnTo>
                        <a:pt x="33018" y="6994"/>
                      </a:lnTo>
                      <a:lnTo>
                        <a:pt x="32671" y="6553"/>
                      </a:lnTo>
                      <a:lnTo>
                        <a:pt x="32419" y="6081"/>
                      </a:lnTo>
                      <a:lnTo>
                        <a:pt x="32198" y="5576"/>
                      </a:lnTo>
                      <a:lnTo>
                        <a:pt x="32009" y="5072"/>
                      </a:lnTo>
                      <a:lnTo>
                        <a:pt x="31946" y="4852"/>
                      </a:lnTo>
                      <a:lnTo>
                        <a:pt x="31883" y="4631"/>
                      </a:lnTo>
                      <a:lnTo>
                        <a:pt x="31757" y="4411"/>
                      </a:lnTo>
                      <a:lnTo>
                        <a:pt x="31631" y="4222"/>
                      </a:lnTo>
                      <a:lnTo>
                        <a:pt x="31505" y="4033"/>
                      </a:lnTo>
                      <a:lnTo>
                        <a:pt x="31348" y="3875"/>
                      </a:lnTo>
                      <a:lnTo>
                        <a:pt x="31001" y="3560"/>
                      </a:lnTo>
                      <a:lnTo>
                        <a:pt x="30623" y="3340"/>
                      </a:lnTo>
                      <a:lnTo>
                        <a:pt x="30434" y="3245"/>
                      </a:lnTo>
                      <a:lnTo>
                        <a:pt x="30214" y="3151"/>
                      </a:lnTo>
                      <a:lnTo>
                        <a:pt x="29993" y="3088"/>
                      </a:lnTo>
                      <a:lnTo>
                        <a:pt x="29773" y="3056"/>
                      </a:lnTo>
                      <a:lnTo>
                        <a:pt x="29521" y="3025"/>
                      </a:lnTo>
                      <a:lnTo>
                        <a:pt x="28733" y="3025"/>
                      </a:lnTo>
                      <a:lnTo>
                        <a:pt x="28197" y="2962"/>
                      </a:lnTo>
                      <a:lnTo>
                        <a:pt x="27662" y="2804"/>
                      </a:lnTo>
                      <a:lnTo>
                        <a:pt x="27158" y="2646"/>
                      </a:lnTo>
                      <a:lnTo>
                        <a:pt x="26654" y="2394"/>
                      </a:lnTo>
                      <a:lnTo>
                        <a:pt x="26212" y="2111"/>
                      </a:lnTo>
                      <a:lnTo>
                        <a:pt x="25771" y="1764"/>
                      </a:lnTo>
                      <a:lnTo>
                        <a:pt x="25362" y="1386"/>
                      </a:lnTo>
                      <a:lnTo>
                        <a:pt x="25173" y="1197"/>
                      </a:lnTo>
                      <a:lnTo>
                        <a:pt x="24952" y="1008"/>
                      </a:lnTo>
                      <a:lnTo>
                        <a:pt x="24732" y="851"/>
                      </a:lnTo>
                      <a:lnTo>
                        <a:pt x="24511" y="725"/>
                      </a:lnTo>
                      <a:lnTo>
                        <a:pt x="24259" y="599"/>
                      </a:lnTo>
                      <a:lnTo>
                        <a:pt x="24007" y="504"/>
                      </a:lnTo>
                      <a:lnTo>
                        <a:pt x="23755" y="441"/>
                      </a:lnTo>
                      <a:lnTo>
                        <a:pt x="23472" y="378"/>
                      </a:lnTo>
                      <a:lnTo>
                        <a:pt x="23220" y="347"/>
                      </a:lnTo>
                      <a:lnTo>
                        <a:pt x="22936" y="315"/>
                      </a:lnTo>
                      <a:lnTo>
                        <a:pt x="22369" y="347"/>
                      </a:lnTo>
                      <a:lnTo>
                        <a:pt x="21833" y="410"/>
                      </a:lnTo>
                      <a:lnTo>
                        <a:pt x="21298" y="567"/>
                      </a:lnTo>
                      <a:lnTo>
                        <a:pt x="20794" y="725"/>
                      </a:lnTo>
                      <a:lnTo>
                        <a:pt x="20258" y="819"/>
                      </a:lnTo>
                      <a:lnTo>
                        <a:pt x="19754" y="882"/>
                      </a:lnTo>
                      <a:lnTo>
                        <a:pt x="19218" y="851"/>
                      </a:lnTo>
                      <a:lnTo>
                        <a:pt x="18714" y="788"/>
                      </a:lnTo>
                      <a:lnTo>
                        <a:pt x="18210" y="693"/>
                      </a:lnTo>
                      <a:lnTo>
                        <a:pt x="17706" y="504"/>
                      </a:lnTo>
                      <a:lnTo>
                        <a:pt x="17234" y="284"/>
                      </a:lnTo>
                      <a:lnTo>
                        <a:pt x="17013" y="189"/>
                      </a:lnTo>
                      <a:lnTo>
                        <a:pt x="16793" y="126"/>
                      </a:lnTo>
                      <a:lnTo>
                        <a:pt x="16572" y="63"/>
                      </a:lnTo>
                      <a:lnTo>
                        <a:pt x="163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1" name="Google Shape;1591;p46"/>
                <p:cNvSpPr/>
                <p:nvPr/>
              </p:nvSpPr>
              <p:spPr>
                <a:xfrm rot="883949">
                  <a:off x="4732243" y="6057375"/>
                  <a:ext cx="270968" cy="270968"/>
                </a:xfrm>
                <a:custGeom>
                  <a:rect b="b" l="l" r="r" t="t"/>
                  <a:pathLst>
                    <a:path extrusionOk="0" h="10839" w="10839">
                      <a:moveTo>
                        <a:pt x="5451" y="1"/>
                      </a:moveTo>
                      <a:lnTo>
                        <a:pt x="4915" y="32"/>
                      </a:lnTo>
                      <a:lnTo>
                        <a:pt x="4380" y="95"/>
                      </a:lnTo>
                      <a:lnTo>
                        <a:pt x="3844" y="253"/>
                      </a:lnTo>
                      <a:lnTo>
                        <a:pt x="3309" y="410"/>
                      </a:lnTo>
                      <a:lnTo>
                        <a:pt x="2836" y="662"/>
                      </a:lnTo>
                      <a:lnTo>
                        <a:pt x="2395" y="946"/>
                      </a:lnTo>
                      <a:lnTo>
                        <a:pt x="1954" y="1261"/>
                      </a:lnTo>
                      <a:lnTo>
                        <a:pt x="1576" y="1607"/>
                      </a:lnTo>
                      <a:lnTo>
                        <a:pt x="1229" y="1985"/>
                      </a:lnTo>
                      <a:lnTo>
                        <a:pt x="914" y="2395"/>
                      </a:lnTo>
                      <a:lnTo>
                        <a:pt x="662" y="2836"/>
                      </a:lnTo>
                      <a:lnTo>
                        <a:pt x="442" y="3309"/>
                      </a:lnTo>
                      <a:lnTo>
                        <a:pt x="253" y="3813"/>
                      </a:lnTo>
                      <a:lnTo>
                        <a:pt x="127" y="4317"/>
                      </a:lnTo>
                      <a:lnTo>
                        <a:pt x="32" y="4852"/>
                      </a:lnTo>
                      <a:lnTo>
                        <a:pt x="1" y="5388"/>
                      </a:lnTo>
                      <a:lnTo>
                        <a:pt x="32" y="5924"/>
                      </a:lnTo>
                      <a:lnTo>
                        <a:pt x="127" y="6459"/>
                      </a:lnTo>
                      <a:lnTo>
                        <a:pt x="253" y="6995"/>
                      </a:lnTo>
                      <a:lnTo>
                        <a:pt x="442" y="7530"/>
                      </a:lnTo>
                      <a:lnTo>
                        <a:pt x="662" y="8003"/>
                      </a:lnTo>
                      <a:lnTo>
                        <a:pt x="946" y="8444"/>
                      </a:lnTo>
                      <a:lnTo>
                        <a:pt x="1261" y="8885"/>
                      </a:lnTo>
                      <a:lnTo>
                        <a:pt x="1607" y="9263"/>
                      </a:lnTo>
                      <a:lnTo>
                        <a:pt x="2017" y="9610"/>
                      </a:lnTo>
                      <a:lnTo>
                        <a:pt x="2426" y="9925"/>
                      </a:lnTo>
                      <a:lnTo>
                        <a:pt x="2867" y="10177"/>
                      </a:lnTo>
                      <a:lnTo>
                        <a:pt x="3340" y="10397"/>
                      </a:lnTo>
                      <a:lnTo>
                        <a:pt x="3813" y="10586"/>
                      </a:lnTo>
                      <a:lnTo>
                        <a:pt x="4317" y="10712"/>
                      </a:lnTo>
                      <a:lnTo>
                        <a:pt x="4852" y="10807"/>
                      </a:lnTo>
                      <a:lnTo>
                        <a:pt x="5388" y="10838"/>
                      </a:lnTo>
                      <a:lnTo>
                        <a:pt x="5923" y="10807"/>
                      </a:lnTo>
                      <a:lnTo>
                        <a:pt x="6491" y="10712"/>
                      </a:lnTo>
                      <a:lnTo>
                        <a:pt x="7026" y="10586"/>
                      </a:lnTo>
                      <a:lnTo>
                        <a:pt x="7530" y="10397"/>
                      </a:lnTo>
                      <a:lnTo>
                        <a:pt x="8003" y="10177"/>
                      </a:lnTo>
                      <a:lnTo>
                        <a:pt x="8475" y="9893"/>
                      </a:lnTo>
                      <a:lnTo>
                        <a:pt x="8885" y="9578"/>
                      </a:lnTo>
                      <a:lnTo>
                        <a:pt x="9263" y="9232"/>
                      </a:lnTo>
                      <a:lnTo>
                        <a:pt x="9610" y="8822"/>
                      </a:lnTo>
                      <a:lnTo>
                        <a:pt x="9925" y="8412"/>
                      </a:lnTo>
                      <a:lnTo>
                        <a:pt x="10208" y="7971"/>
                      </a:lnTo>
                      <a:lnTo>
                        <a:pt x="10429" y="7499"/>
                      </a:lnTo>
                      <a:lnTo>
                        <a:pt x="10586" y="7026"/>
                      </a:lnTo>
                      <a:lnTo>
                        <a:pt x="10712" y="6491"/>
                      </a:lnTo>
                      <a:lnTo>
                        <a:pt x="10807" y="5987"/>
                      </a:lnTo>
                      <a:lnTo>
                        <a:pt x="10838" y="5451"/>
                      </a:lnTo>
                      <a:lnTo>
                        <a:pt x="10807" y="4915"/>
                      </a:lnTo>
                      <a:lnTo>
                        <a:pt x="10744" y="4348"/>
                      </a:lnTo>
                      <a:lnTo>
                        <a:pt x="10586" y="3813"/>
                      </a:lnTo>
                      <a:lnTo>
                        <a:pt x="10429" y="3309"/>
                      </a:lnTo>
                      <a:lnTo>
                        <a:pt x="10177" y="2836"/>
                      </a:lnTo>
                      <a:lnTo>
                        <a:pt x="9893" y="2364"/>
                      </a:lnTo>
                      <a:lnTo>
                        <a:pt x="9578" y="1954"/>
                      </a:lnTo>
                      <a:lnTo>
                        <a:pt x="9231" y="1576"/>
                      </a:lnTo>
                      <a:lnTo>
                        <a:pt x="8853" y="1229"/>
                      </a:lnTo>
                      <a:lnTo>
                        <a:pt x="8444" y="914"/>
                      </a:lnTo>
                      <a:lnTo>
                        <a:pt x="8003" y="631"/>
                      </a:lnTo>
                      <a:lnTo>
                        <a:pt x="7530" y="410"/>
                      </a:lnTo>
                      <a:lnTo>
                        <a:pt x="7026" y="253"/>
                      </a:lnTo>
                      <a:lnTo>
                        <a:pt x="6522" y="95"/>
                      </a:lnTo>
                      <a:lnTo>
                        <a:pt x="5986" y="32"/>
                      </a:lnTo>
                      <a:lnTo>
                        <a:pt x="545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2" name="Google Shape;1592;p46"/>
                <p:cNvSpPr/>
                <p:nvPr/>
              </p:nvSpPr>
              <p:spPr>
                <a:xfrm rot="883949">
                  <a:off x="3564270" y="6036591"/>
                  <a:ext cx="581261" cy="582861"/>
                </a:xfrm>
                <a:custGeom>
                  <a:rect b="b" l="l" r="r" t="t"/>
                  <a:pathLst>
                    <a:path extrusionOk="0" h="23315" w="23251">
                      <a:moveTo>
                        <a:pt x="9578" y="1"/>
                      </a:moveTo>
                      <a:lnTo>
                        <a:pt x="9294" y="32"/>
                      </a:lnTo>
                      <a:lnTo>
                        <a:pt x="9042" y="127"/>
                      </a:lnTo>
                      <a:lnTo>
                        <a:pt x="8790" y="221"/>
                      </a:lnTo>
                      <a:lnTo>
                        <a:pt x="8569" y="379"/>
                      </a:lnTo>
                      <a:lnTo>
                        <a:pt x="8349" y="599"/>
                      </a:lnTo>
                      <a:lnTo>
                        <a:pt x="8160" y="820"/>
                      </a:lnTo>
                      <a:lnTo>
                        <a:pt x="7908" y="1040"/>
                      </a:lnTo>
                      <a:lnTo>
                        <a:pt x="7656" y="1229"/>
                      </a:lnTo>
                      <a:lnTo>
                        <a:pt x="7372" y="1355"/>
                      </a:lnTo>
                      <a:lnTo>
                        <a:pt x="7089" y="1481"/>
                      </a:lnTo>
                      <a:lnTo>
                        <a:pt x="6805" y="1576"/>
                      </a:lnTo>
                      <a:lnTo>
                        <a:pt x="6490" y="1639"/>
                      </a:lnTo>
                      <a:lnTo>
                        <a:pt x="6175" y="1670"/>
                      </a:lnTo>
                      <a:lnTo>
                        <a:pt x="5829" y="1733"/>
                      </a:lnTo>
                      <a:lnTo>
                        <a:pt x="5513" y="1796"/>
                      </a:lnTo>
                      <a:lnTo>
                        <a:pt x="5198" y="1922"/>
                      </a:lnTo>
                      <a:lnTo>
                        <a:pt x="4915" y="2080"/>
                      </a:lnTo>
                      <a:lnTo>
                        <a:pt x="4631" y="2269"/>
                      </a:lnTo>
                      <a:lnTo>
                        <a:pt x="4411" y="2521"/>
                      </a:lnTo>
                      <a:lnTo>
                        <a:pt x="4222" y="2773"/>
                      </a:lnTo>
                      <a:lnTo>
                        <a:pt x="4064" y="3088"/>
                      </a:lnTo>
                      <a:lnTo>
                        <a:pt x="3938" y="3372"/>
                      </a:lnTo>
                      <a:lnTo>
                        <a:pt x="3781" y="3687"/>
                      </a:lnTo>
                      <a:lnTo>
                        <a:pt x="3592" y="3939"/>
                      </a:lnTo>
                      <a:lnTo>
                        <a:pt x="3371" y="4191"/>
                      </a:lnTo>
                      <a:lnTo>
                        <a:pt x="3119" y="4411"/>
                      </a:lnTo>
                      <a:lnTo>
                        <a:pt x="2867" y="4600"/>
                      </a:lnTo>
                      <a:lnTo>
                        <a:pt x="2584" y="4758"/>
                      </a:lnTo>
                      <a:lnTo>
                        <a:pt x="2268" y="4884"/>
                      </a:lnTo>
                      <a:lnTo>
                        <a:pt x="2016" y="5010"/>
                      </a:lnTo>
                      <a:lnTo>
                        <a:pt x="1796" y="5167"/>
                      </a:lnTo>
                      <a:lnTo>
                        <a:pt x="1607" y="5356"/>
                      </a:lnTo>
                      <a:lnTo>
                        <a:pt x="1449" y="5608"/>
                      </a:lnTo>
                      <a:lnTo>
                        <a:pt x="1323" y="5829"/>
                      </a:lnTo>
                      <a:lnTo>
                        <a:pt x="1229" y="6112"/>
                      </a:lnTo>
                      <a:lnTo>
                        <a:pt x="1197" y="6365"/>
                      </a:lnTo>
                      <a:lnTo>
                        <a:pt x="1229" y="6648"/>
                      </a:lnTo>
                      <a:lnTo>
                        <a:pt x="1260" y="6995"/>
                      </a:lnTo>
                      <a:lnTo>
                        <a:pt x="1260" y="7310"/>
                      </a:lnTo>
                      <a:lnTo>
                        <a:pt x="1197" y="7656"/>
                      </a:lnTo>
                      <a:lnTo>
                        <a:pt x="1134" y="7971"/>
                      </a:lnTo>
                      <a:lnTo>
                        <a:pt x="1008" y="8286"/>
                      </a:lnTo>
                      <a:lnTo>
                        <a:pt x="882" y="8570"/>
                      </a:lnTo>
                      <a:lnTo>
                        <a:pt x="693" y="8853"/>
                      </a:lnTo>
                      <a:lnTo>
                        <a:pt x="504" y="9105"/>
                      </a:lnTo>
                      <a:lnTo>
                        <a:pt x="284" y="9389"/>
                      </a:lnTo>
                      <a:lnTo>
                        <a:pt x="158" y="9673"/>
                      </a:lnTo>
                      <a:lnTo>
                        <a:pt x="63" y="9988"/>
                      </a:lnTo>
                      <a:lnTo>
                        <a:pt x="0" y="10303"/>
                      </a:lnTo>
                      <a:lnTo>
                        <a:pt x="0" y="10649"/>
                      </a:lnTo>
                      <a:lnTo>
                        <a:pt x="32" y="10964"/>
                      </a:lnTo>
                      <a:lnTo>
                        <a:pt x="126" y="11311"/>
                      </a:lnTo>
                      <a:lnTo>
                        <a:pt x="252" y="11626"/>
                      </a:lnTo>
                      <a:lnTo>
                        <a:pt x="378" y="11878"/>
                      </a:lnTo>
                      <a:lnTo>
                        <a:pt x="441" y="12130"/>
                      </a:lnTo>
                      <a:lnTo>
                        <a:pt x="504" y="12382"/>
                      </a:lnTo>
                      <a:lnTo>
                        <a:pt x="536" y="12665"/>
                      </a:lnTo>
                      <a:lnTo>
                        <a:pt x="567" y="12918"/>
                      </a:lnTo>
                      <a:lnTo>
                        <a:pt x="536" y="13201"/>
                      </a:lnTo>
                      <a:lnTo>
                        <a:pt x="504" y="13453"/>
                      </a:lnTo>
                      <a:lnTo>
                        <a:pt x="441" y="13737"/>
                      </a:lnTo>
                      <a:lnTo>
                        <a:pt x="378" y="14083"/>
                      </a:lnTo>
                      <a:lnTo>
                        <a:pt x="347" y="14398"/>
                      </a:lnTo>
                      <a:lnTo>
                        <a:pt x="378" y="14745"/>
                      </a:lnTo>
                      <a:lnTo>
                        <a:pt x="441" y="15060"/>
                      </a:lnTo>
                      <a:lnTo>
                        <a:pt x="536" y="15375"/>
                      </a:lnTo>
                      <a:lnTo>
                        <a:pt x="693" y="15658"/>
                      </a:lnTo>
                      <a:lnTo>
                        <a:pt x="882" y="15910"/>
                      </a:lnTo>
                      <a:lnTo>
                        <a:pt x="1134" y="16163"/>
                      </a:lnTo>
                      <a:lnTo>
                        <a:pt x="1386" y="16352"/>
                      </a:lnTo>
                      <a:lnTo>
                        <a:pt x="1575" y="16604"/>
                      </a:lnTo>
                      <a:lnTo>
                        <a:pt x="1764" y="16856"/>
                      </a:lnTo>
                      <a:lnTo>
                        <a:pt x="1953" y="17108"/>
                      </a:lnTo>
                      <a:lnTo>
                        <a:pt x="2079" y="17391"/>
                      </a:lnTo>
                      <a:lnTo>
                        <a:pt x="2174" y="17675"/>
                      </a:lnTo>
                      <a:lnTo>
                        <a:pt x="2268" y="17990"/>
                      </a:lnTo>
                      <a:lnTo>
                        <a:pt x="2300" y="18305"/>
                      </a:lnTo>
                      <a:lnTo>
                        <a:pt x="2363" y="18588"/>
                      </a:lnTo>
                      <a:lnTo>
                        <a:pt x="2457" y="18872"/>
                      </a:lnTo>
                      <a:lnTo>
                        <a:pt x="2615" y="19124"/>
                      </a:lnTo>
                      <a:lnTo>
                        <a:pt x="2773" y="19345"/>
                      </a:lnTo>
                      <a:lnTo>
                        <a:pt x="3025" y="19534"/>
                      </a:lnTo>
                      <a:lnTo>
                        <a:pt x="3277" y="19691"/>
                      </a:lnTo>
                      <a:lnTo>
                        <a:pt x="3529" y="19817"/>
                      </a:lnTo>
                      <a:lnTo>
                        <a:pt x="3844" y="19880"/>
                      </a:lnTo>
                      <a:lnTo>
                        <a:pt x="4222" y="19975"/>
                      </a:lnTo>
                      <a:lnTo>
                        <a:pt x="4600" y="20101"/>
                      </a:lnTo>
                      <a:lnTo>
                        <a:pt x="4946" y="20290"/>
                      </a:lnTo>
                      <a:lnTo>
                        <a:pt x="5261" y="20542"/>
                      </a:lnTo>
                      <a:lnTo>
                        <a:pt x="5482" y="20762"/>
                      </a:lnTo>
                      <a:lnTo>
                        <a:pt x="5671" y="21014"/>
                      </a:lnTo>
                      <a:lnTo>
                        <a:pt x="5829" y="21235"/>
                      </a:lnTo>
                      <a:lnTo>
                        <a:pt x="5923" y="21424"/>
                      </a:lnTo>
                      <a:lnTo>
                        <a:pt x="6018" y="21581"/>
                      </a:lnTo>
                      <a:lnTo>
                        <a:pt x="6144" y="21770"/>
                      </a:lnTo>
                      <a:lnTo>
                        <a:pt x="6364" y="21991"/>
                      </a:lnTo>
                      <a:lnTo>
                        <a:pt x="6648" y="22211"/>
                      </a:lnTo>
                      <a:lnTo>
                        <a:pt x="6837" y="22306"/>
                      </a:lnTo>
                      <a:lnTo>
                        <a:pt x="7026" y="22369"/>
                      </a:lnTo>
                      <a:lnTo>
                        <a:pt x="7404" y="22463"/>
                      </a:lnTo>
                      <a:lnTo>
                        <a:pt x="7876" y="22463"/>
                      </a:lnTo>
                      <a:lnTo>
                        <a:pt x="8191" y="22400"/>
                      </a:lnTo>
                      <a:lnTo>
                        <a:pt x="8821" y="22400"/>
                      </a:lnTo>
                      <a:lnTo>
                        <a:pt x="9105" y="22463"/>
                      </a:lnTo>
                      <a:lnTo>
                        <a:pt x="9420" y="22558"/>
                      </a:lnTo>
                      <a:lnTo>
                        <a:pt x="9704" y="22653"/>
                      </a:lnTo>
                      <a:lnTo>
                        <a:pt x="9987" y="22779"/>
                      </a:lnTo>
                      <a:lnTo>
                        <a:pt x="10239" y="22968"/>
                      </a:lnTo>
                      <a:lnTo>
                        <a:pt x="10554" y="23125"/>
                      </a:lnTo>
                      <a:lnTo>
                        <a:pt x="10838" y="23251"/>
                      </a:lnTo>
                      <a:lnTo>
                        <a:pt x="11153" y="23314"/>
                      </a:lnTo>
                      <a:lnTo>
                        <a:pt x="11499" y="23314"/>
                      </a:lnTo>
                      <a:lnTo>
                        <a:pt x="11814" y="23283"/>
                      </a:lnTo>
                      <a:lnTo>
                        <a:pt x="12161" y="23220"/>
                      </a:lnTo>
                      <a:lnTo>
                        <a:pt x="12476" y="23094"/>
                      </a:lnTo>
                      <a:lnTo>
                        <a:pt x="12760" y="22936"/>
                      </a:lnTo>
                      <a:lnTo>
                        <a:pt x="13012" y="22779"/>
                      </a:lnTo>
                      <a:lnTo>
                        <a:pt x="13295" y="22684"/>
                      </a:lnTo>
                      <a:lnTo>
                        <a:pt x="13579" y="22590"/>
                      </a:lnTo>
                      <a:lnTo>
                        <a:pt x="13862" y="22526"/>
                      </a:lnTo>
                      <a:lnTo>
                        <a:pt x="14146" y="22495"/>
                      </a:lnTo>
                      <a:lnTo>
                        <a:pt x="14429" y="22463"/>
                      </a:lnTo>
                      <a:lnTo>
                        <a:pt x="14713" y="22495"/>
                      </a:lnTo>
                      <a:lnTo>
                        <a:pt x="15028" y="22526"/>
                      </a:lnTo>
                      <a:lnTo>
                        <a:pt x="15312" y="22590"/>
                      </a:lnTo>
                      <a:lnTo>
                        <a:pt x="15627" y="22590"/>
                      </a:lnTo>
                      <a:lnTo>
                        <a:pt x="15942" y="22526"/>
                      </a:lnTo>
                      <a:lnTo>
                        <a:pt x="16225" y="22432"/>
                      </a:lnTo>
                      <a:lnTo>
                        <a:pt x="16509" y="22306"/>
                      </a:lnTo>
                      <a:lnTo>
                        <a:pt x="16761" y="22148"/>
                      </a:lnTo>
                      <a:lnTo>
                        <a:pt x="16981" y="21928"/>
                      </a:lnTo>
                      <a:lnTo>
                        <a:pt x="17139" y="21676"/>
                      </a:lnTo>
                      <a:lnTo>
                        <a:pt x="17328" y="21392"/>
                      </a:lnTo>
                      <a:lnTo>
                        <a:pt x="17517" y="21140"/>
                      </a:lnTo>
                      <a:lnTo>
                        <a:pt x="17769" y="20920"/>
                      </a:lnTo>
                      <a:lnTo>
                        <a:pt x="18021" y="20699"/>
                      </a:lnTo>
                      <a:lnTo>
                        <a:pt x="18368" y="20510"/>
                      </a:lnTo>
                      <a:lnTo>
                        <a:pt x="18620" y="20384"/>
                      </a:lnTo>
                      <a:lnTo>
                        <a:pt x="18935" y="20258"/>
                      </a:lnTo>
                      <a:lnTo>
                        <a:pt x="19187" y="20164"/>
                      </a:lnTo>
                      <a:lnTo>
                        <a:pt x="19470" y="19975"/>
                      </a:lnTo>
                      <a:lnTo>
                        <a:pt x="19785" y="19754"/>
                      </a:lnTo>
                      <a:lnTo>
                        <a:pt x="20100" y="19439"/>
                      </a:lnTo>
                      <a:lnTo>
                        <a:pt x="20321" y="19155"/>
                      </a:lnTo>
                      <a:lnTo>
                        <a:pt x="20510" y="18903"/>
                      </a:lnTo>
                      <a:lnTo>
                        <a:pt x="20636" y="18651"/>
                      </a:lnTo>
                      <a:lnTo>
                        <a:pt x="20762" y="18462"/>
                      </a:lnTo>
                      <a:lnTo>
                        <a:pt x="20793" y="18147"/>
                      </a:lnTo>
                      <a:lnTo>
                        <a:pt x="20888" y="17864"/>
                      </a:lnTo>
                      <a:lnTo>
                        <a:pt x="21014" y="17580"/>
                      </a:lnTo>
                      <a:lnTo>
                        <a:pt x="21140" y="17328"/>
                      </a:lnTo>
                      <a:lnTo>
                        <a:pt x="21329" y="17076"/>
                      </a:lnTo>
                      <a:lnTo>
                        <a:pt x="21518" y="16824"/>
                      </a:lnTo>
                      <a:lnTo>
                        <a:pt x="21707" y="16635"/>
                      </a:lnTo>
                      <a:lnTo>
                        <a:pt x="21959" y="16415"/>
                      </a:lnTo>
                      <a:lnTo>
                        <a:pt x="22211" y="16194"/>
                      </a:lnTo>
                      <a:lnTo>
                        <a:pt x="22400" y="15942"/>
                      </a:lnTo>
                      <a:lnTo>
                        <a:pt x="22558" y="15658"/>
                      </a:lnTo>
                      <a:lnTo>
                        <a:pt x="22684" y="15343"/>
                      </a:lnTo>
                      <a:lnTo>
                        <a:pt x="22747" y="15028"/>
                      </a:lnTo>
                      <a:lnTo>
                        <a:pt x="22778" y="14713"/>
                      </a:lnTo>
                      <a:lnTo>
                        <a:pt x="22747" y="14367"/>
                      </a:lnTo>
                      <a:lnTo>
                        <a:pt x="22684" y="14020"/>
                      </a:lnTo>
                      <a:lnTo>
                        <a:pt x="22652" y="13737"/>
                      </a:lnTo>
                      <a:lnTo>
                        <a:pt x="22621" y="13453"/>
                      </a:lnTo>
                      <a:lnTo>
                        <a:pt x="22621" y="13170"/>
                      </a:lnTo>
                      <a:lnTo>
                        <a:pt x="22652" y="12886"/>
                      </a:lnTo>
                      <a:lnTo>
                        <a:pt x="22684" y="12602"/>
                      </a:lnTo>
                      <a:lnTo>
                        <a:pt x="22778" y="12319"/>
                      </a:lnTo>
                      <a:lnTo>
                        <a:pt x="22873" y="12067"/>
                      </a:lnTo>
                      <a:lnTo>
                        <a:pt x="22999" y="11815"/>
                      </a:lnTo>
                      <a:lnTo>
                        <a:pt x="23156" y="11500"/>
                      </a:lnTo>
                      <a:lnTo>
                        <a:pt x="23219" y="11185"/>
                      </a:lnTo>
                      <a:lnTo>
                        <a:pt x="23251" y="10870"/>
                      </a:lnTo>
                      <a:lnTo>
                        <a:pt x="23219" y="10523"/>
                      </a:lnTo>
                      <a:lnTo>
                        <a:pt x="23156" y="10208"/>
                      </a:lnTo>
                      <a:lnTo>
                        <a:pt x="23062" y="9893"/>
                      </a:lnTo>
                      <a:lnTo>
                        <a:pt x="22904" y="9578"/>
                      </a:lnTo>
                      <a:lnTo>
                        <a:pt x="22715" y="9294"/>
                      </a:lnTo>
                      <a:lnTo>
                        <a:pt x="22558" y="9074"/>
                      </a:lnTo>
                      <a:lnTo>
                        <a:pt x="22400" y="8853"/>
                      </a:lnTo>
                      <a:lnTo>
                        <a:pt x="22306" y="8601"/>
                      </a:lnTo>
                      <a:lnTo>
                        <a:pt x="22211" y="8349"/>
                      </a:lnTo>
                      <a:lnTo>
                        <a:pt x="22148" y="8097"/>
                      </a:lnTo>
                      <a:lnTo>
                        <a:pt x="22085" y="7814"/>
                      </a:lnTo>
                      <a:lnTo>
                        <a:pt x="22085" y="7562"/>
                      </a:lnTo>
                      <a:lnTo>
                        <a:pt x="22085" y="7278"/>
                      </a:lnTo>
                      <a:lnTo>
                        <a:pt x="22085" y="6932"/>
                      </a:lnTo>
                      <a:lnTo>
                        <a:pt x="22022" y="6617"/>
                      </a:lnTo>
                      <a:lnTo>
                        <a:pt x="21959" y="6270"/>
                      </a:lnTo>
                      <a:lnTo>
                        <a:pt x="21833" y="5986"/>
                      </a:lnTo>
                      <a:lnTo>
                        <a:pt x="21644" y="5703"/>
                      </a:lnTo>
                      <a:lnTo>
                        <a:pt x="21455" y="5451"/>
                      </a:lnTo>
                      <a:lnTo>
                        <a:pt x="21203" y="5230"/>
                      </a:lnTo>
                      <a:lnTo>
                        <a:pt x="20919" y="5041"/>
                      </a:lnTo>
                      <a:lnTo>
                        <a:pt x="20604" y="4884"/>
                      </a:lnTo>
                      <a:lnTo>
                        <a:pt x="20352" y="4695"/>
                      </a:lnTo>
                      <a:lnTo>
                        <a:pt x="20100" y="4474"/>
                      </a:lnTo>
                      <a:lnTo>
                        <a:pt x="19880" y="4222"/>
                      </a:lnTo>
                      <a:lnTo>
                        <a:pt x="19691" y="3970"/>
                      </a:lnTo>
                      <a:lnTo>
                        <a:pt x="19533" y="3687"/>
                      </a:lnTo>
                      <a:lnTo>
                        <a:pt x="19376" y="3372"/>
                      </a:lnTo>
                      <a:lnTo>
                        <a:pt x="19281" y="3057"/>
                      </a:lnTo>
                      <a:lnTo>
                        <a:pt x="19187" y="2804"/>
                      </a:lnTo>
                      <a:lnTo>
                        <a:pt x="19061" y="2552"/>
                      </a:lnTo>
                      <a:lnTo>
                        <a:pt x="18903" y="2363"/>
                      </a:lnTo>
                      <a:lnTo>
                        <a:pt x="18683" y="2174"/>
                      </a:lnTo>
                      <a:lnTo>
                        <a:pt x="18462" y="2017"/>
                      </a:lnTo>
                      <a:lnTo>
                        <a:pt x="18210" y="1922"/>
                      </a:lnTo>
                      <a:lnTo>
                        <a:pt x="17926" y="1859"/>
                      </a:lnTo>
                      <a:lnTo>
                        <a:pt x="17643" y="1828"/>
                      </a:lnTo>
                      <a:lnTo>
                        <a:pt x="17328" y="1828"/>
                      </a:lnTo>
                      <a:lnTo>
                        <a:pt x="16981" y="1796"/>
                      </a:lnTo>
                      <a:lnTo>
                        <a:pt x="16666" y="1702"/>
                      </a:lnTo>
                      <a:lnTo>
                        <a:pt x="16351" y="1607"/>
                      </a:lnTo>
                      <a:lnTo>
                        <a:pt x="16068" y="1450"/>
                      </a:lnTo>
                      <a:lnTo>
                        <a:pt x="15784" y="1292"/>
                      </a:lnTo>
                      <a:lnTo>
                        <a:pt x="15532" y="1072"/>
                      </a:lnTo>
                      <a:lnTo>
                        <a:pt x="15280" y="851"/>
                      </a:lnTo>
                      <a:lnTo>
                        <a:pt x="15028" y="631"/>
                      </a:lnTo>
                      <a:lnTo>
                        <a:pt x="14744" y="442"/>
                      </a:lnTo>
                      <a:lnTo>
                        <a:pt x="14461" y="316"/>
                      </a:lnTo>
                      <a:lnTo>
                        <a:pt x="14146" y="253"/>
                      </a:lnTo>
                      <a:lnTo>
                        <a:pt x="13799" y="190"/>
                      </a:lnTo>
                      <a:lnTo>
                        <a:pt x="13484" y="221"/>
                      </a:lnTo>
                      <a:lnTo>
                        <a:pt x="13138" y="284"/>
                      </a:lnTo>
                      <a:lnTo>
                        <a:pt x="12823" y="379"/>
                      </a:lnTo>
                      <a:lnTo>
                        <a:pt x="12508" y="442"/>
                      </a:lnTo>
                      <a:lnTo>
                        <a:pt x="12193" y="505"/>
                      </a:lnTo>
                      <a:lnTo>
                        <a:pt x="11877" y="536"/>
                      </a:lnTo>
                      <a:lnTo>
                        <a:pt x="11594" y="536"/>
                      </a:lnTo>
                      <a:lnTo>
                        <a:pt x="11279" y="505"/>
                      </a:lnTo>
                      <a:lnTo>
                        <a:pt x="10964" y="410"/>
                      </a:lnTo>
                      <a:lnTo>
                        <a:pt x="10649" y="316"/>
                      </a:lnTo>
                      <a:lnTo>
                        <a:pt x="10365" y="190"/>
                      </a:lnTo>
                      <a:lnTo>
                        <a:pt x="10113" y="95"/>
                      </a:lnTo>
                      <a:lnTo>
                        <a:pt x="9861" y="32"/>
                      </a:lnTo>
                      <a:lnTo>
                        <a:pt x="957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3" name="Google Shape;1593;p46"/>
                <p:cNvSpPr/>
                <p:nvPr/>
              </p:nvSpPr>
              <p:spPr>
                <a:xfrm rot="883949">
                  <a:off x="3773334" y="6242009"/>
                  <a:ext cx="163046" cy="163046"/>
                </a:xfrm>
                <a:custGeom>
                  <a:rect b="b" l="l" r="r" t="t"/>
                  <a:pathLst>
                    <a:path extrusionOk="0" h="6522" w="6522">
                      <a:moveTo>
                        <a:pt x="3277" y="0"/>
                      </a:moveTo>
                      <a:lnTo>
                        <a:pt x="2962" y="32"/>
                      </a:lnTo>
                      <a:lnTo>
                        <a:pt x="2615" y="63"/>
                      </a:lnTo>
                      <a:lnTo>
                        <a:pt x="2300" y="158"/>
                      </a:lnTo>
                      <a:lnTo>
                        <a:pt x="1985" y="284"/>
                      </a:lnTo>
                      <a:lnTo>
                        <a:pt x="1702" y="410"/>
                      </a:lnTo>
                      <a:lnTo>
                        <a:pt x="1418" y="567"/>
                      </a:lnTo>
                      <a:lnTo>
                        <a:pt x="1166" y="756"/>
                      </a:lnTo>
                      <a:lnTo>
                        <a:pt x="946" y="977"/>
                      </a:lnTo>
                      <a:lnTo>
                        <a:pt x="725" y="1198"/>
                      </a:lnTo>
                      <a:lnTo>
                        <a:pt x="536" y="1450"/>
                      </a:lnTo>
                      <a:lnTo>
                        <a:pt x="378" y="1733"/>
                      </a:lnTo>
                      <a:lnTo>
                        <a:pt x="252" y="2017"/>
                      </a:lnTo>
                      <a:lnTo>
                        <a:pt x="158" y="2300"/>
                      </a:lnTo>
                      <a:lnTo>
                        <a:pt x="63" y="2615"/>
                      </a:lnTo>
                      <a:lnTo>
                        <a:pt x="0" y="2930"/>
                      </a:lnTo>
                      <a:lnTo>
                        <a:pt x="0" y="3245"/>
                      </a:lnTo>
                      <a:lnTo>
                        <a:pt x="0" y="3592"/>
                      </a:lnTo>
                      <a:lnTo>
                        <a:pt x="63" y="3907"/>
                      </a:lnTo>
                      <a:lnTo>
                        <a:pt x="158" y="4222"/>
                      </a:lnTo>
                      <a:lnTo>
                        <a:pt x="252" y="4537"/>
                      </a:lnTo>
                      <a:lnTo>
                        <a:pt x="378" y="4821"/>
                      </a:lnTo>
                      <a:lnTo>
                        <a:pt x="568" y="5104"/>
                      </a:lnTo>
                      <a:lnTo>
                        <a:pt x="757" y="5356"/>
                      </a:lnTo>
                      <a:lnTo>
                        <a:pt x="977" y="5577"/>
                      </a:lnTo>
                      <a:lnTo>
                        <a:pt x="1198" y="5797"/>
                      </a:lnTo>
                      <a:lnTo>
                        <a:pt x="1450" y="5986"/>
                      </a:lnTo>
                      <a:lnTo>
                        <a:pt x="1702" y="6144"/>
                      </a:lnTo>
                      <a:lnTo>
                        <a:pt x="1985" y="6270"/>
                      </a:lnTo>
                      <a:lnTo>
                        <a:pt x="2300" y="6396"/>
                      </a:lnTo>
                      <a:lnTo>
                        <a:pt x="2615" y="6459"/>
                      </a:lnTo>
                      <a:lnTo>
                        <a:pt x="2930" y="6522"/>
                      </a:lnTo>
                      <a:lnTo>
                        <a:pt x="3560" y="6522"/>
                      </a:lnTo>
                      <a:lnTo>
                        <a:pt x="3907" y="6459"/>
                      </a:lnTo>
                      <a:lnTo>
                        <a:pt x="4222" y="6396"/>
                      </a:lnTo>
                      <a:lnTo>
                        <a:pt x="4537" y="6270"/>
                      </a:lnTo>
                      <a:lnTo>
                        <a:pt x="4821" y="6144"/>
                      </a:lnTo>
                      <a:lnTo>
                        <a:pt x="5104" y="5986"/>
                      </a:lnTo>
                      <a:lnTo>
                        <a:pt x="5356" y="5797"/>
                      </a:lnTo>
                      <a:lnTo>
                        <a:pt x="5577" y="5577"/>
                      </a:lnTo>
                      <a:lnTo>
                        <a:pt x="5797" y="5325"/>
                      </a:lnTo>
                      <a:lnTo>
                        <a:pt x="5986" y="5073"/>
                      </a:lnTo>
                      <a:lnTo>
                        <a:pt x="6144" y="4821"/>
                      </a:lnTo>
                      <a:lnTo>
                        <a:pt x="6270" y="4537"/>
                      </a:lnTo>
                      <a:lnTo>
                        <a:pt x="6364" y="4253"/>
                      </a:lnTo>
                      <a:lnTo>
                        <a:pt x="6459" y="3938"/>
                      </a:lnTo>
                      <a:lnTo>
                        <a:pt x="6490" y="3623"/>
                      </a:lnTo>
                      <a:lnTo>
                        <a:pt x="6522" y="3308"/>
                      </a:lnTo>
                      <a:lnTo>
                        <a:pt x="6522" y="2962"/>
                      </a:lnTo>
                      <a:lnTo>
                        <a:pt x="6459" y="2647"/>
                      </a:lnTo>
                      <a:lnTo>
                        <a:pt x="6364" y="2300"/>
                      </a:lnTo>
                      <a:lnTo>
                        <a:pt x="6270" y="2017"/>
                      </a:lnTo>
                      <a:lnTo>
                        <a:pt x="6112" y="1702"/>
                      </a:lnTo>
                      <a:lnTo>
                        <a:pt x="5955" y="1450"/>
                      </a:lnTo>
                      <a:lnTo>
                        <a:pt x="5766" y="1198"/>
                      </a:lnTo>
                      <a:lnTo>
                        <a:pt x="5545" y="945"/>
                      </a:lnTo>
                      <a:lnTo>
                        <a:pt x="5325" y="756"/>
                      </a:lnTo>
                      <a:lnTo>
                        <a:pt x="5073" y="567"/>
                      </a:lnTo>
                      <a:lnTo>
                        <a:pt x="4789" y="410"/>
                      </a:lnTo>
                      <a:lnTo>
                        <a:pt x="4506" y="252"/>
                      </a:lnTo>
                      <a:lnTo>
                        <a:pt x="4222" y="158"/>
                      </a:lnTo>
                      <a:lnTo>
                        <a:pt x="3907" y="95"/>
                      </a:lnTo>
                      <a:lnTo>
                        <a:pt x="3592" y="32"/>
                      </a:lnTo>
                      <a:lnTo>
                        <a:pt x="327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94" name="Google Shape;1594;p46"/>
              <p:cNvSpPr/>
              <p:nvPr/>
            </p:nvSpPr>
            <p:spPr>
              <a:xfrm>
                <a:off x="3897797" y="4335719"/>
                <a:ext cx="565183" cy="179411"/>
              </a:xfrm>
              <a:custGeom>
                <a:rect b="b" l="l" r="r" t="t"/>
                <a:pathLst>
                  <a:path extrusionOk="0" h="11097" w="34958">
                    <a:moveTo>
                      <a:pt x="293" y="1"/>
                    </a:moveTo>
                    <a:lnTo>
                      <a:pt x="176" y="498"/>
                    </a:lnTo>
                    <a:lnTo>
                      <a:pt x="88" y="967"/>
                    </a:lnTo>
                    <a:lnTo>
                      <a:pt x="30" y="1464"/>
                    </a:lnTo>
                    <a:lnTo>
                      <a:pt x="0" y="1933"/>
                    </a:lnTo>
                    <a:lnTo>
                      <a:pt x="0" y="2401"/>
                    </a:lnTo>
                    <a:lnTo>
                      <a:pt x="30" y="2870"/>
                    </a:lnTo>
                    <a:lnTo>
                      <a:pt x="88" y="3309"/>
                    </a:lnTo>
                    <a:lnTo>
                      <a:pt x="205" y="3748"/>
                    </a:lnTo>
                    <a:lnTo>
                      <a:pt x="322" y="4158"/>
                    </a:lnTo>
                    <a:lnTo>
                      <a:pt x="469" y="4568"/>
                    </a:lnTo>
                    <a:lnTo>
                      <a:pt x="644" y="4949"/>
                    </a:lnTo>
                    <a:lnTo>
                      <a:pt x="849" y="5329"/>
                    </a:lnTo>
                    <a:lnTo>
                      <a:pt x="1054" y="5651"/>
                    </a:lnTo>
                    <a:lnTo>
                      <a:pt x="1318" y="5973"/>
                    </a:lnTo>
                    <a:lnTo>
                      <a:pt x="1611" y="6295"/>
                    </a:lnTo>
                    <a:lnTo>
                      <a:pt x="1903" y="6559"/>
                    </a:lnTo>
                    <a:lnTo>
                      <a:pt x="2255" y="6793"/>
                    </a:lnTo>
                    <a:lnTo>
                      <a:pt x="2577" y="6998"/>
                    </a:lnTo>
                    <a:lnTo>
                      <a:pt x="2928" y="7174"/>
                    </a:lnTo>
                    <a:lnTo>
                      <a:pt x="3250" y="7320"/>
                    </a:lnTo>
                    <a:lnTo>
                      <a:pt x="3602" y="7408"/>
                    </a:lnTo>
                    <a:lnTo>
                      <a:pt x="3894" y="7496"/>
                    </a:lnTo>
                    <a:lnTo>
                      <a:pt x="4451" y="7584"/>
                    </a:lnTo>
                    <a:lnTo>
                      <a:pt x="5505" y="7964"/>
                    </a:lnTo>
                    <a:lnTo>
                      <a:pt x="6559" y="8345"/>
                    </a:lnTo>
                    <a:lnTo>
                      <a:pt x="7671" y="8696"/>
                    </a:lnTo>
                    <a:lnTo>
                      <a:pt x="8813" y="9047"/>
                    </a:lnTo>
                    <a:lnTo>
                      <a:pt x="9984" y="9369"/>
                    </a:lnTo>
                    <a:lnTo>
                      <a:pt x="11184" y="9691"/>
                    </a:lnTo>
                    <a:lnTo>
                      <a:pt x="12414" y="9955"/>
                    </a:lnTo>
                    <a:lnTo>
                      <a:pt x="13702" y="10218"/>
                    </a:lnTo>
                    <a:lnTo>
                      <a:pt x="15313" y="10511"/>
                    </a:lnTo>
                    <a:lnTo>
                      <a:pt x="16894" y="10716"/>
                    </a:lnTo>
                    <a:lnTo>
                      <a:pt x="18445" y="10892"/>
                    </a:lnTo>
                    <a:lnTo>
                      <a:pt x="19968" y="11009"/>
                    </a:lnTo>
                    <a:lnTo>
                      <a:pt x="21461" y="11068"/>
                    </a:lnTo>
                    <a:lnTo>
                      <a:pt x="22896" y="11097"/>
                    </a:lnTo>
                    <a:lnTo>
                      <a:pt x="24301" y="11068"/>
                    </a:lnTo>
                    <a:lnTo>
                      <a:pt x="25648" y="11009"/>
                    </a:lnTo>
                    <a:lnTo>
                      <a:pt x="26994" y="10921"/>
                    </a:lnTo>
                    <a:lnTo>
                      <a:pt x="28253" y="10804"/>
                    </a:lnTo>
                    <a:lnTo>
                      <a:pt x="29483" y="10658"/>
                    </a:lnTo>
                    <a:lnTo>
                      <a:pt x="30683" y="10482"/>
                    </a:lnTo>
                    <a:lnTo>
                      <a:pt x="31825" y="10277"/>
                    </a:lnTo>
                    <a:lnTo>
                      <a:pt x="32908" y="10072"/>
                    </a:lnTo>
                    <a:lnTo>
                      <a:pt x="33962" y="9838"/>
                    </a:lnTo>
                    <a:lnTo>
                      <a:pt x="34958" y="9604"/>
                    </a:lnTo>
                    <a:lnTo>
                      <a:pt x="34870" y="6412"/>
                    </a:lnTo>
                    <a:lnTo>
                      <a:pt x="34285" y="6442"/>
                    </a:lnTo>
                    <a:lnTo>
                      <a:pt x="33494" y="6442"/>
                    </a:lnTo>
                    <a:lnTo>
                      <a:pt x="32528" y="6412"/>
                    </a:lnTo>
                    <a:lnTo>
                      <a:pt x="31445" y="6325"/>
                    </a:lnTo>
                    <a:lnTo>
                      <a:pt x="30742" y="6266"/>
                    </a:lnTo>
                    <a:lnTo>
                      <a:pt x="30069" y="6178"/>
                    </a:lnTo>
                    <a:lnTo>
                      <a:pt x="29424" y="6061"/>
                    </a:lnTo>
                    <a:lnTo>
                      <a:pt x="28810" y="5915"/>
                    </a:lnTo>
                    <a:lnTo>
                      <a:pt x="28195" y="5768"/>
                    </a:lnTo>
                    <a:lnTo>
                      <a:pt x="27609" y="5622"/>
                    </a:lnTo>
                    <a:lnTo>
                      <a:pt x="26438" y="5271"/>
                    </a:lnTo>
                    <a:lnTo>
                      <a:pt x="25355" y="4890"/>
                    </a:lnTo>
                    <a:lnTo>
                      <a:pt x="24272" y="4451"/>
                    </a:lnTo>
                    <a:lnTo>
                      <a:pt x="23218" y="4012"/>
                    </a:lnTo>
                    <a:lnTo>
                      <a:pt x="22193" y="3543"/>
                    </a:lnTo>
                    <a:lnTo>
                      <a:pt x="20085" y="2636"/>
                    </a:lnTo>
                    <a:lnTo>
                      <a:pt x="19002" y="2167"/>
                    </a:lnTo>
                    <a:lnTo>
                      <a:pt x="17860" y="1757"/>
                    </a:lnTo>
                    <a:lnTo>
                      <a:pt x="16689" y="1377"/>
                    </a:lnTo>
                    <a:lnTo>
                      <a:pt x="15459" y="1025"/>
                    </a:lnTo>
                    <a:lnTo>
                      <a:pt x="14815" y="850"/>
                    </a:lnTo>
                    <a:lnTo>
                      <a:pt x="14141" y="703"/>
                    </a:lnTo>
                    <a:lnTo>
                      <a:pt x="13439" y="586"/>
                    </a:lnTo>
                    <a:lnTo>
                      <a:pt x="12736" y="469"/>
                    </a:lnTo>
                    <a:lnTo>
                      <a:pt x="11916" y="381"/>
                    </a:lnTo>
                    <a:lnTo>
                      <a:pt x="10862" y="264"/>
                    </a:lnTo>
                    <a:lnTo>
                      <a:pt x="10072" y="235"/>
                    </a:lnTo>
                    <a:lnTo>
                      <a:pt x="9369" y="206"/>
                    </a:lnTo>
                    <a:lnTo>
                      <a:pt x="8198" y="235"/>
                    </a:lnTo>
                    <a:lnTo>
                      <a:pt x="293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46"/>
              <p:cNvSpPr/>
              <p:nvPr/>
            </p:nvSpPr>
            <p:spPr>
              <a:xfrm>
                <a:off x="4435043" y="4418561"/>
                <a:ext cx="274088" cy="89002"/>
              </a:xfrm>
              <a:custGeom>
                <a:rect b="b" l="l" r="r" t="t"/>
                <a:pathLst>
                  <a:path extrusionOk="0" h="5505" w="16953">
                    <a:moveTo>
                      <a:pt x="13205" y="0"/>
                    </a:moveTo>
                    <a:lnTo>
                      <a:pt x="12356" y="29"/>
                    </a:lnTo>
                    <a:lnTo>
                      <a:pt x="10570" y="117"/>
                    </a:lnTo>
                    <a:lnTo>
                      <a:pt x="8930" y="234"/>
                    </a:lnTo>
                    <a:lnTo>
                      <a:pt x="6617" y="410"/>
                    </a:lnTo>
                    <a:lnTo>
                      <a:pt x="4626" y="644"/>
                    </a:lnTo>
                    <a:lnTo>
                      <a:pt x="2840" y="879"/>
                    </a:lnTo>
                    <a:lnTo>
                      <a:pt x="1289" y="1083"/>
                    </a:lnTo>
                    <a:lnTo>
                      <a:pt x="1" y="1318"/>
                    </a:lnTo>
                    <a:lnTo>
                      <a:pt x="30" y="2020"/>
                    </a:lnTo>
                    <a:lnTo>
                      <a:pt x="118" y="2606"/>
                    </a:lnTo>
                    <a:lnTo>
                      <a:pt x="235" y="3133"/>
                    </a:lnTo>
                    <a:lnTo>
                      <a:pt x="381" y="3572"/>
                    </a:lnTo>
                    <a:lnTo>
                      <a:pt x="557" y="3923"/>
                    </a:lnTo>
                    <a:lnTo>
                      <a:pt x="732" y="4216"/>
                    </a:lnTo>
                    <a:lnTo>
                      <a:pt x="937" y="4450"/>
                    </a:lnTo>
                    <a:lnTo>
                      <a:pt x="1113" y="4626"/>
                    </a:lnTo>
                    <a:lnTo>
                      <a:pt x="1318" y="4802"/>
                    </a:lnTo>
                    <a:lnTo>
                      <a:pt x="1552" y="4977"/>
                    </a:lnTo>
                    <a:lnTo>
                      <a:pt x="1786" y="5094"/>
                    </a:lnTo>
                    <a:lnTo>
                      <a:pt x="2050" y="5212"/>
                    </a:lnTo>
                    <a:lnTo>
                      <a:pt x="2313" y="5299"/>
                    </a:lnTo>
                    <a:lnTo>
                      <a:pt x="2606" y="5387"/>
                    </a:lnTo>
                    <a:lnTo>
                      <a:pt x="2899" y="5446"/>
                    </a:lnTo>
                    <a:lnTo>
                      <a:pt x="3192" y="5475"/>
                    </a:lnTo>
                    <a:lnTo>
                      <a:pt x="3514" y="5504"/>
                    </a:lnTo>
                    <a:lnTo>
                      <a:pt x="3865" y="5504"/>
                    </a:lnTo>
                    <a:lnTo>
                      <a:pt x="4539" y="5446"/>
                    </a:lnTo>
                    <a:lnTo>
                      <a:pt x="5300" y="5329"/>
                    </a:lnTo>
                    <a:lnTo>
                      <a:pt x="6061" y="5182"/>
                    </a:lnTo>
                    <a:lnTo>
                      <a:pt x="6881" y="4977"/>
                    </a:lnTo>
                    <a:lnTo>
                      <a:pt x="7701" y="4714"/>
                    </a:lnTo>
                    <a:lnTo>
                      <a:pt x="8550" y="4421"/>
                    </a:lnTo>
                    <a:lnTo>
                      <a:pt x="9428" y="4128"/>
                    </a:lnTo>
                    <a:lnTo>
                      <a:pt x="11243" y="3426"/>
                    </a:lnTo>
                    <a:lnTo>
                      <a:pt x="13088" y="2664"/>
                    </a:lnTo>
                    <a:lnTo>
                      <a:pt x="14610" y="2050"/>
                    </a:lnTo>
                    <a:lnTo>
                      <a:pt x="15283" y="1757"/>
                    </a:lnTo>
                    <a:lnTo>
                      <a:pt x="15840" y="1464"/>
                    </a:lnTo>
                    <a:lnTo>
                      <a:pt x="16337" y="1201"/>
                    </a:lnTo>
                    <a:lnTo>
                      <a:pt x="16689" y="966"/>
                    </a:lnTo>
                    <a:lnTo>
                      <a:pt x="16806" y="849"/>
                    </a:lnTo>
                    <a:lnTo>
                      <a:pt x="16894" y="732"/>
                    </a:lnTo>
                    <a:lnTo>
                      <a:pt x="16923" y="644"/>
                    </a:lnTo>
                    <a:lnTo>
                      <a:pt x="16952" y="527"/>
                    </a:lnTo>
                    <a:lnTo>
                      <a:pt x="16894" y="439"/>
                    </a:lnTo>
                    <a:lnTo>
                      <a:pt x="16806" y="352"/>
                    </a:lnTo>
                    <a:lnTo>
                      <a:pt x="16689" y="293"/>
                    </a:lnTo>
                    <a:lnTo>
                      <a:pt x="16513" y="205"/>
                    </a:lnTo>
                    <a:lnTo>
                      <a:pt x="16045" y="117"/>
                    </a:lnTo>
                    <a:lnTo>
                      <a:pt x="15488" y="29"/>
                    </a:lnTo>
                    <a:lnTo>
                      <a:pt x="14786" y="0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47"/>
          <p:cNvSpPr txBox="1"/>
          <p:nvPr>
            <p:ph type="title"/>
          </p:nvPr>
        </p:nvSpPr>
        <p:spPr>
          <a:xfrm>
            <a:off x="720000" y="931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47"/>
          <p:cNvSpPr txBox="1"/>
          <p:nvPr>
            <p:ph idx="1" type="subTitle"/>
          </p:nvPr>
        </p:nvSpPr>
        <p:spPr>
          <a:xfrm>
            <a:off x="720002" y="2139144"/>
            <a:ext cx="22404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gtree"/>
                <a:ea typeface="Figtree"/>
                <a:cs typeface="Figtree"/>
                <a:sym typeface="Figtree"/>
              </a:rPr>
              <a:t>While the 6 market patterns are clear, the exact boundaries between these market types are fluid, not hard lines.</a:t>
            </a:r>
            <a:endParaRPr sz="12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02" name="Google Shape;1602;p47"/>
          <p:cNvSpPr txBox="1"/>
          <p:nvPr>
            <p:ph idx="2" type="subTitle"/>
          </p:nvPr>
        </p:nvSpPr>
        <p:spPr>
          <a:xfrm>
            <a:off x="3451800" y="1455388"/>
            <a:ext cx="22404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Our study covers 2008–2018, meaning recent extreme inflationary shifts and post-COVID labor changes aren't captured.</a:t>
            </a:r>
            <a:endParaRPr sz="1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03" name="Google Shape;1603;p47"/>
          <p:cNvSpPr txBox="1"/>
          <p:nvPr>
            <p:ph idx="3" type="subTitle"/>
          </p:nvPr>
        </p:nvSpPr>
        <p:spPr>
          <a:xfrm>
            <a:off x="6011598" y="2226769"/>
            <a:ext cx="22404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2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High-dimensional tools like UMAP provide excellent grouping accuracy, but the visual distances lack a direct physical scale we can measure.</a:t>
            </a:r>
            <a:endParaRPr sz="12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04" name="Google Shape;1604;p47"/>
          <p:cNvSpPr txBox="1"/>
          <p:nvPr>
            <p:ph idx="4" type="subTitle"/>
          </p:nvPr>
        </p:nvSpPr>
        <p:spPr>
          <a:xfrm>
            <a:off x="720000" y="1720000"/>
            <a:ext cx="2240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Cluster "Softness":</a:t>
            </a:r>
            <a:endParaRPr sz="1400"/>
          </a:p>
        </p:txBody>
      </p:sp>
      <p:sp>
        <p:nvSpPr>
          <p:cNvPr id="1605" name="Google Shape;1605;p47"/>
          <p:cNvSpPr txBox="1"/>
          <p:nvPr>
            <p:ph idx="5" type="subTitle"/>
          </p:nvPr>
        </p:nvSpPr>
        <p:spPr>
          <a:xfrm>
            <a:off x="3451800" y="1025709"/>
            <a:ext cx="2240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Pre-Pandemic Data Window: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06" name="Google Shape;1606;p47"/>
          <p:cNvSpPr txBox="1"/>
          <p:nvPr>
            <p:ph idx="6" type="subTitle"/>
          </p:nvPr>
        </p:nvSpPr>
        <p:spPr>
          <a:xfrm>
            <a:off x="6011599" y="1720000"/>
            <a:ext cx="2240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Interpretability vs. Accuracy: 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07" name="Google Shape;1607;p47"/>
          <p:cNvSpPr txBox="1"/>
          <p:nvPr/>
        </p:nvSpPr>
        <p:spPr>
          <a:xfrm>
            <a:off x="3072000" y="34831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gtree"/>
                <a:ea typeface="Figtree"/>
                <a:cs typeface="Figtree"/>
                <a:sym typeface="Figtree"/>
              </a:rPr>
              <a:t>Unsupervised learning shows us very strong patterns and correlations, but cannot prove direct cause-and-effect.</a:t>
            </a:r>
            <a:endParaRPr sz="12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08" name="Google Shape;1608;p47"/>
          <p:cNvSpPr txBox="1"/>
          <p:nvPr/>
        </p:nvSpPr>
        <p:spPr>
          <a:xfrm>
            <a:off x="3071997" y="3157911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gtree"/>
                <a:ea typeface="Figtree"/>
                <a:cs typeface="Figtree"/>
                <a:sym typeface="Figtree"/>
              </a:rPr>
              <a:t>No Direct Causality:</a:t>
            </a:r>
            <a:endParaRPr b="1" sz="28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48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Bottom Line (So What?)</a:t>
            </a:r>
            <a:endParaRPr/>
          </a:p>
        </p:txBody>
      </p:sp>
      <p:sp>
        <p:nvSpPr>
          <p:cNvPr id="1614" name="Google Shape;1614;p48"/>
          <p:cNvSpPr txBox="1"/>
          <p:nvPr/>
        </p:nvSpPr>
        <p:spPr>
          <a:xfrm flipH="1">
            <a:off x="864600" y="1107325"/>
            <a:ext cx="74148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Low cost does not mean affordable. Two counties with identical childcare prices can face completely different economic realities and require unique policy support.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15" name="Google Shape;1615;p48"/>
          <p:cNvSpPr txBox="1"/>
          <p:nvPr>
            <p:ph idx="4294967295" type="title"/>
          </p:nvPr>
        </p:nvSpPr>
        <p:spPr>
          <a:xfrm>
            <a:off x="1445725" y="1765325"/>
            <a:ext cx="29556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latin typeface="Figtree SemiBold"/>
                <a:ea typeface="Figtree SemiBold"/>
                <a:cs typeface="Figtree SemiBold"/>
                <a:sym typeface="Figtree SemiBold"/>
              </a:rPr>
              <a:t>For Policy Makers:</a:t>
            </a:r>
            <a:endParaRPr b="0" sz="22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6" name="Google Shape;1616;p48"/>
          <p:cNvSpPr txBox="1"/>
          <p:nvPr>
            <p:ph idx="4294967295" type="subTitle"/>
          </p:nvPr>
        </p:nvSpPr>
        <p:spPr>
          <a:xfrm>
            <a:off x="1445715" y="2142150"/>
            <a:ext cx="75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Stop relying on national or state averages. Subsidies and interventions must be targeted to the 6 specific market regimes we identified.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17" name="Google Shape;1617;p48"/>
          <p:cNvSpPr txBox="1"/>
          <p:nvPr>
            <p:ph idx="4294967295" type="title"/>
          </p:nvPr>
        </p:nvSpPr>
        <p:spPr>
          <a:xfrm>
            <a:off x="713225" y="1765325"/>
            <a:ext cx="732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01</a:t>
            </a:r>
            <a:endParaRPr sz="3000"/>
          </a:p>
        </p:txBody>
      </p:sp>
      <p:sp>
        <p:nvSpPr>
          <p:cNvPr id="1618" name="Google Shape;1618;p48"/>
          <p:cNvSpPr txBox="1"/>
          <p:nvPr>
            <p:ph idx="4294967295" type="title"/>
          </p:nvPr>
        </p:nvSpPr>
        <p:spPr>
          <a:xfrm>
            <a:off x="1445725" y="2714850"/>
            <a:ext cx="29556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latin typeface="Figtree SemiBold"/>
                <a:ea typeface="Figtree SemiBold"/>
                <a:cs typeface="Figtree SemiBold"/>
                <a:sym typeface="Figtree SemiBold"/>
              </a:rPr>
              <a:t>For Employers:</a:t>
            </a:r>
            <a:endParaRPr b="0" sz="22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9" name="Google Shape;1619;p48"/>
          <p:cNvSpPr txBox="1"/>
          <p:nvPr>
            <p:ph idx="4294967295" type="subTitle"/>
          </p:nvPr>
        </p:nvSpPr>
        <p:spPr>
          <a:xfrm>
            <a:off x="1445715" y="3091675"/>
            <a:ext cx="74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 Medium"/>
                <a:ea typeface="Figtree Medium"/>
                <a:cs typeface="Figtree Medium"/>
                <a:sym typeface="Figtree Medium"/>
              </a:rPr>
              <a:t>Corporate location-based stipends must account for local "market personalities" and supply bottlenecks, not just standard cost-of-living.</a:t>
            </a:r>
            <a:endParaRPr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620" name="Google Shape;1620;p48"/>
          <p:cNvSpPr txBox="1"/>
          <p:nvPr>
            <p:ph idx="4294967295" type="title"/>
          </p:nvPr>
        </p:nvSpPr>
        <p:spPr>
          <a:xfrm>
            <a:off x="713225" y="2714850"/>
            <a:ext cx="732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02</a:t>
            </a:r>
            <a:endParaRPr sz="3000"/>
          </a:p>
        </p:txBody>
      </p:sp>
      <p:sp>
        <p:nvSpPr>
          <p:cNvPr id="1621" name="Google Shape;1621;p48"/>
          <p:cNvSpPr txBox="1"/>
          <p:nvPr>
            <p:ph idx="4294967295" type="title"/>
          </p:nvPr>
        </p:nvSpPr>
        <p:spPr>
          <a:xfrm>
            <a:off x="1445725" y="3654475"/>
            <a:ext cx="29556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latin typeface="Figtree SemiBold"/>
                <a:ea typeface="Figtree SemiBold"/>
                <a:cs typeface="Figtree SemiBold"/>
                <a:sym typeface="Figtree SemiBold"/>
              </a:rPr>
              <a:t>For Families:</a:t>
            </a:r>
            <a:endParaRPr b="0" sz="22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22" name="Google Shape;1622;p48"/>
          <p:cNvSpPr txBox="1"/>
          <p:nvPr>
            <p:ph idx="4294967295" type="subTitle"/>
          </p:nvPr>
        </p:nvSpPr>
        <p:spPr>
          <a:xfrm>
            <a:off x="1445715" y="4031300"/>
            <a:ext cx="74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Understanding your local </a:t>
            </a:r>
            <a:r>
              <a:rPr lang="en">
                <a:latin typeface="Figtree"/>
                <a:ea typeface="Figtree"/>
                <a:cs typeface="Figtree"/>
                <a:sym typeface="Figtree"/>
              </a:rPr>
              <a:t>market</a:t>
            </a:r>
            <a:r>
              <a:rPr lang="en">
                <a:latin typeface="Figtree"/>
                <a:ea typeface="Figtree"/>
                <a:cs typeface="Figtree"/>
                <a:sym typeface="Figtree"/>
              </a:rPr>
              <a:t> specific supply constraints can help parents make better long-term financial and career plans.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23" name="Google Shape;1623;p48"/>
          <p:cNvSpPr txBox="1"/>
          <p:nvPr>
            <p:ph idx="4294967295" type="title"/>
          </p:nvPr>
        </p:nvSpPr>
        <p:spPr>
          <a:xfrm>
            <a:off x="713225" y="3654475"/>
            <a:ext cx="732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03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49"/>
          <p:cNvSpPr txBox="1"/>
          <p:nvPr>
            <p:ph type="title"/>
          </p:nvPr>
        </p:nvSpPr>
        <p:spPr>
          <a:xfrm>
            <a:off x="1240950" y="539500"/>
            <a:ext cx="6662100" cy="13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Thanks!</a:t>
            </a:r>
            <a:endParaRPr/>
          </a:p>
        </p:txBody>
      </p:sp>
      <p:grpSp>
        <p:nvGrpSpPr>
          <p:cNvPr id="1629" name="Google Shape;1629;p49"/>
          <p:cNvGrpSpPr/>
          <p:nvPr/>
        </p:nvGrpSpPr>
        <p:grpSpPr>
          <a:xfrm>
            <a:off x="1018209" y="2383027"/>
            <a:ext cx="7087888" cy="2699105"/>
            <a:chOff x="1018209" y="2383027"/>
            <a:chExt cx="7087888" cy="2699105"/>
          </a:xfrm>
        </p:grpSpPr>
        <p:grpSp>
          <p:nvGrpSpPr>
            <p:cNvPr id="1630" name="Google Shape;1630;p49"/>
            <p:cNvGrpSpPr/>
            <p:nvPr/>
          </p:nvGrpSpPr>
          <p:grpSpPr>
            <a:xfrm flipH="1">
              <a:off x="1018209" y="2441950"/>
              <a:ext cx="3291115" cy="2634044"/>
              <a:chOff x="537200" y="238125"/>
              <a:chExt cx="6545575" cy="5238750"/>
            </a:xfrm>
          </p:grpSpPr>
          <p:sp>
            <p:nvSpPr>
              <p:cNvPr id="1631" name="Google Shape;1631;p49"/>
              <p:cNvSpPr/>
              <p:nvPr/>
            </p:nvSpPr>
            <p:spPr>
              <a:xfrm>
                <a:off x="931400" y="3461250"/>
                <a:ext cx="2580600" cy="1599675"/>
              </a:xfrm>
              <a:custGeom>
                <a:rect b="b" l="l" r="r" t="t"/>
                <a:pathLst>
                  <a:path extrusionOk="0" h="63987" w="103224">
                    <a:moveTo>
                      <a:pt x="1" y="0"/>
                    </a:moveTo>
                    <a:lnTo>
                      <a:pt x="1" y="63987"/>
                    </a:lnTo>
                    <a:lnTo>
                      <a:pt x="103224" y="63987"/>
                    </a:lnTo>
                    <a:lnTo>
                      <a:pt x="1032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49"/>
              <p:cNvSpPr/>
              <p:nvPr/>
            </p:nvSpPr>
            <p:spPr>
              <a:xfrm>
                <a:off x="2544525" y="3489175"/>
                <a:ext cx="17625" cy="1544850"/>
              </a:xfrm>
              <a:custGeom>
                <a:rect b="b" l="l" r="r" t="t"/>
                <a:pathLst>
                  <a:path extrusionOk="0" h="61794" w="705">
                    <a:moveTo>
                      <a:pt x="332" y="1"/>
                    </a:moveTo>
                    <a:lnTo>
                      <a:pt x="207" y="42"/>
                    </a:lnTo>
                    <a:lnTo>
                      <a:pt x="83" y="125"/>
                    </a:lnTo>
                    <a:lnTo>
                      <a:pt x="42" y="208"/>
                    </a:lnTo>
                    <a:lnTo>
                      <a:pt x="0" y="373"/>
                    </a:lnTo>
                    <a:lnTo>
                      <a:pt x="0" y="61421"/>
                    </a:lnTo>
                    <a:lnTo>
                      <a:pt x="42" y="61587"/>
                    </a:lnTo>
                    <a:lnTo>
                      <a:pt x="83" y="61670"/>
                    </a:lnTo>
                    <a:lnTo>
                      <a:pt x="207" y="61752"/>
                    </a:lnTo>
                    <a:lnTo>
                      <a:pt x="332" y="61794"/>
                    </a:lnTo>
                    <a:lnTo>
                      <a:pt x="497" y="61752"/>
                    </a:lnTo>
                    <a:lnTo>
                      <a:pt x="580" y="61670"/>
                    </a:lnTo>
                    <a:lnTo>
                      <a:pt x="663" y="61587"/>
                    </a:lnTo>
                    <a:lnTo>
                      <a:pt x="704" y="61421"/>
                    </a:lnTo>
                    <a:lnTo>
                      <a:pt x="704" y="373"/>
                    </a:lnTo>
                    <a:lnTo>
                      <a:pt x="663" y="208"/>
                    </a:lnTo>
                    <a:lnTo>
                      <a:pt x="580" y="125"/>
                    </a:lnTo>
                    <a:lnTo>
                      <a:pt x="497" y="42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49"/>
              <p:cNvSpPr/>
              <p:nvPr/>
            </p:nvSpPr>
            <p:spPr>
              <a:xfrm>
                <a:off x="849675" y="3359850"/>
                <a:ext cx="2744075" cy="330100"/>
              </a:xfrm>
              <a:custGeom>
                <a:rect b="b" l="l" r="r" t="t"/>
                <a:pathLst>
                  <a:path extrusionOk="0" h="13204" w="109763">
                    <a:moveTo>
                      <a:pt x="0" y="0"/>
                    </a:moveTo>
                    <a:lnTo>
                      <a:pt x="0" y="13203"/>
                    </a:lnTo>
                    <a:lnTo>
                      <a:pt x="109762" y="13203"/>
                    </a:lnTo>
                    <a:lnTo>
                      <a:pt x="10976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49"/>
              <p:cNvSpPr/>
              <p:nvPr/>
            </p:nvSpPr>
            <p:spPr>
              <a:xfrm>
                <a:off x="917950" y="3681625"/>
                <a:ext cx="2597150" cy="17625"/>
              </a:xfrm>
              <a:custGeom>
                <a:rect b="b" l="l" r="r" t="t"/>
                <a:pathLst>
                  <a:path extrusionOk="0" h="705" w="103886">
                    <a:moveTo>
                      <a:pt x="208" y="1"/>
                    </a:moveTo>
                    <a:lnTo>
                      <a:pt x="84" y="84"/>
                    </a:lnTo>
                    <a:lnTo>
                      <a:pt x="42" y="208"/>
                    </a:lnTo>
                    <a:lnTo>
                      <a:pt x="1" y="332"/>
                    </a:lnTo>
                    <a:lnTo>
                      <a:pt x="42" y="456"/>
                    </a:lnTo>
                    <a:lnTo>
                      <a:pt x="84" y="580"/>
                    </a:lnTo>
                    <a:lnTo>
                      <a:pt x="208" y="663"/>
                    </a:lnTo>
                    <a:lnTo>
                      <a:pt x="332" y="705"/>
                    </a:lnTo>
                    <a:lnTo>
                      <a:pt x="103555" y="705"/>
                    </a:lnTo>
                    <a:lnTo>
                      <a:pt x="103679" y="663"/>
                    </a:lnTo>
                    <a:lnTo>
                      <a:pt x="103803" y="580"/>
                    </a:lnTo>
                    <a:lnTo>
                      <a:pt x="103844" y="456"/>
                    </a:lnTo>
                    <a:lnTo>
                      <a:pt x="103886" y="332"/>
                    </a:lnTo>
                    <a:lnTo>
                      <a:pt x="103844" y="208"/>
                    </a:lnTo>
                    <a:lnTo>
                      <a:pt x="103803" y="84"/>
                    </a:lnTo>
                    <a:lnTo>
                      <a:pt x="1036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49"/>
              <p:cNvSpPr/>
              <p:nvPr/>
            </p:nvSpPr>
            <p:spPr>
              <a:xfrm>
                <a:off x="1373225" y="3850300"/>
                <a:ext cx="498775" cy="178000"/>
              </a:xfrm>
              <a:custGeom>
                <a:rect b="b" l="l" r="r" t="t"/>
                <a:pathLst>
                  <a:path extrusionOk="0" h="7120" w="19951">
                    <a:moveTo>
                      <a:pt x="1" y="0"/>
                    </a:moveTo>
                    <a:lnTo>
                      <a:pt x="1" y="4677"/>
                    </a:lnTo>
                    <a:lnTo>
                      <a:pt x="870" y="5091"/>
                    </a:lnTo>
                    <a:lnTo>
                      <a:pt x="1863" y="5505"/>
                    </a:lnTo>
                    <a:lnTo>
                      <a:pt x="2939" y="5919"/>
                    </a:lnTo>
                    <a:lnTo>
                      <a:pt x="4098" y="6291"/>
                    </a:lnTo>
                    <a:lnTo>
                      <a:pt x="5381" y="6622"/>
                    </a:lnTo>
                    <a:lnTo>
                      <a:pt x="6789" y="6871"/>
                    </a:lnTo>
                    <a:lnTo>
                      <a:pt x="7492" y="6995"/>
                    </a:lnTo>
                    <a:lnTo>
                      <a:pt x="8237" y="7078"/>
                    </a:lnTo>
                    <a:lnTo>
                      <a:pt x="8982" y="7119"/>
                    </a:lnTo>
                    <a:lnTo>
                      <a:pt x="10596" y="7119"/>
                    </a:lnTo>
                    <a:lnTo>
                      <a:pt x="11383" y="7078"/>
                    </a:lnTo>
                    <a:lnTo>
                      <a:pt x="12169" y="7036"/>
                    </a:lnTo>
                    <a:lnTo>
                      <a:pt x="12914" y="6912"/>
                    </a:lnTo>
                    <a:lnTo>
                      <a:pt x="13659" y="6829"/>
                    </a:lnTo>
                    <a:lnTo>
                      <a:pt x="14363" y="6664"/>
                    </a:lnTo>
                    <a:lnTo>
                      <a:pt x="15687" y="6333"/>
                    </a:lnTo>
                    <a:lnTo>
                      <a:pt x="16929" y="5960"/>
                    </a:lnTo>
                    <a:lnTo>
                      <a:pt x="18046" y="5546"/>
                    </a:lnTo>
                    <a:lnTo>
                      <a:pt x="19081" y="5091"/>
                    </a:lnTo>
                    <a:lnTo>
                      <a:pt x="19950" y="4677"/>
                    </a:lnTo>
                    <a:lnTo>
                      <a:pt x="199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49"/>
              <p:cNvSpPr/>
              <p:nvPr/>
            </p:nvSpPr>
            <p:spPr>
              <a:xfrm>
                <a:off x="2958400" y="3850300"/>
                <a:ext cx="381850" cy="178000"/>
              </a:xfrm>
              <a:custGeom>
                <a:rect b="b" l="l" r="r" t="t"/>
                <a:pathLst>
                  <a:path extrusionOk="0" h="7120" w="15274">
                    <a:moveTo>
                      <a:pt x="1" y="0"/>
                    </a:moveTo>
                    <a:lnTo>
                      <a:pt x="1" y="4677"/>
                    </a:lnTo>
                    <a:lnTo>
                      <a:pt x="663" y="5091"/>
                    </a:lnTo>
                    <a:lnTo>
                      <a:pt x="1408" y="5505"/>
                    </a:lnTo>
                    <a:lnTo>
                      <a:pt x="2236" y="5919"/>
                    </a:lnTo>
                    <a:lnTo>
                      <a:pt x="3146" y="6291"/>
                    </a:lnTo>
                    <a:lnTo>
                      <a:pt x="4098" y="6622"/>
                    </a:lnTo>
                    <a:lnTo>
                      <a:pt x="5174" y="6871"/>
                    </a:lnTo>
                    <a:lnTo>
                      <a:pt x="5712" y="6995"/>
                    </a:lnTo>
                    <a:lnTo>
                      <a:pt x="6292" y="7078"/>
                    </a:lnTo>
                    <a:lnTo>
                      <a:pt x="6871" y="7119"/>
                    </a:lnTo>
                    <a:lnTo>
                      <a:pt x="8113" y="7119"/>
                    </a:lnTo>
                    <a:lnTo>
                      <a:pt x="8692" y="7078"/>
                    </a:lnTo>
                    <a:lnTo>
                      <a:pt x="9313" y="7036"/>
                    </a:lnTo>
                    <a:lnTo>
                      <a:pt x="9893" y="6912"/>
                    </a:lnTo>
                    <a:lnTo>
                      <a:pt x="10431" y="6829"/>
                    </a:lnTo>
                    <a:lnTo>
                      <a:pt x="10969" y="6664"/>
                    </a:lnTo>
                    <a:lnTo>
                      <a:pt x="12003" y="6333"/>
                    </a:lnTo>
                    <a:lnTo>
                      <a:pt x="12955" y="5960"/>
                    </a:lnTo>
                    <a:lnTo>
                      <a:pt x="13825" y="5546"/>
                    </a:lnTo>
                    <a:lnTo>
                      <a:pt x="14570" y="5091"/>
                    </a:lnTo>
                    <a:lnTo>
                      <a:pt x="15273" y="4677"/>
                    </a:lnTo>
                    <a:lnTo>
                      <a:pt x="152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49"/>
              <p:cNvSpPr/>
              <p:nvPr/>
            </p:nvSpPr>
            <p:spPr>
              <a:xfrm>
                <a:off x="2312750" y="3461250"/>
                <a:ext cx="1165100" cy="1165100"/>
              </a:xfrm>
              <a:custGeom>
                <a:rect b="b" l="l" r="r" t="t"/>
                <a:pathLst>
                  <a:path extrusionOk="0" h="46604" w="46604">
                    <a:moveTo>
                      <a:pt x="23302" y="0"/>
                    </a:moveTo>
                    <a:lnTo>
                      <a:pt x="22102" y="42"/>
                    </a:lnTo>
                    <a:lnTo>
                      <a:pt x="20943" y="124"/>
                    </a:lnTo>
                    <a:lnTo>
                      <a:pt x="19743" y="290"/>
                    </a:lnTo>
                    <a:lnTo>
                      <a:pt x="18625" y="497"/>
                    </a:lnTo>
                    <a:lnTo>
                      <a:pt x="17466" y="745"/>
                    </a:lnTo>
                    <a:lnTo>
                      <a:pt x="16390" y="1076"/>
                    </a:lnTo>
                    <a:lnTo>
                      <a:pt x="15314" y="1407"/>
                    </a:lnTo>
                    <a:lnTo>
                      <a:pt x="14238" y="1863"/>
                    </a:lnTo>
                    <a:lnTo>
                      <a:pt x="13203" y="2318"/>
                    </a:lnTo>
                    <a:lnTo>
                      <a:pt x="12210" y="2815"/>
                    </a:lnTo>
                    <a:lnTo>
                      <a:pt x="11217" y="3394"/>
                    </a:lnTo>
                    <a:lnTo>
                      <a:pt x="10265" y="3973"/>
                    </a:lnTo>
                    <a:lnTo>
                      <a:pt x="9354" y="4636"/>
                    </a:lnTo>
                    <a:lnTo>
                      <a:pt x="8485" y="5339"/>
                    </a:lnTo>
                    <a:lnTo>
                      <a:pt x="7657" y="6084"/>
                    </a:lnTo>
                    <a:lnTo>
                      <a:pt x="6830" y="6829"/>
                    </a:lnTo>
                    <a:lnTo>
                      <a:pt x="6043" y="7657"/>
                    </a:lnTo>
                    <a:lnTo>
                      <a:pt x="5340" y="8485"/>
                    </a:lnTo>
                    <a:lnTo>
                      <a:pt x="4636" y="9354"/>
                    </a:lnTo>
                    <a:lnTo>
                      <a:pt x="3974" y="10306"/>
                    </a:lnTo>
                    <a:lnTo>
                      <a:pt x="3394" y="11216"/>
                    </a:lnTo>
                    <a:lnTo>
                      <a:pt x="2815" y="12210"/>
                    </a:lnTo>
                    <a:lnTo>
                      <a:pt x="2318" y="13203"/>
                    </a:lnTo>
                    <a:lnTo>
                      <a:pt x="1822" y="14238"/>
                    </a:lnTo>
                    <a:lnTo>
                      <a:pt x="1408" y="15314"/>
                    </a:lnTo>
                    <a:lnTo>
                      <a:pt x="1035" y="16390"/>
                    </a:lnTo>
                    <a:lnTo>
                      <a:pt x="745" y="17508"/>
                    </a:lnTo>
                    <a:lnTo>
                      <a:pt x="497" y="18625"/>
                    </a:lnTo>
                    <a:lnTo>
                      <a:pt x="290" y="19784"/>
                    </a:lnTo>
                    <a:lnTo>
                      <a:pt x="125" y="20943"/>
                    </a:lnTo>
                    <a:lnTo>
                      <a:pt x="42" y="22102"/>
                    </a:lnTo>
                    <a:lnTo>
                      <a:pt x="0" y="23302"/>
                    </a:lnTo>
                    <a:lnTo>
                      <a:pt x="42" y="24502"/>
                    </a:lnTo>
                    <a:lnTo>
                      <a:pt x="125" y="25702"/>
                    </a:lnTo>
                    <a:lnTo>
                      <a:pt x="290" y="26861"/>
                    </a:lnTo>
                    <a:lnTo>
                      <a:pt x="497" y="28020"/>
                    </a:lnTo>
                    <a:lnTo>
                      <a:pt x="745" y="29138"/>
                    </a:lnTo>
                    <a:lnTo>
                      <a:pt x="1035" y="30255"/>
                    </a:lnTo>
                    <a:lnTo>
                      <a:pt x="1408" y="31331"/>
                    </a:lnTo>
                    <a:lnTo>
                      <a:pt x="1822" y="32366"/>
                    </a:lnTo>
                    <a:lnTo>
                      <a:pt x="2318" y="33401"/>
                    </a:lnTo>
                    <a:lnTo>
                      <a:pt x="2815" y="34435"/>
                    </a:lnTo>
                    <a:lnTo>
                      <a:pt x="3394" y="35387"/>
                    </a:lnTo>
                    <a:lnTo>
                      <a:pt x="3974" y="36339"/>
                    </a:lnTo>
                    <a:lnTo>
                      <a:pt x="4636" y="37250"/>
                    </a:lnTo>
                    <a:lnTo>
                      <a:pt x="5340" y="38119"/>
                    </a:lnTo>
                    <a:lnTo>
                      <a:pt x="6043" y="38988"/>
                    </a:lnTo>
                    <a:lnTo>
                      <a:pt x="6830" y="39775"/>
                    </a:lnTo>
                    <a:lnTo>
                      <a:pt x="7657" y="40561"/>
                    </a:lnTo>
                    <a:lnTo>
                      <a:pt x="8485" y="41306"/>
                    </a:lnTo>
                    <a:lnTo>
                      <a:pt x="9354" y="42010"/>
                    </a:lnTo>
                    <a:lnTo>
                      <a:pt x="10265" y="42630"/>
                    </a:lnTo>
                    <a:lnTo>
                      <a:pt x="11217" y="43251"/>
                    </a:lnTo>
                    <a:lnTo>
                      <a:pt x="12210" y="43789"/>
                    </a:lnTo>
                    <a:lnTo>
                      <a:pt x="13203" y="44327"/>
                    </a:lnTo>
                    <a:lnTo>
                      <a:pt x="14238" y="44783"/>
                    </a:lnTo>
                    <a:lnTo>
                      <a:pt x="15314" y="45196"/>
                    </a:lnTo>
                    <a:lnTo>
                      <a:pt x="16390" y="45569"/>
                    </a:lnTo>
                    <a:lnTo>
                      <a:pt x="17466" y="45900"/>
                    </a:lnTo>
                    <a:lnTo>
                      <a:pt x="18625" y="46148"/>
                    </a:lnTo>
                    <a:lnTo>
                      <a:pt x="19743" y="46355"/>
                    </a:lnTo>
                    <a:lnTo>
                      <a:pt x="20943" y="46479"/>
                    </a:lnTo>
                    <a:lnTo>
                      <a:pt x="22102" y="46604"/>
                    </a:lnTo>
                    <a:lnTo>
                      <a:pt x="24502" y="46604"/>
                    </a:lnTo>
                    <a:lnTo>
                      <a:pt x="25703" y="46479"/>
                    </a:lnTo>
                    <a:lnTo>
                      <a:pt x="26862" y="46355"/>
                    </a:lnTo>
                    <a:lnTo>
                      <a:pt x="28020" y="46148"/>
                    </a:lnTo>
                    <a:lnTo>
                      <a:pt x="29138" y="45900"/>
                    </a:lnTo>
                    <a:lnTo>
                      <a:pt x="30255" y="45569"/>
                    </a:lnTo>
                    <a:lnTo>
                      <a:pt x="31332" y="45196"/>
                    </a:lnTo>
                    <a:lnTo>
                      <a:pt x="32366" y="44783"/>
                    </a:lnTo>
                    <a:lnTo>
                      <a:pt x="33401" y="44327"/>
                    </a:lnTo>
                    <a:lnTo>
                      <a:pt x="34436" y="43789"/>
                    </a:lnTo>
                    <a:lnTo>
                      <a:pt x="35388" y="43251"/>
                    </a:lnTo>
                    <a:lnTo>
                      <a:pt x="36340" y="42630"/>
                    </a:lnTo>
                    <a:lnTo>
                      <a:pt x="37250" y="42010"/>
                    </a:lnTo>
                    <a:lnTo>
                      <a:pt x="38119" y="41306"/>
                    </a:lnTo>
                    <a:lnTo>
                      <a:pt x="38988" y="40561"/>
                    </a:lnTo>
                    <a:lnTo>
                      <a:pt x="39775" y="39775"/>
                    </a:lnTo>
                    <a:lnTo>
                      <a:pt x="40561" y="38988"/>
                    </a:lnTo>
                    <a:lnTo>
                      <a:pt x="41306" y="38119"/>
                    </a:lnTo>
                    <a:lnTo>
                      <a:pt x="41968" y="37250"/>
                    </a:lnTo>
                    <a:lnTo>
                      <a:pt x="42631" y="36339"/>
                    </a:lnTo>
                    <a:lnTo>
                      <a:pt x="43251" y="35387"/>
                    </a:lnTo>
                    <a:lnTo>
                      <a:pt x="43789" y="34435"/>
                    </a:lnTo>
                    <a:lnTo>
                      <a:pt x="44327" y="33401"/>
                    </a:lnTo>
                    <a:lnTo>
                      <a:pt x="44783" y="32366"/>
                    </a:lnTo>
                    <a:lnTo>
                      <a:pt x="45197" y="31331"/>
                    </a:lnTo>
                    <a:lnTo>
                      <a:pt x="45569" y="30255"/>
                    </a:lnTo>
                    <a:lnTo>
                      <a:pt x="45859" y="29138"/>
                    </a:lnTo>
                    <a:lnTo>
                      <a:pt x="46149" y="28020"/>
                    </a:lnTo>
                    <a:lnTo>
                      <a:pt x="46356" y="26861"/>
                    </a:lnTo>
                    <a:lnTo>
                      <a:pt x="46480" y="25702"/>
                    </a:lnTo>
                    <a:lnTo>
                      <a:pt x="46562" y="24502"/>
                    </a:lnTo>
                    <a:lnTo>
                      <a:pt x="46604" y="23302"/>
                    </a:lnTo>
                    <a:lnTo>
                      <a:pt x="46562" y="22102"/>
                    </a:lnTo>
                    <a:lnTo>
                      <a:pt x="46480" y="20943"/>
                    </a:lnTo>
                    <a:lnTo>
                      <a:pt x="46356" y="19784"/>
                    </a:lnTo>
                    <a:lnTo>
                      <a:pt x="46149" y="18625"/>
                    </a:lnTo>
                    <a:lnTo>
                      <a:pt x="45859" y="17508"/>
                    </a:lnTo>
                    <a:lnTo>
                      <a:pt x="45569" y="16390"/>
                    </a:lnTo>
                    <a:lnTo>
                      <a:pt x="45197" y="15314"/>
                    </a:lnTo>
                    <a:lnTo>
                      <a:pt x="44783" y="14238"/>
                    </a:lnTo>
                    <a:lnTo>
                      <a:pt x="44327" y="13203"/>
                    </a:lnTo>
                    <a:lnTo>
                      <a:pt x="43789" y="12210"/>
                    </a:lnTo>
                    <a:lnTo>
                      <a:pt x="43251" y="11216"/>
                    </a:lnTo>
                    <a:lnTo>
                      <a:pt x="42631" y="10306"/>
                    </a:lnTo>
                    <a:lnTo>
                      <a:pt x="41968" y="9354"/>
                    </a:lnTo>
                    <a:lnTo>
                      <a:pt x="41306" y="8485"/>
                    </a:lnTo>
                    <a:lnTo>
                      <a:pt x="40561" y="7657"/>
                    </a:lnTo>
                    <a:lnTo>
                      <a:pt x="39775" y="6829"/>
                    </a:lnTo>
                    <a:lnTo>
                      <a:pt x="38988" y="6084"/>
                    </a:lnTo>
                    <a:lnTo>
                      <a:pt x="38119" y="5339"/>
                    </a:lnTo>
                    <a:lnTo>
                      <a:pt x="37250" y="4636"/>
                    </a:lnTo>
                    <a:lnTo>
                      <a:pt x="36340" y="3973"/>
                    </a:lnTo>
                    <a:lnTo>
                      <a:pt x="35388" y="3394"/>
                    </a:lnTo>
                    <a:lnTo>
                      <a:pt x="34436" y="2815"/>
                    </a:lnTo>
                    <a:lnTo>
                      <a:pt x="33401" y="2318"/>
                    </a:lnTo>
                    <a:lnTo>
                      <a:pt x="32366" y="1863"/>
                    </a:lnTo>
                    <a:lnTo>
                      <a:pt x="31332" y="1407"/>
                    </a:lnTo>
                    <a:lnTo>
                      <a:pt x="30255" y="1076"/>
                    </a:lnTo>
                    <a:lnTo>
                      <a:pt x="29138" y="745"/>
                    </a:lnTo>
                    <a:lnTo>
                      <a:pt x="28020" y="497"/>
                    </a:lnTo>
                    <a:lnTo>
                      <a:pt x="26862" y="290"/>
                    </a:lnTo>
                    <a:lnTo>
                      <a:pt x="25703" y="124"/>
                    </a:lnTo>
                    <a:lnTo>
                      <a:pt x="24502" y="42"/>
                    </a:lnTo>
                    <a:lnTo>
                      <a:pt x="233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49"/>
              <p:cNvSpPr/>
              <p:nvPr/>
            </p:nvSpPr>
            <p:spPr>
              <a:xfrm>
                <a:off x="2623175" y="2699700"/>
                <a:ext cx="1554150" cy="752250"/>
              </a:xfrm>
              <a:custGeom>
                <a:rect b="b" l="l" r="r" t="t"/>
                <a:pathLst>
                  <a:path extrusionOk="0" h="30090" w="62166">
                    <a:moveTo>
                      <a:pt x="1945" y="0"/>
                    </a:moveTo>
                    <a:lnTo>
                      <a:pt x="0" y="5008"/>
                    </a:lnTo>
                    <a:lnTo>
                      <a:pt x="1904" y="6498"/>
                    </a:lnTo>
                    <a:lnTo>
                      <a:pt x="3891" y="7988"/>
                    </a:lnTo>
                    <a:lnTo>
                      <a:pt x="6001" y="9478"/>
                    </a:lnTo>
                    <a:lnTo>
                      <a:pt x="8195" y="11010"/>
                    </a:lnTo>
                    <a:lnTo>
                      <a:pt x="10471" y="12500"/>
                    </a:lnTo>
                    <a:lnTo>
                      <a:pt x="12872" y="13990"/>
                    </a:lnTo>
                    <a:lnTo>
                      <a:pt x="15314" y="15438"/>
                    </a:lnTo>
                    <a:lnTo>
                      <a:pt x="17880" y="16887"/>
                    </a:lnTo>
                    <a:lnTo>
                      <a:pt x="20570" y="18294"/>
                    </a:lnTo>
                    <a:lnTo>
                      <a:pt x="23302" y="19701"/>
                    </a:lnTo>
                    <a:lnTo>
                      <a:pt x="26157" y="21026"/>
                    </a:lnTo>
                    <a:lnTo>
                      <a:pt x="29096" y="22350"/>
                    </a:lnTo>
                    <a:lnTo>
                      <a:pt x="32117" y="23592"/>
                    </a:lnTo>
                    <a:lnTo>
                      <a:pt x="35263" y="24751"/>
                    </a:lnTo>
                    <a:lnTo>
                      <a:pt x="38491" y="25868"/>
                    </a:lnTo>
                    <a:lnTo>
                      <a:pt x="40147" y="26406"/>
                    </a:lnTo>
                    <a:lnTo>
                      <a:pt x="41802" y="26944"/>
                    </a:lnTo>
                    <a:lnTo>
                      <a:pt x="44989" y="27855"/>
                    </a:lnTo>
                    <a:lnTo>
                      <a:pt x="48135" y="28641"/>
                    </a:lnTo>
                    <a:lnTo>
                      <a:pt x="51239" y="29345"/>
                    </a:lnTo>
                    <a:lnTo>
                      <a:pt x="54219" y="29966"/>
                    </a:lnTo>
                    <a:lnTo>
                      <a:pt x="54757" y="30048"/>
                    </a:lnTo>
                    <a:lnTo>
                      <a:pt x="55295" y="30090"/>
                    </a:lnTo>
                    <a:lnTo>
                      <a:pt x="55792" y="30090"/>
                    </a:lnTo>
                    <a:lnTo>
                      <a:pt x="56330" y="30048"/>
                    </a:lnTo>
                    <a:lnTo>
                      <a:pt x="56826" y="29966"/>
                    </a:lnTo>
                    <a:lnTo>
                      <a:pt x="57323" y="29841"/>
                    </a:lnTo>
                    <a:lnTo>
                      <a:pt x="57778" y="29717"/>
                    </a:lnTo>
                    <a:lnTo>
                      <a:pt x="58275" y="29510"/>
                    </a:lnTo>
                    <a:lnTo>
                      <a:pt x="58730" y="29303"/>
                    </a:lnTo>
                    <a:lnTo>
                      <a:pt x="59144" y="29055"/>
                    </a:lnTo>
                    <a:lnTo>
                      <a:pt x="59558" y="28807"/>
                    </a:lnTo>
                    <a:lnTo>
                      <a:pt x="59930" y="28476"/>
                    </a:lnTo>
                    <a:lnTo>
                      <a:pt x="60303" y="28144"/>
                    </a:lnTo>
                    <a:lnTo>
                      <a:pt x="60675" y="27772"/>
                    </a:lnTo>
                    <a:lnTo>
                      <a:pt x="60965" y="27399"/>
                    </a:lnTo>
                    <a:lnTo>
                      <a:pt x="61255" y="26986"/>
                    </a:lnTo>
                    <a:lnTo>
                      <a:pt x="61545" y="26406"/>
                    </a:lnTo>
                    <a:lnTo>
                      <a:pt x="61793" y="25868"/>
                    </a:lnTo>
                    <a:lnTo>
                      <a:pt x="61958" y="25330"/>
                    </a:lnTo>
                    <a:lnTo>
                      <a:pt x="62083" y="24792"/>
                    </a:lnTo>
                    <a:lnTo>
                      <a:pt x="62165" y="24254"/>
                    </a:lnTo>
                    <a:lnTo>
                      <a:pt x="62165" y="23757"/>
                    </a:lnTo>
                    <a:lnTo>
                      <a:pt x="62165" y="23261"/>
                    </a:lnTo>
                    <a:lnTo>
                      <a:pt x="62124" y="22805"/>
                    </a:lnTo>
                    <a:lnTo>
                      <a:pt x="62000" y="22019"/>
                    </a:lnTo>
                    <a:lnTo>
                      <a:pt x="61834" y="21357"/>
                    </a:lnTo>
                    <a:lnTo>
                      <a:pt x="61669" y="20901"/>
                    </a:lnTo>
                    <a:lnTo>
                      <a:pt x="61586" y="20653"/>
                    </a:lnTo>
                    <a:lnTo>
                      <a:pt x="58275" y="16431"/>
                    </a:lnTo>
                    <a:lnTo>
                      <a:pt x="56826" y="15687"/>
                    </a:lnTo>
                    <a:lnTo>
                      <a:pt x="55460" y="15024"/>
                    </a:lnTo>
                    <a:lnTo>
                      <a:pt x="54177" y="14445"/>
                    </a:lnTo>
                    <a:lnTo>
                      <a:pt x="52977" y="13907"/>
                    </a:lnTo>
                    <a:lnTo>
                      <a:pt x="50825" y="12996"/>
                    </a:lnTo>
                    <a:lnTo>
                      <a:pt x="49169" y="12375"/>
                    </a:lnTo>
                    <a:lnTo>
                      <a:pt x="47679" y="11837"/>
                    </a:lnTo>
                    <a:lnTo>
                      <a:pt x="46231" y="11382"/>
                    </a:lnTo>
                    <a:lnTo>
                      <a:pt x="44824" y="10927"/>
                    </a:lnTo>
                    <a:lnTo>
                      <a:pt x="43458" y="10554"/>
                    </a:lnTo>
                    <a:lnTo>
                      <a:pt x="42133" y="10223"/>
                    </a:lnTo>
                    <a:lnTo>
                      <a:pt x="40809" y="9892"/>
                    </a:lnTo>
                    <a:lnTo>
                      <a:pt x="38284" y="9354"/>
                    </a:lnTo>
                    <a:lnTo>
                      <a:pt x="35801" y="8940"/>
                    </a:lnTo>
                    <a:lnTo>
                      <a:pt x="33400" y="8568"/>
                    </a:lnTo>
                    <a:lnTo>
                      <a:pt x="31041" y="8237"/>
                    </a:lnTo>
                    <a:lnTo>
                      <a:pt x="28682" y="7988"/>
                    </a:lnTo>
                    <a:lnTo>
                      <a:pt x="26364" y="7657"/>
                    </a:lnTo>
                    <a:lnTo>
                      <a:pt x="24047" y="7367"/>
                    </a:lnTo>
                    <a:lnTo>
                      <a:pt x="21688" y="6954"/>
                    </a:lnTo>
                    <a:lnTo>
                      <a:pt x="19287" y="6498"/>
                    </a:lnTo>
                    <a:lnTo>
                      <a:pt x="18045" y="6250"/>
                    </a:lnTo>
                    <a:lnTo>
                      <a:pt x="16804" y="5919"/>
                    </a:lnTo>
                    <a:lnTo>
                      <a:pt x="15521" y="5588"/>
                    </a:lnTo>
                    <a:lnTo>
                      <a:pt x="14238" y="5215"/>
                    </a:lnTo>
                    <a:lnTo>
                      <a:pt x="12955" y="4801"/>
                    </a:lnTo>
                    <a:lnTo>
                      <a:pt x="11589" y="4346"/>
                    </a:lnTo>
                    <a:lnTo>
                      <a:pt x="10223" y="3849"/>
                    </a:lnTo>
                    <a:lnTo>
                      <a:pt x="8816" y="3311"/>
                    </a:lnTo>
                    <a:lnTo>
                      <a:pt x="6581" y="2318"/>
                    </a:lnTo>
                    <a:lnTo>
                      <a:pt x="4636" y="1449"/>
                    </a:lnTo>
                    <a:lnTo>
                      <a:pt x="3104" y="621"/>
                    </a:lnTo>
                    <a:lnTo>
                      <a:pt x="1945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49"/>
              <p:cNvSpPr/>
              <p:nvPr/>
            </p:nvSpPr>
            <p:spPr>
              <a:xfrm>
                <a:off x="3923800" y="1539775"/>
                <a:ext cx="1528275" cy="3411475"/>
              </a:xfrm>
              <a:custGeom>
                <a:rect b="b" l="l" r="r" t="t"/>
                <a:pathLst>
                  <a:path extrusionOk="0" h="136459" w="61131">
                    <a:moveTo>
                      <a:pt x="9147" y="1"/>
                    </a:moveTo>
                    <a:lnTo>
                      <a:pt x="3601" y="5340"/>
                    </a:lnTo>
                    <a:lnTo>
                      <a:pt x="0" y="8816"/>
                    </a:lnTo>
                    <a:lnTo>
                      <a:pt x="497" y="9189"/>
                    </a:lnTo>
                    <a:lnTo>
                      <a:pt x="1118" y="9727"/>
                    </a:lnTo>
                    <a:lnTo>
                      <a:pt x="1904" y="10431"/>
                    </a:lnTo>
                    <a:lnTo>
                      <a:pt x="2773" y="11300"/>
                    </a:lnTo>
                    <a:lnTo>
                      <a:pt x="3229" y="11796"/>
                    </a:lnTo>
                    <a:lnTo>
                      <a:pt x="3684" y="12335"/>
                    </a:lnTo>
                    <a:lnTo>
                      <a:pt x="4139" y="12914"/>
                    </a:lnTo>
                    <a:lnTo>
                      <a:pt x="4594" y="13576"/>
                    </a:lnTo>
                    <a:lnTo>
                      <a:pt x="5008" y="14238"/>
                    </a:lnTo>
                    <a:lnTo>
                      <a:pt x="5463" y="14942"/>
                    </a:lnTo>
                    <a:lnTo>
                      <a:pt x="5877" y="15728"/>
                    </a:lnTo>
                    <a:lnTo>
                      <a:pt x="6250" y="16556"/>
                    </a:lnTo>
                    <a:lnTo>
                      <a:pt x="6705" y="17674"/>
                    </a:lnTo>
                    <a:lnTo>
                      <a:pt x="7078" y="18915"/>
                    </a:lnTo>
                    <a:lnTo>
                      <a:pt x="7367" y="20074"/>
                    </a:lnTo>
                    <a:lnTo>
                      <a:pt x="7574" y="21192"/>
                    </a:lnTo>
                    <a:lnTo>
                      <a:pt x="7698" y="22268"/>
                    </a:lnTo>
                    <a:lnTo>
                      <a:pt x="7781" y="23302"/>
                    </a:lnTo>
                    <a:lnTo>
                      <a:pt x="7781" y="24337"/>
                    </a:lnTo>
                    <a:lnTo>
                      <a:pt x="7698" y="25289"/>
                    </a:lnTo>
                    <a:lnTo>
                      <a:pt x="7616" y="26200"/>
                    </a:lnTo>
                    <a:lnTo>
                      <a:pt x="7492" y="27027"/>
                    </a:lnTo>
                    <a:lnTo>
                      <a:pt x="7326" y="27855"/>
                    </a:lnTo>
                    <a:lnTo>
                      <a:pt x="7160" y="28600"/>
                    </a:lnTo>
                    <a:lnTo>
                      <a:pt x="6995" y="29262"/>
                    </a:lnTo>
                    <a:lnTo>
                      <a:pt x="6788" y="29883"/>
                    </a:lnTo>
                    <a:lnTo>
                      <a:pt x="6415" y="30877"/>
                    </a:lnTo>
                    <a:lnTo>
                      <a:pt x="6126" y="31539"/>
                    </a:lnTo>
                    <a:lnTo>
                      <a:pt x="1200" y="61132"/>
                    </a:lnTo>
                    <a:lnTo>
                      <a:pt x="3974" y="64236"/>
                    </a:lnTo>
                    <a:lnTo>
                      <a:pt x="6581" y="67257"/>
                    </a:lnTo>
                    <a:lnTo>
                      <a:pt x="8982" y="70113"/>
                    </a:lnTo>
                    <a:lnTo>
                      <a:pt x="11216" y="72886"/>
                    </a:lnTo>
                    <a:lnTo>
                      <a:pt x="13245" y="75576"/>
                    </a:lnTo>
                    <a:lnTo>
                      <a:pt x="15148" y="78142"/>
                    </a:lnTo>
                    <a:lnTo>
                      <a:pt x="16887" y="80584"/>
                    </a:lnTo>
                    <a:lnTo>
                      <a:pt x="18459" y="82943"/>
                    </a:lnTo>
                    <a:lnTo>
                      <a:pt x="19867" y="85178"/>
                    </a:lnTo>
                    <a:lnTo>
                      <a:pt x="21191" y="87289"/>
                    </a:lnTo>
                    <a:lnTo>
                      <a:pt x="22350" y="89359"/>
                    </a:lnTo>
                    <a:lnTo>
                      <a:pt x="23385" y="91304"/>
                    </a:lnTo>
                    <a:lnTo>
                      <a:pt x="24337" y="93125"/>
                    </a:lnTo>
                    <a:lnTo>
                      <a:pt x="25164" y="94905"/>
                    </a:lnTo>
                    <a:lnTo>
                      <a:pt x="25909" y="96519"/>
                    </a:lnTo>
                    <a:lnTo>
                      <a:pt x="26572" y="98092"/>
                    </a:lnTo>
                    <a:lnTo>
                      <a:pt x="27524" y="100451"/>
                    </a:lnTo>
                    <a:lnTo>
                      <a:pt x="28558" y="102727"/>
                    </a:lnTo>
                    <a:lnTo>
                      <a:pt x="29593" y="105045"/>
                    </a:lnTo>
                    <a:lnTo>
                      <a:pt x="30669" y="107321"/>
                    </a:lnTo>
                    <a:lnTo>
                      <a:pt x="32904" y="111874"/>
                    </a:lnTo>
                    <a:lnTo>
                      <a:pt x="33980" y="114150"/>
                    </a:lnTo>
                    <a:lnTo>
                      <a:pt x="35056" y="116468"/>
                    </a:lnTo>
                    <a:lnTo>
                      <a:pt x="35884" y="118289"/>
                    </a:lnTo>
                    <a:lnTo>
                      <a:pt x="36712" y="120027"/>
                    </a:lnTo>
                    <a:lnTo>
                      <a:pt x="37540" y="121724"/>
                    </a:lnTo>
                    <a:lnTo>
                      <a:pt x="38450" y="123380"/>
                    </a:lnTo>
                    <a:lnTo>
                      <a:pt x="39402" y="124994"/>
                    </a:lnTo>
                    <a:lnTo>
                      <a:pt x="39940" y="125780"/>
                    </a:lnTo>
                    <a:lnTo>
                      <a:pt x="40478" y="126567"/>
                    </a:lnTo>
                    <a:lnTo>
                      <a:pt x="41058" y="127353"/>
                    </a:lnTo>
                    <a:lnTo>
                      <a:pt x="41720" y="128140"/>
                    </a:lnTo>
                    <a:lnTo>
                      <a:pt x="42382" y="128926"/>
                    </a:lnTo>
                    <a:lnTo>
                      <a:pt x="43086" y="129754"/>
                    </a:lnTo>
                    <a:lnTo>
                      <a:pt x="44203" y="130913"/>
                    </a:lnTo>
                    <a:lnTo>
                      <a:pt x="45321" y="131989"/>
                    </a:lnTo>
                    <a:lnTo>
                      <a:pt x="46438" y="132941"/>
                    </a:lnTo>
                    <a:lnTo>
                      <a:pt x="47514" y="133810"/>
                    </a:lnTo>
                    <a:lnTo>
                      <a:pt x="48590" y="134596"/>
                    </a:lnTo>
                    <a:lnTo>
                      <a:pt x="49584" y="135300"/>
                    </a:lnTo>
                    <a:lnTo>
                      <a:pt x="50494" y="135921"/>
                    </a:lnTo>
                    <a:lnTo>
                      <a:pt x="51363" y="136459"/>
                    </a:lnTo>
                    <a:lnTo>
                      <a:pt x="61131" y="98712"/>
                    </a:lnTo>
                    <a:lnTo>
                      <a:pt x="56164" y="92132"/>
                    </a:lnTo>
                    <a:lnTo>
                      <a:pt x="55254" y="89979"/>
                    </a:lnTo>
                    <a:lnTo>
                      <a:pt x="54385" y="87869"/>
                    </a:lnTo>
                    <a:lnTo>
                      <a:pt x="53598" y="85841"/>
                    </a:lnTo>
                    <a:lnTo>
                      <a:pt x="52853" y="83854"/>
                    </a:lnTo>
                    <a:lnTo>
                      <a:pt x="52191" y="81909"/>
                    </a:lnTo>
                    <a:lnTo>
                      <a:pt x="51570" y="80005"/>
                    </a:lnTo>
                    <a:lnTo>
                      <a:pt x="50991" y="78142"/>
                    </a:lnTo>
                    <a:lnTo>
                      <a:pt x="50494" y="76363"/>
                    </a:lnTo>
                    <a:lnTo>
                      <a:pt x="49997" y="74666"/>
                    </a:lnTo>
                    <a:lnTo>
                      <a:pt x="49584" y="72969"/>
                    </a:lnTo>
                    <a:lnTo>
                      <a:pt x="49211" y="71396"/>
                    </a:lnTo>
                    <a:lnTo>
                      <a:pt x="48880" y="69823"/>
                    </a:lnTo>
                    <a:lnTo>
                      <a:pt x="48342" y="66967"/>
                    </a:lnTo>
                    <a:lnTo>
                      <a:pt x="47887" y="64318"/>
                    </a:lnTo>
                    <a:lnTo>
                      <a:pt x="47555" y="61711"/>
                    </a:lnTo>
                    <a:lnTo>
                      <a:pt x="47266" y="59228"/>
                    </a:lnTo>
                    <a:lnTo>
                      <a:pt x="47017" y="56869"/>
                    </a:lnTo>
                    <a:lnTo>
                      <a:pt x="46811" y="54675"/>
                    </a:lnTo>
                    <a:lnTo>
                      <a:pt x="46521" y="50495"/>
                    </a:lnTo>
                    <a:lnTo>
                      <a:pt x="46355" y="48549"/>
                    </a:lnTo>
                    <a:lnTo>
                      <a:pt x="46148" y="46646"/>
                    </a:lnTo>
                    <a:lnTo>
                      <a:pt x="45941" y="44783"/>
                    </a:lnTo>
                    <a:lnTo>
                      <a:pt x="45652" y="42962"/>
                    </a:lnTo>
                    <a:lnTo>
                      <a:pt x="45279" y="41141"/>
                    </a:lnTo>
                    <a:lnTo>
                      <a:pt x="44824" y="39361"/>
                    </a:lnTo>
                    <a:lnTo>
                      <a:pt x="44576" y="38451"/>
                    </a:lnTo>
                    <a:lnTo>
                      <a:pt x="44286" y="37540"/>
                    </a:lnTo>
                    <a:lnTo>
                      <a:pt x="43955" y="36630"/>
                    </a:lnTo>
                    <a:lnTo>
                      <a:pt x="43582" y="35678"/>
                    </a:lnTo>
                    <a:lnTo>
                      <a:pt x="43210" y="34767"/>
                    </a:lnTo>
                    <a:lnTo>
                      <a:pt x="42754" y="33815"/>
                    </a:lnTo>
                    <a:lnTo>
                      <a:pt x="42299" y="32822"/>
                    </a:lnTo>
                    <a:lnTo>
                      <a:pt x="41803" y="31870"/>
                    </a:lnTo>
                    <a:lnTo>
                      <a:pt x="41140" y="30711"/>
                    </a:lnTo>
                    <a:lnTo>
                      <a:pt x="40478" y="29635"/>
                    </a:lnTo>
                    <a:lnTo>
                      <a:pt x="39816" y="28600"/>
                    </a:lnTo>
                    <a:lnTo>
                      <a:pt x="39112" y="27607"/>
                    </a:lnTo>
                    <a:lnTo>
                      <a:pt x="38409" y="26655"/>
                    </a:lnTo>
                    <a:lnTo>
                      <a:pt x="37705" y="25786"/>
                    </a:lnTo>
                    <a:lnTo>
                      <a:pt x="36960" y="24917"/>
                    </a:lnTo>
                    <a:lnTo>
                      <a:pt x="36215" y="24130"/>
                    </a:lnTo>
                    <a:lnTo>
                      <a:pt x="35511" y="23344"/>
                    </a:lnTo>
                    <a:lnTo>
                      <a:pt x="34766" y="22640"/>
                    </a:lnTo>
                    <a:lnTo>
                      <a:pt x="33359" y="21357"/>
                    </a:lnTo>
                    <a:lnTo>
                      <a:pt x="32035" y="20198"/>
                    </a:lnTo>
                    <a:lnTo>
                      <a:pt x="30793" y="19205"/>
                    </a:lnTo>
                    <a:lnTo>
                      <a:pt x="9147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49"/>
              <p:cNvSpPr/>
              <p:nvPr/>
            </p:nvSpPr>
            <p:spPr>
              <a:xfrm>
                <a:off x="3932075" y="2886975"/>
                <a:ext cx="578425" cy="579475"/>
              </a:xfrm>
              <a:custGeom>
                <a:rect b="b" l="l" r="r" t="t"/>
                <a:pathLst>
                  <a:path extrusionOk="0" h="23179" w="23137">
                    <a:moveTo>
                      <a:pt x="11755" y="1"/>
                    </a:moveTo>
                    <a:lnTo>
                      <a:pt x="11217" y="42"/>
                    </a:lnTo>
                    <a:lnTo>
                      <a:pt x="10637" y="42"/>
                    </a:lnTo>
                    <a:lnTo>
                      <a:pt x="10058" y="125"/>
                    </a:lnTo>
                    <a:lnTo>
                      <a:pt x="9520" y="208"/>
                    </a:lnTo>
                    <a:lnTo>
                      <a:pt x="8940" y="332"/>
                    </a:lnTo>
                    <a:lnTo>
                      <a:pt x="8402" y="456"/>
                    </a:lnTo>
                    <a:lnTo>
                      <a:pt x="7864" y="621"/>
                    </a:lnTo>
                    <a:lnTo>
                      <a:pt x="7285" y="828"/>
                    </a:lnTo>
                    <a:lnTo>
                      <a:pt x="6747" y="1077"/>
                    </a:lnTo>
                    <a:lnTo>
                      <a:pt x="6209" y="1325"/>
                    </a:lnTo>
                    <a:lnTo>
                      <a:pt x="5712" y="1615"/>
                    </a:lnTo>
                    <a:lnTo>
                      <a:pt x="5215" y="1946"/>
                    </a:lnTo>
                    <a:lnTo>
                      <a:pt x="4719" y="2277"/>
                    </a:lnTo>
                    <a:lnTo>
                      <a:pt x="4263" y="2608"/>
                    </a:lnTo>
                    <a:lnTo>
                      <a:pt x="3849" y="2981"/>
                    </a:lnTo>
                    <a:lnTo>
                      <a:pt x="3436" y="3394"/>
                    </a:lnTo>
                    <a:lnTo>
                      <a:pt x="3022" y="3808"/>
                    </a:lnTo>
                    <a:lnTo>
                      <a:pt x="2649" y="4222"/>
                    </a:lnTo>
                    <a:lnTo>
                      <a:pt x="2318" y="4677"/>
                    </a:lnTo>
                    <a:lnTo>
                      <a:pt x="1987" y="5133"/>
                    </a:lnTo>
                    <a:lnTo>
                      <a:pt x="1697" y="5588"/>
                    </a:lnTo>
                    <a:lnTo>
                      <a:pt x="1408" y="6085"/>
                    </a:lnTo>
                    <a:lnTo>
                      <a:pt x="1159" y="6581"/>
                    </a:lnTo>
                    <a:lnTo>
                      <a:pt x="911" y="7078"/>
                    </a:lnTo>
                    <a:lnTo>
                      <a:pt x="704" y="7616"/>
                    </a:lnTo>
                    <a:lnTo>
                      <a:pt x="538" y="8113"/>
                    </a:lnTo>
                    <a:lnTo>
                      <a:pt x="373" y="8651"/>
                    </a:lnTo>
                    <a:lnTo>
                      <a:pt x="249" y="9189"/>
                    </a:lnTo>
                    <a:lnTo>
                      <a:pt x="166" y="9727"/>
                    </a:lnTo>
                    <a:lnTo>
                      <a:pt x="83" y="10306"/>
                    </a:lnTo>
                    <a:lnTo>
                      <a:pt x="42" y="10844"/>
                    </a:lnTo>
                    <a:lnTo>
                      <a:pt x="0" y="11424"/>
                    </a:lnTo>
                    <a:lnTo>
                      <a:pt x="0" y="11962"/>
                    </a:lnTo>
                    <a:lnTo>
                      <a:pt x="42" y="12541"/>
                    </a:lnTo>
                    <a:lnTo>
                      <a:pt x="125" y="13079"/>
                    </a:lnTo>
                    <a:lnTo>
                      <a:pt x="207" y="13659"/>
                    </a:lnTo>
                    <a:lnTo>
                      <a:pt x="290" y="14197"/>
                    </a:lnTo>
                    <a:lnTo>
                      <a:pt x="456" y="14776"/>
                    </a:lnTo>
                    <a:lnTo>
                      <a:pt x="621" y="15314"/>
                    </a:lnTo>
                    <a:lnTo>
                      <a:pt x="828" y="15852"/>
                    </a:lnTo>
                    <a:lnTo>
                      <a:pt x="1076" y="16432"/>
                    </a:lnTo>
                    <a:lnTo>
                      <a:pt x="1325" y="16928"/>
                    </a:lnTo>
                    <a:lnTo>
                      <a:pt x="1614" y="17467"/>
                    </a:lnTo>
                    <a:lnTo>
                      <a:pt x="1946" y="17963"/>
                    </a:lnTo>
                    <a:lnTo>
                      <a:pt x="2277" y="18460"/>
                    </a:lnTo>
                    <a:lnTo>
                      <a:pt x="2608" y="18915"/>
                    </a:lnTo>
                    <a:lnTo>
                      <a:pt x="2980" y="19329"/>
                    </a:lnTo>
                    <a:lnTo>
                      <a:pt x="3394" y="19743"/>
                    </a:lnTo>
                    <a:lnTo>
                      <a:pt x="3808" y="20157"/>
                    </a:lnTo>
                    <a:lnTo>
                      <a:pt x="4222" y="20529"/>
                    </a:lnTo>
                    <a:lnTo>
                      <a:pt x="4677" y="20860"/>
                    </a:lnTo>
                    <a:lnTo>
                      <a:pt x="5132" y="21191"/>
                    </a:lnTo>
                    <a:lnTo>
                      <a:pt x="5588" y="21481"/>
                    </a:lnTo>
                    <a:lnTo>
                      <a:pt x="6084" y="21771"/>
                    </a:lnTo>
                    <a:lnTo>
                      <a:pt x="6581" y="22019"/>
                    </a:lnTo>
                    <a:lnTo>
                      <a:pt x="7078" y="22268"/>
                    </a:lnTo>
                    <a:lnTo>
                      <a:pt x="7574" y="22433"/>
                    </a:lnTo>
                    <a:lnTo>
                      <a:pt x="8112" y="22640"/>
                    </a:lnTo>
                    <a:lnTo>
                      <a:pt x="8651" y="22764"/>
                    </a:lnTo>
                    <a:lnTo>
                      <a:pt x="9189" y="22930"/>
                    </a:lnTo>
                    <a:lnTo>
                      <a:pt x="9727" y="23013"/>
                    </a:lnTo>
                    <a:lnTo>
                      <a:pt x="10306" y="23095"/>
                    </a:lnTo>
                    <a:lnTo>
                      <a:pt x="10844" y="23137"/>
                    </a:lnTo>
                    <a:lnTo>
                      <a:pt x="11424" y="23178"/>
                    </a:lnTo>
                    <a:lnTo>
                      <a:pt x="11962" y="23178"/>
                    </a:lnTo>
                    <a:lnTo>
                      <a:pt x="12541" y="23137"/>
                    </a:lnTo>
                    <a:lnTo>
                      <a:pt x="13079" y="23054"/>
                    </a:lnTo>
                    <a:lnTo>
                      <a:pt x="13659" y="22971"/>
                    </a:lnTo>
                    <a:lnTo>
                      <a:pt x="14197" y="22847"/>
                    </a:lnTo>
                    <a:lnTo>
                      <a:pt x="14776" y="22723"/>
                    </a:lnTo>
                    <a:lnTo>
                      <a:pt x="15314" y="22557"/>
                    </a:lnTo>
                    <a:lnTo>
                      <a:pt x="15852" y="22350"/>
                    </a:lnTo>
                    <a:lnTo>
                      <a:pt x="16390" y="22102"/>
                    </a:lnTo>
                    <a:lnTo>
                      <a:pt x="16928" y="21854"/>
                    </a:lnTo>
                    <a:lnTo>
                      <a:pt x="17466" y="21564"/>
                    </a:lnTo>
                    <a:lnTo>
                      <a:pt x="17963" y="21233"/>
                    </a:lnTo>
                    <a:lnTo>
                      <a:pt x="18460" y="20902"/>
                    </a:lnTo>
                    <a:lnTo>
                      <a:pt x="18915" y="20571"/>
                    </a:lnTo>
                    <a:lnTo>
                      <a:pt x="19329" y="20198"/>
                    </a:lnTo>
                    <a:lnTo>
                      <a:pt x="19743" y="19784"/>
                    </a:lnTo>
                    <a:lnTo>
                      <a:pt x="20156" y="19370"/>
                    </a:lnTo>
                    <a:lnTo>
                      <a:pt x="20529" y="18957"/>
                    </a:lnTo>
                    <a:lnTo>
                      <a:pt x="20860" y="18501"/>
                    </a:lnTo>
                    <a:lnTo>
                      <a:pt x="21191" y="18046"/>
                    </a:lnTo>
                    <a:lnTo>
                      <a:pt x="21481" y="17591"/>
                    </a:lnTo>
                    <a:lnTo>
                      <a:pt x="21771" y="17094"/>
                    </a:lnTo>
                    <a:lnTo>
                      <a:pt x="22019" y="16597"/>
                    </a:lnTo>
                    <a:lnTo>
                      <a:pt x="22226" y="16101"/>
                    </a:lnTo>
                    <a:lnTo>
                      <a:pt x="22433" y="15563"/>
                    </a:lnTo>
                    <a:lnTo>
                      <a:pt x="22640" y="15066"/>
                    </a:lnTo>
                    <a:lnTo>
                      <a:pt x="22764" y="14528"/>
                    </a:lnTo>
                    <a:lnTo>
                      <a:pt x="22888" y="13990"/>
                    </a:lnTo>
                    <a:lnTo>
                      <a:pt x="23012" y="13452"/>
                    </a:lnTo>
                    <a:lnTo>
                      <a:pt x="23095" y="12872"/>
                    </a:lnTo>
                    <a:lnTo>
                      <a:pt x="23136" y="12334"/>
                    </a:lnTo>
                    <a:lnTo>
                      <a:pt x="23136" y="11755"/>
                    </a:lnTo>
                    <a:lnTo>
                      <a:pt x="23136" y="11217"/>
                    </a:lnTo>
                    <a:lnTo>
                      <a:pt x="23136" y="10637"/>
                    </a:lnTo>
                    <a:lnTo>
                      <a:pt x="23054" y="10099"/>
                    </a:lnTo>
                    <a:lnTo>
                      <a:pt x="22971" y="9520"/>
                    </a:lnTo>
                    <a:lnTo>
                      <a:pt x="22847" y="8982"/>
                    </a:lnTo>
                    <a:lnTo>
                      <a:pt x="22723" y="8402"/>
                    </a:lnTo>
                    <a:lnTo>
                      <a:pt x="22557" y="7864"/>
                    </a:lnTo>
                    <a:lnTo>
                      <a:pt x="22350" y="7326"/>
                    </a:lnTo>
                    <a:lnTo>
                      <a:pt x="22102" y="6788"/>
                    </a:lnTo>
                    <a:lnTo>
                      <a:pt x="21853" y="6250"/>
                    </a:lnTo>
                    <a:lnTo>
                      <a:pt x="21564" y="5712"/>
                    </a:lnTo>
                    <a:lnTo>
                      <a:pt x="21233" y="5216"/>
                    </a:lnTo>
                    <a:lnTo>
                      <a:pt x="20901" y="4719"/>
                    </a:lnTo>
                    <a:lnTo>
                      <a:pt x="20570" y="4264"/>
                    </a:lnTo>
                    <a:lnTo>
                      <a:pt x="20198" y="3850"/>
                    </a:lnTo>
                    <a:lnTo>
                      <a:pt x="19784" y="3436"/>
                    </a:lnTo>
                    <a:lnTo>
                      <a:pt x="19370" y="3022"/>
                    </a:lnTo>
                    <a:lnTo>
                      <a:pt x="18956" y="2649"/>
                    </a:lnTo>
                    <a:lnTo>
                      <a:pt x="18501" y="2318"/>
                    </a:lnTo>
                    <a:lnTo>
                      <a:pt x="18046" y="1987"/>
                    </a:lnTo>
                    <a:lnTo>
                      <a:pt x="17590" y="1698"/>
                    </a:lnTo>
                    <a:lnTo>
                      <a:pt x="17094" y="1408"/>
                    </a:lnTo>
                    <a:lnTo>
                      <a:pt x="16597" y="1159"/>
                    </a:lnTo>
                    <a:lnTo>
                      <a:pt x="16100" y="953"/>
                    </a:lnTo>
                    <a:lnTo>
                      <a:pt x="15562" y="746"/>
                    </a:lnTo>
                    <a:lnTo>
                      <a:pt x="15066" y="539"/>
                    </a:lnTo>
                    <a:lnTo>
                      <a:pt x="14528" y="414"/>
                    </a:lnTo>
                    <a:lnTo>
                      <a:pt x="13990" y="290"/>
                    </a:lnTo>
                    <a:lnTo>
                      <a:pt x="13410" y="166"/>
                    </a:lnTo>
                    <a:lnTo>
                      <a:pt x="12872" y="83"/>
                    </a:lnTo>
                    <a:lnTo>
                      <a:pt x="12334" y="42"/>
                    </a:lnTo>
                    <a:lnTo>
                      <a:pt x="1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49"/>
              <p:cNvSpPr/>
              <p:nvPr/>
            </p:nvSpPr>
            <p:spPr>
              <a:xfrm>
                <a:off x="4681200" y="3892725"/>
                <a:ext cx="1201325" cy="1350325"/>
              </a:xfrm>
              <a:custGeom>
                <a:rect b="b" l="l" r="r" t="t"/>
                <a:pathLst>
                  <a:path extrusionOk="0" h="54013" w="48053">
                    <a:moveTo>
                      <a:pt x="24420" y="0"/>
                    </a:moveTo>
                    <a:lnTo>
                      <a:pt x="23219" y="83"/>
                    </a:lnTo>
                    <a:lnTo>
                      <a:pt x="21978" y="207"/>
                    </a:lnTo>
                    <a:lnTo>
                      <a:pt x="20778" y="414"/>
                    </a:lnTo>
                    <a:lnTo>
                      <a:pt x="19536" y="662"/>
                    </a:lnTo>
                    <a:lnTo>
                      <a:pt x="18294" y="952"/>
                    </a:lnTo>
                    <a:lnTo>
                      <a:pt x="17094" y="1325"/>
                    </a:lnTo>
                    <a:lnTo>
                      <a:pt x="15894" y="1739"/>
                    </a:lnTo>
                    <a:lnTo>
                      <a:pt x="14693" y="2194"/>
                    </a:lnTo>
                    <a:lnTo>
                      <a:pt x="13493" y="2773"/>
                    </a:lnTo>
                    <a:lnTo>
                      <a:pt x="12293" y="3353"/>
                    </a:lnTo>
                    <a:lnTo>
                      <a:pt x="11507" y="3808"/>
                    </a:lnTo>
                    <a:lnTo>
                      <a:pt x="10720" y="4305"/>
                    </a:lnTo>
                    <a:lnTo>
                      <a:pt x="10017" y="4843"/>
                    </a:lnTo>
                    <a:lnTo>
                      <a:pt x="9354" y="5422"/>
                    </a:lnTo>
                    <a:lnTo>
                      <a:pt x="8733" y="6002"/>
                    </a:lnTo>
                    <a:lnTo>
                      <a:pt x="8113" y="6664"/>
                    </a:lnTo>
                    <a:lnTo>
                      <a:pt x="7575" y="7326"/>
                    </a:lnTo>
                    <a:lnTo>
                      <a:pt x="7037" y="8030"/>
                    </a:lnTo>
                    <a:lnTo>
                      <a:pt x="6540" y="8775"/>
                    </a:lnTo>
                    <a:lnTo>
                      <a:pt x="6085" y="9561"/>
                    </a:lnTo>
                    <a:lnTo>
                      <a:pt x="5671" y="10347"/>
                    </a:lnTo>
                    <a:lnTo>
                      <a:pt x="5257" y="11216"/>
                    </a:lnTo>
                    <a:lnTo>
                      <a:pt x="4884" y="12127"/>
                    </a:lnTo>
                    <a:lnTo>
                      <a:pt x="4553" y="13038"/>
                    </a:lnTo>
                    <a:lnTo>
                      <a:pt x="4222" y="13990"/>
                    </a:lnTo>
                    <a:lnTo>
                      <a:pt x="3891" y="14983"/>
                    </a:lnTo>
                    <a:lnTo>
                      <a:pt x="3643" y="16018"/>
                    </a:lnTo>
                    <a:lnTo>
                      <a:pt x="3353" y="17094"/>
                    </a:lnTo>
                    <a:lnTo>
                      <a:pt x="2898" y="19370"/>
                    </a:lnTo>
                    <a:lnTo>
                      <a:pt x="2442" y="21771"/>
                    </a:lnTo>
                    <a:lnTo>
                      <a:pt x="2070" y="24337"/>
                    </a:lnTo>
                    <a:lnTo>
                      <a:pt x="1697" y="27027"/>
                    </a:lnTo>
                    <a:lnTo>
                      <a:pt x="1366" y="29883"/>
                    </a:lnTo>
                    <a:lnTo>
                      <a:pt x="663" y="36091"/>
                    </a:lnTo>
                    <a:lnTo>
                      <a:pt x="373" y="38947"/>
                    </a:lnTo>
                    <a:lnTo>
                      <a:pt x="125" y="41471"/>
                    </a:lnTo>
                    <a:lnTo>
                      <a:pt x="42" y="42589"/>
                    </a:lnTo>
                    <a:lnTo>
                      <a:pt x="1" y="43665"/>
                    </a:lnTo>
                    <a:lnTo>
                      <a:pt x="1" y="44658"/>
                    </a:lnTo>
                    <a:lnTo>
                      <a:pt x="42" y="45569"/>
                    </a:lnTo>
                    <a:lnTo>
                      <a:pt x="83" y="46438"/>
                    </a:lnTo>
                    <a:lnTo>
                      <a:pt x="207" y="47266"/>
                    </a:lnTo>
                    <a:lnTo>
                      <a:pt x="373" y="48011"/>
                    </a:lnTo>
                    <a:lnTo>
                      <a:pt x="580" y="48714"/>
                    </a:lnTo>
                    <a:lnTo>
                      <a:pt x="870" y="49377"/>
                    </a:lnTo>
                    <a:lnTo>
                      <a:pt x="1201" y="49998"/>
                    </a:lnTo>
                    <a:lnTo>
                      <a:pt x="1573" y="50577"/>
                    </a:lnTo>
                    <a:lnTo>
                      <a:pt x="2029" y="51115"/>
                    </a:lnTo>
                    <a:lnTo>
                      <a:pt x="2608" y="51653"/>
                    </a:lnTo>
                    <a:lnTo>
                      <a:pt x="3270" y="52150"/>
                    </a:lnTo>
                    <a:lnTo>
                      <a:pt x="3974" y="52564"/>
                    </a:lnTo>
                    <a:lnTo>
                      <a:pt x="4719" y="52936"/>
                    </a:lnTo>
                    <a:lnTo>
                      <a:pt x="5505" y="53267"/>
                    </a:lnTo>
                    <a:lnTo>
                      <a:pt x="6333" y="53516"/>
                    </a:lnTo>
                    <a:lnTo>
                      <a:pt x="7244" y="53722"/>
                    </a:lnTo>
                    <a:lnTo>
                      <a:pt x="8154" y="53888"/>
                    </a:lnTo>
                    <a:lnTo>
                      <a:pt x="9147" y="53971"/>
                    </a:lnTo>
                    <a:lnTo>
                      <a:pt x="10141" y="54012"/>
                    </a:lnTo>
                    <a:lnTo>
                      <a:pt x="11175" y="54012"/>
                    </a:lnTo>
                    <a:lnTo>
                      <a:pt x="12210" y="53971"/>
                    </a:lnTo>
                    <a:lnTo>
                      <a:pt x="13286" y="53888"/>
                    </a:lnTo>
                    <a:lnTo>
                      <a:pt x="14404" y="53722"/>
                    </a:lnTo>
                    <a:lnTo>
                      <a:pt x="15521" y="53557"/>
                    </a:lnTo>
                    <a:lnTo>
                      <a:pt x="16680" y="53309"/>
                    </a:lnTo>
                    <a:lnTo>
                      <a:pt x="17839" y="53019"/>
                    </a:lnTo>
                    <a:lnTo>
                      <a:pt x="18998" y="52688"/>
                    </a:lnTo>
                    <a:lnTo>
                      <a:pt x="20157" y="52357"/>
                    </a:lnTo>
                    <a:lnTo>
                      <a:pt x="21316" y="51943"/>
                    </a:lnTo>
                    <a:lnTo>
                      <a:pt x="22474" y="51488"/>
                    </a:lnTo>
                    <a:lnTo>
                      <a:pt x="23633" y="51032"/>
                    </a:lnTo>
                    <a:lnTo>
                      <a:pt x="24792" y="50494"/>
                    </a:lnTo>
                    <a:lnTo>
                      <a:pt x="25951" y="49956"/>
                    </a:lnTo>
                    <a:lnTo>
                      <a:pt x="27069" y="49377"/>
                    </a:lnTo>
                    <a:lnTo>
                      <a:pt x="28186" y="48756"/>
                    </a:lnTo>
                    <a:lnTo>
                      <a:pt x="29304" y="48094"/>
                    </a:lnTo>
                    <a:lnTo>
                      <a:pt x="30380" y="47390"/>
                    </a:lnTo>
                    <a:lnTo>
                      <a:pt x="31414" y="46686"/>
                    </a:lnTo>
                    <a:lnTo>
                      <a:pt x="32449" y="45941"/>
                    </a:lnTo>
                    <a:lnTo>
                      <a:pt x="33442" y="45196"/>
                    </a:lnTo>
                    <a:lnTo>
                      <a:pt x="34394" y="44410"/>
                    </a:lnTo>
                    <a:lnTo>
                      <a:pt x="35677" y="43251"/>
                    </a:lnTo>
                    <a:lnTo>
                      <a:pt x="37043" y="41927"/>
                    </a:lnTo>
                    <a:lnTo>
                      <a:pt x="38450" y="40395"/>
                    </a:lnTo>
                    <a:lnTo>
                      <a:pt x="39154" y="39568"/>
                    </a:lnTo>
                    <a:lnTo>
                      <a:pt x="39899" y="38698"/>
                    </a:lnTo>
                    <a:lnTo>
                      <a:pt x="40603" y="37829"/>
                    </a:lnTo>
                    <a:lnTo>
                      <a:pt x="41306" y="36877"/>
                    </a:lnTo>
                    <a:lnTo>
                      <a:pt x="42010" y="35925"/>
                    </a:lnTo>
                    <a:lnTo>
                      <a:pt x="42713" y="34932"/>
                    </a:lnTo>
                    <a:lnTo>
                      <a:pt x="43376" y="33897"/>
                    </a:lnTo>
                    <a:lnTo>
                      <a:pt x="43996" y="32863"/>
                    </a:lnTo>
                    <a:lnTo>
                      <a:pt x="44617" y="31787"/>
                    </a:lnTo>
                    <a:lnTo>
                      <a:pt x="45197" y="30710"/>
                    </a:lnTo>
                    <a:lnTo>
                      <a:pt x="45735" y="29593"/>
                    </a:lnTo>
                    <a:lnTo>
                      <a:pt x="46190" y="28434"/>
                    </a:lnTo>
                    <a:lnTo>
                      <a:pt x="46645" y="27275"/>
                    </a:lnTo>
                    <a:lnTo>
                      <a:pt x="47059" y="26116"/>
                    </a:lnTo>
                    <a:lnTo>
                      <a:pt x="47390" y="24957"/>
                    </a:lnTo>
                    <a:lnTo>
                      <a:pt x="47639" y="23757"/>
                    </a:lnTo>
                    <a:lnTo>
                      <a:pt x="47846" y="22557"/>
                    </a:lnTo>
                    <a:lnTo>
                      <a:pt x="47970" y="21357"/>
                    </a:lnTo>
                    <a:lnTo>
                      <a:pt x="48052" y="20115"/>
                    </a:lnTo>
                    <a:lnTo>
                      <a:pt x="48052" y="18915"/>
                    </a:lnTo>
                    <a:lnTo>
                      <a:pt x="47928" y="17714"/>
                    </a:lnTo>
                    <a:lnTo>
                      <a:pt x="47763" y="16473"/>
                    </a:lnTo>
                    <a:lnTo>
                      <a:pt x="47473" y="15273"/>
                    </a:lnTo>
                    <a:lnTo>
                      <a:pt x="47101" y="14072"/>
                    </a:lnTo>
                    <a:lnTo>
                      <a:pt x="46852" y="13451"/>
                    </a:lnTo>
                    <a:lnTo>
                      <a:pt x="46604" y="12872"/>
                    </a:lnTo>
                    <a:lnTo>
                      <a:pt x="46314" y="12251"/>
                    </a:lnTo>
                    <a:lnTo>
                      <a:pt x="46024" y="11672"/>
                    </a:lnTo>
                    <a:lnTo>
                      <a:pt x="45404" y="10637"/>
                    </a:lnTo>
                    <a:lnTo>
                      <a:pt x="44783" y="9644"/>
                    </a:lnTo>
                    <a:lnTo>
                      <a:pt x="44079" y="8692"/>
                    </a:lnTo>
                    <a:lnTo>
                      <a:pt x="43334" y="7781"/>
                    </a:lnTo>
                    <a:lnTo>
                      <a:pt x="42548" y="6912"/>
                    </a:lnTo>
                    <a:lnTo>
                      <a:pt x="41720" y="6126"/>
                    </a:lnTo>
                    <a:lnTo>
                      <a:pt x="40851" y="5339"/>
                    </a:lnTo>
                    <a:lnTo>
                      <a:pt x="39940" y="4636"/>
                    </a:lnTo>
                    <a:lnTo>
                      <a:pt x="38988" y="3974"/>
                    </a:lnTo>
                    <a:lnTo>
                      <a:pt x="37995" y="3353"/>
                    </a:lnTo>
                    <a:lnTo>
                      <a:pt x="37002" y="2773"/>
                    </a:lnTo>
                    <a:lnTo>
                      <a:pt x="35967" y="2277"/>
                    </a:lnTo>
                    <a:lnTo>
                      <a:pt x="34891" y="1821"/>
                    </a:lnTo>
                    <a:lnTo>
                      <a:pt x="33815" y="1407"/>
                    </a:lnTo>
                    <a:lnTo>
                      <a:pt x="32697" y="1035"/>
                    </a:lnTo>
                    <a:lnTo>
                      <a:pt x="31580" y="745"/>
                    </a:lnTo>
                    <a:lnTo>
                      <a:pt x="30421" y="455"/>
                    </a:lnTo>
                    <a:lnTo>
                      <a:pt x="29262" y="290"/>
                    </a:lnTo>
                    <a:lnTo>
                      <a:pt x="28062" y="124"/>
                    </a:lnTo>
                    <a:lnTo>
                      <a:pt x="26862" y="42"/>
                    </a:lnTo>
                    <a:lnTo>
                      <a:pt x="2566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49"/>
              <p:cNvSpPr/>
              <p:nvPr/>
            </p:nvSpPr>
            <p:spPr>
              <a:xfrm>
                <a:off x="3400225" y="4035500"/>
                <a:ext cx="2096350" cy="1321350"/>
              </a:xfrm>
              <a:custGeom>
                <a:rect b="b" l="l" r="r" t="t"/>
                <a:pathLst>
                  <a:path extrusionOk="0" h="52854" w="83854">
                    <a:moveTo>
                      <a:pt x="83854" y="1"/>
                    </a:moveTo>
                    <a:lnTo>
                      <a:pt x="81122" y="166"/>
                    </a:lnTo>
                    <a:lnTo>
                      <a:pt x="78225" y="415"/>
                    </a:lnTo>
                    <a:lnTo>
                      <a:pt x="75203" y="746"/>
                    </a:lnTo>
                    <a:lnTo>
                      <a:pt x="72058" y="1118"/>
                    </a:lnTo>
                    <a:lnTo>
                      <a:pt x="68830" y="1574"/>
                    </a:lnTo>
                    <a:lnTo>
                      <a:pt x="65477" y="2112"/>
                    </a:lnTo>
                    <a:lnTo>
                      <a:pt x="62042" y="2732"/>
                    </a:lnTo>
                    <a:lnTo>
                      <a:pt x="58483" y="3477"/>
                    </a:lnTo>
                    <a:lnTo>
                      <a:pt x="54882" y="4305"/>
                    </a:lnTo>
                    <a:lnTo>
                      <a:pt x="51157" y="5216"/>
                    </a:lnTo>
                    <a:lnTo>
                      <a:pt x="47349" y="6292"/>
                    </a:lnTo>
                    <a:lnTo>
                      <a:pt x="45445" y="6830"/>
                    </a:lnTo>
                    <a:lnTo>
                      <a:pt x="43500" y="7451"/>
                    </a:lnTo>
                    <a:lnTo>
                      <a:pt x="41555" y="8072"/>
                    </a:lnTo>
                    <a:lnTo>
                      <a:pt x="39568" y="8734"/>
                    </a:lnTo>
                    <a:lnTo>
                      <a:pt x="37581" y="9437"/>
                    </a:lnTo>
                    <a:lnTo>
                      <a:pt x="35595" y="10182"/>
                    </a:lnTo>
                    <a:lnTo>
                      <a:pt x="33567" y="10969"/>
                    </a:lnTo>
                    <a:lnTo>
                      <a:pt x="31539" y="11755"/>
                    </a:lnTo>
                    <a:lnTo>
                      <a:pt x="29469" y="12583"/>
                    </a:lnTo>
                    <a:lnTo>
                      <a:pt x="27441" y="13493"/>
                    </a:lnTo>
                    <a:lnTo>
                      <a:pt x="25413" y="14363"/>
                    </a:lnTo>
                    <a:lnTo>
                      <a:pt x="23427" y="15273"/>
                    </a:lnTo>
                    <a:lnTo>
                      <a:pt x="21523" y="16184"/>
                    </a:lnTo>
                    <a:lnTo>
                      <a:pt x="19619" y="17136"/>
                    </a:lnTo>
                    <a:lnTo>
                      <a:pt x="17756" y="18088"/>
                    </a:lnTo>
                    <a:lnTo>
                      <a:pt x="15935" y="19040"/>
                    </a:lnTo>
                    <a:lnTo>
                      <a:pt x="12459" y="20943"/>
                    </a:lnTo>
                    <a:lnTo>
                      <a:pt x="9106" y="22889"/>
                    </a:lnTo>
                    <a:lnTo>
                      <a:pt x="5919" y="24834"/>
                    </a:lnTo>
                    <a:lnTo>
                      <a:pt x="2857" y="26779"/>
                    </a:lnTo>
                    <a:lnTo>
                      <a:pt x="1" y="28724"/>
                    </a:lnTo>
                    <a:lnTo>
                      <a:pt x="3767" y="50578"/>
                    </a:lnTo>
                    <a:lnTo>
                      <a:pt x="13949" y="51281"/>
                    </a:lnTo>
                    <a:lnTo>
                      <a:pt x="22847" y="51861"/>
                    </a:lnTo>
                    <a:lnTo>
                      <a:pt x="29925" y="52316"/>
                    </a:lnTo>
                    <a:lnTo>
                      <a:pt x="35471" y="52606"/>
                    </a:lnTo>
                    <a:lnTo>
                      <a:pt x="39816" y="52813"/>
                    </a:lnTo>
                    <a:lnTo>
                      <a:pt x="43127" y="52854"/>
                    </a:lnTo>
                    <a:lnTo>
                      <a:pt x="44535" y="52854"/>
                    </a:lnTo>
                    <a:lnTo>
                      <a:pt x="45776" y="52813"/>
                    </a:lnTo>
                    <a:lnTo>
                      <a:pt x="46894" y="52771"/>
                    </a:lnTo>
                    <a:lnTo>
                      <a:pt x="47970" y="52688"/>
                    </a:lnTo>
                    <a:lnTo>
                      <a:pt x="49956" y="52523"/>
                    </a:lnTo>
                    <a:lnTo>
                      <a:pt x="51860" y="52275"/>
                    </a:lnTo>
                    <a:lnTo>
                      <a:pt x="53930" y="51943"/>
                    </a:lnTo>
                    <a:lnTo>
                      <a:pt x="56206" y="51530"/>
                    </a:lnTo>
                    <a:lnTo>
                      <a:pt x="58648" y="50950"/>
                    </a:lnTo>
                    <a:lnTo>
                      <a:pt x="61256" y="50288"/>
                    </a:lnTo>
                    <a:lnTo>
                      <a:pt x="62621" y="49915"/>
                    </a:lnTo>
                    <a:lnTo>
                      <a:pt x="63987" y="49501"/>
                    </a:lnTo>
                    <a:lnTo>
                      <a:pt x="65436" y="49005"/>
                    </a:lnTo>
                    <a:lnTo>
                      <a:pt x="66884" y="48508"/>
                    </a:lnTo>
                    <a:lnTo>
                      <a:pt x="68416" y="47970"/>
                    </a:lnTo>
                    <a:lnTo>
                      <a:pt x="69947" y="47391"/>
                    </a:lnTo>
                    <a:lnTo>
                      <a:pt x="8385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49"/>
              <p:cNvSpPr/>
              <p:nvPr/>
            </p:nvSpPr>
            <p:spPr>
              <a:xfrm>
                <a:off x="3274000" y="4626325"/>
                <a:ext cx="2713025" cy="727425"/>
              </a:xfrm>
              <a:custGeom>
                <a:rect b="b" l="l" r="r" t="t"/>
                <a:pathLst>
                  <a:path extrusionOk="0" h="29097" w="108521">
                    <a:moveTo>
                      <a:pt x="45817" y="1"/>
                    </a:moveTo>
                    <a:lnTo>
                      <a:pt x="44038" y="42"/>
                    </a:lnTo>
                    <a:lnTo>
                      <a:pt x="42134" y="125"/>
                    </a:lnTo>
                    <a:lnTo>
                      <a:pt x="40147" y="249"/>
                    </a:lnTo>
                    <a:lnTo>
                      <a:pt x="38119" y="373"/>
                    </a:lnTo>
                    <a:lnTo>
                      <a:pt x="35967" y="580"/>
                    </a:lnTo>
                    <a:lnTo>
                      <a:pt x="33773" y="828"/>
                    </a:lnTo>
                    <a:lnTo>
                      <a:pt x="31249" y="1160"/>
                    </a:lnTo>
                    <a:lnTo>
                      <a:pt x="28848" y="1532"/>
                    </a:lnTo>
                    <a:lnTo>
                      <a:pt x="26530" y="1946"/>
                    </a:lnTo>
                    <a:lnTo>
                      <a:pt x="24337" y="2401"/>
                    </a:lnTo>
                    <a:lnTo>
                      <a:pt x="22226" y="2856"/>
                    </a:lnTo>
                    <a:lnTo>
                      <a:pt x="20239" y="3353"/>
                    </a:lnTo>
                    <a:lnTo>
                      <a:pt x="18377" y="3808"/>
                    </a:lnTo>
                    <a:lnTo>
                      <a:pt x="16597" y="4305"/>
                    </a:lnTo>
                    <a:lnTo>
                      <a:pt x="15521" y="3974"/>
                    </a:lnTo>
                    <a:lnTo>
                      <a:pt x="14445" y="3684"/>
                    </a:lnTo>
                    <a:lnTo>
                      <a:pt x="13327" y="3436"/>
                    </a:lnTo>
                    <a:lnTo>
                      <a:pt x="12251" y="3312"/>
                    </a:lnTo>
                    <a:lnTo>
                      <a:pt x="11217" y="3229"/>
                    </a:lnTo>
                    <a:lnTo>
                      <a:pt x="10140" y="3188"/>
                    </a:lnTo>
                    <a:lnTo>
                      <a:pt x="9147" y="3229"/>
                    </a:lnTo>
                    <a:lnTo>
                      <a:pt x="8154" y="3353"/>
                    </a:lnTo>
                    <a:lnTo>
                      <a:pt x="7202" y="3519"/>
                    </a:lnTo>
                    <a:lnTo>
                      <a:pt x="6291" y="3767"/>
                    </a:lnTo>
                    <a:lnTo>
                      <a:pt x="5422" y="4057"/>
                    </a:lnTo>
                    <a:lnTo>
                      <a:pt x="4594" y="4429"/>
                    </a:lnTo>
                    <a:lnTo>
                      <a:pt x="3849" y="4843"/>
                    </a:lnTo>
                    <a:lnTo>
                      <a:pt x="3146" y="5340"/>
                    </a:lnTo>
                    <a:lnTo>
                      <a:pt x="2525" y="5878"/>
                    </a:lnTo>
                    <a:lnTo>
                      <a:pt x="1987" y="6499"/>
                    </a:lnTo>
                    <a:lnTo>
                      <a:pt x="1614" y="6954"/>
                    </a:lnTo>
                    <a:lnTo>
                      <a:pt x="1325" y="7409"/>
                    </a:lnTo>
                    <a:lnTo>
                      <a:pt x="1035" y="7947"/>
                    </a:lnTo>
                    <a:lnTo>
                      <a:pt x="787" y="8485"/>
                    </a:lnTo>
                    <a:lnTo>
                      <a:pt x="580" y="9023"/>
                    </a:lnTo>
                    <a:lnTo>
                      <a:pt x="414" y="9644"/>
                    </a:lnTo>
                    <a:lnTo>
                      <a:pt x="249" y="10224"/>
                    </a:lnTo>
                    <a:lnTo>
                      <a:pt x="124" y="10844"/>
                    </a:lnTo>
                    <a:lnTo>
                      <a:pt x="83" y="11507"/>
                    </a:lnTo>
                    <a:lnTo>
                      <a:pt x="42" y="12169"/>
                    </a:lnTo>
                    <a:lnTo>
                      <a:pt x="0" y="12872"/>
                    </a:lnTo>
                    <a:lnTo>
                      <a:pt x="42" y="13535"/>
                    </a:lnTo>
                    <a:lnTo>
                      <a:pt x="124" y="14238"/>
                    </a:lnTo>
                    <a:lnTo>
                      <a:pt x="207" y="14942"/>
                    </a:lnTo>
                    <a:lnTo>
                      <a:pt x="373" y="15646"/>
                    </a:lnTo>
                    <a:lnTo>
                      <a:pt x="538" y="16391"/>
                    </a:lnTo>
                    <a:lnTo>
                      <a:pt x="745" y="17094"/>
                    </a:lnTo>
                    <a:lnTo>
                      <a:pt x="994" y="17839"/>
                    </a:lnTo>
                    <a:lnTo>
                      <a:pt x="1325" y="18543"/>
                    </a:lnTo>
                    <a:lnTo>
                      <a:pt x="1656" y="19288"/>
                    </a:lnTo>
                    <a:lnTo>
                      <a:pt x="2028" y="19991"/>
                    </a:lnTo>
                    <a:lnTo>
                      <a:pt x="2442" y="20695"/>
                    </a:lnTo>
                    <a:lnTo>
                      <a:pt x="2856" y="21399"/>
                    </a:lnTo>
                    <a:lnTo>
                      <a:pt x="3353" y="22061"/>
                    </a:lnTo>
                    <a:lnTo>
                      <a:pt x="3891" y="22764"/>
                    </a:lnTo>
                    <a:lnTo>
                      <a:pt x="4470" y="23385"/>
                    </a:lnTo>
                    <a:lnTo>
                      <a:pt x="5091" y="24047"/>
                    </a:lnTo>
                    <a:lnTo>
                      <a:pt x="5753" y="24668"/>
                    </a:lnTo>
                    <a:lnTo>
                      <a:pt x="6457" y="25289"/>
                    </a:lnTo>
                    <a:lnTo>
                      <a:pt x="7202" y="25868"/>
                    </a:lnTo>
                    <a:lnTo>
                      <a:pt x="7988" y="26407"/>
                    </a:lnTo>
                    <a:lnTo>
                      <a:pt x="8816" y="26945"/>
                    </a:lnTo>
                    <a:lnTo>
                      <a:pt x="15521" y="27441"/>
                    </a:lnTo>
                    <a:lnTo>
                      <a:pt x="19536" y="27690"/>
                    </a:lnTo>
                    <a:lnTo>
                      <a:pt x="24006" y="27979"/>
                    </a:lnTo>
                    <a:lnTo>
                      <a:pt x="28434" y="28228"/>
                    </a:lnTo>
                    <a:lnTo>
                      <a:pt x="35967" y="28559"/>
                    </a:lnTo>
                    <a:lnTo>
                      <a:pt x="40520" y="28724"/>
                    </a:lnTo>
                    <a:lnTo>
                      <a:pt x="45362" y="28890"/>
                    </a:lnTo>
                    <a:lnTo>
                      <a:pt x="50370" y="29014"/>
                    </a:lnTo>
                    <a:lnTo>
                      <a:pt x="55378" y="29097"/>
                    </a:lnTo>
                    <a:lnTo>
                      <a:pt x="59807" y="29097"/>
                    </a:lnTo>
                    <a:lnTo>
                      <a:pt x="64815" y="29014"/>
                    </a:lnTo>
                    <a:lnTo>
                      <a:pt x="70443" y="28890"/>
                    </a:lnTo>
                    <a:lnTo>
                      <a:pt x="76652" y="28642"/>
                    </a:lnTo>
                    <a:lnTo>
                      <a:pt x="79963" y="28476"/>
                    </a:lnTo>
                    <a:lnTo>
                      <a:pt x="83398" y="28269"/>
                    </a:lnTo>
                    <a:lnTo>
                      <a:pt x="87040" y="28021"/>
                    </a:lnTo>
                    <a:lnTo>
                      <a:pt x="90765" y="27731"/>
                    </a:lnTo>
                    <a:lnTo>
                      <a:pt x="94656" y="27441"/>
                    </a:lnTo>
                    <a:lnTo>
                      <a:pt x="98670" y="27069"/>
                    </a:lnTo>
                    <a:lnTo>
                      <a:pt x="102809" y="26655"/>
                    </a:lnTo>
                    <a:lnTo>
                      <a:pt x="107113" y="26200"/>
                    </a:lnTo>
                    <a:lnTo>
                      <a:pt x="108521" y="16763"/>
                    </a:lnTo>
                    <a:lnTo>
                      <a:pt x="105665" y="15563"/>
                    </a:lnTo>
                    <a:lnTo>
                      <a:pt x="101733" y="13990"/>
                    </a:lnTo>
                    <a:lnTo>
                      <a:pt x="94780" y="11258"/>
                    </a:lnTo>
                    <a:lnTo>
                      <a:pt x="88530" y="8816"/>
                    </a:lnTo>
                    <a:lnTo>
                      <a:pt x="85633" y="7699"/>
                    </a:lnTo>
                    <a:lnTo>
                      <a:pt x="82860" y="6706"/>
                    </a:lnTo>
                    <a:lnTo>
                      <a:pt x="80170" y="5754"/>
                    </a:lnTo>
                    <a:lnTo>
                      <a:pt x="77562" y="4885"/>
                    </a:lnTo>
                    <a:lnTo>
                      <a:pt x="75037" y="4098"/>
                    </a:lnTo>
                    <a:lnTo>
                      <a:pt x="72554" y="3395"/>
                    </a:lnTo>
                    <a:lnTo>
                      <a:pt x="70071" y="2732"/>
                    </a:lnTo>
                    <a:lnTo>
                      <a:pt x="67629" y="2153"/>
                    </a:lnTo>
                    <a:lnTo>
                      <a:pt x="65187" y="1656"/>
                    </a:lnTo>
                    <a:lnTo>
                      <a:pt x="62704" y="1201"/>
                    </a:lnTo>
                    <a:lnTo>
                      <a:pt x="60220" y="828"/>
                    </a:lnTo>
                    <a:lnTo>
                      <a:pt x="57654" y="539"/>
                    </a:lnTo>
                    <a:lnTo>
                      <a:pt x="56289" y="415"/>
                    </a:lnTo>
                    <a:lnTo>
                      <a:pt x="54426" y="249"/>
                    </a:lnTo>
                    <a:lnTo>
                      <a:pt x="52026" y="125"/>
                    </a:lnTo>
                    <a:lnTo>
                      <a:pt x="49128" y="42"/>
                    </a:lnTo>
                    <a:lnTo>
                      <a:pt x="47514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49"/>
              <p:cNvSpPr/>
              <p:nvPr/>
            </p:nvSpPr>
            <p:spPr>
              <a:xfrm>
                <a:off x="5767650" y="4650125"/>
                <a:ext cx="1315125" cy="662250"/>
              </a:xfrm>
              <a:custGeom>
                <a:rect b="b" l="l" r="r" t="t"/>
                <a:pathLst>
                  <a:path extrusionOk="0" h="26490" w="52605">
                    <a:moveTo>
                      <a:pt x="6871" y="1"/>
                    </a:moveTo>
                    <a:lnTo>
                      <a:pt x="6333" y="42"/>
                    </a:lnTo>
                    <a:lnTo>
                      <a:pt x="5836" y="166"/>
                    </a:lnTo>
                    <a:lnTo>
                      <a:pt x="5588" y="249"/>
                    </a:lnTo>
                    <a:lnTo>
                      <a:pt x="5381" y="373"/>
                    </a:lnTo>
                    <a:lnTo>
                      <a:pt x="5174" y="539"/>
                    </a:lnTo>
                    <a:lnTo>
                      <a:pt x="4967" y="704"/>
                    </a:lnTo>
                    <a:lnTo>
                      <a:pt x="4636" y="1035"/>
                    </a:lnTo>
                    <a:lnTo>
                      <a:pt x="4346" y="1491"/>
                    </a:lnTo>
                    <a:lnTo>
                      <a:pt x="4139" y="1987"/>
                    </a:lnTo>
                    <a:lnTo>
                      <a:pt x="3932" y="2525"/>
                    </a:lnTo>
                    <a:lnTo>
                      <a:pt x="3767" y="3105"/>
                    </a:lnTo>
                    <a:lnTo>
                      <a:pt x="3477" y="4388"/>
                    </a:lnTo>
                    <a:lnTo>
                      <a:pt x="3353" y="4967"/>
                    </a:lnTo>
                    <a:lnTo>
                      <a:pt x="3270" y="5505"/>
                    </a:lnTo>
                    <a:lnTo>
                      <a:pt x="3187" y="6499"/>
                    </a:lnTo>
                    <a:lnTo>
                      <a:pt x="3187" y="7368"/>
                    </a:lnTo>
                    <a:lnTo>
                      <a:pt x="3187" y="8154"/>
                    </a:lnTo>
                    <a:lnTo>
                      <a:pt x="3146" y="8858"/>
                    </a:lnTo>
                    <a:lnTo>
                      <a:pt x="3063" y="9520"/>
                    </a:lnTo>
                    <a:lnTo>
                      <a:pt x="2980" y="9810"/>
                    </a:lnTo>
                    <a:lnTo>
                      <a:pt x="2856" y="10141"/>
                    </a:lnTo>
                    <a:lnTo>
                      <a:pt x="2691" y="10430"/>
                    </a:lnTo>
                    <a:lnTo>
                      <a:pt x="2525" y="10720"/>
                    </a:lnTo>
                    <a:lnTo>
                      <a:pt x="2235" y="11051"/>
                    </a:lnTo>
                    <a:lnTo>
                      <a:pt x="1904" y="11341"/>
                    </a:lnTo>
                    <a:lnTo>
                      <a:pt x="1615" y="11548"/>
                    </a:lnTo>
                    <a:lnTo>
                      <a:pt x="1283" y="11755"/>
                    </a:lnTo>
                    <a:lnTo>
                      <a:pt x="952" y="11920"/>
                    </a:lnTo>
                    <a:lnTo>
                      <a:pt x="621" y="12045"/>
                    </a:lnTo>
                    <a:lnTo>
                      <a:pt x="0" y="12252"/>
                    </a:lnTo>
                    <a:lnTo>
                      <a:pt x="2525" y="25786"/>
                    </a:lnTo>
                    <a:lnTo>
                      <a:pt x="7781" y="25579"/>
                    </a:lnTo>
                    <a:lnTo>
                      <a:pt x="17218" y="25206"/>
                    </a:lnTo>
                    <a:lnTo>
                      <a:pt x="19991" y="25123"/>
                    </a:lnTo>
                    <a:lnTo>
                      <a:pt x="21605" y="25082"/>
                    </a:lnTo>
                    <a:lnTo>
                      <a:pt x="22971" y="25123"/>
                    </a:lnTo>
                    <a:lnTo>
                      <a:pt x="24171" y="25165"/>
                    </a:lnTo>
                    <a:lnTo>
                      <a:pt x="26241" y="25289"/>
                    </a:lnTo>
                    <a:lnTo>
                      <a:pt x="27979" y="25496"/>
                    </a:lnTo>
                    <a:lnTo>
                      <a:pt x="29552" y="25744"/>
                    </a:lnTo>
                    <a:lnTo>
                      <a:pt x="31083" y="25951"/>
                    </a:lnTo>
                    <a:lnTo>
                      <a:pt x="32821" y="26158"/>
                    </a:lnTo>
                    <a:lnTo>
                      <a:pt x="34849" y="26365"/>
                    </a:lnTo>
                    <a:lnTo>
                      <a:pt x="36050" y="26406"/>
                    </a:lnTo>
                    <a:lnTo>
                      <a:pt x="37374" y="26448"/>
                    </a:lnTo>
                    <a:lnTo>
                      <a:pt x="39195" y="26489"/>
                    </a:lnTo>
                    <a:lnTo>
                      <a:pt x="40892" y="26448"/>
                    </a:lnTo>
                    <a:lnTo>
                      <a:pt x="42465" y="26406"/>
                    </a:lnTo>
                    <a:lnTo>
                      <a:pt x="43955" y="26324"/>
                    </a:lnTo>
                    <a:lnTo>
                      <a:pt x="46645" y="26117"/>
                    </a:lnTo>
                    <a:lnTo>
                      <a:pt x="48839" y="25868"/>
                    </a:lnTo>
                    <a:lnTo>
                      <a:pt x="49501" y="25868"/>
                    </a:lnTo>
                    <a:lnTo>
                      <a:pt x="49791" y="25827"/>
                    </a:lnTo>
                    <a:lnTo>
                      <a:pt x="50122" y="25744"/>
                    </a:lnTo>
                    <a:lnTo>
                      <a:pt x="50660" y="25496"/>
                    </a:lnTo>
                    <a:lnTo>
                      <a:pt x="51198" y="25206"/>
                    </a:lnTo>
                    <a:lnTo>
                      <a:pt x="51653" y="24834"/>
                    </a:lnTo>
                    <a:lnTo>
                      <a:pt x="51860" y="24627"/>
                    </a:lnTo>
                    <a:lnTo>
                      <a:pt x="52026" y="24420"/>
                    </a:lnTo>
                    <a:lnTo>
                      <a:pt x="52191" y="24171"/>
                    </a:lnTo>
                    <a:lnTo>
                      <a:pt x="52315" y="23923"/>
                    </a:lnTo>
                    <a:lnTo>
                      <a:pt x="52439" y="23675"/>
                    </a:lnTo>
                    <a:lnTo>
                      <a:pt x="52522" y="23385"/>
                    </a:lnTo>
                    <a:lnTo>
                      <a:pt x="52564" y="23095"/>
                    </a:lnTo>
                    <a:lnTo>
                      <a:pt x="52605" y="22847"/>
                    </a:lnTo>
                    <a:lnTo>
                      <a:pt x="52564" y="22309"/>
                    </a:lnTo>
                    <a:lnTo>
                      <a:pt x="52481" y="21812"/>
                    </a:lnTo>
                    <a:lnTo>
                      <a:pt x="52357" y="21398"/>
                    </a:lnTo>
                    <a:lnTo>
                      <a:pt x="52150" y="21026"/>
                    </a:lnTo>
                    <a:lnTo>
                      <a:pt x="51984" y="20736"/>
                    </a:lnTo>
                    <a:lnTo>
                      <a:pt x="51777" y="20447"/>
                    </a:lnTo>
                    <a:lnTo>
                      <a:pt x="50784" y="19660"/>
                    </a:lnTo>
                    <a:lnTo>
                      <a:pt x="49832" y="18998"/>
                    </a:lnTo>
                    <a:lnTo>
                      <a:pt x="48880" y="18336"/>
                    </a:lnTo>
                    <a:lnTo>
                      <a:pt x="47970" y="17715"/>
                    </a:lnTo>
                    <a:lnTo>
                      <a:pt x="47059" y="17177"/>
                    </a:lnTo>
                    <a:lnTo>
                      <a:pt x="46148" y="16639"/>
                    </a:lnTo>
                    <a:lnTo>
                      <a:pt x="45279" y="16183"/>
                    </a:lnTo>
                    <a:lnTo>
                      <a:pt x="44452" y="15770"/>
                    </a:lnTo>
                    <a:lnTo>
                      <a:pt x="42796" y="14983"/>
                    </a:lnTo>
                    <a:lnTo>
                      <a:pt x="41306" y="14404"/>
                    </a:lnTo>
                    <a:lnTo>
                      <a:pt x="39857" y="13907"/>
                    </a:lnTo>
                    <a:lnTo>
                      <a:pt x="38574" y="13493"/>
                    </a:lnTo>
                    <a:lnTo>
                      <a:pt x="36795" y="13038"/>
                    </a:lnTo>
                    <a:lnTo>
                      <a:pt x="35015" y="12707"/>
                    </a:lnTo>
                    <a:lnTo>
                      <a:pt x="33277" y="12417"/>
                    </a:lnTo>
                    <a:lnTo>
                      <a:pt x="31580" y="12169"/>
                    </a:lnTo>
                    <a:lnTo>
                      <a:pt x="28269" y="11838"/>
                    </a:lnTo>
                    <a:lnTo>
                      <a:pt x="26737" y="11672"/>
                    </a:lnTo>
                    <a:lnTo>
                      <a:pt x="25247" y="11507"/>
                    </a:lnTo>
                    <a:lnTo>
                      <a:pt x="23799" y="11300"/>
                    </a:lnTo>
                    <a:lnTo>
                      <a:pt x="22474" y="11051"/>
                    </a:lnTo>
                    <a:lnTo>
                      <a:pt x="21191" y="10720"/>
                    </a:lnTo>
                    <a:lnTo>
                      <a:pt x="20612" y="10513"/>
                    </a:lnTo>
                    <a:lnTo>
                      <a:pt x="20032" y="10306"/>
                    </a:lnTo>
                    <a:lnTo>
                      <a:pt x="19494" y="10058"/>
                    </a:lnTo>
                    <a:lnTo>
                      <a:pt x="18956" y="9810"/>
                    </a:lnTo>
                    <a:lnTo>
                      <a:pt x="18460" y="9520"/>
                    </a:lnTo>
                    <a:lnTo>
                      <a:pt x="18004" y="9189"/>
                    </a:lnTo>
                    <a:lnTo>
                      <a:pt x="17549" y="8816"/>
                    </a:lnTo>
                    <a:lnTo>
                      <a:pt x="17135" y="8402"/>
                    </a:lnTo>
                    <a:lnTo>
                      <a:pt x="16763" y="7947"/>
                    </a:lnTo>
                    <a:lnTo>
                      <a:pt x="16432" y="7492"/>
                    </a:lnTo>
                    <a:lnTo>
                      <a:pt x="16018" y="6788"/>
                    </a:lnTo>
                    <a:lnTo>
                      <a:pt x="15645" y="6085"/>
                    </a:lnTo>
                    <a:lnTo>
                      <a:pt x="15149" y="5298"/>
                    </a:lnTo>
                    <a:lnTo>
                      <a:pt x="14859" y="4884"/>
                    </a:lnTo>
                    <a:lnTo>
                      <a:pt x="14445" y="4388"/>
                    </a:lnTo>
                    <a:lnTo>
                      <a:pt x="13990" y="3891"/>
                    </a:lnTo>
                    <a:lnTo>
                      <a:pt x="13452" y="3353"/>
                    </a:lnTo>
                    <a:lnTo>
                      <a:pt x="12914" y="2856"/>
                    </a:lnTo>
                    <a:lnTo>
                      <a:pt x="12334" y="2401"/>
                    </a:lnTo>
                    <a:lnTo>
                      <a:pt x="11713" y="1946"/>
                    </a:lnTo>
                    <a:lnTo>
                      <a:pt x="11134" y="1532"/>
                    </a:lnTo>
                    <a:lnTo>
                      <a:pt x="10513" y="1159"/>
                    </a:lnTo>
                    <a:lnTo>
                      <a:pt x="9851" y="828"/>
                    </a:lnTo>
                    <a:lnTo>
                      <a:pt x="9230" y="539"/>
                    </a:lnTo>
                    <a:lnTo>
                      <a:pt x="8609" y="290"/>
                    </a:lnTo>
                    <a:lnTo>
                      <a:pt x="7988" y="125"/>
                    </a:lnTo>
                    <a:lnTo>
                      <a:pt x="7409" y="42"/>
                    </a:lnTo>
                    <a:lnTo>
                      <a:pt x="68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49"/>
              <p:cNvSpPr/>
              <p:nvPr/>
            </p:nvSpPr>
            <p:spPr>
              <a:xfrm>
                <a:off x="3923800" y="1673250"/>
                <a:ext cx="185225" cy="280450"/>
              </a:xfrm>
              <a:custGeom>
                <a:rect b="b" l="l" r="r" t="t"/>
                <a:pathLst>
                  <a:path extrusionOk="0" h="11218" w="7409">
                    <a:moveTo>
                      <a:pt x="3601" y="1"/>
                    </a:moveTo>
                    <a:lnTo>
                      <a:pt x="0" y="3477"/>
                    </a:lnTo>
                    <a:lnTo>
                      <a:pt x="497" y="3850"/>
                    </a:lnTo>
                    <a:lnTo>
                      <a:pt x="1118" y="4388"/>
                    </a:lnTo>
                    <a:lnTo>
                      <a:pt x="1904" y="5092"/>
                    </a:lnTo>
                    <a:lnTo>
                      <a:pt x="2773" y="5961"/>
                    </a:lnTo>
                    <a:lnTo>
                      <a:pt x="3229" y="6457"/>
                    </a:lnTo>
                    <a:lnTo>
                      <a:pt x="3684" y="6996"/>
                    </a:lnTo>
                    <a:lnTo>
                      <a:pt x="4139" y="7575"/>
                    </a:lnTo>
                    <a:lnTo>
                      <a:pt x="4594" y="8237"/>
                    </a:lnTo>
                    <a:lnTo>
                      <a:pt x="5050" y="8899"/>
                    </a:lnTo>
                    <a:lnTo>
                      <a:pt x="5463" y="9603"/>
                    </a:lnTo>
                    <a:lnTo>
                      <a:pt x="5877" y="10389"/>
                    </a:lnTo>
                    <a:lnTo>
                      <a:pt x="6250" y="11217"/>
                    </a:lnTo>
                    <a:lnTo>
                      <a:pt x="6457" y="10720"/>
                    </a:lnTo>
                    <a:lnTo>
                      <a:pt x="6664" y="10224"/>
                    </a:lnTo>
                    <a:lnTo>
                      <a:pt x="6829" y="9686"/>
                    </a:lnTo>
                    <a:lnTo>
                      <a:pt x="6995" y="9148"/>
                    </a:lnTo>
                    <a:lnTo>
                      <a:pt x="7202" y="8320"/>
                    </a:lnTo>
                    <a:lnTo>
                      <a:pt x="7326" y="7534"/>
                    </a:lnTo>
                    <a:lnTo>
                      <a:pt x="7367" y="6789"/>
                    </a:lnTo>
                    <a:lnTo>
                      <a:pt x="7409" y="6044"/>
                    </a:lnTo>
                    <a:lnTo>
                      <a:pt x="7367" y="5299"/>
                    </a:lnTo>
                    <a:lnTo>
                      <a:pt x="7285" y="4595"/>
                    </a:lnTo>
                    <a:lnTo>
                      <a:pt x="7160" y="3933"/>
                    </a:lnTo>
                    <a:lnTo>
                      <a:pt x="6953" y="3312"/>
                    </a:lnTo>
                    <a:lnTo>
                      <a:pt x="6747" y="2691"/>
                    </a:lnTo>
                    <a:lnTo>
                      <a:pt x="6457" y="2153"/>
                    </a:lnTo>
                    <a:lnTo>
                      <a:pt x="6167" y="1656"/>
                    </a:lnTo>
                    <a:lnTo>
                      <a:pt x="5795" y="1243"/>
                    </a:lnTo>
                    <a:lnTo>
                      <a:pt x="5422" y="829"/>
                    </a:lnTo>
                    <a:lnTo>
                      <a:pt x="4967" y="539"/>
                    </a:lnTo>
                    <a:lnTo>
                      <a:pt x="4512" y="291"/>
                    </a:lnTo>
                    <a:lnTo>
                      <a:pt x="3974" y="84"/>
                    </a:lnTo>
                    <a:lnTo>
                      <a:pt x="36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49"/>
              <p:cNvSpPr/>
              <p:nvPr/>
            </p:nvSpPr>
            <p:spPr>
              <a:xfrm>
                <a:off x="3471625" y="677875"/>
                <a:ext cx="959200" cy="1136125"/>
              </a:xfrm>
              <a:custGeom>
                <a:rect b="b" l="l" r="r" t="t"/>
                <a:pathLst>
                  <a:path extrusionOk="0" h="45445" w="38368">
                    <a:moveTo>
                      <a:pt x="20777" y="0"/>
                    </a:moveTo>
                    <a:lnTo>
                      <a:pt x="19950" y="42"/>
                    </a:lnTo>
                    <a:lnTo>
                      <a:pt x="19122" y="83"/>
                    </a:lnTo>
                    <a:lnTo>
                      <a:pt x="18294" y="166"/>
                    </a:lnTo>
                    <a:lnTo>
                      <a:pt x="17466" y="290"/>
                    </a:lnTo>
                    <a:lnTo>
                      <a:pt x="16680" y="414"/>
                    </a:lnTo>
                    <a:lnTo>
                      <a:pt x="15894" y="580"/>
                    </a:lnTo>
                    <a:lnTo>
                      <a:pt x="15107" y="745"/>
                    </a:lnTo>
                    <a:lnTo>
                      <a:pt x="14362" y="993"/>
                    </a:lnTo>
                    <a:lnTo>
                      <a:pt x="13659" y="1242"/>
                    </a:lnTo>
                    <a:lnTo>
                      <a:pt x="12955" y="1490"/>
                    </a:lnTo>
                    <a:lnTo>
                      <a:pt x="12251" y="1780"/>
                    </a:lnTo>
                    <a:lnTo>
                      <a:pt x="11548" y="2152"/>
                    </a:lnTo>
                    <a:lnTo>
                      <a:pt x="10844" y="2525"/>
                    </a:lnTo>
                    <a:lnTo>
                      <a:pt x="10182" y="2897"/>
                    </a:lnTo>
                    <a:lnTo>
                      <a:pt x="9603" y="3311"/>
                    </a:lnTo>
                    <a:lnTo>
                      <a:pt x="8982" y="3725"/>
                    </a:lnTo>
                    <a:lnTo>
                      <a:pt x="8444" y="4139"/>
                    </a:lnTo>
                    <a:lnTo>
                      <a:pt x="7450" y="5050"/>
                    </a:lnTo>
                    <a:lnTo>
                      <a:pt x="6540" y="5919"/>
                    </a:lnTo>
                    <a:lnTo>
                      <a:pt x="5753" y="6788"/>
                    </a:lnTo>
                    <a:lnTo>
                      <a:pt x="5091" y="7616"/>
                    </a:lnTo>
                    <a:lnTo>
                      <a:pt x="4553" y="8361"/>
                    </a:lnTo>
                    <a:lnTo>
                      <a:pt x="4098" y="8981"/>
                    </a:lnTo>
                    <a:lnTo>
                      <a:pt x="3643" y="9685"/>
                    </a:lnTo>
                    <a:lnTo>
                      <a:pt x="3187" y="10471"/>
                    </a:lnTo>
                    <a:lnTo>
                      <a:pt x="2732" y="11341"/>
                    </a:lnTo>
                    <a:lnTo>
                      <a:pt x="2277" y="12334"/>
                    </a:lnTo>
                    <a:lnTo>
                      <a:pt x="1863" y="13369"/>
                    </a:lnTo>
                    <a:lnTo>
                      <a:pt x="1490" y="14486"/>
                    </a:lnTo>
                    <a:lnTo>
                      <a:pt x="1159" y="15686"/>
                    </a:lnTo>
                    <a:lnTo>
                      <a:pt x="952" y="16845"/>
                    </a:lnTo>
                    <a:lnTo>
                      <a:pt x="828" y="17549"/>
                    </a:lnTo>
                    <a:lnTo>
                      <a:pt x="745" y="18335"/>
                    </a:lnTo>
                    <a:lnTo>
                      <a:pt x="704" y="19163"/>
                    </a:lnTo>
                    <a:lnTo>
                      <a:pt x="704" y="20074"/>
                    </a:lnTo>
                    <a:lnTo>
                      <a:pt x="787" y="21067"/>
                    </a:lnTo>
                    <a:lnTo>
                      <a:pt x="911" y="22060"/>
                    </a:lnTo>
                    <a:lnTo>
                      <a:pt x="1035" y="22681"/>
                    </a:lnTo>
                    <a:lnTo>
                      <a:pt x="1201" y="23178"/>
                    </a:lnTo>
                    <a:lnTo>
                      <a:pt x="1408" y="23923"/>
                    </a:lnTo>
                    <a:lnTo>
                      <a:pt x="1615" y="24502"/>
                    </a:lnTo>
                    <a:lnTo>
                      <a:pt x="1904" y="25164"/>
                    </a:lnTo>
                    <a:lnTo>
                      <a:pt x="2029" y="25495"/>
                    </a:lnTo>
                    <a:lnTo>
                      <a:pt x="2111" y="25868"/>
                    </a:lnTo>
                    <a:lnTo>
                      <a:pt x="2194" y="26282"/>
                    </a:lnTo>
                    <a:lnTo>
                      <a:pt x="2277" y="26737"/>
                    </a:lnTo>
                    <a:lnTo>
                      <a:pt x="2318" y="27275"/>
                    </a:lnTo>
                    <a:lnTo>
                      <a:pt x="2360" y="27813"/>
                    </a:lnTo>
                    <a:lnTo>
                      <a:pt x="2360" y="28393"/>
                    </a:lnTo>
                    <a:lnTo>
                      <a:pt x="2360" y="29013"/>
                    </a:lnTo>
                    <a:lnTo>
                      <a:pt x="2318" y="29634"/>
                    </a:lnTo>
                    <a:lnTo>
                      <a:pt x="2235" y="30297"/>
                    </a:lnTo>
                    <a:lnTo>
                      <a:pt x="2153" y="30959"/>
                    </a:lnTo>
                    <a:lnTo>
                      <a:pt x="1987" y="31621"/>
                    </a:lnTo>
                    <a:lnTo>
                      <a:pt x="1822" y="32325"/>
                    </a:lnTo>
                    <a:lnTo>
                      <a:pt x="1573" y="33028"/>
                    </a:lnTo>
                    <a:lnTo>
                      <a:pt x="1325" y="33690"/>
                    </a:lnTo>
                    <a:lnTo>
                      <a:pt x="1035" y="34394"/>
                    </a:lnTo>
                    <a:lnTo>
                      <a:pt x="621" y="35180"/>
                    </a:lnTo>
                    <a:lnTo>
                      <a:pt x="207" y="35843"/>
                    </a:lnTo>
                    <a:lnTo>
                      <a:pt x="83" y="36091"/>
                    </a:lnTo>
                    <a:lnTo>
                      <a:pt x="42" y="36339"/>
                    </a:lnTo>
                    <a:lnTo>
                      <a:pt x="1" y="36629"/>
                    </a:lnTo>
                    <a:lnTo>
                      <a:pt x="83" y="36960"/>
                    </a:lnTo>
                    <a:lnTo>
                      <a:pt x="249" y="37291"/>
                    </a:lnTo>
                    <a:lnTo>
                      <a:pt x="456" y="37581"/>
                    </a:lnTo>
                    <a:lnTo>
                      <a:pt x="704" y="37829"/>
                    </a:lnTo>
                    <a:lnTo>
                      <a:pt x="952" y="37995"/>
                    </a:lnTo>
                    <a:lnTo>
                      <a:pt x="1159" y="38119"/>
                    </a:lnTo>
                    <a:lnTo>
                      <a:pt x="1408" y="38243"/>
                    </a:lnTo>
                    <a:lnTo>
                      <a:pt x="1656" y="38326"/>
                    </a:lnTo>
                    <a:lnTo>
                      <a:pt x="1532" y="38409"/>
                    </a:lnTo>
                    <a:lnTo>
                      <a:pt x="1366" y="38533"/>
                    </a:lnTo>
                    <a:lnTo>
                      <a:pt x="1201" y="38740"/>
                    </a:lnTo>
                    <a:lnTo>
                      <a:pt x="1118" y="38988"/>
                    </a:lnTo>
                    <a:lnTo>
                      <a:pt x="1077" y="39195"/>
                    </a:lnTo>
                    <a:lnTo>
                      <a:pt x="1077" y="39402"/>
                    </a:lnTo>
                    <a:lnTo>
                      <a:pt x="1118" y="39650"/>
                    </a:lnTo>
                    <a:lnTo>
                      <a:pt x="1242" y="39857"/>
                    </a:lnTo>
                    <a:lnTo>
                      <a:pt x="1366" y="40064"/>
                    </a:lnTo>
                    <a:lnTo>
                      <a:pt x="1490" y="40230"/>
                    </a:lnTo>
                    <a:lnTo>
                      <a:pt x="1822" y="40519"/>
                    </a:lnTo>
                    <a:lnTo>
                      <a:pt x="2029" y="40602"/>
                    </a:lnTo>
                    <a:lnTo>
                      <a:pt x="2235" y="40644"/>
                    </a:lnTo>
                    <a:lnTo>
                      <a:pt x="2442" y="40685"/>
                    </a:lnTo>
                    <a:lnTo>
                      <a:pt x="2608" y="40644"/>
                    </a:lnTo>
                    <a:lnTo>
                      <a:pt x="2939" y="40602"/>
                    </a:lnTo>
                    <a:lnTo>
                      <a:pt x="3146" y="40602"/>
                    </a:lnTo>
                    <a:lnTo>
                      <a:pt x="3270" y="40685"/>
                    </a:lnTo>
                    <a:lnTo>
                      <a:pt x="3394" y="40726"/>
                    </a:lnTo>
                    <a:lnTo>
                      <a:pt x="3477" y="40851"/>
                    </a:lnTo>
                    <a:lnTo>
                      <a:pt x="3601" y="41016"/>
                    </a:lnTo>
                    <a:lnTo>
                      <a:pt x="3684" y="41223"/>
                    </a:lnTo>
                    <a:lnTo>
                      <a:pt x="3643" y="41596"/>
                    </a:lnTo>
                    <a:lnTo>
                      <a:pt x="3601" y="41927"/>
                    </a:lnTo>
                    <a:lnTo>
                      <a:pt x="3643" y="42341"/>
                    </a:lnTo>
                    <a:lnTo>
                      <a:pt x="3684" y="42796"/>
                    </a:lnTo>
                    <a:lnTo>
                      <a:pt x="3808" y="43292"/>
                    </a:lnTo>
                    <a:lnTo>
                      <a:pt x="3932" y="43541"/>
                    </a:lnTo>
                    <a:lnTo>
                      <a:pt x="4057" y="43789"/>
                    </a:lnTo>
                    <a:lnTo>
                      <a:pt x="4222" y="44037"/>
                    </a:lnTo>
                    <a:lnTo>
                      <a:pt x="4429" y="44286"/>
                    </a:lnTo>
                    <a:lnTo>
                      <a:pt x="4719" y="44576"/>
                    </a:lnTo>
                    <a:lnTo>
                      <a:pt x="5091" y="44824"/>
                    </a:lnTo>
                    <a:lnTo>
                      <a:pt x="5464" y="45031"/>
                    </a:lnTo>
                    <a:lnTo>
                      <a:pt x="5836" y="45155"/>
                    </a:lnTo>
                    <a:lnTo>
                      <a:pt x="6250" y="45279"/>
                    </a:lnTo>
                    <a:lnTo>
                      <a:pt x="6664" y="45321"/>
                    </a:lnTo>
                    <a:lnTo>
                      <a:pt x="7492" y="45403"/>
                    </a:lnTo>
                    <a:lnTo>
                      <a:pt x="8278" y="45445"/>
                    </a:lnTo>
                    <a:lnTo>
                      <a:pt x="9023" y="45403"/>
                    </a:lnTo>
                    <a:lnTo>
                      <a:pt x="9768" y="45403"/>
                    </a:lnTo>
                    <a:lnTo>
                      <a:pt x="10472" y="45321"/>
                    </a:lnTo>
                    <a:lnTo>
                      <a:pt x="11838" y="45155"/>
                    </a:lnTo>
                    <a:lnTo>
                      <a:pt x="13038" y="44948"/>
                    </a:lnTo>
                    <a:lnTo>
                      <a:pt x="14073" y="44700"/>
                    </a:lnTo>
                    <a:lnTo>
                      <a:pt x="14900" y="44493"/>
                    </a:lnTo>
                    <a:lnTo>
                      <a:pt x="15894" y="44162"/>
                    </a:lnTo>
                    <a:lnTo>
                      <a:pt x="18046" y="43375"/>
                    </a:lnTo>
                    <a:lnTo>
                      <a:pt x="20405" y="42423"/>
                    </a:lnTo>
                    <a:lnTo>
                      <a:pt x="23012" y="41306"/>
                    </a:lnTo>
                    <a:lnTo>
                      <a:pt x="24378" y="40685"/>
                    </a:lnTo>
                    <a:lnTo>
                      <a:pt x="25785" y="39981"/>
                    </a:lnTo>
                    <a:lnTo>
                      <a:pt x="26158" y="38988"/>
                    </a:lnTo>
                    <a:lnTo>
                      <a:pt x="26613" y="37788"/>
                    </a:lnTo>
                    <a:lnTo>
                      <a:pt x="26944" y="37126"/>
                    </a:lnTo>
                    <a:lnTo>
                      <a:pt x="27275" y="36463"/>
                    </a:lnTo>
                    <a:lnTo>
                      <a:pt x="27648" y="35760"/>
                    </a:lnTo>
                    <a:lnTo>
                      <a:pt x="28103" y="35015"/>
                    </a:lnTo>
                    <a:lnTo>
                      <a:pt x="28807" y="34021"/>
                    </a:lnTo>
                    <a:lnTo>
                      <a:pt x="29510" y="33152"/>
                    </a:lnTo>
                    <a:lnTo>
                      <a:pt x="30173" y="32407"/>
                    </a:lnTo>
                    <a:lnTo>
                      <a:pt x="30835" y="31745"/>
                    </a:lnTo>
                    <a:lnTo>
                      <a:pt x="31414" y="31166"/>
                    </a:lnTo>
                    <a:lnTo>
                      <a:pt x="31911" y="30710"/>
                    </a:lnTo>
                    <a:lnTo>
                      <a:pt x="32656" y="30131"/>
                    </a:lnTo>
                    <a:lnTo>
                      <a:pt x="33070" y="29758"/>
                    </a:lnTo>
                    <a:lnTo>
                      <a:pt x="33442" y="29386"/>
                    </a:lnTo>
                    <a:lnTo>
                      <a:pt x="33856" y="28931"/>
                    </a:lnTo>
                    <a:lnTo>
                      <a:pt x="34229" y="28475"/>
                    </a:lnTo>
                    <a:lnTo>
                      <a:pt x="34601" y="27937"/>
                    </a:lnTo>
                    <a:lnTo>
                      <a:pt x="34974" y="27399"/>
                    </a:lnTo>
                    <a:lnTo>
                      <a:pt x="35346" y="26820"/>
                    </a:lnTo>
                    <a:lnTo>
                      <a:pt x="35677" y="26199"/>
                    </a:lnTo>
                    <a:lnTo>
                      <a:pt x="36008" y="25537"/>
                    </a:lnTo>
                    <a:lnTo>
                      <a:pt x="36340" y="24875"/>
                    </a:lnTo>
                    <a:lnTo>
                      <a:pt x="36629" y="24171"/>
                    </a:lnTo>
                    <a:lnTo>
                      <a:pt x="36919" y="23426"/>
                    </a:lnTo>
                    <a:lnTo>
                      <a:pt x="37167" y="22681"/>
                    </a:lnTo>
                    <a:lnTo>
                      <a:pt x="37416" y="21936"/>
                    </a:lnTo>
                    <a:lnTo>
                      <a:pt x="37664" y="21150"/>
                    </a:lnTo>
                    <a:lnTo>
                      <a:pt x="37829" y="20363"/>
                    </a:lnTo>
                    <a:lnTo>
                      <a:pt x="37995" y="19535"/>
                    </a:lnTo>
                    <a:lnTo>
                      <a:pt x="38161" y="18749"/>
                    </a:lnTo>
                    <a:lnTo>
                      <a:pt x="38243" y="17921"/>
                    </a:lnTo>
                    <a:lnTo>
                      <a:pt x="38326" y="17052"/>
                    </a:lnTo>
                    <a:lnTo>
                      <a:pt x="38368" y="16224"/>
                    </a:lnTo>
                    <a:lnTo>
                      <a:pt x="38368" y="15397"/>
                    </a:lnTo>
                    <a:lnTo>
                      <a:pt x="38326" y="14527"/>
                    </a:lnTo>
                    <a:lnTo>
                      <a:pt x="38243" y="13700"/>
                    </a:lnTo>
                    <a:lnTo>
                      <a:pt x="38161" y="12872"/>
                    </a:lnTo>
                    <a:lnTo>
                      <a:pt x="37995" y="12044"/>
                    </a:lnTo>
                    <a:lnTo>
                      <a:pt x="37788" y="11216"/>
                    </a:lnTo>
                    <a:lnTo>
                      <a:pt x="37540" y="10389"/>
                    </a:lnTo>
                    <a:lnTo>
                      <a:pt x="37250" y="9602"/>
                    </a:lnTo>
                    <a:lnTo>
                      <a:pt x="36919" y="8816"/>
                    </a:lnTo>
                    <a:lnTo>
                      <a:pt x="36505" y="8029"/>
                    </a:lnTo>
                    <a:lnTo>
                      <a:pt x="36050" y="7284"/>
                    </a:lnTo>
                    <a:lnTo>
                      <a:pt x="35595" y="6540"/>
                    </a:lnTo>
                    <a:lnTo>
                      <a:pt x="35056" y="5877"/>
                    </a:lnTo>
                    <a:lnTo>
                      <a:pt x="34477" y="5256"/>
                    </a:lnTo>
                    <a:lnTo>
                      <a:pt x="33898" y="4636"/>
                    </a:lnTo>
                    <a:lnTo>
                      <a:pt x="33277" y="4098"/>
                    </a:lnTo>
                    <a:lnTo>
                      <a:pt x="32615" y="3560"/>
                    </a:lnTo>
                    <a:lnTo>
                      <a:pt x="31952" y="3104"/>
                    </a:lnTo>
                    <a:lnTo>
                      <a:pt x="31249" y="2649"/>
                    </a:lnTo>
                    <a:lnTo>
                      <a:pt x="30504" y="2235"/>
                    </a:lnTo>
                    <a:lnTo>
                      <a:pt x="29759" y="1863"/>
                    </a:lnTo>
                    <a:lnTo>
                      <a:pt x="29014" y="1531"/>
                    </a:lnTo>
                    <a:lnTo>
                      <a:pt x="28227" y="1242"/>
                    </a:lnTo>
                    <a:lnTo>
                      <a:pt x="27441" y="952"/>
                    </a:lnTo>
                    <a:lnTo>
                      <a:pt x="26613" y="745"/>
                    </a:lnTo>
                    <a:lnTo>
                      <a:pt x="25785" y="538"/>
                    </a:lnTo>
                    <a:lnTo>
                      <a:pt x="24958" y="373"/>
                    </a:lnTo>
                    <a:lnTo>
                      <a:pt x="24130" y="248"/>
                    </a:lnTo>
                    <a:lnTo>
                      <a:pt x="23302" y="124"/>
                    </a:lnTo>
                    <a:lnTo>
                      <a:pt x="22433" y="42"/>
                    </a:lnTo>
                    <a:lnTo>
                      <a:pt x="21605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49"/>
              <p:cNvSpPr/>
              <p:nvPr/>
            </p:nvSpPr>
            <p:spPr>
              <a:xfrm>
                <a:off x="3433350" y="1315250"/>
                <a:ext cx="116950" cy="208000"/>
              </a:xfrm>
              <a:custGeom>
                <a:rect b="b" l="l" r="r" t="t"/>
                <a:pathLst>
                  <a:path extrusionOk="0" h="8320" w="4678">
                    <a:moveTo>
                      <a:pt x="3808" y="0"/>
                    </a:moveTo>
                    <a:lnTo>
                      <a:pt x="3394" y="870"/>
                    </a:lnTo>
                    <a:lnTo>
                      <a:pt x="3021" y="1573"/>
                    </a:lnTo>
                    <a:lnTo>
                      <a:pt x="2690" y="2194"/>
                    </a:lnTo>
                    <a:lnTo>
                      <a:pt x="2359" y="2691"/>
                    </a:lnTo>
                    <a:lnTo>
                      <a:pt x="2028" y="3105"/>
                    </a:lnTo>
                    <a:lnTo>
                      <a:pt x="1738" y="3436"/>
                    </a:lnTo>
                    <a:lnTo>
                      <a:pt x="1490" y="3684"/>
                    </a:lnTo>
                    <a:lnTo>
                      <a:pt x="1242" y="3891"/>
                    </a:lnTo>
                    <a:lnTo>
                      <a:pt x="952" y="4057"/>
                    </a:lnTo>
                    <a:lnTo>
                      <a:pt x="580" y="4346"/>
                    </a:lnTo>
                    <a:lnTo>
                      <a:pt x="414" y="4553"/>
                    </a:lnTo>
                    <a:lnTo>
                      <a:pt x="248" y="4760"/>
                    </a:lnTo>
                    <a:lnTo>
                      <a:pt x="124" y="5008"/>
                    </a:lnTo>
                    <a:lnTo>
                      <a:pt x="42" y="5298"/>
                    </a:lnTo>
                    <a:lnTo>
                      <a:pt x="0" y="5505"/>
                    </a:lnTo>
                    <a:lnTo>
                      <a:pt x="42" y="5753"/>
                    </a:lnTo>
                    <a:lnTo>
                      <a:pt x="83" y="6126"/>
                    </a:lnTo>
                    <a:lnTo>
                      <a:pt x="207" y="6416"/>
                    </a:lnTo>
                    <a:lnTo>
                      <a:pt x="248" y="6540"/>
                    </a:lnTo>
                    <a:lnTo>
                      <a:pt x="497" y="6871"/>
                    </a:lnTo>
                    <a:lnTo>
                      <a:pt x="745" y="7119"/>
                    </a:lnTo>
                    <a:lnTo>
                      <a:pt x="952" y="7285"/>
                    </a:lnTo>
                    <a:lnTo>
                      <a:pt x="1118" y="7368"/>
                    </a:lnTo>
                    <a:lnTo>
                      <a:pt x="1449" y="7492"/>
                    </a:lnTo>
                    <a:lnTo>
                      <a:pt x="1738" y="7533"/>
                    </a:lnTo>
                    <a:lnTo>
                      <a:pt x="2028" y="7533"/>
                    </a:lnTo>
                    <a:lnTo>
                      <a:pt x="2401" y="7616"/>
                    </a:lnTo>
                    <a:lnTo>
                      <a:pt x="2773" y="7781"/>
                    </a:lnTo>
                    <a:lnTo>
                      <a:pt x="3104" y="7947"/>
                    </a:lnTo>
                    <a:lnTo>
                      <a:pt x="3353" y="8113"/>
                    </a:lnTo>
                    <a:lnTo>
                      <a:pt x="3560" y="8320"/>
                    </a:lnTo>
                    <a:lnTo>
                      <a:pt x="4677" y="4139"/>
                    </a:lnTo>
                    <a:lnTo>
                      <a:pt x="3808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49"/>
              <p:cNvSpPr/>
              <p:nvPr/>
            </p:nvSpPr>
            <p:spPr>
              <a:xfrm>
                <a:off x="3536800" y="1235575"/>
                <a:ext cx="170775" cy="79700"/>
              </a:xfrm>
              <a:custGeom>
                <a:rect b="b" l="l" r="r" t="t"/>
                <a:pathLst>
                  <a:path extrusionOk="0" h="3188" w="6831">
                    <a:moveTo>
                      <a:pt x="1657" y="1"/>
                    </a:moveTo>
                    <a:lnTo>
                      <a:pt x="1243" y="42"/>
                    </a:lnTo>
                    <a:lnTo>
                      <a:pt x="870" y="125"/>
                    </a:lnTo>
                    <a:lnTo>
                      <a:pt x="249" y="249"/>
                    </a:lnTo>
                    <a:lnTo>
                      <a:pt x="125" y="332"/>
                    </a:lnTo>
                    <a:lnTo>
                      <a:pt x="42" y="456"/>
                    </a:lnTo>
                    <a:lnTo>
                      <a:pt x="1" y="580"/>
                    </a:lnTo>
                    <a:lnTo>
                      <a:pt x="1" y="704"/>
                    </a:lnTo>
                    <a:lnTo>
                      <a:pt x="84" y="828"/>
                    </a:lnTo>
                    <a:lnTo>
                      <a:pt x="167" y="911"/>
                    </a:lnTo>
                    <a:lnTo>
                      <a:pt x="332" y="952"/>
                    </a:lnTo>
                    <a:lnTo>
                      <a:pt x="456" y="952"/>
                    </a:lnTo>
                    <a:lnTo>
                      <a:pt x="994" y="787"/>
                    </a:lnTo>
                    <a:lnTo>
                      <a:pt x="1325" y="746"/>
                    </a:lnTo>
                    <a:lnTo>
                      <a:pt x="1698" y="704"/>
                    </a:lnTo>
                    <a:lnTo>
                      <a:pt x="2112" y="704"/>
                    </a:lnTo>
                    <a:lnTo>
                      <a:pt x="2567" y="746"/>
                    </a:lnTo>
                    <a:lnTo>
                      <a:pt x="3064" y="828"/>
                    </a:lnTo>
                    <a:lnTo>
                      <a:pt x="3560" y="952"/>
                    </a:lnTo>
                    <a:lnTo>
                      <a:pt x="4098" y="1159"/>
                    </a:lnTo>
                    <a:lnTo>
                      <a:pt x="4554" y="1408"/>
                    </a:lnTo>
                    <a:lnTo>
                      <a:pt x="4968" y="1697"/>
                    </a:lnTo>
                    <a:lnTo>
                      <a:pt x="5340" y="2029"/>
                    </a:lnTo>
                    <a:lnTo>
                      <a:pt x="5630" y="2318"/>
                    </a:lnTo>
                    <a:lnTo>
                      <a:pt x="5878" y="2567"/>
                    </a:lnTo>
                    <a:lnTo>
                      <a:pt x="6168" y="3022"/>
                    </a:lnTo>
                    <a:lnTo>
                      <a:pt x="6292" y="3146"/>
                    </a:lnTo>
                    <a:lnTo>
                      <a:pt x="6458" y="3187"/>
                    </a:lnTo>
                    <a:lnTo>
                      <a:pt x="6582" y="3187"/>
                    </a:lnTo>
                    <a:lnTo>
                      <a:pt x="6665" y="3146"/>
                    </a:lnTo>
                    <a:lnTo>
                      <a:pt x="6747" y="3063"/>
                    </a:lnTo>
                    <a:lnTo>
                      <a:pt x="6830" y="2939"/>
                    </a:lnTo>
                    <a:lnTo>
                      <a:pt x="6830" y="2774"/>
                    </a:lnTo>
                    <a:lnTo>
                      <a:pt x="6789" y="2649"/>
                    </a:lnTo>
                    <a:lnTo>
                      <a:pt x="6416" y="2153"/>
                    </a:lnTo>
                    <a:lnTo>
                      <a:pt x="6126" y="1822"/>
                    </a:lnTo>
                    <a:lnTo>
                      <a:pt x="5795" y="1491"/>
                    </a:lnTo>
                    <a:lnTo>
                      <a:pt x="5381" y="1159"/>
                    </a:lnTo>
                    <a:lnTo>
                      <a:pt x="4926" y="828"/>
                    </a:lnTo>
                    <a:lnTo>
                      <a:pt x="4388" y="539"/>
                    </a:lnTo>
                    <a:lnTo>
                      <a:pt x="3767" y="290"/>
                    </a:lnTo>
                    <a:lnTo>
                      <a:pt x="3188" y="125"/>
                    </a:lnTo>
                    <a:lnTo>
                      <a:pt x="2650" y="42"/>
                    </a:lnTo>
                    <a:lnTo>
                      <a:pt x="215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49"/>
              <p:cNvSpPr/>
              <p:nvPr/>
            </p:nvSpPr>
            <p:spPr>
              <a:xfrm>
                <a:off x="3553375" y="1237650"/>
                <a:ext cx="68300" cy="101425"/>
              </a:xfrm>
              <a:custGeom>
                <a:rect b="b" l="l" r="r" t="t"/>
                <a:pathLst>
                  <a:path extrusionOk="0" h="4057" w="2732">
                    <a:moveTo>
                      <a:pt x="1325" y="0"/>
                    </a:moveTo>
                    <a:lnTo>
                      <a:pt x="1035" y="42"/>
                    </a:lnTo>
                    <a:lnTo>
                      <a:pt x="787" y="166"/>
                    </a:lnTo>
                    <a:lnTo>
                      <a:pt x="538" y="373"/>
                    </a:lnTo>
                    <a:lnTo>
                      <a:pt x="373" y="621"/>
                    </a:lnTo>
                    <a:lnTo>
                      <a:pt x="207" y="952"/>
                    </a:lnTo>
                    <a:lnTo>
                      <a:pt x="83" y="1283"/>
                    </a:lnTo>
                    <a:lnTo>
                      <a:pt x="0" y="1656"/>
                    </a:lnTo>
                    <a:lnTo>
                      <a:pt x="0" y="2070"/>
                    </a:lnTo>
                    <a:lnTo>
                      <a:pt x="42" y="2484"/>
                    </a:lnTo>
                    <a:lnTo>
                      <a:pt x="124" y="2856"/>
                    </a:lnTo>
                    <a:lnTo>
                      <a:pt x="249" y="3187"/>
                    </a:lnTo>
                    <a:lnTo>
                      <a:pt x="414" y="3477"/>
                    </a:lnTo>
                    <a:lnTo>
                      <a:pt x="621" y="3725"/>
                    </a:lnTo>
                    <a:lnTo>
                      <a:pt x="869" y="3932"/>
                    </a:lnTo>
                    <a:lnTo>
                      <a:pt x="1118" y="4015"/>
                    </a:lnTo>
                    <a:lnTo>
                      <a:pt x="1407" y="4056"/>
                    </a:lnTo>
                    <a:lnTo>
                      <a:pt x="1697" y="4015"/>
                    </a:lnTo>
                    <a:lnTo>
                      <a:pt x="1945" y="3891"/>
                    </a:lnTo>
                    <a:lnTo>
                      <a:pt x="2152" y="3725"/>
                    </a:lnTo>
                    <a:lnTo>
                      <a:pt x="2359" y="3436"/>
                    </a:lnTo>
                    <a:lnTo>
                      <a:pt x="2525" y="3146"/>
                    </a:lnTo>
                    <a:lnTo>
                      <a:pt x="2649" y="2815"/>
                    </a:lnTo>
                    <a:lnTo>
                      <a:pt x="2732" y="2442"/>
                    </a:lnTo>
                    <a:lnTo>
                      <a:pt x="2732" y="2028"/>
                    </a:lnTo>
                    <a:lnTo>
                      <a:pt x="2690" y="1614"/>
                    </a:lnTo>
                    <a:lnTo>
                      <a:pt x="2608" y="1242"/>
                    </a:lnTo>
                    <a:lnTo>
                      <a:pt x="2483" y="869"/>
                    </a:lnTo>
                    <a:lnTo>
                      <a:pt x="2318" y="580"/>
                    </a:lnTo>
                    <a:lnTo>
                      <a:pt x="2111" y="331"/>
                    </a:lnTo>
                    <a:lnTo>
                      <a:pt x="1863" y="166"/>
                    </a:lnTo>
                    <a:lnTo>
                      <a:pt x="1614" y="42"/>
                    </a:lnTo>
                    <a:lnTo>
                      <a:pt x="13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49"/>
              <p:cNvSpPr/>
              <p:nvPr/>
            </p:nvSpPr>
            <p:spPr>
              <a:xfrm>
                <a:off x="3531650" y="1577025"/>
                <a:ext cx="97275" cy="66250"/>
              </a:xfrm>
              <a:custGeom>
                <a:rect b="b" l="l" r="r" t="t"/>
                <a:pathLst>
                  <a:path extrusionOk="0" h="2650" w="3891">
                    <a:moveTo>
                      <a:pt x="3477" y="1"/>
                    </a:moveTo>
                    <a:lnTo>
                      <a:pt x="3352" y="42"/>
                    </a:lnTo>
                    <a:lnTo>
                      <a:pt x="3228" y="125"/>
                    </a:lnTo>
                    <a:lnTo>
                      <a:pt x="3187" y="249"/>
                    </a:lnTo>
                    <a:lnTo>
                      <a:pt x="3104" y="497"/>
                    </a:lnTo>
                    <a:lnTo>
                      <a:pt x="3021" y="704"/>
                    </a:lnTo>
                    <a:lnTo>
                      <a:pt x="2897" y="953"/>
                    </a:lnTo>
                    <a:lnTo>
                      <a:pt x="2732" y="1201"/>
                    </a:lnTo>
                    <a:lnTo>
                      <a:pt x="2483" y="1449"/>
                    </a:lnTo>
                    <a:lnTo>
                      <a:pt x="2194" y="1698"/>
                    </a:lnTo>
                    <a:lnTo>
                      <a:pt x="1821" y="1863"/>
                    </a:lnTo>
                    <a:lnTo>
                      <a:pt x="1614" y="1905"/>
                    </a:lnTo>
                    <a:lnTo>
                      <a:pt x="1407" y="1946"/>
                    </a:lnTo>
                    <a:lnTo>
                      <a:pt x="1035" y="1946"/>
                    </a:lnTo>
                    <a:lnTo>
                      <a:pt x="704" y="1905"/>
                    </a:lnTo>
                    <a:lnTo>
                      <a:pt x="455" y="1822"/>
                    </a:lnTo>
                    <a:lnTo>
                      <a:pt x="207" y="1822"/>
                    </a:lnTo>
                    <a:lnTo>
                      <a:pt x="83" y="1905"/>
                    </a:lnTo>
                    <a:lnTo>
                      <a:pt x="0" y="2029"/>
                    </a:lnTo>
                    <a:lnTo>
                      <a:pt x="0" y="2194"/>
                    </a:lnTo>
                    <a:lnTo>
                      <a:pt x="41" y="2318"/>
                    </a:lnTo>
                    <a:lnTo>
                      <a:pt x="124" y="2401"/>
                    </a:lnTo>
                    <a:lnTo>
                      <a:pt x="207" y="2484"/>
                    </a:lnTo>
                    <a:lnTo>
                      <a:pt x="621" y="2608"/>
                    </a:lnTo>
                    <a:lnTo>
                      <a:pt x="869" y="2650"/>
                    </a:lnTo>
                    <a:lnTo>
                      <a:pt x="1159" y="2650"/>
                    </a:lnTo>
                    <a:lnTo>
                      <a:pt x="1573" y="2608"/>
                    </a:lnTo>
                    <a:lnTo>
                      <a:pt x="2028" y="2525"/>
                    </a:lnTo>
                    <a:lnTo>
                      <a:pt x="2276" y="2401"/>
                    </a:lnTo>
                    <a:lnTo>
                      <a:pt x="2525" y="2277"/>
                    </a:lnTo>
                    <a:lnTo>
                      <a:pt x="2732" y="2153"/>
                    </a:lnTo>
                    <a:lnTo>
                      <a:pt x="2939" y="1987"/>
                    </a:lnTo>
                    <a:lnTo>
                      <a:pt x="3228" y="1656"/>
                    </a:lnTo>
                    <a:lnTo>
                      <a:pt x="3477" y="1325"/>
                    </a:lnTo>
                    <a:lnTo>
                      <a:pt x="3684" y="994"/>
                    </a:lnTo>
                    <a:lnTo>
                      <a:pt x="3766" y="704"/>
                    </a:lnTo>
                    <a:lnTo>
                      <a:pt x="3891" y="415"/>
                    </a:lnTo>
                    <a:lnTo>
                      <a:pt x="3891" y="290"/>
                    </a:lnTo>
                    <a:lnTo>
                      <a:pt x="3849" y="166"/>
                    </a:lnTo>
                    <a:lnTo>
                      <a:pt x="3725" y="42"/>
                    </a:lnTo>
                    <a:lnTo>
                      <a:pt x="36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49"/>
              <p:cNvSpPr/>
              <p:nvPr/>
            </p:nvSpPr>
            <p:spPr>
              <a:xfrm>
                <a:off x="3471625" y="1564625"/>
                <a:ext cx="143850" cy="85900"/>
              </a:xfrm>
              <a:custGeom>
                <a:rect b="b" l="l" r="r" t="t"/>
                <a:pathLst>
                  <a:path extrusionOk="0" h="3436" w="5754">
                    <a:moveTo>
                      <a:pt x="497" y="0"/>
                    </a:moveTo>
                    <a:lnTo>
                      <a:pt x="414" y="41"/>
                    </a:lnTo>
                    <a:lnTo>
                      <a:pt x="290" y="124"/>
                    </a:lnTo>
                    <a:lnTo>
                      <a:pt x="207" y="207"/>
                    </a:lnTo>
                    <a:lnTo>
                      <a:pt x="125" y="373"/>
                    </a:lnTo>
                    <a:lnTo>
                      <a:pt x="83" y="538"/>
                    </a:lnTo>
                    <a:lnTo>
                      <a:pt x="1" y="869"/>
                    </a:lnTo>
                    <a:lnTo>
                      <a:pt x="1" y="1200"/>
                    </a:lnTo>
                    <a:lnTo>
                      <a:pt x="83" y="1490"/>
                    </a:lnTo>
                    <a:lnTo>
                      <a:pt x="207" y="1738"/>
                    </a:lnTo>
                    <a:lnTo>
                      <a:pt x="373" y="1987"/>
                    </a:lnTo>
                    <a:lnTo>
                      <a:pt x="621" y="2194"/>
                    </a:lnTo>
                    <a:lnTo>
                      <a:pt x="870" y="2401"/>
                    </a:lnTo>
                    <a:lnTo>
                      <a:pt x="1118" y="2566"/>
                    </a:lnTo>
                    <a:lnTo>
                      <a:pt x="1656" y="2856"/>
                    </a:lnTo>
                    <a:lnTo>
                      <a:pt x="2070" y="3063"/>
                    </a:lnTo>
                    <a:lnTo>
                      <a:pt x="2442" y="3270"/>
                    </a:lnTo>
                    <a:lnTo>
                      <a:pt x="2898" y="3394"/>
                    </a:lnTo>
                    <a:lnTo>
                      <a:pt x="3105" y="3394"/>
                    </a:lnTo>
                    <a:lnTo>
                      <a:pt x="3353" y="3435"/>
                    </a:lnTo>
                    <a:lnTo>
                      <a:pt x="3601" y="3394"/>
                    </a:lnTo>
                    <a:lnTo>
                      <a:pt x="3850" y="3353"/>
                    </a:lnTo>
                    <a:lnTo>
                      <a:pt x="4305" y="3228"/>
                    </a:lnTo>
                    <a:lnTo>
                      <a:pt x="4677" y="3021"/>
                    </a:lnTo>
                    <a:lnTo>
                      <a:pt x="5008" y="2814"/>
                    </a:lnTo>
                    <a:lnTo>
                      <a:pt x="5298" y="2566"/>
                    </a:lnTo>
                    <a:lnTo>
                      <a:pt x="5505" y="2359"/>
                    </a:lnTo>
                    <a:lnTo>
                      <a:pt x="5753" y="2069"/>
                    </a:lnTo>
                    <a:lnTo>
                      <a:pt x="5215" y="2111"/>
                    </a:lnTo>
                    <a:lnTo>
                      <a:pt x="4719" y="2152"/>
                    </a:lnTo>
                    <a:lnTo>
                      <a:pt x="4264" y="2152"/>
                    </a:lnTo>
                    <a:lnTo>
                      <a:pt x="3850" y="2069"/>
                    </a:lnTo>
                    <a:lnTo>
                      <a:pt x="3477" y="1987"/>
                    </a:lnTo>
                    <a:lnTo>
                      <a:pt x="3146" y="1904"/>
                    </a:lnTo>
                    <a:lnTo>
                      <a:pt x="2856" y="1780"/>
                    </a:lnTo>
                    <a:lnTo>
                      <a:pt x="2567" y="1614"/>
                    </a:lnTo>
                    <a:lnTo>
                      <a:pt x="2153" y="1366"/>
                    </a:lnTo>
                    <a:lnTo>
                      <a:pt x="1822" y="1076"/>
                    </a:lnTo>
                    <a:lnTo>
                      <a:pt x="1242" y="497"/>
                    </a:lnTo>
                    <a:lnTo>
                      <a:pt x="994" y="290"/>
                    </a:lnTo>
                    <a:lnTo>
                      <a:pt x="787" y="124"/>
                    </a:lnTo>
                    <a:lnTo>
                      <a:pt x="580" y="41"/>
                    </a:lnTo>
                    <a:lnTo>
                      <a:pt x="4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49"/>
              <p:cNvSpPr/>
              <p:nvPr/>
            </p:nvSpPr>
            <p:spPr>
              <a:xfrm>
                <a:off x="3550275" y="1081400"/>
                <a:ext cx="43475" cy="48650"/>
              </a:xfrm>
              <a:custGeom>
                <a:rect b="b" l="l" r="r" t="t"/>
                <a:pathLst>
                  <a:path extrusionOk="0" h="1946" w="1739">
                    <a:moveTo>
                      <a:pt x="1531" y="1"/>
                    </a:moveTo>
                    <a:lnTo>
                      <a:pt x="1200" y="83"/>
                    </a:lnTo>
                    <a:lnTo>
                      <a:pt x="993" y="166"/>
                    </a:lnTo>
                    <a:lnTo>
                      <a:pt x="786" y="290"/>
                    </a:lnTo>
                    <a:lnTo>
                      <a:pt x="579" y="456"/>
                    </a:lnTo>
                    <a:lnTo>
                      <a:pt x="373" y="663"/>
                    </a:lnTo>
                    <a:lnTo>
                      <a:pt x="248" y="870"/>
                    </a:lnTo>
                    <a:lnTo>
                      <a:pt x="166" y="1077"/>
                    </a:lnTo>
                    <a:lnTo>
                      <a:pt x="41" y="1449"/>
                    </a:lnTo>
                    <a:lnTo>
                      <a:pt x="0" y="1739"/>
                    </a:lnTo>
                    <a:lnTo>
                      <a:pt x="41" y="1946"/>
                    </a:lnTo>
                    <a:lnTo>
                      <a:pt x="1738" y="1"/>
                    </a:lnTo>
                    <a:close/>
                  </a:path>
                </a:pathLst>
              </a:custGeom>
              <a:solidFill>
                <a:srgbClr val="98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49"/>
              <p:cNvSpPr/>
              <p:nvPr/>
            </p:nvSpPr>
            <p:spPr>
              <a:xfrm>
                <a:off x="3562675" y="1081400"/>
                <a:ext cx="213175" cy="93150"/>
              </a:xfrm>
              <a:custGeom>
                <a:rect b="b" l="l" r="r" t="t"/>
                <a:pathLst>
                  <a:path extrusionOk="0" h="3726" w="8527">
                    <a:moveTo>
                      <a:pt x="1449" y="1"/>
                    </a:moveTo>
                    <a:lnTo>
                      <a:pt x="1118" y="415"/>
                    </a:lnTo>
                    <a:lnTo>
                      <a:pt x="663" y="994"/>
                    </a:lnTo>
                    <a:lnTo>
                      <a:pt x="125" y="1573"/>
                    </a:lnTo>
                    <a:lnTo>
                      <a:pt x="42" y="1698"/>
                    </a:lnTo>
                    <a:lnTo>
                      <a:pt x="1" y="1822"/>
                    </a:lnTo>
                    <a:lnTo>
                      <a:pt x="42" y="1905"/>
                    </a:lnTo>
                    <a:lnTo>
                      <a:pt x="166" y="1946"/>
                    </a:lnTo>
                    <a:lnTo>
                      <a:pt x="456" y="2029"/>
                    </a:lnTo>
                    <a:lnTo>
                      <a:pt x="1532" y="2029"/>
                    </a:lnTo>
                    <a:lnTo>
                      <a:pt x="3022" y="2070"/>
                    </a:lnTo>
                    <a:lnTo>
                      <a:pt x="3850" y="2111"/>
                    </a:lnTo>
                    <a:lnTo>
                      <a:pt x="4719" y="2236"/>
                    </a:lnTo>
                    <a:lnTo>
                      <a:pt x="5340" y="2360"/>
                    </a:lnTo>
                    <a:lnTo>
                      <a:pt x="5878" y="2525"/>
                    </a:lnTo>
                    <a:lnTo>
                      <a:pt x="6416" y="2691"/>
                    </a:lnTo>
                    <a:lnTo>
                      <a:pt x="6913" y="2898"/>
                    </a:lnTo>
                    <a:lnTo>
                      <a:pt x="7823" y="3312"/>
                    </a:lnTo>
                    <a:lnTo>
                      <a:pt x="8527" y="3726"/>
                    </a:lnTo>
                    <a:lnTo>
                      <a:pt x="8361" y="3229"/>
                    </a:lnTo>
                    <a:lnTo>
                      <a:pt x="8154" y="2774"/>
                    </a:lnTo>
                    <a:lnTo>
                      <a:pt x="7782" y="2277"/>
                    </a:lnTo>
                    <a:lnTo>
                      <a:pt x="7409" y="1863"/>
                    </a:lnTo>
                    <a:lnTo>
                      <a:pt x="6995" y="1491"/>
                    </a:lnTo>
                    <a:lnTo>
                      <a:pt x="6499" y="1160"/>
                    </a:lnTo>
                    <a:lnTo>
                      <a:pt x="6002" y="870"/>
                    </a:lnTo>
                    <a:lnTo>
                      <a:pt x="5505" y="663"/>
                    </a:lnTo>
                    <a:lnTo>
                      <a:pt x="4967" y="456"/>
                    </a:lnTo>
                    <a:lnTo>
                      <a:pt x="4429" y="332"/>
                    </a:lnTo>
                    <a:lnTo>
                      <a:pt x="3933" y="208"/>
                    </a:lnTo>
                    <a:lnTo>
                      <a:pt x="3436" y="125"/>
                    </a:lnTo>
                    <a:lnTo>
                      <a:pt x="2567" y="42"/>
                    </a:lnTo>
                    <a:lnTo>
                      <a:pt x="1863" y="1"/>
                    </a:lnTo>
                    <a:close/>
                    <a:moveTo>
                      <a:pt x="8527" y="3726"/>
                    </a:moveTo>
                    <a:lnTo>
                      <a:pt x="8527" y="3726"/>
                    </a:lnTo>
                    <a:lnTo>
                      <a:pt x="8527" y="3726"/>
                    </a:lnTo>
                    <a:close/>
                  </a:path>
                </a:pathLst>
              </a:custGeom>
              <a:solidFill>
                <a:srgbClr val="98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49"/>
              <p:cNvSpPr/>
              <p:nvPr/>
            </p:nvSpPr>
            <p:spPr>
              <a:xfrm>
                <a:off x="3548200" y="1675325"/>
                <a:ext cx="49675" cy="24850"/>
              </a:xfrm>
              <a:custGeom>
                <a:rect b="b" l="l" r="r" t="t"/>
                <a:pathLst>
                  <a:path extrusionOk="0" h="994" w="1987">
                    <a:moveTo>
                      <a:pt x="1573" y="1"/>
                    </a:moveTo>
                    <a:lnTo>
                      <a:pt x="249" y="290"/>
                    </a:lnTo>
                    <a:lnTo>
                      <a:pt x="124" y="332"/>
                    </a:lnTo>
                    <a:lnTo>
                      <a:pt x="42" y="415"/>
                    </a:lnTo>
                    <a:lnTo>
                      <a:pt x="0" y="539"/>
                    </a:lnTo>
                    <a:lnTo>
                      <a:pt x="0" y="704"/>
                    </a:lnTo>
                    <a:lnTo>
                      <a:pt x="42" y="828"/>
                    </a:lnTo>
                    <a:lnTo>
                      <a:pt x="124" y="911"/>
                    </a:lnTo>
                    <a:lnTo>
                      <a:pt x="207" y="953"/>
                    </a:lnTo>
                    <a:lnTo>
                      <a:pt x="331" y="994"/>
                    </a:lnTo>
                    <a:lnTo>
                      <a:pt x="414" y="953"/>
                    </a:lnTo>
                    <a:lnTo>
                      <a:pt x="1739" y="704"/>
                    </a:lnTo>
                    <a:lnTo>
                      <a:pt x="1863" y="663"/>
                    </a:lnTo>
                    <a:lnTo>
                      <a:pt x="1945" y="539"/>
                    </a:lnTo>
                    <a:lnTo>
                      <a:pt x="1987" y="415"/>
                    </a:lnTo>
                    <a:lnTo>
                      <a:pt x="1987" y="290"/>
                    </a:lnTo>
                    <a:lnTo>
                      <a:pt x="1945" y="166"/>
                    </a:lnTo>
                    <a:lnTo>
                      <a:pt x="1863" y="83"/>
                    </a:lnTo>
                    <a:lnTo>
                      <a:pt x="17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49"/>
              <p:cNvSpPr/>
              <p:nvPr/>
            </p:nvSpPr>
            <p:spPr>
              <a:xfrm>
                <a:off x="3260550" y="4478375"/>
                <a:ext cx="2563000" cy="950925"/>
              </a:xfrm>
              <a:custGeom>
                <a:rect b="b" l="l" r="r" t="t"/>
                <a:pathLst>
                  <a:path extrusionOk="0" h="38037" w="102520">
                    <a:moveTo>
                      <a:pt x="24875" y="0"/>
                    </a:moveTo>
                    <a:lnTo>
                      <a:pt x="23550" y="41"/>
                    </a:lnTo>
                    <a:lnTo>
                      <a:pt x="22226" y="166"/>
                    </a:lnTo>
                    <a:lnTo>
                      <a:pt x="20943" y="290"/>
                    </a:lnTo>
                    <a:lnTo>
                      <a:pt x="19701" y="455"/>
                    </a:lnTo>
                    <a:lnTo>
                      <a:pt x="18459" y="704"/>
                    </a:lnTo>
                    <a:lnTo>
                      <a:pt x="17259" y="952"/>
                    </a:lnTo>
                    <a:lnTo>
                      <a:pt x="16100" y="1242"/>
                    </a:lnTo>
                    <a:lnTo>
                      <a:pt x="14983" y="1573"/>
                    </a:lnTo>
                    <a:lnTo>
                      <a:pt x="13865" y="1904"/>
                    </a:lnTo>
                    <a:lnTo>
                      <a:pt x="12789" y="2318"/>
                    </a:lnTo>
                    <a:lnTo>
                      <a:pt x="11755" y="2732"/>
                    </a:lnTo>
                    <a:lnTo>
                      <a:pt x="10761" y="3187"/>
                    </a:lnTo>
                    <a:lnTo>
                      <a:pt x="9809" y="3684"/>
                    </a:lnTo>
                    <a:lnTo>
                      <a:pt x="8857" y="4180"/>
                    </a:lnTo>
                    <a:lnTo>
                      <a:pt x="7988" y="4718"/>
                    </a:lnTo>
                    <a:lnTo>
                      <a:pt x="7160" y="5298"/>
                    </a:lnTo>
                    <a:lnTo>
                      <a:pt x="6333" y="5919"/>
                    </a:lnTo>
                    <a:lnTo>
                      <a:pt x="5588" y="6539"/>
                    </a:lnTo>
                    <a:lnTo>
                      <a:pt x="4843" y="7160"/>
                    </a:lnTo>
                    <a:lnTo>
                      <a:pt x="4180" y="7823"/>
                    </a:lnTo>
                    <a:lnTo>
                      <a:pt x="3560" y="8526"/>
                    </a:lnTo>
                    <a:lnTo>
                      <a:pt x="2980" y="9230"/>
                    </a:lnTo>
                    <a:lnTo>
                      <a:pt x="2442" y="9975"/>
                    </a:lnTo>
                    <a:lnTo>
                      <a:pt x="1946" y="10720"/>
                    </a:lnTo>
                    <a:lnTo>
                      <a:pt x="1532" y="11506"/>
                    </a:lnTo>
                    <a:lnTo>
                      <a:pt x="1159" y="12292"/>
                    </a:lnTo>
                    <a:lnTo>
                      <a:pt x="828" y="13120"/>
                    </a:lnTo>
                    <a:lnTo>
                      <a:pt x="538" y="13907"/>
                    </a:lnTo>
                    <a:lnTo>
                      <a:pt x="373" y="14486"/>
                    </a:lnTo>
                    <a:lnTo>
                      <a:pt x="249" y="15066"/>
                    </a:lnTo>
                    <a:lnTo>
                      <a:pt x="83" y="16224"/>
                    </a:lnTo>
                    <a:lnTo>
                      <a:pt x="0" y="17383"/>
                    </a:lnTo>
                    <a:lnTo>
                      <a:pt x="0" y="18542"/>
                    </a:lnTo>
                    <a:lnTo>
                      <a:pt x="83" y="19701"/>
                    </a:lnTo>
                    <a:lnTo>
                      <a:pt x="249" y="20860"/>
                    </a:lnTo>
                    <a:lnTo>
                      <a:pt x="497" y="22019"/>
                    </a:lnTo>
                    <a:lnTo>
                      <a:pt x="787" y="23136"/>
                    </a:lnTo>
                    <a:lnTo>
                      <a:pt x="1159" y="24254"/>
                    </a:lnTo>
                    <a:lnTo>
                      <a:pt x="1614" y="25371"/>
                    </a:lnTo>
                    <a:lnTo>
                      <a:pt x="2111" y="26447"/>
                    </a:lnTo>
                    <a:lnTo>
                      <a:pt x="2691" y="27441"/>
                    </a:lnTo>
                    <a:lnTo>
                      <a:pt x="3311" y="28434"/>
                    </a:lnTo>
                    <a:lnTo>
                      <a:pt x="3932" y="29386"/>
                    </a:lnTo>
                    <a:lnTo>
                      <a:pt x="4636" y="30296"/>
                    </a:lnTo>
                    <a:lnTo>
                      <a:pt x="5381" y="31124"/>
                    </a:lnTo>
                    <a:lnTo>
                      <a:pt x="6084" y="31869"/>
                    </a:lnTo>
                    <a:lnTo>
                      <a:pt x="6829" y="32573"/>
                    </a:lnTo>
                    <a:lnTo>
                      <a:pt x="7574" y="33194"/>
                    </a:lnTo>
                    <a:lnTo>
                      <a:pt x="8402" y="33815"/>
                    </a:lnTo>
                    <a:lnTo>
                      <a:pt x="9230" y="34353"/>
                    </a:lnTo>
                    <a:lnTo>
                      <a:pt x="10099" y="34849"/>
                    </a:lnTo>
                    <a:lnTo>
                      <a:pt x="11051" y="35304"/>
                    </a:lnTo>
                    <a:lnTo>
                      <a:pt x="12003" y="35718"/>
                    </a:lnTo>
                    <a:lnTo>
                      <a:pt x="12996" y="36132"/>
                    </a:lnTo>
                    <a:lnTo>
                      <a:pt x="14072" y="36463"/>
                    </a:lnTo>
                    <a:lnTo>
                      <a:pt x="15148" y="36753"/>
                    </a:lnTo>
                    <a:lnTo>
                      <a:pt x="16307" y="37043"/>
                    </a:lnTo>
                    <a:lnTo>
                      <a:pt x="17549" y="37250"/>
                    </a:lnTo>
                    <a:lnTo>
                      <a:pt x="18791" y="37457"/>
                    </a:lnTo>
                    <a:lnTo>
                      <a:pt x="20115" y="37622"/>
                    </a:lnTo>
                    <a:lnTo>
                      <a:pt x="21522" y="37788"/>
                    </a:lnTo>
                    <a:lnTo>
                      <a:pt x="22971" y="37871"/>
                    </a:lnTo>
                    <a:lnTo>
                      <a:pt x="24502" y="37953"/>
                    </a:lnTo>
                    <a:lnTo>
                      <a:pt x="26075" y="37995"/>
                    </a:lnTo>
                    <a:lnTo>
                      <a:pt x="27772" y="38036"/>
                    </a:lnTo>
                    <a:lnTo>
                      <a:pt x="31290" y="38036"/>
                    </a:lnTo>
                    <a:lnTo>
                      <a:pt x="35180" y="37912"/>
                    </a:lnTo>
                    <a:lnTo>
                      <a:pt x="39402" y="37746"/>
                    </a:lnTo>
                    <a:lnTo>
                      <a:pt x="43955" y="37539"/>
                    </a:lnTo>
                    <a:lnTo>
                      <a:pt x="54219" y="36919"/>
                    </a:lnTo>
                    <a:lnTo>
                      <a:pt x="69326" y="35967"/>
                    </a:lnTo>
                    <a:lnTo>
                      <a:pt x="82570" y="35098"/>
                    </a:lnTo>
                    <a:lnTo>
                      <a:pt x="102519" y="33732"/>
                    </a:lnTo>
                    <a:lnTo>
                      <a:pt x="92214" y="10058"/>
                    </a:lnTo>
                    <a:lnTo>
                      <a:pt x="74913" y="7367"/>
                    </a:lnTo>
                    <a:lnTo>
                      <a:pt x="57613" y="4594"/>
                    </a:lnTo>
                    <a:lnTo>
                      <a:pt x="30379" y="207"/>
                    </a:lnTo>
                    <a:lnTo>
                      <a:pt x="28972" y="83"/>
                    </a:lnTo>
                    <a:lnTo>
                      <a:pt x="276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49"/>
              <p:cNvSpPr/>
              <p:nvPr/>
            </p:nvSpPr>
            <p:spPr>
              <a:xfrm>
                <a:off x="4602575" y="3749925"/>
                <a:ext cx="1034725" cy="561875"/>
              </a:xfrm>
              <a:custGeom>
                <a:rect b="b" l="l" r="r" t="t"/>
                <a:pathLst>
                  <a:path extrusionOk="0" h="22475" w="41389">
                    <a:moveTo>
                      <a:pt x="31248" y="1"/>
                    </a:moveTo>
                    <a:lnTo>
                      <a:pt x="166" y="14652"/>
                    </a:lnTo>
                    <a:lnTo>
                      <a:pt x="0" y="22475"/>
                    </a:lnTo>
                    <a:lnTo>
                      <a:pt x="41388" y="11838"/>
                    </a:lnTo>
                    <a:lnTo>
                      <a:pt x="3124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49"/>
              <p:cNvSpPr/>
              <p:nvPr/>
            </p:nvSpPr>
            <p:spPr>
              <a:xfrm>
                <a:off x="3930000" y="1770525"/>
                <a:ext cx="1616250" cy="2531975"/>
              </a:xfrm>
              <a:custGeom>
                <a:rect b="b" l="l" r="r" t="t"/>
                <a:pathLst>
                  <a:path extrusionOk="0" h="101279" w="64650">
                    <a:moveTo>
                      <a:pt x="19288" y="0"/>
                    </a:moveTo>
                    <a:lnTo>
                      <a:pt x="7450" y="11341"/>
                    </a:lnTo>
                    <a:lnTo>
                      <a:pt x="6333" y="16721"/>
                    </a:lnTo>
                    <a:lnTo>
                      <a:pt x="5298" y="21895"/>
                    </a:lnTo>
                    <a:lnTo>
                      <a:pt x="4388" y="26862"/>
                    </a:lnTo>
                    <a:lnTo>
                      <a:pt x="3519" y="31621"/>
                    </a:lnTo>
                    <a:lnTo>
                      <a:pt x="2732" y="36133"/>
                    </a:lnTo>
                    <a:lnTo>
                      <a:pt x="2070" y="40478"/>
                    </a:lnTo>
                    <a:lnTo>
                      <a:pt x="1408" y="44534"/>
                    </a:lnTo>
                    <a:lnTo>
                      <a:pt x="870" y="48425"/>
                    </a:lnTo>
                    <a:lnTo>
                      <a:pt x="497" y="50950"/>
                    </a:lnTo>
                    <a:lnTo>
                      <a:pt x="208" y="53516"/>
                    </a:lnTo>
                    <a:lnTo>
                      <a:pt x="83" y="54757"/>
                    </a:lnTo>
                    <a:lnTo>
                      <a:pt x="42" y="55999"/>
                    </a:lnTo>
                    <a:lnTo>
                      <a:pt x="1" y="57241"/>
                    </a:lnTo>
                    <a:lnTo>
                      <a:pt x="42" y="58441"/>
                    </a:lnTo>
                    <a:lnTo>
                      <a:pt x="125" y="59641"/>
                    </a:lnTo>
                    <a:lnTo>
                      <a:pt x="290" y="60800"/>
                    </a:lnTo>
                    <a:lnTo>
                      <a:pt x="539" y="61876"/>
                    </a:lnTo>
                    <a:lnTo>
                      <a:pt x="663" y="62414"/>
                    </a:lnTo>
                    <a:lnTo>
                      <a:pt x="828" y="62911"/>
                    </a:lnTo>
                    <a:lnTo>
                      <a:pt x="1035" y="63449"/>
                    </a:lnTo>
                    <a:lnTo>
                      <a:pt x="1284" y="63946"/>
                    </a:lnTo>
                    <a:lnTo>
                      <a:pt x="1532" y="64401"/>
                    </a:lnTo>
                    <a:lnTo>
                      <a:pt x="1780" y="64856"/>
                    </a:lnTo>
                    <a:lnTo>
                      <a:pt x="2111" y="65311"/>
                    </a:lnTo>
                    <a:lnTo>
                      <a:pt x="2442" y="65725"/>
                    </a:lnTo>
                    <a:lnTo>
                      <a:pt x="2774" y="66139"/>
                    </a:lnTo>
                    <a:lnTo>
                      <a:pt x="3187" y="66553"/>
                    </a:lnTo>
                    <a:lnTo>
                      <a:pt x="3684" y="66967"/>
                    </a:lnTo>
                    <a:lnTo>
                      <a:pt x="4181" y="67339"/>
                    </a:lnTo>
                    <a:lnTo>
                      <a:pt x="4719" y="67671"/>
                    </a:lnTo>
                    <a:lnTo>
                      <a:pt x="5257" y="68002"/>
                    </a:lnTo>
                    <a:lnTo>
                      <a:pt x="5795" y="68250"/>
                    </a:lnTo>
                    <a:lnTo>
                      <a:pt x="6374" y="68498"/>
                    </a:lnTo>
                    <a:lnTo>
                      <a:pt x="6912" y="68664"/>
                    </a:lnTo>
                    <a:lnTo>
                      <a:pt x="7492" y="68829"/>
                    </a:lnTo>
                    <a:lnTo>
                      <a:pt x="8071" y="68995"/>
                    </a:lnTo>
                    <a:lnTo>
                      <a:pt x="8609" y="69078"/>
                    </a:lnTo>
                    <a:lnTo>
                      <a:pt x="9727" y="69243"/>
                    </a:lnTo>
                    <a:lnTo>
                      <a:pt x="10803" y="69326"/>
                    </a:lnTo>
                    <a:lnTo>
                      <a:pt x="11755" y="69368"/>
                    </a:lnTo>
                    <a:lnTo>
                      <a:pt x="16018" y="100202"/>
                    </a:lnTo>
                    <a:lnTo>
                      <a:pt x="16639" y="100409"/>
                    </a:lnTo>
                    <a:lnTo>
                      <a:pt x="17384" y="100657"/>
                    </a:lnTo>
                    <a:lnTo>
                      <a:pt x="18253" y="100906"/>
                    </a:lnTo>
                    <a:lnTo>
                      <a:pt x="19205" y="101071"/>
                    </a:lnTo>
                    <a:lnTo>
                      <a:pt x="19826" y="101195"/>
                    </a:lnTo>
                    <a:lnTo>
                      <a:pt x="20405" y="101237"/>
                    </a:lnTo>
                    <a:lnTo>
                      <a:pt x="21564" y="101278"/>
                    </a:lnTo>
                    <a:lnTo>
                      <a:pt x="22681" y="101237"/>
                    </a:lnTo>
                    <a:lnTo>
                      <a:pt x="23758" y="101071"/>
                    </a:lnTo>
                    <a:lnTo>
                      <a:pt x="24792" y="100864"/>
                    </a:lnTo>
                    <a:lnTo>
                      <a:pt x="25827" y="100574"/>
                    </a:lnTo>
                    <a:lnTo>
                      <a:pt x="26779" y="100243"/>
                    </a:lnTo>
                    <a:lnTo>
                      <a:pt x="27772" y="99871"/>
                    </a:lnTo>
                    <a:lnTo>
                      <a:pt x="28724" y="99416"/>
                    </a:lnTo>
                    <a:lnTo>
                      <a:pt x="29635" y="98960"/>
                    </a:lnTo>
                    <a:lnTo>
                      <a:pt x="31456" y="98008"/>
                    </a:lnTo>
                    <a:lnTo>
                      <a:pt x="33277" y="97015"/>
                    </a:lnTo>
                    <a:lnTo>
                      <a:pt x="34187" y="96560"/>
                    </a:lnTo>
                    <a:lnTo>
                      <a:pt x="35057" y="96104"/>
                    </a:lnTo>
                    <a:lnTo>
                      <a:pt x="36340" y="95525"/>
                    </a:lnTo>
                    <a:lnTo>
                      <a:pt x="37581" y="95028"/>
                    </a:lnTo>
                    <a:lnTo>
                      <a:pt x="38823" y="94573"/>
                    </a:lnTo>
                    <a:lnTo>
                      <a:pt x="40065" y="94201"/>
                    </a:lnTo>
                    <a:lnTo>
                      <a:pt x="41265" y="93911"/>
                    </a:lnTo>
                    <a:lnTo>
                      <a:pt x="42465" y="93663"/>
                    </a:lnTo>
                    <a:lnTo>
                      <a:pt x="43624" y="93414"/>
                    </a:lnTo>
                    <a:lnTo>
                      <a:pt x="44783" y="93249"/>
                    </a:lnTo>
                    <a:lnTo>
                      <a:pt x="45900" y="93125"/>
                    </a:lnTo>
                    <a:lnTo>
                      <a:pt x="47018" y="93042"/>
                    </a:lnTo>
                    <a:lnTo>
                      <a:pt x="49170" y="92918"/>
                    </a:lnTo>
                    <a:lnTo>
                      <a:pt x="51239" y="92876"/>
                    </a:lnTo>
                    <a:lnTo>
                      <a:pt x="55006" y="92876"/>
                    </a:lnTo>
                    <a:lnTo>
                      <a:pt x="56744" y="92835"/>
                    </a:lnTo>
                    <a:lnTo>
                      <a:pt x="57530" y="92793"/>
                    </a:lnTo>
                    <a:lnTo>
                      <a:pt x="58317" y="92711"/>
                    </a:lnTo>
                    <a:lnTo>
                      <a:pt x="59020" y="92628"/>
                    </a:lnTo>
                    <a:lnTo>
                      <a:pt x="59724" y="92504"/>
                    </a:lnTo>
                    <a:lnTo>
                      <a:pt x="60386" y="92297"/>
                    </a:lnTo>
                    <a:lnTo>
                      <a:pt x="61007" y="92090"/>
                    </a:lnTo>
                    <a:lnTo>
                      <a:pt x="61586" y="91841"/>
                    </a:lnTo>
                    <a:lnTo>
                      <a:pt x="62125" y="91510"/>
                    </a:lnTo>
                    <a:lnTo>
                      <a:pt x="62621" y="91138"/>
                    </a:lnTo>
                    <a:lnTo>
                      <a:pt x="63076" y="90724"/>
                    </a:lnTo>
                    <a:lnTo>
                      <a:pt x="63490" y="90186"/>
                    </a:lnTo>
                    <a:lnTo>
                      <a:pt x="63821" y="89606"/>
                    </a:lnTo>
                    <a:lnTo>
                      <a:pt x="64070" y="89151"/>
                    </a:lnTo>
                    <a:lnTo>
                      <a:pt x="64277" y="88655"/>
                    </a:lnTo>
                    <a:lnTo>
                      <a:pt x="64401" y="88199"/>
                    </a:lnTo>
                    <a:lnTo>
                      <a:pt x="64525" y="87785"/>
                    </a:lnTo>
                    <a:lnTo>
                      <a:pt x="64649" y="86958"/>
                    </a:lnTo>
                    <a:lnTo>
                      <a:pt x="64649" y="86254"/>
                    </a:lnTo>
                    <a:lnTo>
                      <a:pt x="63408" y="83233"/>
                    </a:lnTo>
                    <a:lnTo>
                      <a:pt x="62249" y="80294"/>
                    </a:lnTo>
                    <a:lnTo>
                      <a:pt x="60014" y="74624"/>
                    </a:lnTo>
                    <a:lnTo>
                      <a:pt x="58027" y="69202"/>
                    </a:lnTo>
                    <a:lnTo>
                      <a:pt x="56206" y="64111"/>
                    </a:lnTo>
                    <a:lnTo>
                      <a:pt x="54550" y="59351"/>
                    </a:lnTo>
                    <a:lnTo>
                      <a:pt x="53102" y="54882"/>
                    </a:lnTo>
                    <a:lnTo>
                      <a:pt x="51819" y="50784"/>
                    </a:lnTo>
                    <a:lnTo>
                      <a:pt x="50660" y="47018"/>
                    </a:lnTo>
                    <a:lnTo>
                      <a:pt x="48922" y="41058"/>
                    </a:lnTo>
                    <a:lnTo>
                      <a:pt x="47349" y="35636"/>
                    </a:lnTo>
                    <a:lnTo>
                      <a:pt x="46563" y="33070"/>
                    </a:lnTo>
                    <a:lnTo>
                      <a:pt x="45776" y="30628"/>
                    </a:lnTo>
                    <a:lnTo>
                      <a:pt x="44948" y="28269"/>
                    </a:lnTo>
                    <a:lnTo>
                      <a:pt x="44121" y="25992"/>
                    </a:lnTo>
                    <a:lnTo>
                      <a:pt x="43210" y="23799"/>
                    </a:lnTo>
                    <a:lnTo>
                      <a:pt x="42713" y="22723"/>
                    </a:lnTo>
                    <a:lnTo>
                      <a:pt x="42217" y="21688"/>
                    </a:lnTo>
                    <a:lnTo>
                      <a:pt x="41720" y="20653"/>
                    </a:lnTo>
                    <a:lnTo>
                      <a:pt x="41182" y="19619"/>
                    </a:lnTo>
                    <a:lnTo>
                      <a:pt x="40603" y="18625"/>
                    </a:lnTo>
                    <a:lnTo>
                      <a:pt x="40023" y="17632"/>
                    </a:lnTo>
                    <a:lnTo>
                      <a:pt x="39402" y="16639"/>
                    </a:lnTo>
                    <a:lnTo>
                      <a:pt x="38740" y="15687"/>
                    </a:lnTo>
                    <a:lnTo>
                      <a:pt x="38078" y="14693"/>
                    </a:lnTo>
                    <a:lnTo>
                      <a:pt x="37333" y="13741"/>
                    </a:lnTo>
                    <a:lnTo>
                      <a:pt x="36588" y="12831"/>
                    </a:lnTo>
                    <a:lnTo>
                      <a:pt x="35802" y="11879"/>
                    </a:lnTo>
                    <a:lnTo>
                      <a:pt x="34974" y="10968"/>
                    </a:lnTo>
                    <a:lnTo>
                      <a:pt x="34105" y="10016"/>
                    </a:lnTo>
                    <a:lnTo>
                      <a:pt x="33070" y="9023"/>
                    </a:lnTo>
                    <a:lnTo>
                      <a:pt x="32077" y="8113"/>
                    </a:lnTo>
                    <a:lnTo>
                      <a:pt x="31083" y="7202"/>
                    </a:lnTo>
                    <a:lnTo>
                      <a:pt x="30049" y="6374"/>
                    </a:lnTo>
                    <a:lnTo>
                      <a:pt x="29055" y="5588"/>
                    </a:lnTo>
                    <a:lnTo>
                      <a:pt x="28062" y="4884"/>
                    </a:lnTo>
                    <a:lnTo>
                      <a:pt x="27069" y="4181"/>
                    </a:lnTo>
                    <a:lnTo>
                      <a:pt x="26075" y="3560"/>
                    </a:lnTo>
                    <a:lnTo>
                      <a:pt x="25123" y="2980"/>
                    </a:lnTo>
                    <a:lnTo>
                      <a:pt x="24213" y="2442"/>
                    </a:lnTo>
                    <a:lnTo>
                      <a:pt x="22433" y="1449"/>
                    </a:lnTo>
                    <a:lnTo>
                      <a:pt x="20778" y="663"/>
                    </a:lnTo>
                    <a:lnTo>
                      <a:pt x="192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49"/>
              <p:cNvSpPr/>
              <p:nvPr/>
            </p:nvSpPr>
            <p:spPr>
              <a:xfrm>
                <a:off x="4040725" y="2131625"/>
                <a:ext cx="560825" cy="1371025"/>
              </a:xfrm>
              <a:custGeom>
                <a:rect b="b" l="l" r="r" t="t"/>
                <a:pathLst>
                  <a:path extrusionOk="0" h="54841" w="22433">
                    <a:moveTo>
                      <a:pt x="13369" y="1"/>
                    </a:moveTo>
                    <a:lnTo>
                      <a:pt x="12706" y="84"/>
                    </a:lnTo>
                    <a:lnTo>
                      <a:pt x="12044" y="167"/>
                    </a:lnTo>
                    <a:lnTo>
                      <a:pt x="11423" y="332"/>
                    </a:lnTo>
                    <a:lnTo>
                      <a:pt x="10844" y="498"/>
                    </a:lnTo>
                    <a:lnTo>
                      <a:pt x="10264" y="705"/>
                    </a:lnTo>
                    <a:lnTo>
                      <a:pt x="9768" y="953"/>
                    </a:lnTo>
                    <a:lnTo>
                      <a:pt x="9271" y="1201"/>
                    </a:lnTo>
                    <a:lnTo>
                      <a:pt x="8816" y="1450"/>
                    </a:lnTo>
                    <a:lnTo>
                      <a:pt x="8402" y="1698"/>
                    </a:lnTo>
                    <a:lnTo>
                      <a:pt x="7657" y="2277"/>
                    </a:lnTo>
                    <a:lnTo>
                      <a:pt x="7036" y="2774"/>
                    </a:lnTo>
                    <a:lnTo>
                      <a:pt x="6622" y="3229"/>
                    </a:lnTo>
                    <a:lnTo>
                      <a:pt x="6291" y="3560"/>
                    </a:lnTo>
                    <a:lnTo>
                      <a:pt x="1863" y="39568"/>
                    </a:lnTo>
                    <a:lnTo>
                      <a:pt x="0" y="54841"/>
                    </a:lnTo>
                    <a:lnTo>
                      <a:pt x="6995" y="54013"/>
                    </a:lnTo>
                    <a:lnTo>
                      <a:pt x="13989" y="53102"/>
                    </a:lnTo>
                    <a:lnTo>
                      <a:pt x="14610" y="51281"/>
                    </a:lnTo>
                    <a:lnTo>
                      <a:pt x="15190" y="49419"/>
                    </a:lnTo>
                    <a:lnTo>
                      <a:pt x="15769" y="47515"/>
                    </a:lnTo>
                    <a:lnTo>
                      <a:pt x="16349" y="45570"/>
                    </a:lnTo>
                    <a:lnTo>
                      <a:pt x="16804" y="43873"/>
                    </a:lnTo>
                    <a:lnTo>
                      <a:pt x="17259" y="42176"/>
                    </a:lnTo>
                    <a:lnTo>
                      <a:pt x="17714" y="40438"/>
                    </a:lnTo>
                    <a:lnTo>
                      <a:pt x="18128" y="38658"/>
                    </a:lnTo>
                    <a:lnTo>
                      <a:pt x="18625" y="36423"/>
                    </a:lnTo>
                    <a:lnTo>
                      <a:pt x="19122" y="34146"/>
                    </a:lnTo>
                    <a:lnTo>
                      <a:pt x="19577" y="31829"/>
                    </a:lnTo>
                    <a:lnTo>
                      <a:pt x="19991" y="29470"/>
                    </a:lnTo>
                    <a:lnTo>
                      <a:pt x="20405" y="27069"/>
                    </a:lnTo>
                    <a:lnTo>
                      <a:pt x="20777" y="24627"/>
                    </a:lnTo>
                    <a:lnTo>
                      <a:pt x="21108" y="22102"/>
                    </a:lnTo>
                    <a:lnTo>
                      <a:pt x="21439" y="19578"/>
                    </a:lnTo>
                    <a:lnTo>
                      <a:pt x="21812" y="15687"/>
                    </a:lnTo>
                    <a:lnTo>
                      <a:pt x="22102" y="11879"/>
                    </a:lnTo>
                    <a:lnTo>
                      <a:pt x="22308" y="8196"/>
                    </a:lnTo>
                    <a:lnTo>
                      <a:pt x="22433" y="4595"/>
                    </a:lnTo>
                    <a:lnTo>
                      <a:pt x="21977" y="4016"/>
                    </a:lnTo>
                    <a:lnTo>
                      <a:pt x="21481" y="3478"/>
                    </a:lnTo>
                    <a:lnTo>
                      <a:pt x="20984" y="2940"/>
                    </a:lnTo>
                    <a:lnTo>
                      <a:pt x="20446" y="2484"/>
                    </a:lnTo>
                    <a:lnTo>
                      <a:pt x="19867" y="2029"/>
                    </a:lnTo>
                    <a:lnTo>
                      <a:pt x="19287" y="1615"/>
                    </a:lnTo>
                    <a:lnTo>
                      <a:pt x="18708" y="1284"/>
                    </a:lnTo>
                    <a:lnTo>
                      <a:pt x="18087" y="953"/>
                    </a:lnTo>
                    <a:lnTo>
                      <a:pt x="17425" y="705"/>
                    </a:lnTo>
                    <a:lnTo>
                      <a:pt x="16804" y="456"/>
                    </a:lnTo>
                    <a:lnTo>
                      <a:pt x="16142" y="291"/>
                    </a:lnTo>
                    <a:lnTo>
                      <a:pt x="15438" y="125"/>
                    </a:lnTo>
                    <a:lnTo>
                      <a:pt x="14776" y="42"/>
                    </a:lnTo>
                    <a:lnTo>
                      <a:pt x="14072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49"/>
              <p:cNvSpPr/>
              <p:nvPr/>
            </p:nvSpPr>
            <p:spPr>
              <a:xfrm>
                <a:off x="4087275" y="3024600"/>
                <a:ext cx="406675" cy="246275"/>
              </a:xfrm>
              <a:custGeom>
                <a:rect b="b" l="l" r="r" t="t"/>
                <a:pathLst>
                  <a:path extrusionOk="0" h="9851" w="16267">
                    <a:moveTo>
                      <a:pt x="15770" y="0"/>
                    </a:moveTo>
                    <a:lnTo>
                      <a:pt x="7906" y="1904"/>
                    </a:lnTo>
                    <a:lnTo>
                      <a:pt x="1" y="3849"/>
                    </a:lnTo>
                    <a:lnTo>
                      <a:pt x="3643" y="5339"/>
                    </a:lnTo>
                    <a:lnTo>
                      <a:pt x="7244" y="6829"/>
                    </a:lnTo>
                    <a:lnTo>
                      <a:pt x="14487" y="9851"/>
                    </a:lnTo>
                    <a:lnTo>
                      <a:pt x="14942" y="8154"/>
                    </a:lnTo>
                    <a:lnTo>
                      <a:pt x="15397" y="6457"/>
                    </a:lnTo>
                    <a:lnTo>
                      <a:pt x="15852" y="4719"/>
                    </a:lnTo>
                    <a:lnTo>
                      <a:pt x="16266" y="2939"/>
                    </a:lnTo>
                    <a:lnTo>
                      <a:pt x="157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49"/>
              <p:cNvSpPr/>
              <p:nvPr/>
            </p:nvSpPr>
            <p:spPr>
              <a:xfrm>
                <a:off x="4015875" y="2092325"/>
                <a:ext cx="645700" cy="1091650"/>
              </a:xfrm>
              <a:custGeom>
                <a:rect b="b" l="l" r="r" t="t"/>
                <a:pathLst>
                  <a:path extrusionOk="0" h="43666" w="25828">
                    <a:moveTo>
                      <a:pt x="16266" y="0"/>
                    </a:moveTo>
                    <a:lnTo>
                      <a:pt x="15687" y="42"/>
                    </a:lnTo>
                    <a:lnTo>
                      <a:pt x="15149" y="83"/>
                    </a:lnTo>
                    <a:lnTo>
                      <a:pt x="14611" y="166"/>
                    </a:lnTo>
                    <a:lnTo>
                      <a:pt x="14031" y="249"/>
                    </a:lnTo>
                    <a:lnTo>
                      <a:pt x="13452" y="414"/>
                    </a:lnTo>
                    <a:lnTo>
                      <a:pt x="12914" y="580"/>
                    </a:lnTo>
                    <a:lnTo>
                      <a:pt x="12335" y="787"/>
                    </a:lnTo>
                    <a:lnTo>
                      <a:pt x="11755" y="994"/>
                    </a:lnTo>
                    <a:lnTo>
                      <a:pt x="11176" y="1242"/>
                    </a:lnTo>
                    <a:lnTo>
                      <a:pt x="10638" y="1532"/>
                    </a:lnTo>
                    <a:lnTo>
                      <a:pt x="10058" y="1863"/>
                    </a:lnTo>
                    <a:lnTo>
                      <a:pt x="9520" y="2194"/>
                    </a:lnTo>
                    <a:lnTo>
                      <a:pt x="8941" y="2566"/>
                    </a:lnTo>
                    <a:lnTo>
                      <a:pt x="8403" y="2980"/>
                    </a:lnTo>
                    <a:lnTo>
                      <a:pt x="7865" y="3435"/>
                    </a:lnTo>
                    <a:lnTo>
                      <a:pt x="7327" y="3891"/>
                    </a:lnTo>
                    <a:lnTo>
                      <a:pt x="6830" y="4387"/>
                    </a:lnTo>
                    <a:lnTo>
                      <a:pt x="6333" y="4884"/>
                    </a:lnTo>
                    <a:lnTo>
                      <a:pt x="5837" y="5463"/>
                    </a:lnTo>
                    <a:lnTo>
                      <a:pt x="5340" y="6043"/>
                    </a:lnTo>
                    <a:lnTo>
                      <a:pt x="4885" y="6622"/>
                    </a:lnTo>
                    <a:lnTo>
                      <a:pt x="4429" y="7243"/>
                    </a:lnTo>
                    <a:lnTo>
                      <a:pt x="4015" y="7905"/>
                    </a:lnTo>
                    <a:lnTo>
                      <a:pt x="3602" y="8609"/>
                    </a:lnTo>
                    <a:lnTo>
                      <a:pt x="3188" y="9313"/>
                    </a:lnTo>
                    <a:lnTo>
                      <a:pt x="2815" y="10058"/>
                    </a:lnTo>
                    <a:lnTo>
                      <a:pt x="1" y="40809"/>
                    </a:lnTo>
                    <a:lnTo>
                      <a:pt x="25827" y="43665"/>
                    </a:lnTo>
                    <a:lnTo>
                      <a:pt x="24999" y="7243"/>
                    </a:lnTo>
                    <a:lnTo>
                      <a:pt x="24751" y="6622"/>
                    </a:lnTo>
                    <a:lnTo>
                      <a:pt x="24379" y="5795"/>
                    </a:lnTo>
                    <a:lnTo>
                      <a:pt x="23923" y="4884"/>
                    </a:lnTo>
                    <a:lnTo>
                      <a:pt x="23634" y="4387"/>
                    </a:lnTo>
                    <a:lnTo>
                      <a:pt x="23302" y="3891"/>
                    </a:lnTo>
                    <a:lnTo>
                      <a:pt x="22971" y="3435"/>
                    </a:lnTo>
                    <a:lnTo>
                      <a:pt x="22557" y="2939"/>
                    </a:lnTo>
                    <a:lnTo>
                      <a:pt x="22102" y="2442"/>
                    </a:lnTo>
                    <a:lnTo>
                      <a:pt x="21647" y="2028"/>
                    </a:lnTo>
                    <a:lnTo>
                      <a:pt x="21150" y="1573"/>
                    </a:lnTo>
                    <a:lnTo>
                      <a:pt x="20571" y="1200"/>
                    </a:lnTo>
                    <a:lnTo>
                      <a:pt x="19950" y="869"/>
                    </a:lnTo>
                    <a:lnTo>
                      <a:pt x="19329" y="580"/>
                    </a:lnTo>
                    <a:lnTo>
                      <a:pt x="18833" y="414"/>
                    </a:lnTo>
                    <a:lnTo>
                      <a:pt x="18336" y="249"/>
                    </a:lnTo>
                    <a:lnTo>
                      <a:pt x="17839" y="166"/>
                    </a:lnTo>
                    <a:lnTo>
                      <a:pt x="17301" y="83"/>
                    </a:lnTo>
                    <a:lnTo>
                      <a:pt x="16804" y="42"/>
                    </a:lnTo>
                    <a:lnTo>
                      <a:pt x="162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49"/>
              <p:cNvSpPr/>
              <p:nvPr/>
            </p:nvSpPr>
            <p:spPr>
              <a:xfrm>
                <a:off x="3843075" y="4876725"/>
                <a:ext cx="1777675" cy="157300"/>
              </a:xfrm>
              <a:custGeom>
                <a:rect b="b" l="l" r="r" t="t"/>
                <a:pathLst>
                  <a:path extrusionOk="0" h="6292" w="71107">
                    <a:moveTo>
                      <a:pt x="70692" y="1"/>
                    </a:moveTo>
                    <a:lnTo>
                      <a:pt x="67092" y="787"/>
                    </a:lnTo>
                    <a:lnTo>
                      <a:pt x="63449" y="1532"/>
                    </a:lnTo>
                    <a:lnTo>
                      <a:pt x="59807" y="2194"/>
                    </a:lnTo>
                    <a:lnTo>
                      <a:pt x="56165" y="2815"/>
                    </a:lnTo>
                    <a:lnTo>
                      <a:pt x="52523" y="3395"/>
                    </a:lnTo>
                    <a:lnTo>
                      <a:pt x="48881" y="3891"/>
                    </a:lnTo>
                    <a:lnTo>
                      <a:pt x="45197" y="4305"/>
                    </a:lnTo>
                    <a:lnTo>
                      <a:pt x="41513" y="4678"/>
                    </a:lnTo>
                    <a:lnTo>
                      <a:pt x="38989" y="4885"/>
                    </a:lnTo>
                    <a:lnTo>
                      <a:pt x="36423" y="5091"/>
                    </a:lnTo>
                    <a:lnTo>
                      <a:pt x="33857" y="5257"/>
                    </a:lnTo>
                    <a:lnTo>
                      <a:pt x="31291" y="5381"/>
                    </a:lnTo>
                    <a:lnTo>
                      <a:pt x="28724" y="5464"/>
                    </a:lnTo>
                    <a:lnTo>
                      <a:pt x="26117" y="5547"/>
                    </a:lnTo>
                    <a:lnTo>
                      <a:pt x="23551" y="5588"/>
                    </a:lnTo>
                    <a:lnTo>
                      <a:pt x="20985" y="5588"/>
                    </a:lnTo>
                    <a:lnTo>
                      <a:pt x="18419" y="5547"/>
                    </a:lnTo>
                    <a:lnTo>
                      <a:pt x="15811" y="5505"/>
                    </a:lnTo>
                    <a:lnTo>
                      <a:pt x="13245" y="5423"/>
                    </a:lnTo>
                    <a:lnTo>
                      <a:pt x="10679" y="5298"/>
                    </a:lnTo>
                    <a:lnTo>
                      <a:pt x="8113" y="5133"/>
                    </a:lnTo>
                    <a:lnTo>
                      <a:pt x="5547" y="4967"/>
                    </a:lnTo>
                    <a:lnTo>
                      <a:pt x="2981" y="4760"/>
                    </a:lnTo>
                    <a:lnTo>
                      <a:pt x="415" y="4512"/>
                    </a:lnTo>
                    <a:lnTo>
                      <a:pt x="249" y="4512"/>
                    </a:lnTo>
                    <a:lnTo>
                      <a:pt x="125" y="4595"/>
                    </a:lnTo>
                    <a:lnTo>
                      <a:pt x="42" y="4719"/>
                    </a:lnTo>
                    <a:lnTo>
                      <a:pt x="1" y="4843"/>
                    </a:lnTo>
                    <a:lnTo>
                      <a:pt x="42" y="4967"/>
                    </a:lnTo>
                    <a:lnTo>
                      <a:pt x="84" y="5091"/>
                    </a:lnTo>
                    <a:lnTo>
                      <a:pt x="208" y="5174"/>
                    </a:lnTo>
                    <a:lnTo>
                      <a:pt x="332" y="5216"/>
                    </a:lnTo>
                    <a:lnTo>
                      <a:pt x="3022" y="5464"/>
                    </a:lnTo>
                    <a:lnTo>
                      <a:pt x="5671" y="5671"/>
                    </a:lnTo>
                    <a:lnTo>
                      <a:pt x="8361" y="5878"/>
                    </a:lnTo>
                    <a:lnTo>
                      <a:pt x="11052" y="6002"/>
                    </a:lnTo>
                    <a:lnTo>
                      <a:pt x="13742" y="6126"/>
                    </a:lnTo>
                    <a:lnTo>
                      <a:pt x="16432" y="6209"/>
                    </a:lnTo>
                    <a:lnTo>
                      <a:pt x="19122" y="6250"/>
                    </a:lnTo>
                    <a:lnTo>
                      <a:pt x="21813" y="6292"/>
                    </a:lnTo>
                    <a:lnTo>
                      <a:pt x="24296" y="6250"/>
                    </a:lnTo>
                    <a:lnTo>
                      <a:pt x="26779" y="6209"/>
                    </a:lnTo>
                    <a:lnTo>
                      <a:pt x="29263" y="6168"/>
                    </a:lnTo>
                    <a:lnTo>
                      <a:pt x="31704" y="6043"/>
                    </a:lnTo>
                    <a:lnTo>
                      <a:pt x="34188" y="5919"/>
                    </a:lnTo>
                    <a:lnTo>
                      <a:pt x="36671" y="5754"/>
                    </a:lnTo>
                    <a:lnTo>
                      <a:pt x="39113" y="5588"/>
                    </a:lnTo>
                    <a:lnTo>
                      <a:pt x="41596" y="5381"/>
                    </a:lnTo>
                    <a:lnTo>
                      <a:pt x="45280" y="5009"/>
                    </a:lnTo>
                    <a:lnTo>
                      <a:pt x="48963" y="4595"/>
                    </a:lnTo>
                    <a:lnTo>
                      <a:pt x="52606" y="4098"/>
                    </a:lnTo>
                    <a:lnTo>
                      <a:pt x="56289" y="3519"/>
                    </a:lnTo>
                    <a:lnTo>
                      <a:pt x="59931" y="2898"/>
                    </a:lnTo>
                    <a:lnTo>
                      <a:pt x="63574" y="2236"/>
                    </a:lnTo>
                    <a:lnTo>
                      <a:pt x="67216" y="1491"/>
                    </a:lnTo>
                    <a:lnTo>
                      <a:pt x="70816" y="663"/>
                    </a:lnTo>
                    <a:lnTo>
                      <a:pt x="70982" y="622"/>
                    </a:lnTo>
                    <a:lnTo>
                      <a:pt x="71065" y="497"/>
                    </a:lnTo>
                    <a:lnTo>
                      <a:pt x="71106" y="373"/>
                    </a:lnTo>
                    <a:lnTo>
                      <a:pt x="71106" y="249"/>
                    </a:lnTo>
                    <a:lnTo>
                      <a:pt x="71023" y="125"/>
                    </a:lnTo>
                    <a:lnTo>
                      <a:pt x="70941" y="42"/>
                    </a:lnTo>
                    <a:lnTo>
                      <a:pt x="708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49"/>
              <p:cNvSpPr/>
              <p:nvPr/>
            </p:nvSpPr>
            <p:spPr>
              <a:xfrm>
                <a:off x="3066025" y="3340175"/>
                <a:ext cx="1336875" cy="1145450"/>
              </a:xfrm>
              <a:custGeom>
                <a:rect b="b" l="l" r="r" t="t"/>
                <a:pathLst>
                  <a:path extrusionOk="0" h="45818" w="53475">
                    <a:moveTo>
                      <a:pt x="47390" y="1"/>
                    </a:moveTo>
                    <a:lnTo>
                      <a:pt x="42051" y="787"/>
                    </a:lnTo>
                    <a:lnTo>
                      <a:pt x="40726" y="1656"/>
                    </a:lnTo>
                    <a:lnTo>
                      <a:pt x="39443" y="2525"/>
                    </a:lnTo>
                    <a:lnTo>
                      <a:pt x="38285" y="3353"/>
                    </a:lnTo>
                    <a:lnTo>
                      <a:pt x="37250" y="4140"/>
                    </a:lnTo>
                    <a:lnTo>
                      <a:pt x="35429" y="5547"/>
                    </a:lnTo>
                    <a:lnTo>
                      <a:pt x="34022" y="6706"/>
                    </a:lnTo>
                    <a:lnTo>
                      <a:pt x="32863" y="7699"/>
                    </a:lnTo>
                    <a:lnTo>
                      <a:pt x="31745" y="8734"/>
                    </a:lnTo>
                    <a:lnTo>
                      <a:pt x="30669" y="9727"/>
                    </a:lnTo>
                    <a:lnTo>
                      <a:pt x="29634" y="10720"/>
                    </a:lnTo>
                    <a:lnTo>
                      <a:pt x="28682" y="11714"/>
                    </a:lnTo>
                    <a:lnTo>
                      <a:pt x="27772" y="12707"/>
                    </a:lnTo>
                    <a:lnTo>
                      <a:pt x="26034" y="14652"/>
                    </a:lnTo>
                    <a:lnTo>
                      <a:pt x="24461" y="16598"/>
                    </a:lnTo>
                    <a:lnTo>
                      <a:pt x="22929" y="18501"/>
                    </a:lnTo>
                    <a:lnTo>
                      <a:pt x="21522" y="20405"/>
                    </a:lnTo>
                    <a:lnTo>
                      <a:pt x="20115" y="22309"/>
                    </a:lnTo>
                    <a:lnTo>
                      <a:pt x="18708" y="24172"/>
                    </a:lnTo>
                    <a:lnTo>
                      <a:pt x="17259" y="26034"/>
                    </a:lnTo>
                    <a:lnTo>
                      <a:pt x="15769" y="27897"/>
                    </a:lnTo>
                    <a:lnTo>
                      <a:pt x="14196" y="29759"/>
                    </a:lnTo>
                    <a:lnTo>
                      <a:pt x="13369" y="30711"/>
                    </a:lnTo>
                    <a:lnTo>
                      <a:pt x="12458" y="31622"/>
                    </a:lnTo>
                    <a:lnTo>
                      <a:pt x="11548" y="32573"/>
                    </a:lnTo>
                    <a:lnTo>
                      <a:pt x="10596" y="33525"/>
                    </a:lnTo>
                    <a:lnTo>
                      <a:pt x="9602" y="34436"/>
                    </a:lnTo>
                    <a:lnTo>
                      <a:pt x="8526" y="35388"/>
                    </a:lnTo>
                    <a:lnTo>
                      <a:pt x="7409" y="36340"/>
                    </a:lnTo>
                    <a:lnTo>
                      <a:pt x="6250" y="37292"/>
                    </a:lnTo>
                    <a:lnTo>
                      <a:pt x="4305" y="38782"/>
                    </a:lnTo>
                    <a:lnTo>
                      <a:pt x="2566" y="39982"/>
                    </a:lnTo>
                    <a:lnTo>
                      <a:pt x="1118" y="40934"/>
                    </a:lnTo>
                    <a:lnTo>
                      <a:pt x="0" y="41638"/>
                    </a:lnTo>
                    <a:lnTo>
                      <a:pt x="3394" y="45818"/>
                    </a:lnTo>
                    <a:lnTo>
                      <a:pt x="5588" y="44866"/>
                    </a:lnTo>
                    <a:lnTo>
                      <a:pt x="7905" y="43873"/>
                    </a:lnTo>
                    <a:lnTo>
                      <a:pt x="10223" y="42796"/>
                    </a:lnTo>
                    <a:lnTo>
                      <a:pt x="12624" y="41638"/>
                    </a:lnTo>
                    <a:lnTo>
                      <a:pt x="15066" y="40355"/>
                    </a:lnTo>
                    <a:lnTo>
                      <a:pt x="17508" y="39030"/>
                    </a:lnTo>
                    <a:lnTo>
                      <a:pt x="20032" y="37623"/>
                    </a:lnTo>
                    <a:lnTo>
                      <a:pt x="22557" y="36092"/>
                    </a:lnTo>
                    <a:lnTo>
                      <a:pt x="25082" y="34477"/>
                    </a:lnTo>
                    <a:lnTo>
                      <a:pt x="27648" y="32780"/>
                    </a:lnTo>
                    <a:lnTo>
                      <a:pt x="30214" y="30959"/>
                    </a:lnTo>
                    <a:lnTo>
                      <a:pt x="32821" y="29055"/>
                    </a:lnTo>
                    <a:lnTo>
                      <a:pt x="35387" y="27027"/>
                    </a:lnTo>
                    <a:lnTo>
                      <a:pt x="37953" y="24875"/>
                    </a:lnTo>
                    <a:lnTo>
                      <a:pt x="40519" y="22640"/>
                    </a:lnTo>
                    <a:lnTo>
                      <a:pt x="41803" y="21481"/>
                    </a:lnTo>
                    <a:lnTo>
                      <a:pt x="43086" y="20281"/>
                    </a:lnTo>
                    <a:lnTo>
                      <a:pt x="45445" y="17922"/>
                    </a:lnTo>
                    <a:lnTo>
                      <a:pt x="47721" y="15604"/>
                    </a:lnTo>
                    <a:lnTo>
                      <a:pt x="49832" y="13286"/>
                    </a:lnTo>
                    <a:lnTo>
                      <a:pt x="51860" y="10969"/>
                    </a:lnTo>
                    <a:lnTo>
                      <a:pt x="52191" y="10555"/>
                    </a:lnTo>
                    <a:lnTo>
                      <a:pt x="52481" y="10100"/>
                    </a:lnTo>
                    <a:lnTo>
                      <a:pt x="52729" y="9644"/>
                    </a:lnTo>
                    <a:lnTo>
                      <a:pt x="52936" y="9189"/>
                    </a:lnTo>
                    <a:lnTo>
                      <a:pt x="53102" y="8692"/>
                    </a:lnTo>
                    <a:lnTo>
                      <a:pt x="53267" y="8237"/>
                    </a:lnTo>
                    <a:lnTo>
                      <a:pt x="53391" y="7740"/>
                    </a:lnTo>
                    <a:lnTo>
                      <a:pt x="53433" y="7244"/>
                    </a:lnTo>
                    <a:lnTo>
                      <a:pt x="53474" y="6747"/>
                    </a:lnTo>
                    <a:lnTo>
                      <a:pt x="53474" y="6250"/>
                    </a:lnTo>
                    <a:lnTo>
                      <a:pt x="53433" y="5754"/>
                    </a:lnTo>
                    <a:lnTo>
                      <a:pt x="53391" y="5257"/>
                    </a:lnTo>
                    <a:lnTo>
                      <a:pt x="53267" y="4760"/>
                    </a:lnTo>
                    <a:lnTo>
                      <a:pt x="53102" y="4305"/>
                    </a:lnTo>
                    <a:lnTo>
                      <a:pt x="52936" y="3808"/>
                    </a:lnTo>
                    <a:lnTo>
                      <a:pt x="52688" y="3395"/>
                    </a:lnTo>
                    <a:lnTo>
                      <a:pt x="52398" y="2857"/>
                    </a:lnTo>
                    <a:lnTo>
                      <a:pt x="52025" y="2360"/>
                    </a:lnTo>
                    <a:lnTo>
                      <a:pt x="51612" y="1946"/>
                    </a:lnTo>
                    <a:lnTo>
                      <a:pt x="51239" y="1574"/>
                    </a:lnTo>
                    <a:lnTo>
                      <a:pt x="50784" y="1242"/>
                    </a:lnTo>
                    <a:lnTo>
                      <a:pt x="50370" y="994"/>
                    </a:lnTo>
                    <a:lnTo>
                      <a:pt x="49956" y="746"/>
                    </a:lnTo>
                    <a:lnTo>
                      <a:pt x="49542" y="580"/>
                    </a:lnTo>
                    <a:lnTo>
                      <a:pt x="48756" y="290"/>
                    </a:lnTo>
                    <a:lnTo>
                      <a:pt x="48094" y="84"/>
                    </a:lnTo>
                    <a:lnTo>
                      <a:pt x="47638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49"/>
              <p:cNvSpPr/>
              <p:nvPr/>
            </p:nvSpPr>
            <p:spPr>
              <a:xfrm>
                <a:off x="2783550" y="4039650"/>
                <a:ext cx="632225" cy="588775"/>
              </a:xfrm>
              <a:custGeom>
                <a:rect b="b" l="l" r="r" t="t"/>
                <a:pathLst>
                  <a:path extrusionOk="0" h="23551" w="25289">
                    <a:moveTo>
                      <a:pt x="17342" y="0"/>
                    </a:moveTo>
                    <a:lnTo>
                      <a:pt x="17176" y="1076"/>
                    </a:lnTo>
                    <a:lnTo>
                      <a:pt x="17094" y="2028"/>
                    </a:lnTo>
                    <a:lnTo>
                      <a:pt x="17011" y="2856"/>
                    </a:lnTo>
                    <a:lnTo>
                      <a:pt x="17011" y="3560"/>
                    </a:lnTo>
                    <a:lnTo>
                      <a:pt x="16969" y="4305"/>
                    </a:lnTo>
                    <a:lnTo>
                      <a:pt x="16928" y="4967"/>
                    </a:lnTo>
                    <a:lnTo>
                      <a:pt x="16804" y="6043"/>
                    </a:lnTo>
                    <a:lnTo>
                      <a:pt x="16431" y="7988"/>
                    </a:lnTo>
                    <a:lnTo>
                      <a:pt x="16390" y="8113"/>
                    </a:lnTo>
                    <a:lnTo>
                      <a:pt x="16224" y="8361"/>
                    </a:lnTo>
                    <a:lnTo>
                      <a:pt x="15852" y="8609"/>
                    </a:lnTo>
                    <a:lnTo>
                      <a:pt x="15231" y="8940"/>
                    </a:lnTo>
                    <a:lnTo>
                      <a:pt x="14279" y="9354"/>
                    </a:lnTo>
                    <a:lnTo>
                      <a:pt x="12872" y="9809"/>
                    </a:lnTo>
                    <a:lnTo>
                      <a:pt x="11010" y="10348"/>
                    </a:lnTo>
                    <a:lnTo>
                      <a:pt x="8609" y="10927"/>
                    </a:lnTo>
                    <a:lnTo>
                      <a:pt x="7160" y="11258"/>
                    </a:lnTo>
                    <a:lnTo>
                      <a:pt x="4098" y="12044"/>
                    </a:lnTo>
                    <a:lnTo>
                      <a:pt x="3353" y="12127"/>
                    </a:lnTo>
                    <a:lnTo>
                      <a:pt x="2690" y="12210"/>
                    </a:lnTo>
                    <a:lnTo>
                      <a:pt x="1987" y="12334"/>
                    </a:lnTo>
                    <a:lnTo>
                      <a:pt x="1283" y="12500"/>
                    </a:lnTo>
                    <a:lnTo>
                      <a:pt x="952" y="12624"/>
                    </a:lnTo>
                    <a:lnTo>
                      <a:pt x="662" y="12748"/>
                    </a:lnTo>
                    <a:lnTo>
                      <a:pt x="414" y="12872"/>
                    </a:lnTo>
                    <a:lnTo>
                      <a:pt x="207" y="13038"/>
                    </a:lnTo>
                    <a:lnTo>
                      <a:pt x="83" y="13245"/>
                    </a:lnTo>
                    <a:lnTo>
                      <a:pt x="0" y="13410"/>
                    </a:lnTo>
                    <a:lnTo>
                      <a:pt x="0" y="13659"/>
                    </a:lnTo>
                    <a:lnTo>
                      <a:pt x="124" y="13907"/>
                    </a:lnTo>
                    <a:lnTo>
                      <a:pt x="455" y="14031"/>
                    </a:lnTo>
                    <a:lnTo>
                      <a:pt x="828" y="14114"/>
                    </a:lnTo>
                    <a:lnTo>
                      <a:pt x="1159" y="14155"/>
                    </a:lnTo>
                    <a:lnTo>
                      <a:pt x="1532" y="14155"/>
                    </a:lnTo>
                    <a:lnTo>
                      <a:pt x="2318" y="14114"/>
                    </a:lnTo>
                    <a:lnTo>
                      <a:pt x="3104" y="13990"/>
                    </a:lnTo>
                    <a:lnTo>
                      <a:pt x="4967" y="13576"/>
                    </a:lnTo>
                    <a:lnTo>
                      <a:pt x="6084" y="13410"/>
                    </a:lnTo>
                    <a:lnTo>
                      <a:pt x="7285" y="13245"/>
                    </a:lnTo>
                    <a:lnTo>
                      <a:pt x="8775" y="13121"/>
                    </a:lnTo>
                    <a:lnTo>
                      <a:pt x="10761" y="13121"/>
                    </a:lnTo>
                    <a:lnTo>
                      <a:pt x="10803" y="13369"/>
                    </a:lnTo>
                    <a:lnTo>
                      <a:pt x="10803" y="13534"/>
                    </a:lnTo>
                    <a:lnTo>
                      <a:pt x="10761" y="13700"/>
                    </a:lnTo>
                    <a:lnTo>
                      <a:pt x="10678" y="13907"/>
                    </a:lnTo>
                    <a:lnTo>
                      <a:pt x="10554" y="14072"/>
                    </a:lnTo>
                    <a:lnTo>
                      <a:pt x="10389" y="14197"/>
                    </a:lnTo>
                    <a:lnTo>
                      <a:pt x="10182" y="14362"/>
                    </a:lnTo>
                    <a:lnTo>
                      <a:pt x="9602" y="14611"/>
                    </a:lnTo>
                    <a:lnTo>
                      <a:pt x="8899" y="14859"/>
                    </a:lnTo>
                    <a:lnTo>
                      <a:pt x="7036" y="15397"/>
                    </a:lnTo>
                    <a:lnTo>
                      <a:pt x="5919" y="15728"/>
                    </a:lnTo>
                    <a:lnTo>
                      <a:pt x="4677" y="16142"/>
                    </a:lnTo>
                    <a:lnTo>
                      <a:pt x="3311" y="16597"/>
                    </a:lnTo>
                    <a:lnTo>
                      <a:pt x="2525" y="16928"/>
                    </a:lnTo>
                    <a:lnTo>
                      <a:pt x="1739" y="17259"/>
                    </a:lnTo>
                    <a:lnTo>
                      <a:pt x="1076" y="17590"/>
                    </a:lnTo>
                    <a:lnTo>
                      <a:pt x="538" y="17922"/>
                    </a:lnTo>
                    <a:lnTo>
                      <a:pt x="290" y="18087"/>
                    </a:lnTo>
                    <a:lnTo>
                      <a:pt x="166" y="18294"/>
                    </a:lnTo>
                    <a:lnTo>
                      <a:pt x="83" y="18460"/>
                    </a:lnTo>
                    <a:lnTo>
                      <a:pt x="42" y="18584"/>
                    </a:lnTo>
                    <a:lnTo>
                      <a:pt x="83" y="18708"/>
                    </a:lnTo>
                    <a:lnTo>
                      <a:pt x="124" y="18791"/>
                    </a:lnTo>
                    <a:lnTo>
                      <a:pt x="290" y="18956"/>
                    </a:lnTo>
                    <a:lnTo>
                      <a:pt x="497" y="19039"/>
                    </a:lnTo>
                    <a:lnTo>
                      <a:pt x="621" y="19122"/>
                    </a:lnTo>
                    <a:lnTo>
                      <a:pt x="952" y="19246"/>
                    </a:lnTo>
                    <a:lnTo>
                      <a:pt x="1242" y="19329"/>
                    </a:lnTo>
                    <a:lnTo>
                      <a:pt x="1573" y="19370"/>
                    </a:lnTo>
                    <a:lnTo>
                      <a:pt x="1904" y="19412"/>
                    </a:lnTo>
                    <a:lnTo>
                      <a:pt x="2235" y="19370"/>
                    </a:lnTo>
                    <a:lnTo>
                      <a:pt x="2566" y="19329"/>
                    </a:lnTo>
                    <a:lnTo>
                      <a:pt x="3229" y="19122"/>
                    </a:lnTo>
                    <a:lnTo>
                      <a:pt x="3932" y="18874"/>
                    </a:lnTo>
                    <a:lnTo>
                      <a:pt x="4636" y="18584"/>
                    </a:lnTo>
                    <a:lnTo>
                      <a:pt x="6084" y="17880"/>
                    </a:lnTo>
                    <a:lnTo>
                      <a:pt x="7243" y="17425"/>
                    </a:lnTo>
                    <a:lnTo>
                      <a:pt x="8650" y="16887"/>
                    </a:lnTo>
                    <a:lnTo>
                      <a:pt x="10306" y="16390"/>
                    </a:lnTo>
                    <a:lnTo>
                      <a:pt x="11216" y="16142"/>
                    </a:lnTo>
                    <a:lnTo>
                      <a:pt x="12210" y="15894"/>
                    </a:lnTo>
                    <a:lnTo>
                      <a:pt x="9768" y="17301"/>
                    </a:lnTo>
                    <a:lnTo>
                      <a:pt x="7285" y="18667"/>
                    </a:lnTo>
                    <a:lnTo>
                      <a:pt x="5174" y="19784"/>
                    </a:lnTo>
                    <a:lnTo>
                      <a:pt x="3104" y="20860"/>
                    </a:lnTo>
                    <a:lnTo>
                      <a:pt x="3146" y="21191"/>
                    </a:lnTo>
                    <a:lnTo>
                      <a:pt x="3229" y="21398"/>
                    </a:lnTo>
                    <a:lnTo>
                      <a:pt x="3311" y="21564"/>
                    </a:lnTo>
                    <a:lnTo>
                      <a:pt x="3435" y="21647"/>
                    </a:lnTo>
                    <a:lnTo>
                      <a:pt x="3642" y="21812"/>
                    </a:lnTo>
                    <a:lnTo>
                      <a:pt x="3932" y="21895"/>
                    </a:lnTo>
                    <a:lnTo>
                      <a:pt x="4263" y="21936"/>
                    </a:lnTo>
                    <a:lnTo>
                      <a:pt x="4636" y="21895"/>
                    </a:lnTo>
                    <a:lnTo>
                      <a:pt x="5008" y="21812"/>
                    </a:lnTo>
                    <a:lnTo>
                      <a:pt x="5422" y="21647"/>
                    </a:lnTo>
                    <a:lnTo>
                      <a:pt x="5836" y="21440"/>
                    </a:lnTo>
                    <a:lnTo>
                      <a:pt x="6291" y="21150"/>
                    </a:lnTo>
                    <a:lnTo>
                      <a:pt x="13907" y="17466"/>
                    </a:lnTo>
                    <a:lnTo>
                      <a:pt x="14817" y="18418"/>
                    </a:lnTo>
                    <a:lnTo>
                      <a:pt x="13617" y="19329"/>
                    </a:lnTo>
                    <a:lnTo>
                      <a:pt x="12500" y="20115"/>
                    </a:lnTo>
                    <a:lnTo>
                      <a:pt x="11506" y="20819"/>
                    </a:lnTo>
                    <a:lnTo>
                      <a:pt x="10596" y="21357"/>
                    </a:lnTo>
                    <a:lnTo>
                      <a:pt x="9809" y="21854"/>
                    </a:lnTo>
                    <a:lnTo>
                      <a:pt x="9106" y="22309"/>
                    </a:lnTo>
                    <a:lnTo>
                      <a:pt x="8816" y="22557"/>
                    </a:lnTo>
                    <a:lnTo>
                      <a:pt x="8609" y="22764"/>
                    </a:lnTo>
                    <a:lnTo>
                      <a:pt x="8485" y="22930"/>
                    </a:lnTo>
                    <a:lnTo>
                      <a:pt x="8485" y="23054"/>
                    </a:lnTo>
                    <a:lnTo>
                      <a:pt x="8485" y="23137"/>
                    </a:lnTo>
                    <a:lnTo>
                      <a:pt x="8568" y="23261"/>
                    </a:lnTo>
                    <a:lnTo>
                      <a:pt x="8650" y="23343"/>
                    </a:lnTo>
                    <a:lnTo>
                      <a:pt x="8816" y="23426"/>
                    </a:lnTo>
                    <a:lnTo>
                      <a:pt x="8940" y="23468"/>
                    </a:lnTo>
                    <a:lnTo>
                      <a:pt x="9230" y="23509"/>
                    </a:lnTo>
                    <a:lnTo>
                      <a:pt x="9395" y="23550"/>
                    </a:lnTo>
                    <a:lnTo>
                      <a:pt x="10016" y="23550"/>
                    </a:lnTo>
                    <a:lnTo>
                      <a:pt x="10347" y="23468"/>
                    </a:lnTo>
                    <a:lnTo>
                      <a:pt x="10720" y="23343"/>
                    </a:lnTo>
                    <a:lnTo>
                      <a:pt x="11051" y="23219"/>
                    </a:lnTo>
                    <a:lnTo>
                      <a:pt x="11423" y="23012"/>
                    </a:lnTo>
                    <a:lnTo>
                      <a:pt x="12251" y="22516"/>
                    </a:lnTo>
                    <a:lnTo>
                      <a:pt x="15231" y="20281"/>
                    </a:lnTo>
                    <a:lnTo>
                      <a:pt x="16763" y="19163"/>
                    </a:lnTo>
                    <a:lnTo>
                      <a:pt x="17508" y="18708"/>
                    </a:lnTo>
                    <a:lnTo>
                      <a:pt x="17839" y="18542"/>
                    </a:lnTo>
                    <a:lnTo>
                      <a:pt x="18087" y="18418"/>
                    </a:lnTo>
                    <a:lnTo>
                      <a:pt x="18584" y="18211"/>
                    </a:lnTo>
                    <a:lnTo>
                      <a:pt x="19122" y="18004"/>
                    </a:lnTo>
                    <a:lnTo>
                      <a:pt x="19618" y="17880"/>
                    </a:lnTo>
                    <a:lnTo>
                      <a:pt x="19908" y="17756"/>
                    </a:lnTo>
                    <a:lnTo>
                      <a:pt x="20694" y="17425"/>
                    </a:lnTo>
                    <a:lnTo>
                      <a:pt x="21150" y="17177"/>
                    </a:lnTo>
                    <a:lnTo>
                      <a:pt x="21564" y="16887"/>
                    </a:lnTo>
                    <a:lnTo>
                      <a:pt x="21977" y="16639"/>
                    </a:lnTo>
                    <a:lnTo>
                      <a:pt x="22350" y="16307"/>
                    </a:lnTo>
                    <a:lnTo>
                      <a:pt x="22681" y="15976"/>
                    </a:lnTo>
                    <a:lnTo>
                      <a:pt x="23012" y="15645"/>
                    </a:lnTo>
                    <a:lnTo>
                      <a:pt x="23302" y="15314"/>
                    </a:lnTo>
                    <a:lnTo>
                      <a:pt x="23592" y="14942"/>
                    </a:lnTo>
                    <a:lnTo>
                      <a:pt x="24088" y="14197"/>
                    </a:lnTo>
                    <a:lnTo>
                      <a:pt x="24461" y="13410"/>
                    </a:lnTo>
                    <a:lnTo>
                      <a:pt x="24792" y="12665"/>
                    </a:lnTo>
                    <a:lnTo>
                      <a:pt x="24999" y="11920"/>
                    </a:lnTo>
                    <a:lnTo>
                      <a:pt x="25164" y="11175"/>
                    </a:lnTo>
                    <a:lnTo>
                      <a:pt x="25247" y="10513"/>
                    </a:lnTo>
                    <a:lnTo>
                      <a:pt x="25289" y="9934"/>
                    </a:lnTo>
                    <a:lnTo>
                      <a:pt x="25247" y="9396"/>
                    </a:lnTo>
                    <a:lnTo>
                      <a:pt x="25206" y="8982"/>
                    </a:lnTo>
                    <a:lnTo>
                      <a:pt x="25082" y="8692"/>
                    </a:lnTo>
                    <a:lnTo>
                      <a:pt x="24999" y="8609"/>
                    </a:lnTo>
                    <a:lnTo>
                      <a:pt x="24957" y="8568"/>
                    </a:lnTo>
                    <a:lnTo>
                      <a:pt x="24875" y="8526"/>
                    </a:lnTo>
                    <a:lnTo>
                      <a:pt x="24750" y="8568"/>
                    </a:lnTo>
                    <a:lnTo>
                      <a:pt x="23716" y="8361"/>
                    </a:lnTo>
                    <a:lnTo>
                      <a:pt x="22847" y="8154"/>
                    </a:lnTo>
                    <a:lnTo>
                      <a:pt x="22143" y="7864"/>
                    </a:lnTo>
                    <a:lnTo>
                      <a:pt x="21564" y="7616"/>
                    </a:lnTo>
                    <a:lnTo>
                      <a:pt x="21150" y="7285"/>
                    </a:lnTo>
                    <a:lnTo>
                      <a:pt x="20819" y="6995"/>
                    </a:lnTo>
                    <a:lnTo>
                      <a:pt x="20570" y="6664"/>
                    </a:lnTo>
                    <a:lnTo>
                      <a:pt x="20446" y="6374"/>
                    </a:lnTo>
                    <a:lnTo>
                      <a:pt x="20363" y="6126"/>
                    </a:lnTo>
                    <a:lnTo>
                      <a:pt x="20281" y="5919"/>
                    </a:lnTo>
                    <a:lnTo>
                      <a:pt x="20239" y="5464"/>
                    </a:lnTo>
                    <a:lnTo>
                      <a:pt x="20239" y="5008"/>
                    </a:lnTo>
                    <a:lnTo>
                      <a:pt x="20281" y="4512"/>
                    </a:lnTo>
                    <a:lnTo>
                      <a:pt x="20322" y="4056"/>
                    </a:lnTo>
                    <a:lnTo>
                      <a:pt x="20322" y="3560"/>
                    </a:lnTo>
                    <a:lnTo>
                      <a:pt x="20239" y="3063"/>
                    </a:lnTo>
                    <a:lnTo>
                      <a:pt x="20198" y="2773"/>
                    </a:lnTo>
                    <a:lnTo>
                      <a:pt x="20074" y="2484"/>
                    </a:lnTo>
                    <a:lnTo>
                      <a:pt x="19867" y="2028"/>
                    </a:lnTo>
                    <a:lnTo>
                      <a:pt x="19577" y="1615"/>
                    </a:lnTo>
                    <a:lnTo>
                      <a:pt x="19246" y="1242"/>
                    </a:lnTo>
                    <a:lnTo>
                      <a:pt x="18915" y="911"/>
                    </a:lnTo>
                    <a:lnTo>
                      <a:pt x="18501" y="621"/>
                    </a:lnTo>
                    <a:lnTo>
                      <a:pt x="18128" y="373"/>
                    </a:lnTo>
                    <a:lnTo>
                      <a:pt x="17714" y="166"/>
                    </a:lnTo>
                    <a:lnTo>
                      <a:pt x="17342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49"/>
              <p:cNvSpPr/>
              <p:nvPr/>
            </p:nvSpPr>
            <p:spPr>
              <a:xfrm>
                <a:off x="2100625" y="2637600"/>
                <a:ext cx="711925" cy="229750"/>
              </a:xfrm>
              <a:custGeom>
                <a:rect b="b" l="l" r="r" t="t"/>
                <a:pathLst>
                  <a:path extrusionOk="0" h="9190" w="28477">
                    <a:moveTo>
                      <a:pt x="11879" y="1"/>
                    </a:moveTo>
                    <a:lnTo>
                      <a:pt x="11010" y="42"/>
                    </a:lnTo>
                    <a:lnTo>
                      <a:pt x="9975" y="84"/>
                    </a:lnTo>
                    <a:lnTo>
                      <a:pt x="8941" y="167"/>
                    </a:lnTo>
                    <a:lnTo>
                      <a:pt x="7906" y="291"/>
                    </a:lnTo>
                    <a:lnTo>
                      <a:pt x="6913" y="456"/>
                    </a:lnTo>
                    <a:lnTo>
                      <a:pt x="5919" y="663"/>
                    </a:lnTo>
                    <a:lnTo>
                      <a:pt x="5009" y="870"/>
                    </a:lnTo>
                    <a:lnTo>
                      <a:pt x="4140" y="1118"/>
                    </a:lnTo>
                    <a:lnTo>
                      <a:pt x="3353" y="1408"/>
                    </a:lnTo>
                    <a:lnTo>
                      <a:pt x="2608" y="1656"/>
                    </a:lnTo>
                    <a:lnTo>
                      <a:pt x="1946" y="1946"/>
                    </a:lnTo>
                    <a:lnTo>
                      <a:pt x="1367" y="2236"/>
                    </a:lnTo>
                    <a:lnTo>
                      <a:pt x="870" y="2526"/>
                    </a:lnTo>
                    <a:lnTo>
                      <a:pt x="456" y="2815"/>
                    </a:lnTo>
                    <a:lnTo>
                      <a:pt x="208" y="3105"/>
                    </a:lnTo>
                    <a:lnTo>
                      <a:pt x="42" y="3353"/>
                    </a:lnTo>
                    <a:lnTo>
                      <a:pt x="1" y="3478"/>
                    </a:lnTo>
                    <a:lnTo>
                      <a:pt x="1" y="3602"/>
                    </a:lnTo>
                    <a:lnTo>
                      <a:pt x="42" y="3767"/>
                    </a:lnTo>
                    <a:lnTo>
                      <a:pt x="208" y="3933"/>
                    </a:lnTo>
                    <a:lnTo>
                      <a:pt x="415" y="4016"/>
                    </a:lnTo>
                    <a:lnTo>
                      <a:pt x="746" y="4098"/>
                    </a:lnTo>
                    <a:lnTo>
                      <a:pt x="1615" y="4264"/>
                    </a:lnTo>
                    <a:lnTo>
                      <a:pt x="2815" y="4388"/>
                    </a:lnTo>
                    <a:lnTo>
                      <a:pt x="4347" y="4595"/>
                    </a:lnTo>
                    <a:lnTo>
                      <a:pt x="6209" y="4843"/>
                    </a:lnTo>
                    <a:lnTo>
                      <a:pt x="7244" y="5050"/>
                    </a:lnTo>
                    <a:lnTo>
                      <a:pt x="8361" y="5257"/>
                    </a:lnTo>
                    <a:lnTo>
                      <a:pt x="9562" y="5547"/>
                    </a:lnTo>
                    <a:lnTo>
                      <a:pt x="10803" y="5878"/>
                    </a:lnTo>
                    <a:lnTo>
                      <a:pt x="12004" y="6209"/>
                    </a:lnTo>
                    <a:lnTo>
                      <a:pt x="13121" y="6582"/>
                    </a:lnTo>
                    <a:lnTo>
                      <a:pt x="15190" y="7285"/>
                    </a:lnTo>
                    <a:lnTo>
                      <a:pt x="17012" y="7948"/>
                    </a:lnTo>
                    <a:lnTo>
                      <a:pt x="18750" y="8486"/>
                    </a:lnTo>
                    <a:lnTo>
                      <a:pt x="19536" y="8734"/>
                    </a:lnTo>
                    <a:lnTo>
                      <a:pt x="20364" y="8941"/>
                    </a:lnTo>
                    <a:lnTo>
                      <a:pt x="21150" y="9065"/>
                    </a:lnTo>
                    <a:lnTo>
                      <a:pt x="21978" y="9148"/>
                    </a:lnTo>
                    <a:lnTo>
                      <a:pt x="22764" y="9189"/>
                    </a:lnTo>
                    <a:lnTo>
                      <a:pt x="23634" y="9148"/>
                    </a:lnTo>
                    <a:lnTo>
                      <a:pt x="24461" y="9065"/>
                    </a:lnTo>
                    <a:lnTo>
                      <a:pt x="25372" y="8858"/>
                    </a:lnTo>
                    <a:lnTo>
                      <a:pt x="26365" y="8610"/>
                    </a:lnTo>
                    <a:lnTo>
                      <a:pt x="26862" y="8486"/>
                    </a:lnTo>
                    <a:lnTo>
                      <a:pt x="27317" y="8279"/>
                    </a:lnTo>
                    <a:lnTo>
                      <a:pt x="27731" y="8072"/>
                    </a:lnTo>
                    <a:lnTo>
                      <a:pt x="28062" y="7823"/>
                    </a:lnTo>
                    <a:lnTo>
                      <a:pt x="28228" y="7699"/>
                    </a:lnTo>
                    <a:lnTo>
                      <a:pt x="28352" y="7534"/>
                    </a:lnTo>
                    <a:lnTo>
                      <a:pt x="28435" y="7409"/>
                    </a:lnTo>
                    <a:lnTo>
                      <a:pt x="28476" y="7203"/>
                    </a:lnTo>
                    <a:lnTo>
                      <a:pt x="28476" y="6996"/>
                    </a:lnTo>
                    <a:lnTo>
                      <a:pt x="28435" y="6747"/>
                    </a:lnTo>
                    <a:lnTo>
                      <a:pt x="28352" y="6499"/>
                    </a:lnTo>
                    <a:lnTo>
                      <a:pt x="28228" y="6251"/>
                    </a:lnTo>
                    <a:lnTo>
                      <a:pt x="28021" y="5961"/>
                    </a:lnTo>
                    <a:lnTo>
                      <a:pt x="27814" y="5671"/>
                    </a:lnTo>
                    <a:lnTo>
                      <a:pt x="27524" y="5381"/>
                    </a:lnTo>
                    <a:lnTo>
                      <a:pt x="27193" y="5092"/>
                    </a:lnTo>
                    <a:lnTo>
                      <a:pt x="26448" y="4471"/>
                    </a:lnTo>
                    <a:lnTo>
                      <a:pt x="25538" y="3850"/>
                    </a:lnTo>
                    <a:lnTo>
                      <a:pt x="24461" y="3271"/>
                    </a:lnTo>
                    <a:lnTo>
                      <a:pt x="23303" y="2650"/>
                    </a:lnTo>
                    <a:lnTo>
                      <a:pt x="22019" y="2112"/>
                    </a:lnTo>
                    <a:lnTo>
                      <a:pt x="20612" y="1574"/>
                    </a:lnTo>
                    <a:lnTo>
                      <a:pt x="19164" y="1118"/>
                    </a:lnTo>
                    <a:lnTo>
                      <a:pt x="17632" y="746"/>
                    </a:lnTo>
                    <a:lnTo>
                      <a:pt x="16018" y="415"/>
                    </a:lnTo>
                    <a:lnTo>
                      <a:pt x="15232" y="291"/>
                    </a:lnTo>
                    <a:lnTo>
                      <a:pt x="14404" y="167"/>
                    </a:lnTo>
                    <a:lnTo>
                      <a:pt x="13535" y="84"/>
                    </a:lnTo>
                    <a:lnTo>
                      <a:pt x="12707" y="42"/>
                    </a:lnTo>
                    <a:lnTo>
                      <a:pt x="11879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49"/>
              <p:cNvSpPr/>
              <p:nvPr/>
            </p:nvSpPr>
            <p:spPr>
              <a:xfrm>
                <a:off x="2070625" y="1825350"/>
                <a:ext cx="844350" cy="865050"/>
              </a:xfrm>
              <a:custGeom>
                <a:rect b="b" l="l" r="r" t="t"/>
                <a:pathLst>
                  <a:path extrusionOk="0" h="34602" w="33774">
                    <a:moveTo>
                      <a:pt x="15645" y="1"/>
                    </a:moveTo>
                    <a:lnTo>
                      <a:pt x="15480" y="42"/>
                    </a:lnTo>
                    <a:lnTo>
                      <a:pt x="15356" y="84"/>
                    </a:lnTo>
                    <a:lnTo>
                      <a:pt x="15232" y="167"/>
                    </a:lnTo>
                    <a:lnTo>
                      <a:pt x="15149" y="291"/>
                    </a:lnTo>
                    <a:lnTo>
                      <a:pt x="15066" y="415"/>
                    </a:lnTo>
                    <a:lnTo>
                      <a:pt x="15025" y="539"/>
                    </a:lnTo>
                    <a:lnTo>
                      <a:pt x="14983" y="663"/>
                    </a:lnTo>
                    <a:lnTo>
                      <a:pt x="14942" y="829"/>
                    </a:lnTo>
                    <a:lnTo>
                      <a:pt x="1" y="34602"/>
                    </a:lnTo>
                    <a:lnTo>
                      <a:pt x="33774" y="34602"/>
                    </a:lnTo>
                    <a:lnTo>
                      <a:pt x="16515" y="829"/>
                    </a:lnTo>
                    <a:lnTo>
                      <a:pt x="16473" y="663"/>
                    </a:lnTo>
                    <a:lnTo>
                      <a:pt x="16432" y="498"/>
                    </a:lnTo>
                    <a:lnTo>
                      <a:pt x="16349" y="332"/>
                    </a:lnTo>
                    <a:lnTo>
                      <a:pt x="16225" y="208"/>
                    </a:lnTo>
                    <a:lnTo>
                      <a:pt x="16101" y="125"/>
                    </a:lnTo>
                    <a:lnTo>
                      <a:pt x="15935" y="42"/>
                    </a:lnTo>
                    <a:lnTo>
                      <a:pt x="157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49"/>
              <p:cNvSpPr/>
              <p:nvPr/>
            </p:nvSpPr>
            <p:spPr>
              <a:xfrm>
                <a:off x="4070725" y="2353075"/>
                <a:ext cx="69350" cy="766725"/>
              </a:xfrm>
              <a:custGeom>
                <a:rect b="b" l="l" r="r" t="t"/>
                <a:pathLst>
                  <a:path extrusionOk="0" h="30669" w="2774">
                    <a:moveTo>
                      <a:pt x="2277" y="0"/>
                    </a:moveTo>
                    <a:lnTo>
                      <a:pt x="2153" y="83"/>
                    </a:lnTo>
                    <a:lnTo>
                      <a:pt x="2070" y="166"/>
                    </a:lnTo>
                    <a:lnTo>
                      <a:pt x="2070" y="331"/>
                    </a:lnTo>
                    <a:lnTo>
                      <a:pt x="0" y="30296"/>
                    </a:lnTo>
                    <a:lnTo>
                      <a:pt x="0" y="30421"/>
                    </a:lnTo>
                    <a:lnTo>
                      <a:pt x="83" y="30545"/>
                    </a:lnTo>
                    <a:lnTo>
                      <a:pt x="207" y="30628"/>
                    </a:lnTo>
                    <a:lnTo>
                      <a:pt x="373" y="30669"/>
                    </a:lnTo>
                    <a:lnTo>
                      <a:pt x="497" y="30628"/>
                    </a:lnTo>
                    <a:lnTo>
                      <a:pt x="580" y="30545"/>
                    </a:lnTo>
                    <a:lnTo>
                      <a:pt x="663" y="30462"/>
                    </a:lnTo>
                    <a:lnTo>
                      <a:pt x="704" y="30338"/>
                    </a:lnTo>
                    <a:lnTo>
                      <a:pt x="2773" y="373"/>
                    </a:lnTo>
                    <a:lnTo>
                      <a:pt x="2732" y="207"/>
                    </a:lnTo>
                    <a:lnTo>
                      <a:pt x="2649" y="124"/>
                    </a:lnTo>
                    <a:lnTo>
                      <a:pt x="2566" y="41"/>
                    </a:lnTo>
                    <a:lnTo>
                      <a:pt x="2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49"/>
              <p:cNvSpPr/>
              <p:nvPr/>
            </p:nvSpPr>
            <p:spPr>
              <a:xfrm>
                <a:off x="4663600" y="2275450"/>
                <a:ext cx="33150" cy="900225"/>
              </a:xfrm>
              <a:custGeom>
                <a:rect b="b" l="l" r="r" t="t"/>
                <a:pathLst>
                  <a:path extrusionOk="0" h="36009" w="1326">
                    <a:moveTo>
                      <a:pt x="208" y="1"/>
                    </a:moveTo>
                    <a:lnTo>
                      <a:pt x="125" y="84"/>
                    </a:lnTo>
                    <a:lnTo>
                      <a:pt x="42" y="208"/>
                    </a:lnTo>
                    <a:lnTo>
                      <a:pt x="1" y="332"/>
                    </a:lnTo>
                    <a:lnTo>
                      <a:pt x="622" y="35636"/>
                    </a:lnTo>
                    <a:lnTo>
                      <a:pt x="622" y="35802"/>
                    </a:lnTo>
                    <a:lnTo>
                      <a:pt x="705" y="35885"/>
                    </a:lnTo>
                    <a:lnTo>
                      <a:pt x="829" y="35968"/>
                    </a:lnTo>
                    <a:lnTo>
                      <a:pt x="953" y="36009"/>
                    </a:lnTo>
                    <a:lnTo>
                      <a:pt x="1118" y="35968"/>
                    </a:lnTo>
                    <a:lnTo>
                      <a:pt x="1201" y="35885"/>
                    </a:lnTo>
                    <a:lnTo>
                      <a:pt x="1284" y="35761"/>
                    </a:lnTo>
                    <a:lnTo>
                      <a:pt x="1325" y="35636"/>
                    </a:lnTo>
                    <a:lnTo>
                      <a:pt x="705" y="332"/>
                    </a:lnTo>
                    <a:lnTo>
                      <a:pt x="705" y="208"/>
                    </a:lnTo>
                    <a:lnTo>
                      <a:pt x="622" y="84"/>
                    </a:lnTo>
                    <a:lnTo>
                      <a:pt x="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49"/>
              <p:cNvSpPr/>
              <p:nvPr/>
            </p:nvSpPr>
            <p:spPr>
              <a:xfrm>
                <a:off x="1121800" y="1822250"/>
                <a:ext cx="868150" cy="584650"/>
              </a:xfrm>
              <a:custGeom>
                <a:rect b="b" l="l" r="r" t="t"/>
                <a:pathLst>
                  <a:path extrusionOk="0" h="23386" w="34726">
                    <a:moveTo>
                      <a:pt x="6085" y="1"/>
                    </a:moveTo>
                    <a:lnTo>
                      <a:pt x="5422" y="249"/>
                    </a:lnTo>
                    <a:lnTo>
                      <a:pt x="4926" y="456"/>
                    </a:lnTo>
                    <a:lnTo>
                      <a:pt x="4346" y="746"/>
                    </a:lnTo>
                    <a:lnTo>
                      <a:pt x="3725" y="1160"/>
                    </a:lnTo>
                    <a:lnTo>
                      <a:pt x="3105" y="1656"/>
                    </a:lnTo>
                    <a:lnTo>
                      <a:pt x="2773" y="1987"/>
                    </a:lnTo>
                    <a:lnTo>
                      <a:pt x="2442" y="2319"/>
                    </a:lnTo>
                    <a:lnTo>
                      <a:pt x="2111" y="2691"/>
                    </a:lnTo>
                    <a:lnTo>
                      <a:pt x="1822" y="3105"/>
                    </a:lnTo>
                    <a:lnTo>
                      <a:pt x="1532" y="3560"/>
                    </a:lnTo>
                    <a:lnTo>
                      <a:pt x="1242" y="4015"/>
                    </a:lnTo>
                    <a:lnTo>
                      <a:pt x="994" y="4512"/>
                    </a:lnTo>
                    <a:lnTo>
                      <a:pt x="787" y="5009"/>
                    </a:lnTo>
                    <a:lnTo>
                      <a:pt x="580" y="5505"/>
                    </a:lnTo>
                    <a:lnTo>
                      <a:pt x="414" y="6044"/>
                    </a:lnTo>
                    <a:lnTo>
                      <a:pt x="290" y="6582"/>
                    </a:lnTo>
                    <a:lnTo>
                      <a:pt x="166" y="7120"/>
                    </a:lnTo>
                    <a:lnTo>
                      <a:pt x="83" y="7658"/>
                    </a:lnTo>
                    <a:lnTo>
                      <a:pt x="42" y="8196"/>
                    </a:lnTo>
                    <a:lnTo>
                      <a:pt x="0" y="8734"/>
                    </a:lnTo>
                    <a:lnTo>
                      <a:pt x="0" y="9272"/>
                    </a:lnTo>
                    <a:lnTo>
                      <a:pt x="42" y="9810"/>
                    </a:lnTo>
                    <a:lnTo>
                      <a:pt x="125" y="10348"/>
                    </a:lnTo>
                    <a:lnTo>
                      <a:pt x="207" y="10886"/>
                    </a:lnTo>
                    <a:lnTo>
                      <a:pt x="332" y="11383"/>
                    </a:lnTo>
                    <a:lnTo>
                      <a:pt x="1987" y="12500"/>
                    </a:lnTo>
                    <a:lnTo>
                      <a:pt x="3684" y="13535"/>
                    </a:lnTo>
                    <a:lnTo>
                      <a:pt x="5464" y="14570"/>
                    </a:lnTo>
                    <a:lnTo>
                      <a:pt x="7285" y="15604"/>
                    </a:lnTo>
                    <a:lnTo>
                      <a:pt x="7823" y="15894"/>
                    </a:lnTo>
                    <a:lnTo>
                      <a:pt x="8361" y="16184"/>
                    </a:lnTo>
                    <a:lnTo>
                      <a:pt x="10637" y="17343"/>
                    </a:lnTo>
                    <a:lnTo>
                      <a:pt x="12831" y="18377"/>
                    </a:lnTo>
                    <a:lnTo>
                      <a:pt x="14900" y="19246"/>
                    </a:lnTo>
                    <a:lnTo>
                      <a:pt x="16928" y="20033"/>
                    </a:lnTo>
                    <a:lnTo>
                      <a:pt x="18915" y="20736"/>
                    </a:lnTo>
                    <a:lnTo>
                      <a:pt x="20902" y="21399"/>
                    </a:lnTo>
                    <a:lnTo>
                      <a:pt x="22805" y="21978"/>
                    </a:lnTo>
                    <a:lnTo>
                      <a:pt x="24709" y="22516"/>
                    </a:lnTo>
                    <a:lnTo>
                      <a:pt x="26572" y="22971"/>
                    </a:lnTo>
                    <a:lnTo>
                      <a:pt x="28352" y="23385"/>
                    </a:lnTo>
                    <a:lnTo>
                      <a:pt x="34725" y="14445"/>
                    </a:lnTo>
                    <a:lnTo>
                      <a:pt x="27193" y="10638"/>
                    </a:lnTo>
                    <a:lnTo>
                      <a:pt x="19701" y="6871"/>
                    </a:lnTo>
                    <a:lnTo>
                      <a:pt x="6085" y="1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49"/>
              <p:cNvSpPr/>
              <p:nvPr/>
            </p:nvSpPr>
            <p:spPr>
              <a:xfrm>
                <a:off x="1303900" y="1994025"/>
                <a:ext cx="310450" cy="287675"/>
              </a:xfrm>
              <a:custGeom>
                <a:rect b="b" l="l" r="r" t="t"/>
                <a:pathLst>
                  <a:path extrusionOk="0" h="11507" w="12418">
                    <a:moveTo>
                      <a:pt x="12417" y="0"/>
                    </a:moveTo>
                    <a:lnTo>
                      <a:pt x="9520" y="331"/>
                    </a:lnTo>
                    <a:lnTo>
                      <a:pt x="6623" y="621"/>
                    </a:lnTo>
                    <a:lnTo>
                      <a:pt x="1" y="8733"/>
                    </a:lnTo>
                    <a:lnTo>
                      <a:pt x="539" y="9023"/>
                    </a:lnTo>
                    <a:lnTo>
                      <a:pt x="1077" y="9313"/>
                    </a:lnTo>
                    <a:lnTo>
                      <a:pt x="3353" y="10472"/>
                    </a:lnTo>
                    <a:lnTo>
                      <a:pt x="5547" y="11506"/>
                    </a:lnTo>
                    <a:lnTo>
                      <a:pt x="124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49"/>
              <p:cNvSpPr/>
              <p:nvPr/>
            </p:nvSpPr>
            <p:spPr>
              <a:xfrm>
                <a:off x="1002800" y="1811900"/>
                <a:ext cx="618800" cy="496700"/>
              </a:xfrm>
              <a:custGeom>
                <a:rect b="b" l="l" r="r" t="t"/>
                <a:pathLst>
                  <a:path extrusionOk="0" h="19868" w="24752">
                    <a:moveTo>
                      <a:pt x="10969" y="1"/>
                    </a:moveTo>
                    <a:lnTo>
                      <a:pt x="9934" y="166"/>
                    </a:lnTo>
                    <a:lnTo>
                      <a:pt x="9313" y="291"/>
                    </a:lnTo>
                    <a:lnTo>
                      <a:pt x="8692" y="456"/>
                    </a:lnTo>
                    <a:lnTo>
                      <a:pt x="7989" y="705"/>
                    </a:lnTo>
                    <a:lnTo>
                      <a:pt x="7285" y="953"/>
                    </a:lnTo>
                    <a:lnTo>
                      <a:pt x="6582" y="1325"/>
                    </a:lnTo>
                    <a:lnTo>
                      <a:pt x="5837" y="1739"/>
                    </a:lnTo>
                    <a:lnTo>
                      <a:pt x="5050" y="2277"/>
                    </a:lnTo>
                    <a:lnTo>
                      <a:pt x="4347" y="2815"/>
                    </a:lnTo>
                    <a:lnTo>
                      <a:pt x="3684" y="3395"/>
                    </a:lnTo>
                    <a:lnTo>
                      <a:pt x="3105" y="4016"/>
                    </a:lnTo>
                    <a:lnTo>
                      <a:pt x="2608" y="4636"/>
                    </a:lnTo>
                    <a:lnTo>
                      <a:pt x="2112" y="5257"/>
                    </a:lnTo>
                    <a:lnTo>
                      <a:pt x="1739" y="5878"/>
                    </a:lnTo>
                    <a:lnTo>
                      <a:pt x="1367" y="6499"/>
                    </a:lnTo>
                    <a:lnTo>
                      <a:pt x="1077" y="7120"/>
                    </a:lnTo>
                    <a:lnTo>
                      <a:pt x="787" y="7658"/>
                    </a:lnTo>
                    <a:lnTo>
                      <a:pt x="415" y="8693"/>
                    </a:lnTo>
                    <a:lnTo>
                      <a:pt x="125" y="9520"/>
                    </a:lnTo>
                    <a:lnTo>
                      <a:pt x="1" y="10100"/>
                    </a:lnTo>
                    <a:lnTo>
                      <a:pt x="12707" y="19867"/>
                    </a:lnTo>
                    <a:lnTo>
                      <a:pt x="24751" y="6996"/>
                    </a:lnTo>
                    <a:lnTo>
                      <a:pt x="109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49"/>
              <p:cNvSpPr/>
              <p:nvPr/>
            </p:nvSpPr>
            <p:spPr>
              <a:xfrm>
                <a:off x="1060750" y="3059775"/>
                <a:ext cx="500825" cy="1353425"/>
              </a:xfrm>
              <a:custGeom>
                <a:rect b="b" l="l" r="r" t="t"/>
                <a:pathLst>
                  <a:path extrusionOk="0" h="54137" w="20033">
                    <a:moveTo>
                      <a:pt x="18501" y="0"/>
                    </a:moveTo>
                    <a:lnTo>
                      <a:pt x="8485" y="2484"/>
                    </a:lnTo>
                    <a:lnTo>
                      <a:pt x="1" y="4595"/>
                    </a:lnTo>
                    <a:lnTo>
                      <a:pt x="497" y="14238"/>
                    </a:lnTo>
                    <a:lnTo>
                      <a:pt x="746" y="18004"/>
                    </a:lnTo>
                    <a:lnTo>
                      <a:pt x="952" y="21150"/>
                    </a:lnTo>
                    <a:lnTo>
                      <a:pt x="1159" y="23757"/>
                    </a:lnTo>
                    <a:lnTo>
                      <a:pt x="1366" y="25868"/>
                    </a:lnTo>
                    <a:lnTo>
                      <a:pt x="1532" y="27524"/>
                    </a:lnTo>
                    <a:lnTo>
                      <a:pt x="1697" y="28807"/>
                    </a:lnTo>
                    <a:lnTo>
                      <a:pt x="2401" y="33856"/>
                    </a:lnTo>
                    <a:lnTo>
                      <a:pt x="2815" y="37002"/>
                    </a:lnTo>
                    <a:lnTo>
                      <a:pt x="3229" y="40147"/>
                    </a:lnTo>
                    <a:lnTo>
                      <a:pt x="3229" y="41223"/>
                    </a:lnTo>
                    <a:lnTo>
                      <a:pt x="3146" y="42589"/>
                    </a:lnTo>
                    <a:lnTo>
                      <a:pt x="3063" y="43334"/>
                    </a:lnTo>
                    <a:lnTo>
                      <a:pt x="2939" y="44121"/>
                    </a:lnTo>
                    <a:lnTo>
                      <a:pt x="2774" y="44948"/>
                    </a:lnTo>
                    <a:lnTo>
                      <a:pt x="2608" y="45818"/>
                    </a:lnTo>
                    <a:lnTo>
                      <a:pt x="2360" y="46894"/>
                    </a:lnTo>
                    <a:lnTo>
                      <a:pt x="2070" y="47804"/>
                    </a:lnTo>
                    <a:lnTo>
                      <a:pt x="1615" y="49129"/>
                    </a:lnTo>
                    <a:lnTo>
                      <a:pt x="1449" y="49667"/>
                    </a:lnTo>
                    <a:lnTo>
                      <a:pt x="1366" y="50122"/>
                    </a:lnTo>
                    <a:lnTo>
                      <a:pt x="1325" y="50536"/>
                    </a:lnTo>
                    <a:lnTo>
                      <a:pt x="1366" y="50784"/>
                    </a:lnTo>
                    <a:lnTo>
                      <a:pt x="1449" y="50991"/>
                    </a:lnTo>
                    <a:lnTo>
                      <a:pt x="1532" y="51239"/>
                    </a:lnTo>
                    <a:lnTo>
                      <a:pt x="1656" y="51446"/>
                    </a:lnTo>
                    <a:lnTo>
                      <a:pt x="1946" y="51902"/>
                    </a:lnTo>
                    <a:lnTo>
                      <a:pt x="2360" y="52316"/>
                    </a:lnTo>
                    <a:lnTo>
                      <a:pt x="2856" y="52688"/>
                    </a:lnTo>
                    <a:lnTo>
                      <a:pt x="3436" y="53061"/>
                    </a:lnTo>
                    <a:lnTo>
                      <a:pt x="4098" y="53350"/>
                    </a:lnTo>
                    <a:lnTo>
                      <a:pt x="4760" y="53640"/>
                    </a:lnTo>
                    <a:lnTo>
                      <a:pt x="5505" y="53847"/>
                    </a:lnTo>
                    <a:lnTo>
                      <a:pt x="6292" y="54012"/>
                    </a:lnTo>
                    <a:lnTo>
                      <a:pt x="7078" y="54095"/>
                    </a:lnTo>
                    <a:lnTo>
                      <a:pt x="7906" y="54137"/>
                    </a:lnTo>
                    <a:lnTo>
                      <a:pt x="8733" y="54095"/>
                    </a:lnTo>
                    <a:lnTo>
                      <a:pt x="9520" y="54012"/>
                    </a:lnTo>
                    <a:lnTo>
                      <a:pt x="10348" y="53847"/>
                    </a:lnTo>
                    <a:lnTo>
                      <a:pt x="11134" y="53599"/>
                    </a:lnTo>
                    <a:lnTo>
                      <a:pt x="11838" y="53226"/>
                    </a:lnTo>
                    <a:lnTo>
                      <a:pt x="12500" y="52854"/>
                    </a:lnTo>
                    <a:lnTo>
                      <a:pt x="13121" y="52357"/>
                    </a:lnTo>
                    <a:lnTo>
                      <a:pt x="13700" y="51819"/>
                    </a:lnTo>
                    <a:lnTo>
                      <a:pt x="14238" y="51198"/>
                    </a:lnTo>
                    <a:lnTo>
                      <a:pt x="14693" y="50536"/>
                    </a:lnTo>
                    <a:lnTo>
                      <a:pt x="15107" y="49791"/>
                    </a:lnTo>
                    <a:lnTo>
                      <a:pt x="15438" y="49004"/>
                    </a:lnTo>
                    <a:lnTo>
                      <a:pt x="15728" y="48177"/>
                    </a:lnTo>
                    <a:lnTo>
                      <a:pt x="15935" y="47308"/>
                    </a:lnTo>
                    <a:lnTo>
                      <a:pt x="16101" y="46438"/>
                    </a:lnTo>
                    <a:lnTo>
                      <a:pt x="16183" y="45486"/>
                    </a:lnTo>
                    <a:lnTo>
                      <a:pt x="16225" y="44534"/>
                    </a:lnTo>
                    <a:lnTo>
                      <a:pt x="16142" y="43541"/>
                    </a:lnTo>
                    <a:lnTo>
                      <a:pt x="16018" y="42589"/>
                    </a:lnTo>
                    <a:lnTo>
                      <a:pt x="15770" y="41555"/>
                    </a:lnTo>
                    <a:lnTo>
                      <a:pt x="15480" y="40561"/>
                    </a:lnTo>
                    <a:lnTo>
                      <a:pt x="16183" y="38533"/>
                    </a:lnTo>
                    <a:lnTo>
                      <a:pt x="16928" y="36257"/>
                    </a:lnTo>
                    <a:lnTo>
                      <a:pt x="17632" y="33815"/>
                    </a:lnTo>
                    <a:lnTo>
                      <a:pt x="17963" y="32490"/>
                    </a:lnTo>
                    <a:lnTo>
                      <a:pt x="18253" y="31125"/>
                    </a:lnTo>
                    <a:lnTo>
                      <a:pt x="18667" y="29221"/>
                    </a:lnTo>
                    <a:lnTo>
                      <a:pt x="19039" y="27193"/>
                    </a:lnTo>
                    <a:lnTo>
                      <a:pt x="19370" y="25082"/>
                    </a:lnTo>
                    <a:lnTo>
                      <a:pt x="19619" y="22888"/>
                    </a:lnTo>
                    <a:lnTo>
                      <a:pt x="19826" y="20612"/>
                    </a:lnTo>
                    <a:lnTo>
                      <a:pt x="19950" y="18294"/>
                    </a:lnTo>
                    <a:lnTo>
                      <a:pt x="20033" y="15894"/>
                    </a:lnTo>
                    <a:lnTo>
                      <a:pt x="20033" y="13410"/>
                    </a:lnTo>
                    <a:lnTo>
                      <a:pt x="19950" y="11548"/>
                    </a:lnTo>
                    <a:lnTo>
                      <a:pt x="19867" y="9727"/>
                    </a:lnTo>
                    <a:lnTo>
                      <a:pt x="19701" y="7947"/>
                    </a:lnTo>
                    <a:lnTo>
                      <a:pt x="19536" y="6250"/>
                    </a:lnTo>
                    <a:lnTo>
                      <a:pt x="19288" y="4595"/>
                    </a:lnTo>
                    <a:lnTo>
                      <a:pt x="19039" y="3022"/>
                    </a:lnTo>
                    <a:lnTo>
                      <a:pt x="18791" y="1449"/>
                    </a:lnTo>
                    <a:lnTo>
                      <a:pt x="185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49"/>
              <p:cNvSpPr/>
              <p:nvPr/>
            </p:nvSpPr>
            <p:spPr>
              <a:xfrm>
                <a:off x="1009025" y="4172100"/>
                <a:ext cx="350775" cy="1091625"/>
              </a:xfrm>
              <a:custGeom>
                <a:rect b="b" l="l" r="r" t="t"/>
                <a:pathLst>
                  <a:path extrusionOk="0" h="43665" w="14031">
                    <a:moveTo>
                      <a:pt x="4884" y="0"/>
                    </a:moveTo>
                    <a:lnTo>
                      <a:pt x="4677" y="1573"/>
                    </a:lnTo>
                    <a:lnTo>
                      <a:pt x="4553" y="2483"/>
                    </a:lnTo>
                    <a:lnTo>
                      <a:pt x="4387" y="3477"/>
                    </a:lnTo>
                    <a:lnTo>
                      <a:pt x="4139" y="4511"/>
                    </a:lnTo>
                    <a:lnTo>
                      <a:pt x="3849" y="5629"/>
                    </a:lnTo>
                    <a:lnTo>
                      <a:pt x="3518" y="6788"/>
                    </a:lnTo>
                    <a:lnTo>
                      <a:pt x="3104" y="8029"/>
                    </a:lnTo>
                    <a:lnTo>
                      <a:pt x="2773" y="8857"/>
                    </a:lnTo>
                    <a:lnTo>
                      <a:pt x="2442" y="9644"/>
                    </a:lnTo>
                    <a:lnTo>
                      <a:pt x="1821" y="10927"/>
                    </a:lnTo>
                    <a:lnTo>
                      <a:pt x="1283" y="11961"/>
                    </a:lnTo>
                    <a:lnTo>
                      <a:pt x="828" y="12913"/>
                    </a:lnTo>
                    <a:lnTo>
                      <a:pt x="621" y="13410"/>
                    </a:lnTo>
                    <a:lnTo>
                      <a:pt x="373" y="14072"/>
                    </a:lnTo>
                    <a:lnTo>
                      <a:pt x="207" y="14941"/>
                    </a:lnTo>
                    <a:lnTo>
                      <a:pt x="124" y="15438"/>
                    </a:lnTo>
                    <a:lnTo>
                      <a:pt x="41" y="16017"/>
                    </a:lnTo>
                    <a:lnTo>
                      <a:pt x="0" y="16680"/>
                    </a:lnTo>
                    <a:lnTo>
                      <a:pt x="0" y="17383"/>
                    </a:lnTo>
                    <a:lnTo>
                      <a:pt x="0" y="18170"/>
                    </a:lnTo>
                    <a:lnTo>
                      <a:pt x="41" y="19080"/>
                    </a:lnTo>
                    <a:lnTo>
                      <a:pt x="124" y="20032"/>
                    </a:lnTo>
                    <a:lnTo>
                      <a:pt x="248" y="21067"/>
                    </a:lnTo>
                    <a:lnTo>
                      <a:pt x="414" y="22226"/>
                    </a:lnTo>
                    <a:lnTo>
                      <a:pt x="621" y="23509"/>
                    </a:lnTo>
                    <a:lnTo>
                      <a:pt x="828" y="24585"/>
                    </a:lnTo>
                    <a:lnTo>
                      <a:pt x="1076" y="25744"/>
                    </a:lnTo>
                    <a:lnTo>
                      <a:pt x="1325" y="26944"/>
                    </a:lnTo>
                    <a:lnTo>
                      <a:pt x="1656" y="28268"/>
                    </a:lnTo>
                    <a:lnTo>
                      <a:pt x="2028" y="29717"/>
                    </a:lnTo>
                    <a:lnTo>
                      <a:pt x="2856" y="32656"/>
                    </a:lnTo>
                    <a:lnTo>
                      <a:pt x="3311" y="34270"/>
                    </a:lnTo>
                    <a:lnTo>
                      <a:pt x="3891" y="35967"/>
                    </a:lnTo>
                    <a:lnTo>
                      <a:pt x="4470" y="37788"/>
                    </a:lnTo>
                    <a:lnTo>
                      <a:pt x="5174" y="39692"/>
                    </a:lnTo>
                    <a:lnTo>
                      <a:pt x="5877" y="41637"/>
                    </a:lnTo>
                    <a:lnTo>
                      <a:pt x="6705" y="43665"/>
                    </a:lnTo>
                    <a:lnTo>
                      <a:pt x="12499" y="43582"/>
                    </a:lnTo>
                    <a:lnTo>
                      <a:pt x="12210" y="41430"/>
                    </a:lnTo>
                    <a:lnTo>
                      <a:pt x="12003" y="39195"/>
                    </a:lnTo>
                    <a:lnTo>
                      <a:pt x="11837" y="36919"/>
                    </a:lnTo>
                    <a:lnTo>
                      <a:pt x="11713" y="34560"/>
                    </a:lnTo>
                    <a:lnTo>
                      <a:pt x="11630" y="32159"/>
                    </a:lnTo>
                    <a:lnTo>
                      <a:pt x="11630" y="29758"/>
                    </a:lnTo>
                    <a:lnTo>
                      <a:pt x="11713" y="27275"/>
                    </a:lnTo>
                    <a:lnTo>
                      <a:pt x="11837" y="24709"/>
                    </a:lnTo>
                    <a:lnTo>
                      <a:pt x="12003" y="22640"/>
                    </a:lnTo>
                    <a:lnTo>
                      <a:pt x="12210" y="20487"/>
                    </a:lnTo>
                    <a:lnTo>
                      <a:pt x="12458" y="18335"/>
                    </a:lnTo>
                    <a:lnTo>
                      <a:pt x="12789" y="16142"/>
                    </a:lnTo>
                    <a:lnTo>
                      <a:pt x="13369" y="13037"/>
                    </a:lnTo>
                    <a:lnTo>
                      <a:pt x="13658" y="11506"/>
                    </a:lnTo>
                    <a:lnTo>
                      <a:pt x="14031" y="10016"/>
                    </a:lnTo>
                    <a:lnTo>
                      <a:pt x="4884" y="0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49"/>
              <p:cNvSpPr/>
              <p:nvPr/>
            </p:nvSpPr>
            <p:spPr>
              <a:xfrm>
                <a:off x="1077300" y="5070225"/>
                <a:ext cx="641550" cy="406650"/>
              </a:xfrm>
              <a:custGeom>
                <a:rect b="b" l="l" r="r" t="t"/>
                <a:pathLst>
                  <a:path extrusionOk="0" h="16266" w="25662">
                    <a:moveTo>
                      <a:pt x="9023" y="0"/>
                    </a:moveTo>
                    <a:lnTo>
                      <a:pt x="911" y="952"/>
                    </a:lnTo>
                    <a:lnTo>
                      <a:pt x="1118" y="1656"/>
                    </a:lnTo>
                    <a:lnTo>
                      <a:pt x="1284" y="2359"/>
                    </a:lnTo>
                    <a:lnTo>
                      <a:pt x="1408" y="2980"/>
                    </a:lnTo>
                    <a:lnTo>
                      <a:pt x="1491" y="3601"/>
                    </a:lnTo>
                    <a:lnTo>
                      <a:pt x="1574" y="4181"/>
                    </a:lnTo>
                    <a:lnTo>
                      <a:pt x="1615" y="4760"/>
                    </a:lnTo>
                    <a:lnTo>
                      <a:pt x="1615" y="5795"/>
                    </a:lnTo>
                    <a:lnTo>
                      <a:pt x="1532" y="6747"/>
                    </a:lnTo>
                    <a:lnTo>
                      <a:pt x="1408" y="7574"/>
                    </a:lnTo>
                    <a:lnTo>
                      <a:pt x="1201" y="8319"/>
                    </a:lnTo>
                    <a:lnTo>
                      <a:pt x="953" y="8982"/>
                    </a:lnTo>
                    <a:lnTo>
                      <a:pt x="622" y="9768"/>
                    </a:lnTo>
                    <a:lnTo>
                      <a:pt x="456" y="10182"/>
                    </a:lnTo>
                    <a:lnTo>
                      <a:pt x="290" y="10637"/>
                    </a:lnTo>
                    <a:lnTo>
                      <a:pt x="166" y="11134"/>
                    </a:lnTo>
                    <a:lnTo>
                      <a:pt x="42" y="11672"/>
                    </a:lnTo>
                    <a:lnTo>
                      <a:pt x="1" y="12210"/>
                    </a:lnTo>
                    <a:lnTo>
                      <a:pt x="1" y="12831"/>
                    </a:lnTo>
                    <a:lnTo>
                      <a:pt x="84" y="13369"/>
                    </a:lnTo>
                    <a:lnTo>
                      <a:pt x="166" y="13865"/>
                    </a:lnTo>
                    <a:lnTo>
                      <a:pt x="332" y="14362"/>
                    </a:lnTo>
                    <a:lnTo>
                      <a:pt x="539" y="14817"/>
                    </a:lnTo>
                    <a:lnTo>
                      <a:pt x="746" y="15231"/>
                    </a:lnTo>
                    <a:lnTo>
                      <a:pt x="953" y="15645"/>
                    </a:lnTo>
                    <a:lnTo>
                      <a:pt x="1408" y="16266"/>
                    </a:lnTo>
                    <a:lnTo>
                      <a:pt x="24751" y="16266"/>
                    </a:lnTo>
                    <a:lnTo>
                      <a:pt x="25124" y="15645"/>
                    </a:lnTo>
                    <a:lnTo>
                      <a:pt x="25330" y="15273"/>
                    </a:lnTo>
                    <a:lnTo>
                      <a:pt x="25455" y="14900"/>
                    </a:lnTo>
                    <a:lnTo>
                      <a:pt x="25579" y="14486"/>
                    </a:lnTo>
                    <a:lnTo>
                      <a:pt x="25662" y="14072"/>
                    </a:lnTo>
                    <a:lnTo>
                      <a:pt x="25662" y="13659"/>
                    </a:lnTo>
                    <a:lnTo>
                      <a:pt x="25620" y="13203"/>
                    </a:lnTo>
                    <a:lnTo>
                      <a:pt x="25537" y="12955"/>
                    </a:lnTo>
                    <a:lnTo>
                      <a:pt x="25455" y="12665"/>
                    </a:lnTo>
                    <a:lnTo>
                      <a:pt x="25206" y="12127"/>
                    </a:lnTo>
                    <a:lnTo>
                      <a:pt x="24875" y="11630"/>
                    </a:lnTo>
                    <a:lnTo>
                      <a:pt x="24503" y="11175"/>
                    </a:lnTo>
                    <a:lnTo>
                      <a:pt x="24047" y="10761"/>
                    </a:lnTo>
                    <a:lnTo>
                      <a:pt x="23551" y="10389"/>
                    </a:lnTo>
                    <a:lnTo>
                      <a:pt x="23054" y="10016"/>
                    </a:lnTo>
                    <a:lnTo>
                      <a:pt x="22475" y="9685"/>
                    </a:lnTo>
                    <a:lnTo>
                      <a:pt x="21937" y="9396"/>
                    </a:lnTo>
                    <a:lnTo>
                      <a:pt x="21357" y="9147"/>
                    </a:lnTo>
                    <a:lnTo>
                      <a:pt x="20281" y="8692"/>
                    </a:lnTo>
                    <a:lnTo>
                      <a:pt x="19329" y="8361"/>
                    </a:lnTo>
                    <a:lnTo>
                      <a:pt x="18626" y="8112"/>
                    </a:lnTo>
                    <a:lnTo>
                      <a:pt x="18005" y="7947"/>
                    </a:lnTo>
                    <a:lnTo>
                      <a:pt x="17549" y="7823"/>
                    </a:lnTo>
                    <a:lnTo>
                      <a:pt x="16804" y="7740"/>
                    </a:lnTo>
                    <a:lnTo>
                      <a:pt x="16225" y="7616"/>
                    </a:lnTo>
                    <a:lnTo>
                      <a:pt x="15894" y="7574"/>
                    </a:lnTo>
                    <a:lnTo>
                      <a:pt x="15521" y="7450"/>
                    </a:lnTo>
                    <a:lnTo>
                      <a:pt x="14776" y="7119"/>
                    </a:lnTo>
                    <a:lnTo>
                      <a:pt x="14363" y="6912"/>
                    </a:lnTo>
                    <a:lnTo>
                      <a:pt x="13990" y="6705"/>
                    </a:lnTo>
                    <a:lnTo>
                      <a:pt x="13576" y="6416"/>
                    </a:lnTo>
                    <a:lnTo>
                      <a:pt x="13162" y="6084"/>
                    </a:lnTo>
                    <a:lnTo>
                      <a:pt x="12748" y="5753"/>
                    </a:lnTo>
                    <a:lnTo>
                      <a:pt x="12334" y="5339"/>
                    </a:lnTo>
                    <a:lnTo>
                      <a:pt x="11921" y="4884"/>
                    </a:lnTo>
                    <a:lnTo>
                      <a:pt x="11465" y="4388"/>
                    </a:lnTo>
                    <a:lnTo>
                      <a:pt x="11051" y="3808"/>
                    </a:lnTo>
                    <a:lnTo>
                      <a:pt x="10638" y="3187"/>
                    </a:lnTo>
                    <a:lnTo>
                      <a:pt x="10224" y="2484"/>
                    </a:lnTo>
                    <a:lnTo>
                      <a:pt x="9851" y="1739"/>
                    </a:lnTo>
                    <a:lnTo>
                      <a:pt x="9437" y="911"/>
                    </a:lnTo>
                    <a:lnTo>
                      <a:pt x="902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49"/>
              <p:cNvSpPr/>
              <p:nvPr/>
            </p:nvSpPr>
            <p:spPr>
              <a:xfrm>
                <a:off x="1024525" y="4743250"/>
                <a:ext cx="280450" cy="135575"/>
              </a:xfrm>
              <a:custGeom>
                <a:rect b="b" l="l" r="r" t="t"/>
                <a:pathLst>
                  <a:path extrusionOk="0" h="5423" w="11218">
                    <a:moveTo>
                      <a:pt x="746" y="1"/>
                    </a:moveTo>
                    <a:lnTo>
                      <a:pt x="1" y="663"/>
                    </a:lnTo>
                    <a:lnTo>
                      <a:pt x="208" y="1739"/>
                    </a:lnTo>
                    <a:lnTo>
                      <a:pt x="456" y="2898"/>
                    </a:lnTo>
                    <a:lnTo>
                      <a:pt x="705" y="4098"/>
                    </a:lnTo>
                    <a:lnTo>
                      <a:pt x="1036" y="5422"/>
                    </a:lnTo>
                    <a:lnTo>
                      <a:pt x="6126" y="3643"/>
                    </a:lnTo>
                    <a:lnTo>
                      <a:pt x="11217" y="1863"/>
                    </a:lnTo>
                    <a:lnTo>
                      <a:pt x="7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49"/>
              <p:cNvSpPr/>
              <p:nvPr/>
            </p:nvSpPr>
            <p:spPr>
              <a:xfrm>
                <a:off x="965550" y="2897325"/>
                <a:ext cx="638450" cy="1945275"/>
              </a:xfrm>
              <a:custGeom>
                <a:rect b="b" l="l" r="r" t="t"/>
                <a:pathLst>
                  <a:path extrusionOk="0" h="77811" w="25538">
                    <a:moveTo>
                      <a:pt x="3891" y="0"/>
                    </a:moveTo>
                    <a:lnTo>
                      <a:pt x="3436" y="1697"/>
                    </a:lnTo>
                    <a:lnTo>
                      <a:pt x="3022" y="3436"/>
                    </a:lnTo>
                    <a:lnTo>
                      <a:pt x="2608" y="5174"/>
                    </a:lnTo>
                    <a:lnTo>
                      <a:pt x="2236" y="6954"/>
                    </a:lnTo>
                    <a:lnTo>
                      <a:pt x="1946" y="8568"/>
                    </a:lnTo>
                    <a:lnTo>
                      <a:pt x="1656" y="10141"/>
                    </a:lnTo>
                    <a:lnTo>
                      <a:pt x="1408" y="11755"/>
                    </a:lnTo>
                    <a:lnTo>
                      <a:pt x="1201" y="13328"/>
                    </a:lnTo>
                    <a:lnTo>
                      <a:pt x="994" y="14900"/>
                    </a:lnTo>
                    <a:lnTo>
                      <a:pt x="829" y="16473"/>
                    </a:lnTo>
                    <a:lnTo>
                      <a:pt x="580" y="19577"/>
                    </a:lnTo>
                    <a:lnTo>
                      <a:pt x="415" y="22599"/>
                    </a:lnTo>
                    <a:lnTo>
                      <a:pt x="332" y="25620"/>
                    </a:lnTo>
                    <a:lnTo>
                      <a:pt x="332" y="28559"/>
                    </a:lnTo>
                    <a:lnTo>
                      <a:pt x="415" y="31456"/>
                    </a:lnTo>
                    <a:lnTo>
                      <a:pt x="580" y="34312"/>
                    </a:lnTo>
                    <a:lnTo>
                      <a:pt x="829" y="37085"/>
                    </a:lnTo>
                    <a:lnTo>
                      <a:pt x="1118" y="39816"/>
                    </a:lnTo>
                    <a:lnTo>
                      <a:pt x="1491" y="42465"/>
                    </a:lnTo>
                    <a:lnTo>
                      <a:pt x="1905" y="45031"/>
                    </a:lnTo>
                    <a:lnTo>
                      <a:pt x="2360" y="47556"/>
                    </a:lnTo>
                    <a:lnTo>
                      <a:pt x="2857" y="49998"/>
                    </a:lnTo>
                    <a:lnTo>
                      <a:pt x="3395" y="52398"/>
                    </a:lnTo>
                    <a:lnTo>
                      <a:pt x="2939" y="53557"/>
                    </a:lnTo>
                    <a:lnTo>
                      <a:pt x="2443" y="54882"/>
                    </a:lnTo>
                    <a:lnTo>
                      <a:pt x="1987" y="56289"/>
                    </a:lnTo>
                    <a:lnTo>
                      <a:pt x="1532" y="57820"/>
                    </a:lnTo>
                    <a:lnTo>
                      <a:pt x="1160" y="59434"/>
                    </a:lnTo>
                    <a:lnTo>
                      <a:pt x="787" y="61214"/>
                    </a:lnTo>
                    <a:lnTo>
                      <a:pt x="456" y="63077"/>
                    </a:lnTo>
                    <a:lnTo>
                      <a:pt x="249" y="65022"/>
                    </a:lnTo>
                    <a:lnTo>
                      <a:pt x="84" y="66967"/>
                    </a:lnTo>
                    <a:lnTo>
                      <a:pt x="1" y="68788"/>
                    </a:lnTo>
                    <a:lnTo>
                      <a:pt x="42" y="70568"/>
                    </a:lnTo>
                    <a:lnTo>
                      <a:pt x="125" y="72223"/>
                    </a:lnTo>
                    <a:lnTo>
                      <a:pt x="249" y="73796"/>
                    </a:lnTo>
                    <a:lnTo>
                      <a:pt x="415" y="75245"/>
                    </a:lnTo>
                    <a:lnTo>
                      <a:pt x="580" y="76611"/>
                    </a:lnTo>
                    <a:lnTo>
                      <a:pt x="829" y="77811"/>
                    </a:lnTo>
                    <a:lnTo>
                      <a:pt x="16929" y="75162"/>
                    </a:lnTo>
                    <a:lnTo>
                      <a:pt x="25537" y="16597"/>
                    </a:lnTo>
                    <a:lnTo>
                      <a:pt x="38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49"/>
              <p:cNvSpPr/>
              <p:nvPr/>
            </p:nvSpPr>
            <p:spPr>
              <a:xfrm>
                <a:off x="790700" y="1285250"/>
                <a:ext cx="934350" cy="2126350"/>
              </a:xfrm>
              <a:custGeom>
                <a:rect b="b" l="l" r="r" t="t"/>
                <a:pathLst>
                  <a:path extrusionOk="0" h="85054" w="37374">
                    <a:moveTo>
                      <a:pt x="11134" y="0"/>
                    </a:moveTo>
                    <a:lnTo>
                      <a:pt x="9892" y="16307"/>
                    </a:lnTo>
                    <a:lnTo>
                      <a:pt x="7947" y="26075"/>
                    </a:lnTo>
                    <a:lnTo>
                      <a:pt x="6457" y="33649"/>
                    </a:lnTo>
                    <a:lnTo>
                      <a:pt x="5505" y="38574"/>
                    </a:lnTo>
                    <a:lnTo>
                      <a:pt x="5298" y="39940"/>
                    </a:lnTo>
                    <a:lnTo>
                      <a:pt x="5215" y="40478"/>
                    </a:lnTo>
                    <a:lnTo>
                      <a:pt x="4222" y="45072"/>
                    </a:lnTo>
                    <a:lnTo>
                      <a:pt x="3311" y="49211"/>
                    </a:lnTo>
                    <a:lnTo>
                      <a:pt x="2566" y="52977"/>
                    </a:lnTo>
                    <a:lnTo>
                      <a:pt x="1904" y="56413"/>
                    </a:lnTo>
                    <a:lnTo>
                      <a:pt x="1325" y="59475"/>
                    </a:lnTo>
                    <a:lnTo>
                      <a:pt x="869" y="62290"/>
                    </a:lnTo>
                    <a:lnTo>
                      <a:pt x="538" y="64815"/>
                    </a:lnTo>
                    <a:lnTo>
                      <a:pt x="248" y="67091"/>
                    </a:lnTo>
                    <a:lnTo>
                      <a:pt x="83" y="69160"/>
                    </a:lnTo>
                    <a:lnTo>
                      <a:pt x="0" y="71064"/>
                    </a:lnTo>
                    <a:lnTo>
                      <a:pt x="0" y="72803"/>
                    </a:lnTo>
                    <a:lnTo>
                      <a:pt x="83" y="74417"/>
                    </a:lnTo>
                    <a:lnTo>
                      <a:pt x="248" y="75948"/>
                    </a:lnTo>
                    <a:lnTo>
                      <a:pt x="497" y="77438"/>
                    </a:lnTo>
                    <a:lnTo>
                      <a:pt x="787" y="78887"/>
                    </a:lnTo>
                    <a:lnTo>
                      <a:pt x="1159" y="80294"/>
                    </a:lnTo>
                    <a:lnTo>
                      <a:pt x="1573" y="81742"/>
                    </a:lnTo>
                    <a:lnTo>
                      <a:pt x="1987" y="83067"/>
                    </a:lnTo>
                    <a:lnTo>
                      <a:pt x="2359" y="84143"/>
                    </a:lnTo>
                    <a:lnTo>
                      <a:pt x="2732" y="85054"/>
                    </a:lnTo>
                    <a:lnTo>
                      <a:pt x="20074" y="80997"/>
                    </a:lnTo>
                    <a:lnTo>
                      <a:pt x="37374" y="76900"/>
                    </a:lnTo>
                    <a:lnTo>
                      <a:pt x="20943" y="18004"/>
                    </a:lnTo>
                    <a:lnTo>
                      <a:pt x="20777" y="16431"/>
                    </a:lnTo>
                    <a:lnTo>
                      <a:pt x="20570" y="14817"/>
                    </a:lnTo>
                    <a:lnTo>
                      <a:pt x="20322" y="12831"/>
                    </a:lnTo>
                    <a:lnTo>
                      <a:pt x="20115" y="10844"/>
                    </a:lnTo>
                    <a:lnTo>
                      <a:pt x="19991" y="9520"/>
                    </a:lnTo>
                    <a:lnTo>
                      <a:pt x="19867" y="8775"/>
                    </a:lnTo>
                    <a:lnTo>
                      <a:pt x="19784" y="7988"/>
                    </a:lnTo>
                    <a:lnTo>
                      <a:pt x="19080" y="7740"/>
                    </a:lnTo>
                    <a:lnTo>
                      <a:pt x="18418" y="7409"/>
                    </a:lnTo>
                    <a:lnTo>
                      <a:pt x="17797" y="6995"/>
                    </a:lnTo>
                    <a:lnTo>
                      <a:pt x="17301" y="6540"/>
                    </a:lnTo>
                    <a:lnTo>
                      <a:pt x="16845" y="6002"/>
                    </a:lnTo>
                    <a:lnTo>
                      <a:pt x="16473" y="5422"/>
                    </a:lnTo>
                    <a:lnTo>
                      <a:pt x="16307" y="5091"/>
                    </a:lnTo>
                    <a:lnTo>
                      <a:pt x="16183" y="4801"/>
                    </a:lnTo>
                    <a:lnTo>
                      <a:pt x="16059" y="4470"/>
                    </a:lnTo>
                    <a:lnTo>
                      <a:pt x="16017" y="4098"/>
                    </a:lnTo>
                    <a:lnTo>
                      <a:pt x="15935" y="3518"/>
                    </a:lnTo>
                    <a:lnTo>
                      <a:pt x="15935" y="2939"/>
                    </a:lnTo>
                    <a:lnTo>
                      <a:pt x="15976" y="2442"/>
                    </a:lnTo>
                    <a:lnTo>
                      <a:pt x="16100" y="1987"/>
                    </a:lnTo>
                    <a:lnTo>
                      <a:pt x="16224" y="1573"/>
                    </a:lnTo>
                    <a:lnTo>
                      <a:pt x="16390" y="1200"/>
                    </a:lnTo>
                    <a:lnTo>
                      <a:pt x="16638" y="745"/>
                    </a:lnTo>
                    <a:lnTo>
                      <a:pt x="11134" y="0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49"/>
              <p:cNvSpPr/>
              <p:nvPr/>
            </p:nvSpPr>
            <p:spPr>
              <a:xfrm>
                <a:off x="782425" y="1761200"/>
                <a:ext cx="1030575" cy="1867700"/>
              </a:xfrm>
              <a:custGeom>
                <a:rect b="b" l="l" r="r" t="t"/>
                <a:pathLst>
                  <a:path extrusionOk="0" h="74708" w="41223">
                    <a:moveTo>
                      <a:pt x="8857" y="1"/>
                    </a:moveTo>
                    <a:lnTo>
                      <a:pt x="7781" y="2650"/>
                    </a:lnTo>
                    <a:lnTo>
                      <a:pt x="6746" y="5381"/>
                    </a:lnTo>
                    <a:lnTo>
                      <a:pt x="6001" y="7534"/>
                    </a:lnTo>
                    <a:lnTo>
                      <a:pt x="5298" y="9686"/>
                    </a:lnTo>
                    <a:lnTo>
                      <a:pt x="4636" y="11797"/>
                    </a:lnTo>
                    <a:lnTo>
                      <a:pt x="4015" y="13949"/>
                    </a:lnTo>
                    <a:lnTo>
                      <a:pt x="3477" y="16060"/>
                    </a:lnTo>
                    <a:lnTo>
                      <a:pt x="2980" y="18212"/>
                    </a:lnTo>
                    <a:lnTo>
                      <a:pt x="2483" y="20323"/>
                    </a:lnTo>
                    <a:lnTo>
                      <a:pt x="2069" y="22433"/>
                    </a:lnTo>
                    <a:lnTo>
                      <a:pt x="1697" y="24544"/>
                    </a:lnTo>
                    <a:lnTo>
                      <a:pt x="1366" y="26614"/>
                    </a:lnTo>
                    <a:lnTo>
                      <a:pt x="1035" y="28725"/>
                    </a:lnTo>
                    <a:lnTo>
                      <a:pt x="786" y="30794"/>
                    </a:lnTo>
                    <a:lnTo>
                      <a:pt x="579" y="32863"/>
                    </a:lnTo>
                    <a:lnTo>
                      <a:pt x="373" y="34933"/>
                    </a:lnTo>
                    <a:lnTo>
                      <a:pt x="248" y="37002"/>
                    </a:lnTo>
                    <a:lnTo>
                      <a:pt x="124" y="39030"/>
                    </a:lnTo>
                    <a:lnTo>
                      <a:pt x="41" y="41058"/>
                    </a:lnTo>
                    <a:lnTo>
                      <a:pt x="0" y="43086"/>
                    </a:lnTo>
                    <a:lnTo>
                      <a:pt x="0" y="45114"/>
                    </a:lnTo>
                    <a:lnTo>
                      <a:pt x="0" y="47101"/>
                    </a:lnTo>
                    <a:lnTo>
                      <a:pt x="83" y="49088"/>
                    </a:lnTo>
                    <a:lnTo>
                      <a:pt x="124" y="51033"/>
                    </a:lnTo>
                    <a:lnTo>
                      <a:pt x="248" y="52978"/>
                    </a:lnTo>
                    <a:lnTo>
                      <a:pt x="373" y="54923"/>
                    </a:lnTo>
                    <a:lnTo>
                      <a:pt x="538" y="56869"/>
                    </a:lnTo>
                    <a:lnTo>
                      <a:pt x="704" y="58731"/>
                    </a:lnTo>
                    <a:lnTo>
                      <a:pt x="952" y="60635"/>
                    </a:lnTo>
                    <a:lnTo>
                      <a:pt x="1159" y="62498"/>
                    </a:lnTo>
                    <a:lnTo>
                      <a:pt x="1697" y="66181"/>
                    </a:lnTo>
                    <a:lnTo>
                      <a:pt x="2276" y="69782"/>
                    </a:lnTo>
                    <a:lnTo>
                      <a:pt x="3270" y="70444"/>
                    </a:lnTo>
                    <a:lnTo>
                      <a:pt x="4304" y="71065"/>
                    </a:lnTo>
                    <a:lnTo>
                      <a:pt x="5381" y="71686"/>
                    </a:lnTo>
                    <a:lnTo>
                      <a:pt x="6581" y="72265"/>
                    </a:lnTo>
                    <a:lnTo>
                      <a:pt x="7822" y="72803"/>
                    </a:lnTo>
                    <a:lnTo>
                      <a:pt x="9147" y="73300"/>
                    </a:lnTo>
                    <a:lnTo>
                      <a:pt x="10513" y="73755"/>
                    </a:lnTo>
                    <a:lnTo>
                      <a:pt x="12003" y="74128"/>
                    </a:lnTo>
                    <a:lnTo>
                      <a:pt x="13410" y="74376"/>
                    </a:lnTo>
                    <a:lnTo>
                      <a:pt x="14817" y="74542"/>
                    </a:lnTo>
                    <a:lnTo>
                      <a:pt x="16183" y="74666"/>
                    </a:lnTo>
                    <a:lnTo>
                      <a:pt x="17549" y="74707"/>
                    </a:lnTo>
                    <a:lnTo>
                      <a:pt x="18873" y="74624"/>
                    </a:lnTo>
                    <a:lnTo>
                      <a:pt x="20198" y="74542"/>
                    </a:lnTo>
                    <a:lnTo>
                      <a:pt x="21481" y="74376"/>
                    </a:lnTo>
                    <a:lnTo>
                      <a:pt x="22722" y="74128"/>
                    </a:lnTo>
                    <a:lnTo>
                      <a:pt x="23964" y="73838"/>
                    </a:lnTo>
                    <a:lnTo>
                      <a:pt x="25164" y="73548"/>
                    </a:lnTo>
                    <a:lnTo>
                      <a:pt x="26364" y="73176"/>
                    </a:lnTo>
                    <a:lnTo>
                      <a:pt x="27482" y="72762"/>
                    </a:lnTo>
                    <a:lnTo>
                      <a:pt x="28599" y="72307"/>
                    </a:lnTo>
                    <a:lnTo>
                      <a:pt x="29676" y="71851"/>
                    </a:lnTo>
                    <a:lnTo>
                      <a:pt x="30710" y="71355"/>
                    </a:lnTo>
                    <a:lnTo>
                      <a:pt x="31704" y="70858"/>
                    </a:lnTo>
                    <a:lnTo>
                      <a:pt x="32655" y="70320"/>
                    </a:lnTo>
                    <a:lnTo>
                      <a:pt x="33607" y="69823"/>
                    </a:lnTo>
                    <a:lnTo>
                      <a:pt x="35304" y="68747"/>
                    </a:lnTo>
                    <a:lnTo>
                      <a:pt x="36836" y="67671"/>
                    </a:lnTo>
                    <a:lnTo>
                      <a:pt x="38160" y="66678"/>
                    </a:lnTo>
                    <a:lnTo>
                      <a:pt x="39278" y="65767"/>
                    </a:lnTo>
                    <a:lnTo>
                      <a:pt x="40147" y="65022"/>
                    </a:lnTo>
                    <a:lnTo>
                      <a:pt x="41223" y="63988"/>
                    </a:lnTo>
                    <a:lnTo>
                      <a:pt x="22888" y="580"/>
                    </a:lnTo>
                    <a:lnTo>
                      <a:pt x="8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49"/>
              <p:cNvSpPr/>
              <p:nvPr/>
            </p:nvSpPr>
            <p:spPr>
              <a:xfrm>
                <a:off x="1233550" y="1523225"/>
                <a:ext cx="71425" cy="132475"/>
              </a:xfrm>
              <a:custGeom>
                <a:rect b="b" l="l" r="r" t="t"/>
                <a:pathLst>
                  <a:path extrusionOk="0" h="5299" w="2857">
                    <a:moveTo>
                      <a:pt x="1904" y="1"/>
                    </a:moveTo>
                    <a:lnTo>
                      <a:pt x="1573" y="42"/>
                    </a:lnTo>
                    <a:lnTo>
                      <a:pt x="1242" y="125"/>
                    </a:lnTo>
                    <a:lnTo>
                      <a:pt x="952" y="207"/>
                    </a:lnTo>
                    <a:lnTo>
                      <a:pt x="704" y="332"/>
                    </a:lnTo>
                    <a:lnTo>
                      <a:pt x="497" y="497"/>
                    </a:lnTo>
                    <a:lnTo>
                      <a:pt x="290" y="663"/>
                    </a:lnTo>
                    <a:lnTo>
                      <a:pt x="166" y="911"/>
                    </a:lnTo>
                    <a:lnTo>
                      <a:pt x="83" y="1118"/>
                    </a:lnTo>
                    <a:lnTo>
                      <a:pt x="0" y="1366"/>
                    </a:lnTo>
                    <a:lnTo>
                      <a:pt x="0" y="1615"/>
                    </a:lnTo>
                    <a:lnTo>
                      <a:pt x="0" y="1904"/>
                    </a:lnTo>
                    <a:lnTo>
                      <a:pt x="83" y="2153"/>
                    </a:lnTo>
                    <a:lnTo>
                      <a:pt x="166" y="2442"/>
                    </a:lnTo>
                    <a:lnTo>
                      <a:pt x="290" y="2732"/>
                    </a:lnTo>
                    <a:lnTo>
                      <a:pt x="456" y="3022"/>
                    </a:lnTo>
                    <a:lnTo>
                      <a:pt x="663" y="3312"/>
                    </a:lnTo>
                    <a:lnTo>
                      <a:pt x="911" y="3643"/>
                    </a:lnTo>
                    <a:lnTo>
                      <a:pt x="1449" y="4222"/>
                    </a:lnTo>
                    <a:lnTo>
                      <a:pt x="2111" y="4760"/>
                    </a:lnTo>
                    <a:lnTo>
                      <a:pt x="2856" y="5298"/>
                    </a:lnTo>
                    <a:lnTo>
                      <a:pt x="2608" y="3312"/>
                    </a:lnTo>
                    <a:lnTo>
                      <a:pt x="2401" y="1325"/>
                    </a:lnTo>
                    <a:lnTo>
                      <a:pt x="22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49"/>
              <p:cNvSpPr/>
              <p:nvPr/>
            </p:nvSpPr>
            <p:spPr>
              <a:xfrm>
                <a:off x="882775" y="594050"/>
                <a:ext cx="855725" cy="1035775"/>
              </a:xfrm>
              <a:custGeom>
                <a:rect b="b" l="l" r="r" t="t"/>
                <a:pathLst>
                  <a:path extrusionOk="0" h="41431" w="34229">
                    <a:moveTo>
                      <a:pt x="15066" y="1"/>
                    </a:moveTo>
                    <a:lnTo>
                      <a:pt x="14321" y="42"/>
                    </a:lnTo>
                    <a:lnTo>
                      <a:pt x="13535" y="83"/>
                    </a:lnTo>
                    <a:lnTo>
                      <a:pt x="12790" y="208"/>
                    </a:lnTo>
                    <a:lnTo>
                      <a:pt x="12003" y="290"/>
                    </a:lnTo>
                    <a:lnTo>
                      <a:pt x="11258" y="456"/>
                    </a:lnTo>
                    <a:lnTo>
                      <a:pt x="10513" y="663"/>
                    </a:lnTo>
                    <a:lnTo>
                      <a:pt x="9768" y="870"/>
                    </a:lnTo>
                    <a:lnTo>
                      <a:pt x="9065" y="1118"/>
                    </a:lnTo>
                    <a:lnTo>
                      <a:pt x="8320" y="1366"/>
                    </a:lnTo>
                    <a:lnTo>
                      <a:pt x="7658" y="1698"/>
                    </a:lnTo>
                    <a:lnTo>
                      <a:pt x="6954" y="2029"/>
                    </a:lnTo>
                    <a:lnTo>
                      <a:pt x="6292" y="2443"/>
                    </a:lnTo>
                    <a:lnTo>
                      <a:pt x="5671" y="2856"/>
                    </a:lnTo>
                    <a:lnTo>
                      <a:pt x="5050" y="3270"/>
                    </a:lnTo>
                    <a:lnTo>
                      <a:pt x="4471" y="3767"/>
                    </a:lnTo>
                    <a:lnTo>
                      <a:pt x="3891" y="4305"/>
                    </a:lnTo>
                    <a:lnTo>
                      <a:pt x="3353" y="4843"/>
                    </a:lnTo>
                    <a:lnTo>
                      <a:pt x="2857" y="5464"/>
                    </a:lnTo>
                    <a:lnTo>
                      <a:pt x="2401" y="6085"/>
                    </a:lnTo>
                    <a:lnTo>
                      <a:pt x="1946" y="6747"/>
                    </a:lnTo>
                    <a:lnTo>
                      <a:pt x="1573" y="7451"/>
                    </a:lnTo>
                    <a:lnTo>
                      <a:pt x="1242" y="8154"/>
                    </a:lnTo>
                    <a:lnTo>
                      <a:pt x="953" y="8899"/>
                    </a:lnTo>
                    <a:lnTo>
                      <a:pt x="704" y="9603"/>
                    </a:lnTo>
                    <a:lnTo>
                      <a:pt x="456" y="10348"/>
                    </a:lnTo>
                    <a:lnTo>
                      <a:pt x="290" y="11134"/>
                    </a:lnTo>
                    <a:lnTo>
                      <a:pt x="166" y="11879"/>
                    </a:lnTo>
                    <a:lnTo>
                      <a:pt x="84" y="12624"/>
                    </a:lnTo>
                    <a:lnTo>
                      <a:pt x="1" y="13411"/>
                    </a:lnTo>
                    <a:lnTo>
                      <a:pt x="1" y="14156"/>
                    </a:lnTo>
                    <a:lnTo>
                      <a:pt x="1" y="14942"/>
                    </a:lnTo>
                    <a:lnTo>
                      <a:pt x="42" y="15687"/>
                    </a:lnTo>
                    <a:lnTo>
                      <a:pt x="84" y="16473"/>
                    </a:lnTo>
                    <a:lnTo>
                      <a:pt x="208" y="17218"/>
                    </a:lnTo>
                    <a:lnTo>
                      <a:pt x="290" y="17963"/>
                    </a:lnTo>
                    <a:lnTo>
                      <a:pt x="456" y="18708"/>
                    </a:lnTo>
                    <a:lnTo>
                      <a:pt x="622" y="19412"/>
                    </a:lnTo>
                    <a:lnTo>
                      <a:pt x="828" y="20115"/>
                    </a:lnTo>
                    <a:lnTo>
                      <a:pt x="1035" y="20819"/>
                    </a:lnTo>
                    <a:lnTo>
                      <a:pt x="1532" y="22102"/>
                    </a:lnTo>
                    <a:lnTo>
                      <a:pt x="2070" y="23344"/>
                    </a:lnTo>
                    <a:lnTo>
                      <a:pt x="2691" y="24461"/>
                    </a:lnTo>
                    <a:lnTo>
                      <a:pt x="2981" y="24999"/>
                    </a:lnTo>
                    <a:lnTo>
                      <a:pt x="3312" y="25455"/>
                    </a:lnTo>
                    <a:lnTo>
                      <a:pt x="3643" y="25910"/>
                    </a:lnTo>
                    <a:lnTo>
                      <a:pt x="3974" y="26324"/>
                    </a:lnTo>
                    <a:lnTo>
                      <a:pt x="4347" y="26696"/>
                    </a:lnTo>
                    <a:lnTo>
                      <a:pt x="4678" y="27069"/>
                    </a:lnTo>
                    <a:lnTo>
                      <a:pt x="5340" y="27607"/>
                    </a:lnTo>
                    <a:lnTo>
                      <a:pt x="5795" y="28062"/>
                    </a:lnTo>
                    <a:lnTo>
                      <a:pt x="6292" y="28559"/>
                    </a:lnTo>
                    <a:lnTo>
                      <a:pt x="6871" y="29221"/>
                    </a:lnTo>
                    <a:lnTo>
                      <a:pt x="7451" y="29925"/>
                    </a:lnTo>
                    <a:lnTo>
                      <a:pt x="8071" y="30752"/>
                    </a:lnTo>
                    <a:lnTo>
                      <a:pt x="8651" y="31704"/>
                    </a:lnTo>
                    <a:lnTo>
                      <a:pt x="9023" y="32366"/>
                    </a:lnTo>
                    <a:lnTo>
                      <a:pt x="9355" y="33029"/>
                    </a:lnTo>
                    <a:lnTo>
                      <a:pt x="9644" y="33650"/>
                    </a:lnTo>
                    <a:lnTo>
                      <a:pt x="9893" y="34229"/>
                    </a:lnTo>
                    <a:lnTo>
                      <a:pt x="10306" y="35346"/>
                    </a:lnTo>
                    <a:lnTo>
                      <a:pt x="10596" y="36298"/>
                    </a:lnTo>
                    <a:lnTo>
                      <a:pt x="11879" y="37085"/>
                    </a:lnTo>
                    <a:lnTo>
                      <a:pt x="13121" y="37747"/>
                    </a:lnTo>
                    <a:lnTo>
                      <a:pt x="14321" y="38368"/>
                    </a:lnTo>
                    <a:lnTo>
                      <a:pt x="15480" y="38906"/>
                    </a:lnTo>
                    <a:lnTo>
                      <a:pt x="16556" y="39403"/>
                    </a:lnTo>
                    <a:lnTo>
                      <a:pt x="17591" y="39816"/>
                    </a:lnTo>
                    <a:lnTo>
                      <a:pt x="18543" y="40147"/>
                    </a:lnTo>
                    <a:lnTo>
                      <a:pt x="19453" y="40437"/>
                    </a:lnTo>
                    <a:lnTo>
                      <a:pt x="20115" y="40644"/>
                    </a:lnTo>
                    <a:lnTo>
                      <a:pt x="20860" y="40892"/>
                    </a:lnTo>
                    <a:lnTo>
                      <a:pt x="21688" y="41058"/>
                    </a:lnTo>
                    <a:lnTo>
                      <a:pt x="22599" y="41224"/>
                    </a:lnTo>
                    <a:lnTo>
                      <a:pt x="23551" y="41348"/>
                    </a:lnTo>
                    <a:lnTo>
                      <a:pt x="24544" y="41431"/>
                    </a:lnTo>
                    <a:lnTo>
                      <a:pt x="25620" y="41431"/>
                    </a:lnTo>
                    <a:lnTo>
                      <a:pt x="26738" y="41348"/>
                    </a:lnTo>
                    <a:lnTo>
                      <a:pt x="27772" y="41182"/>
                    </a:lnTo>
                    <a:lnTo>
                      <a:pt x="28600" y="40975"/>
                    </a:lnTo>
                    <a:lnTo>
                      <a:pt x="29221" y="40727"/>
                    </a:lnTo>
                    <a:lnTo>
                      <a:pt x="29718" y="40479"/>
                    </a:lnTo>
                    <a:lnTo>
                      <a:pt x="30049" y="40189"/>
                    </a:lnTo>
                    <a:lnTo>
                      <a:pt x="30297" y="39982"/>
                    </a:lnTo>
                    <a:lnTo>
                      <a:pt x="30463" y="39775"/>
                    </a:lnTo>
                    <a:lnTo>
                      <a:pt x="30545" y="39609"/>
                    </a:lnTo>
                    <a:lnTo>
                      <a:pt x="30670" y="39237"/>
                    </a:lnTo>
                    <a:lnTo>
                      <a:pt x="30711" y="38864"/>
                    </a:lnTo>
                    <a:lnTo>
                      <a:pt x="30711" y="38533"/>
                    </a:lnTo>
                    <a:lnTo>
                      <a:pt x="30670" y="38244"/>
                    </a:lnTo>
                    <a:lnTo>
                      <a:pt x="30752" y="37871"/>
                    </a:lnTo>
                    <a:lnTo>
                      <a:pt x="30876" y="37499"/>
                    </a:lnTo>
                    <a:lnTo>
                      <a:pt x="30959" y="37333"/>
                    </a:lnTo>
                    <a:lnTo>
                      <a:pt x="31042" y="37168"/>
                    </a:lnTo>
                    <a:lnTo>
                      <a:pt x="31166" y="37043"/>
                    </a:lnTo>
                    <a:lnTo>
                      <a:pt x="31332" y="36961"/>
                    </a:lnTo>
                    <a:lnTo>
                      <a:pt x="31456" y="36919"/>
                    </a:lnTo>
                    <a:lnTo>
                      <a:pt x="31621" y="36878"/>
                    </a:lnTo>
                    <a:lnTo>
                      <a:pt x="32118" y="36878"/>
                    </a:lnTo>
                    <a:lnTo>
                      <a:pt x="32242" y="36836"/>
                    </a:lnTo>
                    <a:lnTo>
                      <a:pt x="32366" y="36754"/>
                    </a:lnTo>
                    <a:lnTo>
                      <a:pt x="32532" y="36629"/>
                    </a:lnTo>
                    <a:lnTo>
                      <a:pt x="32656" y="36464"/>
                    </a:lnTo>
                    <a:lnTo>
                      <a:pt x="32739" y="36216"/>
                    </a:lnTo>
                    <a:lnTo>
                      <a:pt x="32780" y="36009"/>
                    </a:lnTo>
                    <a:lnTo>
                      <a:pt x="32780" y="35802"/>
                    </a:lnTo>
                    <a:lnTo>
                      <a:pt x="32739" y="35553"/>
                    </a:lnTo>
                    <a:lnTo>
                      <a:pt x="32698" y="35388"/>
                    </a:lnTo>
                    <a:lnTo>
                      <a:pt x="32573" y="35264"/>
                    </a:lnTo>
                    <a:lnTo>
                      <a:pt x="32491" y="35181"/>
                    </a:lnTo>
                    <a:lnTo>
                      <a:pt x="32408" y="35139"/>
                    </a:lnTo>
                    <a:lnTo>
                      <a:pt x="31911" y="35139"/>
                    </a:lnTo>
                    <a:lnTo>
                      <a:pt x="31787" y="35098"/>
                    </a:lnTo>
                    <a:lnTo>
                      <a:pt x="31580" y="35057"/>
                    </a:lnTo>
                    <a:lnTo>
                      <a:pt x="31290" y="34850"/>
                    </a:lnTo>
                    <a:lnTo>
                      <a:pt x="31042" y="34684"/>
                    </a:lnTo>
                    <a:lnTo>
                      <a:pt x="30918" y="34477"/>
                    </a:lnTo>
                    <a:lnTo>
                      <a:pt x="30876" y="34436"/>
                    </a:lnTo>
                    <a:lnTo>
                      <a:pt x="30876" y="34394"/>
                    </a:lnTo>
                    <a:lnTo>
                      <a:pt x="30918" y="34353"/>
                    </a:lnTo>
                    <a:lnTo>
                      <a:pt x="30959" y="34353"/>
                    </a:lnTo>
                    <a:lnTo>
                      <a:pt x="31166" y="34436"/>
                    </a:lnTo>
                    <a:lnTo>
                      <a:pt x="31456" y="34519"/>
                    </a:lnTo>
                    <a:lnTo>
                      <a:pt x="31828" y="34560"/>
                    </a:lnTo>
                    <a:lnTo>
                      <a:pt x="32077" y="34560"/>
                    </a:lnTo>
                    <a:lnTo>
                      <a:pt x="32284" y="34519"/>
                    </a:lnTo>
                    <a:lnTo>
                      <a:pt x="32698" y="34394"/>
                    </a:lnTo>
                    <a:lnTo>
                      <a:pt x="32987" y="34270"/>
                    </a:lnTo>
                    <a:lnTo>
                      <a:pt x="33194" y="34188"/>
                    </a:lnTo>
                    <a:lnTo>
                      <a:pt x="33567" y="33898"/>
                    </a:lnTo>
                    <a:lnTo>
                      <a:pt x="33732" y="33774"/>
                    </a:lnTo>
                    <a:lnTo>
                      <a:pt x="33815" y="33567"/>
                    </a:lnTo>
                    <a:lnTo>
                      <a:pt x="33898" y="33360"/>
                    </a:lnTo>
                    <a:lnTo>
                      <a:pt x="33856" y="33153"/>
                    </a:lnTo>
                    <a:lnTo>
                      <a:pt x="33815" y="32946"/>
                    </a:lnTo>
                    <a:lnTo>
                      <a:pt x="33732" y="32698"/>
                    </a:lnTo>
                    <a:lnTo>
                      <a:pt x="33567" y="32366"/>
                    </a:lnTo>
                    <a:lnTo>
                      <a:pt x="33360" y="32077"/>
                    </a:lnTo>
                    <a:lnTo>
                      <a:pt x="33070" y="31539"/>
                    </a:lnTo>
                    <a:lnTo>
                      <a:pt x="32780" y="30959"/>
                    </a:lnTo>
                    <a:lnTo>
                      <a:pt x="32615" y="30380"/>
                    </a:lnTo>
                    <a:lnTo>
                      <a:pt x="32449" y="29718"/>
                    </a:lnTo>
                    <a:lnTo>
                      <a:pt x="32366" y="29097"/>
                    </a:lnTo>
                    <a:lnTo>
                      <a:pt x="32284" y="28435"/>
                    </a:lnTo>
                    <a:lnTo>
                      <a:pt x="32284" y="27814"/>
                    </a:lnTo>
                    <a:lnTo>
                      <a:pt x="32284" y="27152"/>
                    </a:lnTo>
                    <a:lnTo>
                      <a:pt x="32325" y="26572"/>
                    </a:lnTo>
                    <a:lnTo>
                      <a:pt x="32366" y="25993"/>
                    </a:lnTo>
                    <a:lnTo>
                      <a:pt x="32532" y="24958"/>
                    </a:lnTo>
                    <a:lnTo>
                      <a:pt x="32739" y="24130"/>
                    </a:lnTo>
                    <a:lnTo>
                      <a:pt x="32905" y="23633"/>
                    </a:lnTo>
                    <a:lnTo>
                      <a:pt x="33194" y="23054"/>
                    </a:lnTo>
                    <a:lnTo>
                      <a:pt x="33401" y="22516"/>
                    </a:lnTo>
                    <a:lnTo>
                      <a:pt x="33608" y="21854"/>
                    </a:lnTo>
                    <a:lnTo>
                      <a:pt x="33774" y="21399"/>
                    </a:lnTo>
                    <a:lnTo>
                      <a:pt x="33898" y="20860"/>
                    </a:lnTo>
                    <a:lnTo>
                      <a:pt x="34063" y="19950"/>
                    </a:lnTo>
                    <a:lnTo>
                      <a:pt x="34188" y="19039"/>
                    </a:lnTo>
                    <a:lnTo>
                      <a:pt x="34229" y="18212"/>
                    </a:lnTo>
                    <a:lnTo>
                      <a:pt x="34229" y="17425"/>
                    </a:lnTo>
                    <a:lnTo>
                      <a:pt x="34146" y="16722"/>
                    </a:lnTo>
                    <a:lnTo>
                      <a:pt x="34063" y="16101"/>
                    </a:lnTo>
                    <a:lnTo>
                      <a:pt x="33898" y="15025"/>
                    </a:lnTo>
                    <a:lnTo>
                      <a:pt x="33649" y="13907"/>
                    </a:lnTo>
                    <a:lnTo>
                      <a:pt x="33360" y="12872"/>
                    </a:lnTo>
                    <a:lnTo>
                      <a:pt x="33029" y="11921"/>
                    </a:lnTo>
                    <a:lnTo>
                      <a:pt x="32656" y="11010"/>
                    </a:lnTo>
                    <a:lnTo>
                      <a:pt x="32284" y="10182"/>
                    </a:lnTo>
                    <a:lnTo>
                      <a:pt x="31870" y="9437"/>
                    </a:lnTo>
                    <a:lnTo>
                      <a:pt x="31456" y="8775"/>
                    </a:lnTo>
                    <a:lnTo>
                      <a:pt x="31083" y="8196"/>
                    </a:lnTo>
                    <a:lnTo>
                      <a:pt x="30628" y="7492"/>
                    </a:lnTo>
                    <a:lnTo>
                      <a:pt x="30049" y="6747"/>
                    </a:lnTo>
                    <a:lnTo>
                      <a:pt x="29386" y="5919"/>
                    </a:lnTo>
                    <a:lnTo>
                      <a:pt x="28600" y="5091"/>
                    </a:lnTo>
                    <a:lnTo>
                      <a:pt x="27690" y="4264"/>
                    </a:lnTo>
                    <a:lnTo>
                      <a:pt x="27193" y="3850"/>
                    </a:lnTo>
                    <a:lnTo>
                      <a:pt x="26696" y="3436"/>
                    </a:lnTo>
                    <a:lnTo>
                      <a:pt x="26158" y="3022"/>
                    </a:lnTo>
                    <a:lnTo>
                      <a:pt x="25579" y="2650"/>
                    </a:lnTo>
                    <a:lnTo>
                      <a:pt x="24958" y="2277"/>
                    </a:lnTo>
                    <a:lnTo>
                      <a:pt x="24296" y="1946"/>
                    </a:lnTo>
                    <a:lnTo>
                      <a:pt x="23716" y="1656"/>
                    </a:lnTo>
                    <a:lnTo>
                      <a:pt x="23054" y="1366"/>
                    </a:lnTo>
                    <a:lnTo>
                      <a:pt x="22392" y="1118"/>
                    </a:lnTo>
                    <a:lnTo>
                      <a:pt x="21730" y="911"/>
                    </a:lnTo>
                    <a:lnTo>
                      <a:pt x="21026" y="704"/>
                    </a:lnTo>
                    <a:lnTo>
                      <a:pt x="20322" y="539"/>
                    </a:lnTo>
                    <a:lnTo>
                      <a:pt x="19619" y="373"/>
                    </a:lnTo>
                    <a:lnTo>
                      <a:pt x="18874" y="249"/>
                    </a:lnTo>
                    <a:lnTo>
                      <a:pt x="18129" y="166"/>
                    </a:lnTo>
                    <a:lnTo>
                      <a:pt x="17384" y="83"/>
                    </a:lnTo>
                    <a:lnTo>
                      <a:pt x="16597" y="1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49"/>
              <p:cNvSpPr/>
              <p:nvPr/>
            </p:nvSpPr>
            <p:spPr>
              <a:xfrm>
                <a:off x="1670200" y="1214875"/>
                <a:ext cx="93150" cy="167650"/>
              </a:xfrm>
              <a:custGeom>
                <a:rect b="b" l="l" r="r" t="t"/>
                <a:pathLst>
                  <a:path extrusionOk="0" h="6706" w="3726">
                    <a:moveTo>
                      <a:pt x="869" y="1"/>
                    </a:moveTo>
                    <a:lnTo>
                      <a:pt x="0" y="3312"/>
                    </a:lnTo>
                    <a:lnTo>
                      <a:pt x="787" y="6706"/>
                    </a:lnTo>
                    <a:lnTo>
                      <a:pt x="1159" y="6457"/>
                    </a:lnTo>
                    <a:lnTo>
                      <a:pt x="1449" y="6333"/>
                    </a:lnTo>
                    <a:lnTo>
                      <a:pt x="1739" y="6209"/>
                    </a:lnTo>
                    <a:lnTo>
                      <a:pt x="2028" y="6168"/>
                    </a:lnTo>
                    <a:lnTo>
                      <a:pt x="2277" y="6126"/>
                    </a:lnTo>
                    <a:lnTo>
                      <a:pt x="2525" y="6126"/>
                    </a:lnTo>
                    <a:lnTo>
                      <a:pt x="2773" y="6043"/>
                    </a:lnTo>
                    <a:lnTo>
                      <a:pt x="2939" y="5961"/>
                    </a:lnTo>
                    <a:lnTo>
                      <a:pt x="3104" y="5837"/>
                    </a:lnTo>
                    <a:lnTo>
                      <a:pt x="3311" y="5671"/>
                    </a:lnTo>
                    <a:lnTo>
                      <a:pt x="3518" y="5423"/>
                    </a:lnTo>
                    <a:lnTo>
                      <a:pt x="3560" y="5298"/>
                    </a:lnTo>
                    <a:lnTo>
                      <a:pt x="3642" y="5050"/>
                    </a:lnTo>
                    <a:lnTo>
                      <a:pt x="3725" y="4760"/>
                    </a:lnTo>
                    <a:lnTo>
                      <a:pt x="3725" y="4595"/>
                    </a:lnTo>
                    <a:lnTo>
                      <a:pt x="3725" y="4388"/>
                    </a:lnTo>
                    <a:lnTo>
                      <a:pt x="3642" y="4181"/>
                    </a:lnTo>
                    <a:lnTo>
                      <a:pt x="3560" y="3974"/>
                    </a:lnTo>
                    <a:lnTo>
                      <a:pt x="3436" y="3767"/>
                    </a:lnTo>
                    <a:lnTo>
                      <a:pt x="3311" y="3602"/>
                    </a:lnTo>
                    <a:lnTo>
                      <a:pt x="3022" y="3353"/>
                    </a:lnTo>
                    <a:lnTo>
                      <a:pt x="2815" y="3188"/>
                    </a:lnTo>
                    <a:lnTo>
                      <a:pt x="2608" y="3063"/>
                    </a:lnTo>
                    <a:lnTo>
                      <a:pt x="2401" y="2815"/>
                    </a:lnTo>
                    <a:lnTo>
                      <a:pt x="2194" y="2567"/>
                    </a:lnTo>
                    <a:lnTo>
                      <a:pt x="1946" y="2236"/>
                    </a:lnTo>
                    <a:lnTo>
                      <a:pt x="1697" y="1822"/>
                    </a:lnTo>
                    <a:lnTo>
                      <a:pt x="1408" y="1284"/>
                    </a:lnTo>
                    <a:lnTo>
                      <a:pt x="1159" y="704"/>
                    </a:lnTo>
                    <a:lnTo>
                      <a:pt x="869" y="1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49"/>
              <p:cNvSpPr/>
              <p:nvPr/>
            </p:nvSpPr>
            <p:spPr>
              <a:xfrm>
                <a:off x="1605000" y="1182800"/>
                <a:ext cx="133500" cy="44525"/>
              </a:xfrm>
              <a:custGeom>
                <a:rect b="b" l="l" r="r" t="t"/>
                <a:pathLst>
                  <a:path extrusionOk="0" h="1781" w="5340">
                    <a:moveTo>
                      <a:pt x="2691" y="1"/>
                    </a:moveTo>
                    <a:lnTo>
                      <a:pt x="2236" y="83"/>
                    </a:lnTo>
                    <a:lnTo>
                      <a:pt x="1822" y="166"/>
                    </a:lnTo>
                    <a:lnTo>
                      <a:pt x="1408" y="332"/>
                    </a:lnTo>
                    <a:lnTo>
                      <a:pt x="1077" y="497"/>
                    </a:lnTo>
                    <a:lnTo>
                      <a:pt x="787" y="663"/>
                    </a:lnTo>
                    <a:lnTo>
                      <a:pt x="497" y="828"/>
                    </a:lnTo>
                    <a:lnTo>
                      <a:pt x="125" y="1160"/>
                    </a:lnTo>
                    <a:lnTo>
                      <a:pt x="42" y="1284"/>
                    </a:lnTo>
                    <a:lnTo>
                      <a:pt x="1" y="1408"/>
                    </a:lnTo>
                    <a:lnTo>
                      <a:pt x="42" y="1532"/>
                    </a:lnTo>
                    <a:lnTo>
                      <a:pt x="84" y="1656"/>
                    </a:lnTo>
                    <a:lnTo>
                      <a:pt x="208" y="1739"/>
                    </a:lnTo>
                    <a:lnTo>
                      <a:pt x="373" y="1780"/>
                    </a:lnTo>
                    <a:lnTo>
                      <a:pt x="497" y="1739"/>
                    </a:lnTo>
                    <a:lnTo>
                      <a:pt x="580" y="1698"/>
                    </a:lnTo>
                    <a:lnTo>
                      <a:pt x="911" y="1408"/>
                    </a:lnTo>
                    <a:lnTo>
                      <a:pt x="1408" y="1118"/>
                    </a:lnTo>
                    <a:lnTo>
                      <a:pt x="1698" y="994"/>
                    </a:lnTo>
                    <a:lnTo>
                      <a:pt x="2029" y="870"/>
                    </a:lnTo>
                    <a:lnTo>
                      <a:pt x="2360" y="787"/>
                    </a:lnTo>
                    <a:lnTo>
                      <a:pt x="2774" y="704"/>
                    </a:lnTo>
                    <a:lnTo>
                      <a:pt x="3436" y="704"/>
                    </a:lnTo>
                    <a:lnTo>
                      <a:pt x="3726" y="746"/>
                    </a:lnTo>
                    <a:lnTo>
                      <a:pt x="4016" y="828"/>
                    </a:lnTo>
                    <a:lnTo>
                      <a:pt x="4471" y="953"/>
                    </a:lnTo>
                    <a:lnTo>
                      <a:pt x="4802" y="1118"/>
                    </a:lnTo>
                    <a:lnTo>
                      <a:pt x="4926" y="1160"/>
                    </a:lnTo>
                    <a:lnTo>
                      <a:pt x="5092" y="1160"/>
                    </a:lnTo>
                    <a:lnTo>
                      <a:pt x="5174" y="1077"/>
                    </a:lnTo>
                    <a:lnTo>
                      <a:pt x="5299" y="994"/>
                    </a:lnTo>
                    <a:lnTo>
                      <a:pt x="5340" y="870"/>
                    </a:lnTo>
                    <a:lnTo>
                      <a:pt x="5299" y="704"/>
                    </a:lnTo>
                    <a:lnTo>
                      <a:pt x="5257" y="580"/>
                    </a:lnTo>
                    <a:lnTo>
                      <a:pt x="5133" y="497"/>
                    </a:lnTo>
                    <a:lnTo>
                      <a:pt x="4719" y="332"/>
                    </a:lnTo>
                    <a:lnTo>
                      <a:pt x="4181" y="125"/>
                    </a:lnTo>
                    <a:lnTo>
                      <a:pt x="3850" y="42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49"/>
              <p:cNvSpPr/>
              <p:nvPr/>
            </p:nvSpPr>
            <p:spPr>
              <a:xfrm>
                <a:off x="1647425" y="1199350"/>
                <a:ext cx="48675" cy="71425"/>
              </a:xfrm>
              <a:custGeom>
                <a:rect b="b" l="l" r="r" t="t"/>
                <a:pathLst>
                  <a:path extrusionOk="0" h="2857" w="1947">
                    <a:moveTo>
                      <a:pt x="1035" y="1"/>
                    </a:moveTo>
                    <a:lnTo>
                      <a:pt x="870" y="42"/>
                    </a:lnTo>
                    <a:lnTo>
                      <a:pt x="663" y="84"/>
                    </a:lnTo>
                    <a:lnTo>
                      <a:pt x="497" y="208"/>
                    </a:lnTo>
                    <a:lnTo>
                      <a:pt x="332" y="373"/>
                    </a:lnTo>
                    <a:lnTo>
                      <a:pt x="208" y="580"/>
                    </a:lnTo>
                    <a:lnTo>
                      <a:pt x="125" y="829"/>
                    </a:lnTo>
                    <a:lnTo>
                      <a:pt x="42" y="1077"/>
                    </a:lnTo>
                    <a:lnTo>
                      <a:pt x="1" y="1367"/>
                    </a:lnTo>
                    <a:lnTo>
                      <a:pt x="1" y="1656"/>
                    </a:lnTo>
                    <a:lnTo>
                      <a:pt x="42" y="1946"/>
                    </a:lnTo>
                    <a:lnTo>
                      <a:pt x="125" y="2195"/>
                    </a:lnTo>
                    <a:lnTo>
                      <a:pt x="208" y="2401"/>
                    </a:lnTo>
                    <a:lnTo>
                      <a:pt x="373" y="2567"/>
                    </a:lnTo>
                    <a:lnTo>
                      <a:pt x="497" y="2733"/>
                    </a:lnTo>
                    <a:lnTo>
                      <a:pt x="704" y="2815"/>
                    </a:lnTo>
                    <a:lnTo>
                      <a:pt x="870" y="2857"/>
                    </a:lnTo>
                    <a:lnTo>
                      <a:pt x="1077" y="2815"/>
                    </a:lnTo>
                    <a:lnTo>
                      <a:pt x="1284" y="2774"/>
                    </a:lnTo>
                    <a:lnTo>
                      <a:pt x="1449" y="2650"/>
                    </a:lnTo>
                    <a:lnTo>
                      <a:pt x="1574" y="2484"/>
                    </a:lnTo>
                    <a:lnTo>
                      <a:pt x="1739" y="2277"/>
                    </a:lnTo>
                    <a:lnTo>
                      <a:pt x="1822" y="2029"/>
                    </a:lnTo>
                    <a:lnTo>
                      <a:pt x="1905" y="1781"/>
                    </a:lnTo>
                    <a:lnTo>
                      <a:pt x="1946" y="1491"/>
                    </a:lnTo>
                    <a:lnTo>
                      <a:pt x="1946" y="1201"/>
                    </a:lnTo>
                    <a:lnTo>
                      <a:pt x="1905" y="911"/>
                    </a:lnTo>
                    <a:lnTo>
                      <a:pt x="1822" y="663"/>
                    </a:lnTo>
                    <a:lnTo>
                      <a:pt x="1698" y="456"/>
                    </a:lnTo>
                    <a:lnTo>
                      <a:pt x="1574" y="291"/>
                    </a:lnTo>
                    <a:lnTo>
                      <a:pt x="1408" y="125"/>
                    </a:lnTo>
                    <a:lnTo>
                      <a:pt x="1242" y="42"/>
                    </a:lnTo>
                    <a:lnTo>
                      <a:pt x="10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49"/>
              <p:cNvSpPr/>
              <p:nvPr/>
            </p:nvSpPr>
            <p:spPr>
              <a:xfrm>
                <a:off x="1549125" y="1050350"/>
                <a:ext cx="164550" cy="67300"/>
              </a:xfrm>
              <a:custGeom>
                <a:rect b="b" l="l" r="r" t="t"/>
                <a:pathLst>
                  <a:path extrusionOk="0" h="2692" w="6582">
                    <a:moveTo>
                      <a:pt x="4967" y="1"/>
                    </a:moveTo>
                    <a:lnTo>
                      <a:pt x="4388" y="84"/>
                    </a:lnTo>
                    <a:lnTo>
                      <a:pt x="3809" y="208"/>
                    </a:lnTo>
                    <a:lnTo>
                      <a:pt x="3188" y="415"/>
                    </a:lnTo>
                    <a:lnTo>
                      <a:pt x="2650" y="622"/>
                    </a:lnTo>
                    <a:lnTo>
                      <a:pt x="2070" y="870"/>
                    </a:lnTo>
                    <a:lnTo>
                      <a:pt x="1574" y="1160"/>
                    </a:lnTo>
                    <a:lnTo>
                      <a:pt x="1077" y="1491"/>
                    </a:lnTo>
                    <a:lnTo>
                      <a:pt x="704" y="1781"/>
                    </a:lnTo>
                    <a:lnTo>
                      <a:pt x="373" y="2070"/>
                    </a:lnTo>
                    <a:lnTo>
                      <a:pt x="166" y="2360"/>
                    </a:lnTo>
                    <a:lnTo>
                      <a:pt x="42" y="2526"/>
                    </a:lnTo>
                    <a:lnTo>
                      <a:pt x="1" y="2608"/>
                    </a:lnTo>
                    <a:lnTo>
                      <a:pt x="42" y="2691"/>
                    </a:lnTo>
                    <a:lnTo>
                      <a:pt x="125" y="2691"/>
                    </a:lnTo>
                    <a:lnTo>
                      <a:pt x="291" y="2650"/>
                    </a:lnTo>
                    <a:lnTo>
                      <a:pt x="911" y="2402"/>
                    </a:lnTo>
                    <a:lnTo>
                      <a:pt x="1325" y="2277"/>
                    </a:lnTo>
                    <a:lnTo>
                      <a:pt x="1822" y="2112"/>
                    </a:lnTo>
                    <a:lnTo>
                      <a:pt x="2401" y="1988"/>
                    </a:lnTo>
                    <a:lnTo>
                      <a:pt x="3064" y="1946"/>
                    </a:lnTo>
                    <a:lnTo>
                      <a:pt x="3560" y="1946"/>
                    </a:lnTo>
                    <a:lnTo>
                      <a:pt x="4016" y="1988"/>
                    </a:lnTo>
                    <a:lnTo>
                      <a:pt x="4761" y="2112"/>
                    </a:lnTo>
                    <a:lnTo>
                      <a:pt x="5340" y="2112"/>
                    </a:lnTo>
                    <a:lnTo>
                      <a:pt x="5630" y="2070"/>
                    </a:lnTo>
                    <a:lnTo>
                      <a:pt x="5878" y="1905"/>
                    </a:lnTo>
                    <a:lnTo>
                      <a:pt x="6085" y="1739"/>
                    </a:lnTo>
                    <a:lnTo>
                      <a:pt x="6251" y="1574"/>
                    </a:lnTo>
                    <a:lnTo>
                      <a:pt x="6375" y="1367"/>
                    </a:lnTo>
                    <a:lnTo>
                      <a:pt x="6499" y="1160"/>
                    </a:lnTo>
                    <a:lnTo>
                      <a:pt x="6540" y="953"/>
                    </a:lnTo>
                    <a:lnTo>
                      <a:pt x="6582" y="746"/>
                    </a:lnTo>
                    <a:lnTo>
                      <a:pt x="6582" y="580"/>
                    </a:lnTo>
                    <a:lnTo>
                      <a:pt x="6499" y="373"/>
                    </a:lnTo>
                    <a:lnTo>
                      <a:pt x="6416" y="291"/>
                    </a:lnTo>
                    <a:lnTo>
                      <a:pt x="6292" y="167"/>
                    </a:lnTo>
                    <a:lnTo>
                      <a:pt x="6126" y="84"/>
                    </a:lnTo>
                    <a:lnTo>
                      <a:pt x="5961" y="42"/>
                    </a:lnTo>
                    <a:lnTo>
                      <a:pt x="55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49"/>
              <p:cNvSpPr/>
              <p:nvPr/>
            </p:nvSpPr>
            <p:spPr>
              <a:xfrm>
                <a:off x="1612250" y="1428025"/>
                <a:ext cx="92125" cy="44525"/>
              </a:xfrm>
              <a:custGeom>
                <a:rect b="b" l="l" r="r" t="t"/>
                <a:pathLst>
                  <a:path extrusionOk="0" h="1781" w="3685">
                    <a:moveTo>
                      <a:pt x="290" y="1"/>
                    </a:moveTo>
                    <a:lnTo>
                      <a:pt x="166" y="42"/>
                    </a:lnTo>
                    <a:lnTo>
                      <a:pt x="42" y="125"/>
                    </a:lnTo>
                    <a:lnTo>
                      <a:pt x="1" y="249"/>
                    </a:lnTo>
                    <a:lnTo>
                      <a:pt x="1" y="373"/>
                    </a:lnTo>
                    <a:lnTo>
                      <a:pt x="42" y="497"/>
                    </a:lnTo>
                    <a:lnTo>
                      <a:pt x="207" y="787"/>
                    </a:lnTo>
                    <a:lnTo>
                      <a:pt x="414" y="1035"/>
                    </a:lnTo>
                    <a:lnTo>
                      <a:pt x="663" y="1284"/>
                    </a:lnTo>
                    <a:lnTo>
                      <a:pt x="911" y="1449"/>
                    </a:lnTo>
                    <a:lnTo>
                      <a:pt x="1201" y="1615"/>
                    </a:lnTo>
                    <a:lnTo>
                      <a:pt x="1532" y="1698"/>
                    </a:lnTo>
                    <a:lnTo>
                      <a:pt x="1822" y="1739"/>
                    </a:lnTo>
                    <a:lnTo>
                      <a:pt x="2111" y="1780"/>
                    </a:lnTo>
                    <a:lnTo>
                      <a:pt x="2608" y="1698"/>
                    </a:lnTo>
                    <a:lnTo>
                      <a:pt x="3022" y="1615"/>
                    </a:lnTo>
                    <a:lnTo>
                      <a:pt x="3353" y="1491"/>
                    </a:lnTo>
                    <a:lnTo>
                      <a:pt x="3477" y="1408"/>
                    </a:lnTo>
                    <a:lnTo>
                      <a:pt x="3601" y="1325"/>
                    </a:lnTo>
                    <a:lnTo>
                      <a:pt x="3684" y="1201"/>
                    </a:lnTo>
                    <a:lnTo>
                      <a:pt x="3684" y="1077"/>
                    </a:lnTo>
                    <a:lnTo>
                      <a:pt x="3643" y="953"/>
                    </a:lnTo>
                    <a:lnTo>
                      <a:pt x="3560" y="829"/>
                    </a:lnTo>
                    <a:lnTo>
                      <a:pt x="3436" y="787"/>
                    </a:lnTo>
                    <a:lnTo>
                      <a:pt x="3312" y="746"/>
                    </a:lnTo>
                    <a:lnTo>
                      <a:pt x="3146" y="787"/>
                    </a:lnTo>
                    <a:lnTo>
                      <a:pt x="2981" y="870"/>
                    </a:lnTo>
                    <a:lnTo>
                      <a:pt x="2774" y="953"/>
                    </a:lnTo>
                    <a:lnTo>
                      <a:pt x="2525" y="1035"/>
                    </a:lnTo>
                    <a:lnTo>
                      <a:pt x="2236" y="1077"/>
                    </a:lnTo>
                    <a:lnTo>
                      <a:pt x="1904" y="1035"/>
                    </a:lnTo>
                    <a:lnTo>
                      <a:pt x="1615" y="994"/>
                    </a:lnTo>
                    <a:lnTo>
                      <a:pt x="1284" y="829"/>
                    </a:lnTo>
                    <a:lnTo>
                      <a:pt x="1035" y="704"/>
                    </a:lnTo>
                    <a:lnTo>
                      <a:pt x="870" y="497"/>
                    </a:lnTo>
                    <a:lnTo>
                      <a:pt x="746" y="332"/>
                    </a:lnTo>
                    <a:lnTo>
                      <a:pt x="663" y="166"/>
                    </a:lnTo>
                    <a:lnTo>
                      <a:pt x="539" y="84"/>
                    </a:lnTo>
                    <a:lnTo>
                      <a:pt x="4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49"/>
              <p:cNvSpPr/>
              <p:nvPr/>
            </p:nvSpPr>
            <p:spPr>
              <a:xfrm>
                <a:off x="1014200" y="1934000"/>
                <a:ext cx="729475" cy="778125"/>
              </a:xfrm>
              <a:custGeom>
                <a:rect b="b" l="l" r="r" t="t"/>
                <a:pathLst>
                  <a:path extrusionOk="0" h="31125" w="29179">
                    <a:moveTo>
                      <a:pt x="8402" y="1"/>
                    </a:moveTo>
                    <a:lnTo>
                      <a:pt x="7698" y="84"/>
                    </a:lnTo>
                    <a:lnTo>
                      <a:pt x="6871" y="249"/>
                    </a:lnTo>
                    <a:lnTo>
                      <a:pt x="6457" y="373"/>
                    </a:lnTo>
                    <a:lnTo>
                      <a:pt x="6001" y="497"/>
                    </a:lnTo>
                    <a:lnTo>
                      <a:pt x="5546" y="704"/>
                    </a:lnTo>
                    <a:lnTo>
                      <a:pt x="5091" y="911"/>
                    </a:lnTo>
                    <a:lnTo>
                      <a:pt x="4636" y="1201"/>
                    </a:lnTo>
                    <a:lnTo>
                      <a:pt x="4180" y="1491"/>
                    </a:lnTo>
                    <a:lnTo>
                      <a:pt x="3725" y="1780"/>
                    </a:lnTo>
                    <a:lnTo>
                      <a:pt x="3311" y="2153"/>
                    </a:lnTo>
                    <a:lnTo>
                      <a:pt x="2897" y="2525"/>
                    </a:lnTo>
                    <a:lnTo>
                      <a:pt x="2525" y="2898"/>
                    </a:lnTo>
                    <a:lnTo>
                      <a:pt x="2152" y="3312"/>
                    </a:lnTo>
                    <a:lnTo>
                      <a:pt x="1780" y="3726"/>
                    </a:lnTo>
                    <a:lnTo>
                      <a:pt x="1490" y="4181"/>
                    </a:lnTo>
                    <a:lnTo>
                      <a:pt x="1200" y="4636"/>
                    </a:lnTo>
                    <a:lnTo>
                      <a:pt x="911" y="5092"/>
                    </a:lnTo>
                    <a:lnTo>
                      <a:pt x="662" y="5588"/>
                    </a:lnTo>
                    <a:lnTo>
                      <a:pt x="455" y="6085"/>
                    </a:lnTo>
                    <a:lnTo>
                      <a:pt x="290" y="6582"/>
                    </a:lnTo>
                    <a:lnTo>
                      <a:pt x="124" y="7078"/>
                    </a:lnTo>
                    <a:lnTo>
                      <a:pt x="0" y="7616"/>
                    </a:lnTo>
                    <a:lnTo>
                      <a:pt x="952" y="9355"/>
                    </a:lnTo>
                    <a:lnTo>
                      <a:pt x="1987" y="11051"/>
                    </a:lnTo>
                    <a:lnTo>
                      <a:pt x="3063" y="12790"/>
                    </a:lnTo>
                    <a:lnTo>
                      <a:pt x="4263" y="14528"/>
                    </a:lnTo>
                    <a:lnTo>
                      <a:pt x="4553" y="15066"/>
                    </a:lnTo>
                    <a:lnTo>
                      <a:pt x="4925" y="15563"/>
                    </a:lnTo>
                    <a:lnTo>
                      <a:pt x="6415" y="17632"/>
                    </a:lnTo>
                    <a:lnTo>
                      <a:pt x="7905" y="19536"/>
                    </a:lnTo>
                    <a:lnTo>
                      <a:pt x="9354" y="21274"/>
                    </a:lnTo>
                    <a:lnTo>
                      <a:pt x="10802" y="22889"/>
                    </a:lnTo>
                    <a:lnTo>
                      <a:pt x="12251" y="24420"/>
                    </a:lnTo>
                    <a:lnTo>
                      <a:pt x="13700" y="25910"/>
                    </a:lnTo>
                    <a:lnTo>
                      <a:pt x="15148" y="27317"/>
                    </a:lnTo>
                    <a:lnTo>
                      <a:pt x="16597" y="28642"/>
                    </a:lnTo>
                    <a:lnTo>
                      <a:pt x="18004" y="29925"/>
                    </a:lnTo>
                    <a:lnTo>
                      <a:pt x="19411" y="31125"/>
                    </a:lnTo>
                    <a:lnTo>
                      <a:pt x="29179" y="26076"/>
                    </a:lnTo>
                    <a:lnTo>
                      <a:pt x="24254" y="19246"/>
                    </a:lnTo>
                    <a:lnTo>
                      <a:pt x="19287" y="12459"/>
                    </a:lnTo>
                    <a:lnTo>
                      <a:pt x="10306" y="125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49"/>
              <p:cNvSpPr/>
              <p:nvPr/>
            </p:nvSpPr>
            <p:spPr>
              <a:xfrm>
                <a:off x="1120775" y="2193725"/>
                <a:ext cx="375625" cy="228700"/>
              </a:xfrm>
              <a:custGeom>
                <a:rect b="b" l="l" r="r" t="t"/>
                <a:pathLst>
                  <a:path extrusionOk="0" h="9148" w="15025">
                    <a:moveTo>
                      <a:pt x="9561" y="0"/>
                    </a:moveTo>
                    <a:lnTo>
                      <a:pt x="0" y="4139"/>
                    </a:lnTo>
                    <a:lnTo>
                      <a:pt x="290" y="4677"/>
                    </a:lnTo>
                    <a:lnTo>
                      <a:pt x="662" y="5174"/>
                    </a:lnTo>
                    <a:lnTo>
                      <a:pt x="2152" y="7243"/>
                    </a:lnTo>
                    <a:lnTo>
                      <a:pt x="3642" y="9147"/>
                    </a:lnTo>
                    <a:lnTo>
                      <a:pt x="15024" y="2070"/>
                    </a:lnTo>
                    <a:lnTo>
                      <a:pt x="12292" y="1035"/>
                    </a:lnTo>
                    <a:lnTo>
                      <a:pt x="95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49"/>
              <p:cNvSpPr/>
              <p:nvPr/>
            </p:nvSpPr>
            <p:spPr>
              <a:xfrm>
                <a:off x="920025" y="1908150"/>
                <a:ext cx="585675" cy="482200"/>
              </a:xfrm>
              <a:custGeom>
                <a:rect b="b" l="l" r="r" t="t"/>
                <a:pathLst>
                  <a:path extrusionOk="0" h="19288" w="23427">
                    <a:moveTo>
                      <a:pt x="9851" y="0"/>
                    </a:moveTo>
                    <a:lnTo>
                      <a:pt x="9023" y="41"/>
                    </a:lnTo>
                    <a:lnTo>
                      <a:pt x="8071" y="124"/>
                    </a:lnTo>
                    <a:lnTo>
                      <a:pt x="7202" y="331"/>
                    </a:lnTo>
                    <a:lnTo>
                      <a:pt x="6333" y="538"/>
                    </a:lnTo>
                    <a:lnTo>
                      <a:pt x="5547" y="828"/>
                    </a:lnTo>
                    <a:lnTo>
                      <a:pt x="4802" y="1118"/>
                    </a:lnTo>
                    <a:lnTo>
                      <a:pt x="4098" y="1490"/>
                    </a:lnTo>
                    <a:lnTo>
                      <a:pt x="3477" y="1863"/>
                    </a:lnTo>
                    <a:lnTo>
                      <a:pt x="2857" y="2235"/>
                    </a:lnTo>
                    <a:lnTo>
                      <a:pt x="2318" y="2608"/>
                    </a:lnTo>
                    <a:lnTo>
                      <a:pt x="1822" y="3021"/>
                    </a:lnTo>
                    <a:lnTo>
                      <a:pt x="994" y="3766"/>
                    </a:lnTo>
                    <a:lnTo>
                      <a:pt x="415" y="4346"/>
                    </a:lnTo>
                    <a:lnTo>
                      <a:pt x="1" y="4801"/>
                    </a:lnTo>
                    <a:lnTo>
                      <a:pt x="6830" y="19287"/>
                    </a:lnTo>
                    <a:lnTo>
                      <a:pt x="23427" y="13369"/>
                    </a:lnTo>
                    <a:lnTo>
                      <a:pt x="14404" y="828"/>
                    </a:lnTo>
                    <a:lnTo>
                      <a:pt x="13369" y="497"/>
                    </a:lnTo>
                    <a:lnTo>
                      <a:pt x="12790" y="331"/>
                    </a:lnTo>
                    <a:lnTo>
                      <a:pt x="12128" y="207"/>
                    </a:lnTo>
                    <a:lnTo>
                      <a:pt x="11424" y="83"/>
                    </a:lnTo>
                    <a:lnTo>
                      <a:pt x="10679" y="41"/>
                    </a:lnTo>
                    <a:lnTo>
                      <a:pt x="98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49"/>
              <p:cNvSpPr/>
              <p:nvPr/>
            </p:nvSpPr>
            <p:spPr>
              <a:xfrm>
                <a:off x="1499475" y="2154400"/>
                <a:ext cx="792600" cy="611550"/>
              </a:xfrm>
              <a:custGeom>
                <a:rect b="b" l="l" r="r" t="t"/>
                <a:pathLst>
                  <a:path extrusionOk="0" h="24462" w="31704">
                    <a:moveTo>
                      <a:pt x="30131" y="1"/>
                    </a:moveTo>
                    <a:lnTo>
                      <a:pt x="27234" y="1284"/>
                    </a:lnTo>
                    <a:lnTo>
                      <a:pt x="24378" y="2608"/>
                    </a:lnTo>
                    <a:lnTo>
                      <a:pt x="21481" y="3974"/>
                    </a:lnTo>
                    <a:lnTo>
                      <a:pt x="18542" y="5381"/>
                    </a:lnTo>
                    <a:lnTo>
                      <a:pt x="15604" y="6871"/>
                    </a:lnTo>
                    <a:lnTo>
                      <a:pt x="12665" y="8361"/>
                    </a:lnTo>
                    <a:lnTo>
                      <a:pt x="9685" y="9892"/>
                    </a:lnTo>
                    <a:lnTo>
                      <a:pt x="6705" y="11465"/>
                    </a:lnTo>
                    <a:lnTo>
                      <a:pt x="3435" y="13245"/>
                    </a:lnTo>
                    <a:lnTo>
                      <a:pt x="249" y="15025"/>
                    </a:lnTo>
                    <a:lnTo>
                      <a:pt x="0" y="22309"/>
                    </a:lnTo>
                    <a:lnTo>
                      <a:pt x="207" y="22474"/>
                    </a:lnTo>
                    <a:lnTo>
                      <a:pt x="621" y="22806"/>
                    </a:lnTo>
                    <a:lnTo>
                      <a:pt x="1159" y="23219"/>
                    </a:lnTo>
                    <a:lnTo>
                      <a:pt x="1904" y="23675"/>
                    </a:lnTo>
                    <a:lnTo>
                      <a:pt x="2318" y="23840"/>
                    </a:lnTo>
                    <a:lnTo>
                      <a:pt x="2773" y="24047"/>
                    </a:lnTo>
                    <a:lnTo>
                      <a:pt x="3229" y="24213"/>
                    </a:lnTo>
                    <a:lnTo>
                      <a:pt x="3767" y="24337"/>
                    </a:lnTo>
                    <a:lnTo>
                      <a:pt x="4263" y="24420"/>
                    </a:lnTo>
                    <a:lnTo>
                      <a:pt x="4843" y="24461"/>
                    </a:lnTo>
                    <a:lnTo>
                      <a:pt x="5422" y="24420"/>
                    </a:lnTo>
                    <a:lnTo>
                      <a:pt x="6002" y="24337"/>
                    </a:lnTo>
                    <a:lnTo>
                      <a:pt x="6498" y="24213"/>
                    </a:lnTo>
                    <a:lnTo>
                      <a:pt x="6912" y="24089"/>
                    </a:lnTo>
                    <a:lnTo>
                      <a:pt x="7326" y="23923"/>
                    </a:lnTo>
                    <a:lnTo>
                      <a:pt x="7698" y="23716"/>
                    </a:lnTo>
                    <a:lnTo>
                      <a:pt x="8319" y="23344"/>
                    </a:lnTo>
                    <a:lnTo>
                      <a:pt x="8816" y="22971"/>
                    </a:lnTo>
                    <a:lnTo>
                      <a:pt x="10678" y="21936"/>
                    </a:lnTo>
                    <a:lnTo>
                      <a:pt x="12541" y="20860"/>
                    </a:lnTo>
                    <a:lnTo>
                      <a:pt x="14610" y="19577"/>
                    </a:lnTo>
                    <a:lnTo>
                      <a:pt x="16638" y="18294"/>
                    </a:lnTo>
                    <a:lnTo>
                      <a:pt x="19287" y="16515"/>
                    </a:lnTo>
                    <a:lnTo>
                      <a:pt x="20777" y="15480"/>
                    </a:lnTo>
                    <a:lnTo>
                      <a:pt x="22309" y="14362"/>
                    </a:lnTo>
                    <a:lnTo>
                      <a:pt x="23840" y="13203"/>
                    </a:lnTo>
                    <a:lnTo>
                      <a:pt x="25330" y="11962"/>
                    </a:lnTo>
                    <a:lnTo>
                      <a:pt x="26737" y="10679"/>
                    </a:lnTo>
                    <a:lnTo>
                      <a:pt x="27441" y="10058"/>
                    </a:lnTo>
                    <a:lnTo>
                      <a:pt x="28062" y="9396"/>
                    </a:lnTo>
                    <a:lnTo>
                      <a:pt x="28682" y="8775"/>
                    </a:lnTo>
                    <a:lnTo>
                      <a:pt x="29262" y="8113"/>
                    </a:lnTo>
                    <a:lnTo>
                      <a:pt x="29758" y="7450"/>
                    </a:lnTo>
                    <a:lnTo>
                      <a:pt x="30214" y="6830"/>
                    </a:lnTo>
                    <a:lnTo>
                      <a:pt x="30628" y="6167"/>
                    </a:lnTo>
                    <a:lnTo>
                      <a:pt x="31000" y="5547"/>
                    </a:lnTo>
                    <a:lnTo>
                      <a:pt x="31290" y="4926"/>
                    </a:lnTo>
                    <a:lnTo>
                      <a:pt x="31497" y="4305"/>
                    </a:lnTo>
                    <a:lnTo>
                      <a:pt x="31621" y="3684"/>
                    </a:lnTo>
                    <a:lnTo>
                      <a:pt x="31704" y="3105"/>
                    </a:lnTo>
                    <a:lnTo>
                      <a:pt x="31662" y="2525"/>
                    </a:lnTo>
                    <a:lnTo>
                      <a:pt x="31538" y="1987"/>
                    </a:lnTo>
                    <a:lnTo>
                      <a:pt x="31414" y="1573"/>
                    </a:lnTo>
                    <a:lnTo>
                      <a:pt x="31166" y="1118"/>
                    </a:lnTo>
                    <a:lnTo>
                      <a:pt x="30959" y="828"/>
                    </a:lnTo>
                    <a:lnTo>
                      <a:pt x="30752" y="580"/>
                    </a:lnTo>
                    <a:lnTo>
                      <a:pt x="30462" y="290"/>
                    </a:lnTo>
                    <a:lnTo>
                      <a:pt x="30131" y="1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49"/>
              <p:cNvSpPr/>
              <p:nvPr/>
            </p:nvSpPr>
            <p:spPr>
              <a:xfrm>
                <a:off x="1679500" y="2137850"/>
                <a:ext cx="938525" cy="288700"/>
              </a:xfrm>
              <a:custGeom>
                <a:rect b="b" l="l" r="r" t="t"/>
                <a:pathLst>
                  <a:path extrusionOk="0" h="11548" w="37541">
                    <a:moveTo>
                      <a:pt x="4098" y="0"/>
                    </a:moveTo>
                    <a:lnTo>
                      <a:pt x="1" y="6043"/>
                    </a:lnTo>
                    <a:lnTo>
                      <a:pt x="84" y="6333"/>
                    </a:lnTo>
                    <a:lnTo>
                      <a:pt x="249" y="6788"/>
                    </a:lnTo>
                    <a:lnTo>
                      <a:pt x="497" y="7450"/>
                    </a:lnTo>
                    <a:lnTo>
                      <a:pt x="870" y="8195"/>
                    </a:lnTo>
                    <a:lnTo>
                      <a:pt x="1118" y="8609"/>
                    </a:lnTo>
                    <a:lnTo>
                      <a:pt x="1408" y="8982"/>
                    </a:lnTo>
                    <a:lnTo>
                      <a:pt x="1739" y="9395"/>
                    </a:lnTo>
                    <a:lnTo>
                      <a:pt x="2070" y="9768"/>
                    </a:lnTo>
                    <a:lnTo>
                      <a:pt x="2484" y="10099"/>
                    </a:lnTo>
                    <a:lnTo>
                      <a:pt x="2939" y="10430"/>
                    </a:lnTo>
                    <a:lnTo>
                      <a:pt x="3436" y="10720"/>
                    </a:lnTo>
                    <a:lnTo>
                      <a:pt x="3974" y="10968"/>
                    </a:lnTo>
                    <a:lnTo>
                      <a:pt x="4471" y="11134"/>
                    </a:lnTo>
                    <a:lnTo>
                      <a:pt x="4926" y="11258"/>
                    </a:lnTo>
                    <a:lnTo>
                      <a:pt x="5340" y="11299"/>
                    </a:lnTo>
                    <a:lnTo>
                      <a:pt x="5754" y="11341"/>
                    </a:lnTo>
                    <a:lnTo>
                      <a:pt x="6499" y="11341"/>
                    </a:lnTo>
                    <a:lnTo>
                      <a:pt x="7078" y="11299"/>
                    </a:lnTo>
                    <a:lnTo>
                      <a:pt x="9189" y="11424"/>
                    </a:lnTo>
                    <a:lnTo>
                      <a:pt x="11341" y="11506"/>
                    </a:lnTo>
                    <a:lnTo>
                      <a:pt x="13825" y="11548"/>
                    </a:lnTo>
                    <a:lnTo>
                      <a:pt x="15356" y="11506"/>
                    </a:lnTo>
                    <a:lnTo>
                      <a:pt x="17053" y="11465"/>
                    </a:lnTo>
                    <a:lnTo>
                      <a:pt x="18874" y="11341"/>
                    </a:lnTo>
                    <a:lnTo>
                      <a:pt x="20736" y="11175"/>
                    </a:lnTo>
                    <a:lnTo>
                      <a:pt x="22682" y="10968"/>
                    </a:lnTo>
                    <a:lnTo>
                      <a:pt x="24627" y="10720"/>
                    </a:lnTo>
                    <a:lnTo>
                      <a:pt x="26572" y="10430"/>
                    </a:lnTo>
                    <a:lnTo>
                      <a:pt x="28435" y="10058"/>
                    </a:lnTo>
                    <a:lnTo>
                      <a:pt x="30256" y="9685"/>
                    </a:lnTo>
                    <a:lnTo>
                      <a:pt x="31911" y="9230"/>
                    </a:lnTo>
                    <a:lnTo>
                      <a:pt x="33443" y="8775"/>
                    </a:lnTo>
                    <a:lnTo>
                      <a:pt x="34105" y="8526"/>
                    </a:lnTo>
                    <a:lnTo>
                      <a:pt x="34767" y="8237"/>
                    </a:lnTo>
                    <a:lnTo>
                      <a:pt x="35346" y="7988"/>
                    </a:lnTo>
                    <a:lnTo>
                      <a:pt x="35843" y="7699"/>
                    </a:lnTo>
                    <a:lnTo>
                      <a:pt x="36340" y="7367"/>
                    </a:lnTo>
                    <a:lnTo>
                      <a:pt x="36712" y="7078"/>
                    </a:lnTo>
                    <a:lnTo>
                      <a:pt x="37043" y="6747"/>
                    </a:lnTo>
                    <a:lnTo>
                      <a:pt x="37292" y="6416"/>
                    </a:lnTo>
                    <a:lnTo>
                      <a:pt x="37457" y="6043"/>
                    </a:lnTo>
                    <a:lnTo>
                      <a:pt x="37540" y="5712"/>
                    </a:lnTo>
                    <a:lnTo>
                      <a:pt x="37540" y="5381"/>
                    </a:lnTo>
                    <a:lnTo>
                      <a:pt x="37499" y="5008"/>
                    </a:lnTo>
                    <a:lnTo>
                      <a:pt x="37416" y="4222"/>
                    </a:lnTo>
                    <a:lnTo>
                      <a:pt x="37292" y="3518"/>
                    </a:lnTo>
                    <a:lnTo>
                      <a:pt x="37209" y="3063"/>
                    </a:lnTo>
                    <a:lnTo>
                      <a:pt x="30959" y="2277"/>
                    </a:lnTo>
                    <a:lnTo>
                      <a:pt x="24586" y="1573"/>
                    </a:lnTo>
                    <a:lnTo>
                      <a:pt x="21357" y="1242"/>
                    </a:lnTo>
                    <a:lnTo>
                      <a:pt x="18088" y="952"/>
                    </a:lnTo>
                    <a:lnTo>
                      <a:pt x="14776" y="704"/>
                    </a:lnTo>
                    <a:lnTo>
                      <a:pt x="11465" y="456"/>
                    </a:lnTo>
                    <a:lnTo>
                      <a:pt x="7740" y="207"/>
                    </a:lnTo>
                    <a:lnTo>
                      <a:pt x="4098" y="0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49"/>
              <p:cNvSpPr/>
              <p:nvPr/>
            </p:nvSpPr>
            <p:spPr>
              <a:xfrm>
                <a:off x="2609700" y="2210275"/>
                <a:ext cx="1075" cy="4175"/>
              </a:xfrm>
              <a:custGeom>
                <a:rect b="b" l="l" r="r" t="t"/>
                <a:pathLst>
                  <a:path extrusionOk="0" h="167" w="43">
                    <a:moveTo>
                      <a:pt x="1" y="0"/>
                    </a:moveTo>
                    <a:lnTo>
                      <a:pt x="1" y="166"/>
                    </a:lnTo>
                    <a:lnTo>
                      <a:pt x="42" y="125"/>
                    </a:lnTo>
                    <a:lnTo>
                      <a:pt x="42" y="8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49"/>
              <p:cNvSpPr/>
              <p:nvPr/>
            </p:nvSpPr>
            <p:spPr>
              <a:xfrm>
                <a:off x="1225275" y="3679575"/>
                <a:ext cx="38300" cy="517375"/>
              </a:xfrm>
              <a:custGeom>
                <a:rect b="b" l="l" r="r" t="t"/>
                <a:pathLst>
                  <a:path extrusionOk="0" h="20695" w="1532">
                    <a:moveTo>
                      <a:pt x="331" y="0"/>
                    </a:moveTo>
                    <a:lnTo>
                      <a:pt x="207" y="42"/>
                    </a:lnTo>
                    <a:lnTo>
                      <a:pt x="83" y="124"/>
                    </a:lnTo>
                    <a:lnTo>
                      <a:pt x="0" y="207"/>
                    </a:lnTo>
                    <a:lnTo>
                      <a:pt x="0" y="373"/>
                    </a:lnTo>
                    <a:lnTo>
                      <a:pt x="828" y="20363"/>
                    </a:lnTo>
                    <a:lnTo>
                      <a:pt x="869" y="20487"/>
                    </a:lnTo>
                    <a:lnTo>
                      <a:pt x="911" y="20612"/>
                    </a:lnTo>
                    <a:lnTo>
                      <a:pt x="1035" y="20694"/>
                    </a:lnTo>
                    <a:lnTo>
                      <a:pt x="1201" y="20694"/>
                    </a:lnTo>
                    <a:lnTo>
                      <a:pt x="1325" y="20653"/>
                    </a:lnTo>
                    <a:lnTo>
                      <a:pt x="1407" y="20570"/>
                    </a:lnTo>
                    <a:lnTo>
                      <a:pt x="1490" y="20487"/>
                    </a:lnTo>
                    <a:lnTo>
                      <a:pt x="1532" y="20322"/>
                    </a:lnTo>
                    <a:lnTo>
                      <a:pt x="704" y="331"/>
                    </a:lnTo>
                    <a:lnTo>
                      <a:pt x="663" y="207"/>
                    </a:lnTo>
                    <a:lnTo>
                      <a:pt x="580" y="83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49"/>
              <p:cNvSpPr/>
              <p:nvPr/>
            </p:nvSpPr>
            <p:spPr>
              <a:xfrm>
                <a:off x="1175600" y="4238300"/>
                <a:ext cx="77625" cy="513250"/>
              </a:xfrm>
              <a:custGeom>
                <a:rect b="b" l="l" r="r" t="t"/>
                <a:pathLst>
                  <a:path extrusionOk="0" h="20530" w="3105">
                    <a:moveTo>
                      <a:pt x="2650" y="1"/>
                    </a:moveTo>
                    <a:lnTo>
                      <a:pt x="2525" y="42"/>
                    </a:lnTo>
                    <a:lnTo>
                      <a:pt x="2443" y="167"/>
                    </a:lnTo>
                    <a:lnTo>
                      <a:pt x="2401" y="291"/>
                    </a:lnTo>
                    <a:lnTo>
                      <a:pt x="1" y="20157"/>
                    </a:lnTo>
                    <a:lnTo>
                      <a:pt x="1" y="20281"/>
                    </a:lnTo>
                    <a:lnTo>
                      <a:pt x="83" y="20406"/>
                    </a:lnTo>
                    <a:lnTo>
                      <a:pt x="166" y="20488"/>
                    </a:lnTo>
                    <a:lnTo>
                      <a:pt x="332" y="20530"/>
                    </a:lnTo>
                    <a:lnTo>
                      <a:pt x="456" y="20530"/>
                    </a:lnTo>
                    <a:lnTo>
                      <a:pt x="580" y="20447"/>
                    </a:lnTo>
                    <a:lnTo>
                      <a:pt x="663" y="20364"/>
                    </a:lnTo>
                    <a:lnTo>
                      <a:pt x="704" y="20240"/>
                    </a:lnTo>
                    <a:lnTo>
                      <a:pt x="3105" y="373"/>
                    </a:lnTo>
                    <a:lnTo>
                      <a:pt x="3063" y="249"/>
                    </a:lnTo>
                    <a:lnTo>
                      <a:pt x="3022" y="125"/>
                    </a:lnTo>
                    <a:lnTo>
                      <a:pt x="2898" y="42"/>
                    </a:lnTo>
                    <a:lnTo>
                      <a:pt x="277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49"/>
              <p:cNvSpPr/>
              <p:nvPr/>
            </p:nvSpPr>
            <p:spPr>
              <a:xfrm>
                <a:off x="2183400" y="2116125"/>
                <a:ext cx="384950" cy="274225"/>
              </a:xfrm>
              <a:custGeom>
                <a:rect b="b" l="l" r="r" t="t"/>
                <a:pathLst>
                  <a:path extrusionOk="0" h="10969" w="15398">
                    <a:moveTo>
                      <a:pt x="6582" y="0"/>
                    </a:moveTo>
                    <a:lnTo>
                      <a:pt x="6085" y="42"/>
                    </a:lnTo>
                    <a:lnTo>
                      <a:pt x="5588" y="83"/>
                    </a:lnTo>
                    <a:lnTo>
                      <a:pt x="5133" y="166"/>
                    </a:lnTo>
                    <a:lnTo>
                      <a:pt x="4636" y="331"/>
                    </a:lnTo>
                    <a:lnTo>
                      <a:pt x="4098" y="538"/>
                    </a:lnTo>
                    <a:lnTo>
                      <a:pt x="3602" y="828"/>
                    </a:lnTo>
                    <a:lnTo>
                      <a:pt x="3064" y="1118"/>
                    </a:lnTo>
                    <a:lnTo>
                      <a:pt x="2608" y="1532"/>
                    </a:lnTo>
                    <a:lnTo>
                      <a:pt x="2153" y="1945"/>
                    </a:lnTo>
                    <a:lnTo>
                      <a:pt x="1698" y="2359"/>
                    </a:lnTo>
                    <a:lnTo>
                      <a:pt x="1325" y="2856"/>
                    </a:lnTo>
                    <a:lnTo>
                      <a:pt x="953" y="3353"/>
                    </a:lnTo>
                    <a:lnTo>
                      <a:pt x="663" y="3891"/>
                    </a:lnTo>
                    <a:lnTo>
                      <a:pt x="415" y="4429"/>
                    </a:lnTo>
                    <a:lnTo>
                      <a:pt x="208" y="4967"/>
                    </a:lnTo>
                    <a:lnTo>
                      <a:pt x="84" y="5546"/>
                    </a:lnTo>
                    <a:lnTo>
                      <a:pt x="1" y="6084"/>
                    </a:lnTo>
                    <a:lnTo>
                      <a:pt x="1" y="6664"/>
                    </a:lnTo>
                    <a:lnTo>
                      <a:pt x="42" y="7202"/>
                    </a:lnTo>
                    <a:lnTo>
                      <a:pt x="208" y="7698"/>
                    </a:lnTo>
                    <a:lnTo>
                      <a:pt x="332" y="8030"/>
                    </a:lnTo>
                    <a:lnTo>
                      <a:pt x="456" y="8278"/>
                    </a:lnTo>
                    <a:lnTo>
                      <a:pt x="663" y="8568"/>
                    </a:lnTo>
                    <a:lnTo>
                      <a:pt x="829" y="8816"/>
                    </a:lnTo>
                    <a:lnTo>
                      <a:pt x="1284" y="9230"/>
                    </a:lnTo>
                    <a:lnTo>
                      <a:pt x="1781" y="9602"/>
                    </a:lnTo>
                    <a:lnTo>
                      <a:pt x="2319" y="9933"/>
                    </a:lnTo>
                    <a:lnTo>
                      <a:pt x="2898" y="10182"/>
                    </a:lnTo>
                    <a:lnTo>
                      <a:pt x="3478" y="10430"/>
                    </a:lnTo>
                    <a:lnTo>
                      <a:pt x="4098" y="10596"/>
                    </a:lnTo>
                    <a:lnTo>
                      <a:pt x="4719" y="10720"/>
                    </a:lnTo>
                    <a:lnTo>
                      <a:pt x="5299" y="10803"/>
                    </a:lnTo>
                    <a:lnTo>
                      <a:pt x="6375" y="10927"/>
                    </a:lnTo>
                    <a:lnTo>
                      <a:pt x="7244" y="10968"/>
                    </a:lnTo>
                    <a:lnTo>
                      <a:pt x="7782" y="10968"/>
                    </a:lnTo>
                    <a:lnTo>
                      <a:pt x="8858" y="10927"/>
                    </a:lnTo>
                    <a:lnTo>
                      <a:pt x="10017" y="10803"/>
                    </a:lnTo>
                    <a:lnTo>
                      <a:pt x="10638" y="10678"/>
                    </a:lnTo>
                    <a:lnTo>
                      <a:pt x="11217" y="10554"/>
                    </a:lnTo>
                    <a:lnTo>
                      <a:pt x="11797" y="10389"/>
                    </a:lnTo>
                    <a:lnTo>
                      <a:pt x="12376" y="10182"/>
                    </a:lnTo>
                    <a:lnTo>
                      <a:pt x="12914" y="9975"/>
                    </a:lnTo>
                    <a:lnTo>
                      <a:pt x="13452" y="9726"/>
                    </a:lnTo>
                    <a:lnTo>
                      <a:pt x="13907" y="9478"/>
                    </a:lnTo>
                    <a:lnTo>
                      <a:pt x="14321" y="9188"/>
                    </a:lnTo>
                    <a:lnTo>
                      <a:pt x="14694" y="8857"/>
                    </a:lnTo>
                    <a:lnTo>
                      <a:pt x="14984" y="8485"/>
                    </a:lnTo>
                    <a:lnTo>
                      <a:pt x="15190" y="8112"/>
                    </a:lnTo>
                    <a:lnTo>
                      <a:pt x="15356" y="7698"/>
                    </a:lnTo>
                    <a:lnTo>
                      <a:pt x="15397" y="7409"/>
                    </a:lnTo>
                    <a:lnTo>
                      <a:pt x="15397" y="7119"/>
                    </a:lnTo>
                    <a:lnTo>
                      <a:pt x="15356" y="6788"/>
                    </a:lnTo>
                    <a:lnTo>
                      <a:pt x="15273" y="6457"/>
                    </a:lnTo>
                    <a:lnTo>
                      <a:pt x="15190" y="6084"/>
                    </a:lnTo>
                    <a:lnTo>
                      <a:pt x="15025" y="5753"/>
                    </a:lnTo>
                    <a:lnTo>
                      <a:pt x="14859" y="5381"/>
                    </a:lnTo>
                    <a:lnTo>
                      <a:pt x="14652" y="5008"/>
                    </a:lnTo>
                    <a:lnTo>
                      <a:pt x="14156" y="4263"/>
                    </a:lnTo>
                    <a:lnTo>
                      <a:pt x="13576" y="3560"/>
                    </a:lnTo>
                    <a:lnTo>
                      <a:pt x="12873" y="2856"/>
                    </a:lnTo>
                    <a:lnTo>
                      <a:pt x="12128" y="2194"/>
                    </a:lnTo>
                    <a:lnTo>
                      <a:pt x="11300" y="1614"/>
                    </a:lnTo>
                    <a:lnTo>
                      <a:pt x="10389" y="1076"/>
                    </a:lnTo>
                    <a:lnTo>
                      <a:pt x="9934" y="869"/>
                    </a:lnTo>
                    <a:lnTo>
                      <a:pt x="9479" y="662"/>
                    </a:lnTo>
                    <a:lnTo>
                      <a:pt x="8982" y="455"/>
                    </a:lnTo>
                    <a:lnTo>
                      <a:pt x="8527" y="290"/>
                    </a:lnTo>
                    <a:lnTo>
                      <a:pt x="8030" y="166"/>
                    </a:lnTo>
                    <a:lnTo>
                      <a:pt x="7534" y="83"/>
                    </a:lnTo>
                    <a:lnTo>
                      <a:pt x="7037" y="42"/>
                    </a:lnTo>
                    <a:lnTo>
                      <a:pt x="6582" y="0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49"/>
              <p:cNvSpPr/>
              <p:nvPr/>
            </p:nvSpPr>
            <p:spPr>
              <a:xfrm>
                <a:off x="1752975" y="2162675"/>
                <a:ext cx="486325" cy="240075"/>
              </a:xfrm>
              <a:custGeom>
                <a:rect b="b" l="l" r="r" t="t"/>
                <a:pathLst>
                  <a:path extrusionOk="0" h="9603" w="19453">
                    <a:moveTo>
                      <a:pt x="18956" y="1"/>
                    </a:moveTo>
                    <a:lnTo>
                      <a:pt x="207" y="8941"/>
                    </a:lnTo>
                    <a:lnTo>
                      <a:pt x="83" y="9023"/>
                    </a:lnTo>
                    <a:lnTo>
                      <a:pt x="42" y="9147"/>
                    </a:lnTo>
                    <a:lnTo>
                      <a:pt x="0" y="9272"/>
                    </a:lnTo>
                    <a:lnTo>
                      <a:pt x="42" y="9396"/>
                    </a:lnTo>
                    <a:lnTo>
                      <a:pt x="83" y="9479"/>
                    </a:lnTo>
                    <a:lnTo>
                      <a:pt x="166" y="9561"/>
                    </a:lnTo>
                    <a:lnTo>
                      <a:pt x="249" y="9603"/>
                    </a:lnTo>
                    <a:lnTo>
                      <a:pt x="373" y="9603"/>
                    </a:lnTo>
                    <a:lnTo>
                      <a:pt x="497" y="9561"/>
                    </a:lnTo>
                    <a:lnTo>
                      <a:pt x="19246" y="663"/>
                    </a:lnTo>
                    <a:lnTo>
                      <a:pt x="19370" y="580"/>
                    </a:lnTo>
                    <a:lnTo>
                      <a:pt x="19412" y="456"/>
                    </a:lnTo>
                    <a:lnTo>
                      <a:pt x="19453" y="332"/>
                    </a:lnTo>
                    <a:lnTo>
                      <a:pt x="19412" y="166"/>
                    </a:lnTo>
                    <a:lnTo>
                      <a:pt x="19329" y="83"/>
                    </a:lnTo>
                    <a:lnTo>
                      <a:pt x="1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49"/>
              <p:cNvSpPr/>
              <p:nvPr/>
            </p:nvSpPr>
            <p:spPr>
              <a:xfrm>
                <a:off x="2139950" y="2359275"/>
                <a:ext cx="66250" cy="70375"/>
              </a:xfrm>
              <a:custGeom>
                <a:rect b="b" l="l" r="r" t="t"/>
                <a:pathLst>
                  <a:path extrusionOk="0" h="2815" w="2650">
                    <a:moveTo>
                      <a:pt x="2277" y="0"/>
                    </a:moveTo>
                    <a:lnTo>
                      <a:pt x="2153" y="42"/>
                    </a:lnTo>
                    <a:lnTo>
                      <a:pt x="2029" y="125"/>
                    </a:lnTo>
                    <a:lnTo>
                      <a:pt x="83" y="2235"/>
                    </a:lnTo>
                    <a:lnTo>
                      <a:pt x="42" y="2360"/>
                    </a:lnTo>
                    <a:lnTo>
                      <a:pt x="1" y="2484"/>
                    </a:lnTo>
                    <a:lnTo>
                      <a:pt x="42" y="2649"/>
                    </a:lnTo>
                    <a:lnTo>
                      <a:pt x="125" y="2732"/>
                    </a:lnTo>
                    <a:lnTo>
                      <a:pt x="249" y="2815"/>
                    </a:lnTo>
                    <a:lnTo>
                      <a:pt x="497" y="2815"/>
                    </a:lnTo>
                    <a:lnTo>
                      <a:pt x="621" y="2732"/>
                    </a:lnTo>
                    <a:lnTo>
                      <a:pt x="2567" y="580"/>
                    </a:lnTo>
                    <a:lnTo>
                      <a:pt x="2608" y="497"/>
                    </a:lnTo>
                    <a:lnTo>
                      <a:pt x="2649" y="332"/>
                    </a:lnTo>
                    <a:lnTo>
                      <a:pt x="2608" y="207"/>
                    </a:lnTo>
                    <a:lnTo>
                      <a:pt x="2525" y="83"/>
                    </a:lnTo>
                    <a:lnTo>
                      <a:pt x="2401" y="42"/>
                    </a:lnTo>
                    <a:lnTo>
                      <a:pt x="22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49"/>
              <p:cNvSpPr/>
              <p:nvPr/>
            </p:nvSpPr>
            <p:spPr>
              <a:xfrm>
                <a:off x="2375875" y="2184400"/>
                <a:ext cx="177975" cy="106600"/>
              </a:xfrm>
              <a:custGeom>
                <a:rect b="b" l="l" r="r" t="t"/>
                <a:pathLst>
                  <a:path extrusionOk="0" h="4264" w="7119">
                    <a:moveTo>
                      <a:pt x="249" y="1"/>
                    </a:moveTo>
                    <a:lnTo>
                      <a:pt x="124" y="84"/>
                    </a:lnTo>
                    <a:lnTo>
                      <a:pt x="42" y="166"/>
                    </a:lnTo>
                    <a:lnTo>
                      <a:pt x="0" y="332"/>
                    </a:lnTo>
                    <a:lnTo>
                      <a:pt x="0" y="456"/>
                    </a:lnTo>
                    <a:lnTo>
                      <a:pt x="83" y="580"/>
                    </a:lnTo>
                    <a:lnTo>
                      <a:pt x="166" y="663"/>
                    </a:lnTo>
                    <a:lnTo>
                      <a:pt x="6581" y="4222"/>
                    </a:lnTo>
                    <a:lnTo>
                      <a:pt x="6746" y="4264"/>
                    </a:lnTo>
                    <a:lnTo>
                      <a:pt x="6912" y="4222"/>
                    </a:lnTo>
                    <a:lnTo>
                      <a:pt x="6995" y="4181"/>
                    </a:lnTo>
                    <a:lnTo>
                      <a:pt x="7036" y="4098"/>
                    </a:lnTo>
                    <a:lnTo>
                      <a:pt x="7119" y="3974"/>
                    </a:lnTo>
                    <a:lnTo>
                      <a:pt x="7078" y="3850"/>
                    </a:lnTo>
                    <a:lnTo>
                      <a:pt x="7036" y="3726"/>
                    </a:lnTo>
                    <a:lnTo>
                      <a:pt x="6912" y="3602"/>
                    </a:lnTo>
                    <a:lnTo>
                      <a:pt x="538" y="42"/>
                    </a:lnTo>
                    <a:lnTo>
                      <a:pt x="3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49"/>
              <p:cNvSpPr/>
              <p:nvPr/>
            </p:nvSpPr>
            <p:spPr>
              <a:xfrm>
                <a:off x="2354150" y="2219575"/>
                <a:ext cx="100375" cy="56950"/>
              </a:xfrm>
              <a:custGeom>
                <a:rect b="b" l="l" r="r" t="t"/>
                <a:pathLst>
                  <a:path extrusionOk="0" h="2278" w="4015">
                    <a:moveTo>
                      <a:pt x="373" y="1"/>
                    </a:moveTo>
                    <a:lnTo>
                      <a:pt x="207" y="42"/>
                    </a:lnTo>
                    <a:lnTo>
                      <a:pt x="124" y="84"/>
                    </a:lnTo>
                    <a:lnTo>
                      <a:pt x="41" y="208"/>
                    </a:lnTo>
                    <a:lnTo>
                      <a:pt x="0" y="332"/>
                    </a:lnTo>
                    <a:lnTo>
                      <a:pt x="0" y="498"/>
                    </a:lnTo>
                    <a:lnTo>
                      <a:pt x="83" y="580"/>
                    </a:lnTo>
                    <a:lnTo>
                      <a:pt x="207" y="663"/>
                    </a:lnTo>
                    <a:lnTo>
                      <a:pt x="3477" y="2236"/>
                    </a:lnTo>
                    <a:lnTo>
                      <a:pt x="3642" y="2277"/>
                    </a:lnTo>
                    <a:lnTo>
                      <a:pt x="3725" y="2236"/>
                    </a:lnTo>
                    <a:lnTo>
                      <a:pt x="3849" y="2195"/>
                    </a:lnTo>
                    <a:lnTo>
                      <a:pt x="3891" y="2153"/>
                    </a:lnTo>
                    <a:lnTo>
                      <a:pt x="3973" y="2070"/>
                    </a:lnTo>
                    <a:lnTo>
                      <a:pt x="4015" y="1905"/>
                    </a:lnTo>
                    <a:lnTo>
                      <a:pt x="3973" y="1781"/>
                    </a:lnTo>
                    <a:lnTo>
                      <a:pt x="3891" y="1657"/>
                    </a:lnTo>
                    <a:lnTo>
                      <a:pt x="3808" y="1574"/>
                    </a:lnTo>
                    <a:lnTo>
                      <a:pt x="497" y="42"/>
                    </a:lnTo>
                    <a:lnTo>
                      <a:pt x="3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49"/>
              <p:cNvSpPr/>
              <p:nvPr/>
            </p:nvSpPr>
            <p:spPr>
              <a:xfrm>
                <a:off x="3539925" y="656125"/>
                <a:ext cx="895050" cy="464625"/>
              </a:xfrm>
              <a:custGeom>
                <a:rect b="b" l="l" r="r" t="t"/>
                <a:pathLst>
                  <a:path extrusionOk="0" h="18585" w="35802">
                    <a:moveTo>
                      <a:pt x="16638" y="1"/>
                    </a:moveTo>
                    <a:lnTo>
                      <a:pt x="15604" y="42"/>
                    </a:lnTo>
                    <a:lnTo>
                      <a:pt x="14569" y="125"/>
                    </a:lnTo>
                    <a:lnTo>
                      <a:pt x="13534" y="291"/>
                    </a:lnTo>
                    <a:lnTo>
                      <a:pt x="12499" y="456"/>
                    </a:lnTo>
                    <a:lnTo>
                      <a:pt x="11341" y="746"/>
                    </a:lnTo>
                    <a:lnTo>
                      <a:pt x="10182" y="1118"/>
                    </a:lnTo>
                    <a:lnTo>
                      <a:pt x="9023" y="1574"/>
                    </a:lnTo>
                    <a:lnTo>
                      <a:pt x="7905" y="2070"/>
                    </a:lnTo>
                    <a:lnTo>
                      <a:pt x="6788" y="2650"/>
                    </a:lnTo>
                    <a:lnTo>
                      <a:pt x="5712" y="3271"/>
                    </a:lnTo>
                    <a:lnTo>
                      <a:pt x="4718" y="3933"/>
                    </a:lnTo>
                    <a:lnTo>
                      <a:pt x="3766" y="4636"/>
                    </a:lnTo>
                    <a:lnTo>
                      <a:pt x="2897" y="5340"/>
                    </a:lnTo>
                    <a:lnTo>
                      <a:pt x="2111" y="6126"/>
                    </a:lnTo>
                    <a:lnTo>
                      <a:pt x="1407" y="6913"/>
                    </a:lnTo>
                    <a:lnTo>
                      <a:pt x="1118" y="7327"/>
                    </a:lnTo>
                    <a:lnTo>
                      <a:pt x="869" y="7699"/>
                    </a:lnTo>
                    <a:lnTo>
                      <a:pt x="621" y="8113"/>
                    </a:lnTo>
                    <a:lnTo>
                      <a:pt x="414" y="8527"/>
                    </a:lnTo>
                    <a:lnTo>
                      <a:pt x="248" y="8941"/>
                    </a:lnTo>
                    <a:lnTo>
                      <a:pt x="124" y="9355"/>
                    </a:lnTo>
                    <a:lnTo>
                      <a:pt x="42" y="9769"/>
                    </a:lnTo>
                    <a:lnTo>
                      <a:pt x="0" y="10183"/>
                    </a:lnTo>
                    <a:lnTo>
                      <a:pt x="0" y="10555"/>
                    </a:lnTo>
                    <a:lnTo>
                      <a:pt x="0" y="10969"/>
                    </a:lnTo>
                    <a:lnTo>
                      <a:pt x="83" y="11424"/>
                    </a:lnTo>
                    <a:lnTo>
                      <a:pt x="248" y="11838"/>
                    </a:lnTo>
                    <a:lnTo>
                      <a:pt x="414" y="12252"/>
                    </a:lnTo>
                    <a:lnTo>
                      <a:pt x="621" y="12624"/>
                    </a:lnTo>
                    <a:lnTo>
                      <a:pt x="911" y="12997"/>
                    </a:lnTo>
                    <a:lnTo>
                      <a:pt x="1200" y="13369"/>
                    </a:lnTo>
                    <a:lnTo>
                      <a:pt x="1532" y="13701"/>
                    </a:lnTo>
                    <a:lnTo>
                      <a:pt x="1863" y="14032"/>
                    </a:lnTo>
                    <a:lnTo>
                      <a:pt x="2276" y="14363"/>
                    </a:lnTo>
                    <a:lnTo>
                      <a:pt x="2690" y="14652"/>
                    </a:lnTo>
                    <a:lnTo>
                      <a:pt x="3560" y="15191"/>
                    </a:lnTo>
                    <a:lnTo>
                      <a:pt x="4511" y="15687"/>
                    </a:lnTo>
                    <a:lnTo>
                      <a:pt x="5463" y="16142"/>
                    </a:lnTo>
                    <a:lnTo>
                      <a:pt x="6457" y="16556"/>
                    </a:lnTo>
                    <a:lnTo>
                      <a:pt x="7409" y="16887"/>
                    </a:lnTo>
                    <a:lnTo>
                      <a:pt x="8319" y="17177"/>
                    </a:lnTo>
                    <a:lnTo>
                      <a:pt x="9188" y="17426"/>
                    </a:lnTo>
                    <a:lnTo>
                      <a:pt x="10554" y="17798"/>
                    </a:lnTo>
                    <a:lnTo>
                      <a:pt x="11382" y="17964"/>
                    </a:lnTo>
                    <a:lnTo>
                      <a:pt x="12375" y="18171"/>
                    </a:lnTo>
                    <a:lnTo>
                      <a:pt x="13410" y="18295"/>
                    </a:lnTo>
                    <a:lnTo>
                      <a:pt x="14445" y="18419"/>
                    </a:lnTo>
                    <a:lnTo>
                      <a:pt x="15479" y="18502"/>
                    </a:lnTo>
                    <a:lnTo>
                      <a:pt x="16514" y="18543"/>
                    </a:lnTo>
                    <a:lnTo>
                      <a:pt x="17549" y="18584"/>
                    </a:lnTo>
                    <a:lnTo>
                      <a:pt x="18625" y="18584"/>
                    </a:lnTo>
                    <a:lnTo>
                      <a:pt x="19660" y="18502"/>
                    </a:lnTo>
                    <a:lnTo>
                      <a:pt x="20694" y="18460"/>
                    </a:lnTo>
                    <a:lnTo>
                      <a:pt x="21688" y="18336"/>
                    </a:lnTo>
                    <a:lnTo>
                      <a:pt x="22722" y="18212"/>
                    </a:lnTo>
                    <a:lnTo>
                      <a:pt x="23716" y="18046"/>
                    </a:lnTo>
                    <a:lnTo>
                      <a:pt x="24668" y="17881"/>
                    </a:lnTo>
                    <a:lnTo>
                      <a:pt x="25620" y="17674"/>
                    </a:lnTo>
                    <a:lnTo>
                      <a:pt x="26571" y="17426"/>
                    </a:lnTo>
                    <a:lnTo>
                      <a:pt x="27441" y="17177"/>
                    </a:lnTo>
                    <a:lnTo>
                      <a:pt x="28310" y="16887"/>
                    </a:lnTo>
                    <a:lnTo>
                      <a:pt x="29138" y="16598"/>
                    </a:lnTo>
                    <a:lnTo>
                      <a:pt x="29965" y="16308"/>
                    </a:lnTo>
                    <a:lnTo>
                      <a:pt x="30710" y="15936"/>
                    </a:lnTo>
                    <a:lnTo>
                      <a:pt x="31455" y="15604"/>
                    </a:lnTo>
                    <a:lnTo>
                      <a:pt x="32118" y="15232"/>
                    </a:lnTo>
                    <a:lnTo>
                      <a:pt x="32738" y="14859"/>
                    </a:lnTo>
                    <a:lnTo>
                      <a:pt x="33318" y="14446"/>
                    </a:lnTo>
                    <a:lnTo>
                      <a:pt x="33856" y="14032"/>
                    </a:lnTo>
                    <a:lnTo>
                      <a:pt x="34311" y="13618"/>
                    </a:lnTo>
                    <a:lnTo>
                      <a:pt x="34725" y="13204"/>
                    </a:lnTo>
                    <a:lnTo>
                      <a:pt x="35097" y="12749"/>
                    </a:lnTo>
                    <a:lnTo>
                      <a:pt x="35387" y="12293"/>
                    </a:lnTo>
                    <a:lnTo>
                      <a:pt x="35594" y="11838"/>
                    </a:lnTo>
                    <a:lnTo>
                      <a:pt x="35760" y="11383"/>
                    </a:lnTo>
                    <a:lnTo>
                      <a:pt x="35801" y="10886"/>
                    </a:lnTo>
                    <a:lnTo>
                      <a:pt x="35801" y="10389"/>
                    </a:lnTo>
                    <a:lnTo>
                      <a:pt x="35760" y="9893"/>
                    </a:lnTo>
                    <a:lnTo>
                      <a:pt x="35594" y="9396"/>
                    </a:lnTo>
                    <a:lnTo>
                      <a:pt x="35387" y="8858"/>
                    </a:lnTo>
                    <a:lnTo>
                      <a:pt x="35097" y="8320"/>
                    </a:lnTo>
                    <a:lnTo>
                      <a:pt x="34766" y="7823"/>
                    </a:lnTo>
                    <a:lnTo>
                      <a:pt x="34353" y="7285"/>
                    </a:lnTo>
                    <a:lnTo>
                      <a:pt x="33897" y="6747"/>
                    </a:lnTo>
                    <a:lnTo>
                      <a:pt x="33359" y="6209"/>
                    </a:lnTo>
                    <a:lnTo>
                      <a:pt x="32780" y="5713"/>
                    </a:lnTo>
                    <a:lnTo>
                      <a:pt x="32159" y="5175"/>
                    </a:lnTo>
                    <a:lnTo>
                      <a:pt x="31497" y="4678"/>
                    </a:lnTo>
                    <a:lnTo>
                      <a:pt x="30793" y="4223"/>
                    </a:lnTo>
                    <a:lnTo>
                      <a:pt x="30007" y="3726"/>
                    </a:lnTo>
                    <a:lnTo>
                      <a:pt x="29220" y="3271"/>
                    </a:lnTo>
                    <a:lnTo>
                      <a:pt x="28393" y="2857"/>
                    </a:lnTo>
                    <a:lnTo>
                      <a:pt x="27523" y="2443"/>
                    </a:lnTo>
                    <a:lnTo>
                      <a:pt x="26654" y="2029"/>
                    </a:lnTo>
                    <a:lnTo>
                      <a:pt x="25702" y="1698"/>
                    </a:lnTo>
                    <a:lnTo>
                      <a:pt x="24792" y="1367"/>
                    </a:lnTo>
                    <a:lnTo>
                      <a:pt x="23798" y="1036"/>
                    </a:lnTo>
                    <a:lnTo>
                      <a:pt x="22805" y="787"/>
                    </a:lnTo>
                    <a:lnTo>
                      <a:pt x="21812" y="539"/>
                    </a:lnTo>
                    <a:lnTo>
                      <a:pt x="20777" y="373"/>
                    </a:lnTo>
                    <a:lnTo>
                      <a:pt x="19784" y="208"/>
                    </a:lnTo>
                    <a:lnTo>
                      <a:pt x="18749" y="84"/>
                    </a:lnTo>
                    <a:lnTo>
                      <a:pt x="17673" y="42"/>
                    </a:lnTo>
                    <a:lnTo>
                      <a:pt x="16638" y="1"/>
                    </a:lnTo>
                    <a:close/>
                  </a:path>
                </a:pathLst>
              </a:custGeom>
              <a:solidFill>
                <a:srgbClr val="98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49"/>
              <p:cNvSpPr/>
              <p:nvPr/>
            </p:nvSpPr>
            <p:spPr>
              <a:xfrm>
                <a:off x="3933100" y="910675"/>
                <a:ext cx="533950" cy="642575"/>
              </a:xfrm>
              <a:custGeom>
                <a:rect b="b" l="l" r="r" t="t"/>
                <a:pathLst>
                  <a:path extrusionOk="0" h="25703" w="21358">
                    <a:moveTo>
                      <a:pt x="19453" y="1"/>
                    </a:moveTo>
                    <a:lnTo>
                      <a:pt x="19164" y="42"/>
                    </a:lnTo>
                    <a:lnTo>
                      <a:pt x="18874" y="166"/>
                    </a:lnTo>
                    <a:lnTo>
                      <a:pt x="18584" y="332"/>
                    </a:lnTo>
                    <a:lnTo>
                      <a:pt x="18253" y="539"/>
                    </a:lnTo>
                    <a:lnTo>
                      <a:pt x="17549" y="1118"/>
                    </a:lnTo>
                    <a:lnTo>
                      <a:pt x="16722" y="1780"/>
                    </a:lnTo>
                    <a:lnTo>
                      <a:pt x="15770" y="2525"/>
                    </a:lnTo>
                    <a:lnTo>
                      <a:pt x="15190" y="2939"/>
                    </a:lnTo>
                    <a:lnTo>
                      <a:pt x="14569" y="3353"/>
                    </a:lnTo>
                    <a:lnTo>
                      <a:pt x="13907" y="3725"/>
                    </a:lnTo>
                    <a:lnTo>
                      <a:pt x="13162" y="4098"/>
                    </a:lnTo>
                    <a:lnTo>
                      <a:pt x="12045" y="4636"/>
                    </a:lnTo>
                    <a:lnTo>
                      <a:pt x="10969" y="5009"/>
                    </a:lnTo>
                    <a:lnTo>
                      <a:pt x="9934" y="5298"/>
                    </a:lnTo>
                    <a:lnTo>
                      <a:pt x="8982" y="5505"/>
                    </a:lnTo>
                    <a:lnTo>
                      <a:pt x="8071" y="5629"/>
                    </a:lnTo>
                    <a:lnTo>
                      <a:pt x="7202" y="5712"/>
                    </a:lnTo>
                    <a:lnTo>
                      <a:pt x="6375" y="5754"/>
                    </a:lnTo>
                    <a:lnTo>
                      <a:pt x="4181" y="5754"/>
                    </a:lnTo>
                    <a:lnTo>
                      <a:pt x="3560" y="5795"/>
                    </a:lnTo>
                    <a:lnTo>
                      <a:pt x="2981" y="5836"/>
                    </a:lnTo>
                    <a:lnTo>
                      <a:pt x="2443" y="5960"/>
                    </a:lnTo>
                    <a:lnTo>
                      <a:pt x="1946" y="6167"/>
                    </a:lnTo>
                    <a:lnTo>
                      <a:pt x="1739" y="6292"/>
                    </a:lnTo>
                    <a:lnTo>
                      <a:pt x="1532" y="6416"/>
                    </a:lnTo>
                    <a:lnTo>
                      <a:pt x="1325" y="6623"/>
                    </a:lnTo>
                    <a:lnTo>
                      <a:pt x="1118" y="6788"/>
                    </a:lnTo>
                    <a:lnTo>
                      <a:pt x="787" y="7202"/>
                    </a:lnTo>
                    <a:lnTo>
                      <a:pt x="539" y="7657"/>
                    </a:lnTo>
                    <a:lnTo>
                      <a:pt x="332" y="8195"/>
                    </a:lnTo>
                    <a:lnTo>
                      <a:pt x="208" y="8734"/>
                    </a:lnTo>
                    <a:lnTo>
                      <a:pt x="84" y="9354"/>
                    </a:lnTo>
                    <a:lnTo>
                      <a:pt x="42" y="10017"/>
                    </a:lnTo>
                    <a:lnTo>
                      <a:pt x="1" y="10679"/>
                    </a:lnTo>
                    <a:lnTo>
                      <a:pt x="42" y="11382"/>
                    </a:lnTo>
                    <a:lnTo>
                      <a:pt x="84" y="12127"/>
                    </a:lnTo>
                    <a:lnTo>
                      <a:pt x="208" y="12914"/>
                    </a:lnTo>
                    <a:lnTo>
                      <a:pt x="332" y="13700"/>
                    </a:lnTo>
                    <a:lnTo>
                      <a:pt x="539" y="14487"/>
                    </a:lnTo>
                    <a:lnTo>
                      <a:pt x="746" y="15273"/>
                    </a:lnTo>
                    <a:lnTo>
                      <a:pt x="994" y="16059"/>
                    </a:lnTo>
                    <a:lnTo>
                      <a:pt x="1284" y="16887"/>
                    </a:lnTo>
                    <a:lnTo>
                      <a:pt x="1615" y="17673"/>
                    </a:lnTo>
                    <a:lnTo>
                      <a:pt x="1946" y="18460"/>
                    </a:lnTo>
                    <a:lnTo>
                      <a:pt x="2318" y="19205"/>
                    </a:lnTo>
                    <a:lnTo>
                      <a:pt x="2732" y="19950"/>
                    </a:lnTo>
                    <a:lnTo>
                      <a:pt x="3146" y="20695"/>
                    </a:lnTo>
                    <a:lnTo>
                      <a:pt x="3602" y="21357"/>
                    </a:lnTo>
                    <a:lnTo>
                      <a:pt x="4057" y="22019"/>
                    </a:lnTo>
                    <a:lnTo>
                      <a:pt x="4553" y="22640"/>
                    </a:lnTo>
                    <a:lnTo>
                      <a:pt x="5050" y="23219"/>
                    </a:lnTo>
                    <a:lnTo>
                      <a:pt x="5588" y="23758"/>
                    </a:lnTo>
                    <a:lnTo>
                      <a:pt x="6126" y="24213"/>
                    </a:lnTo>
                    <a:lnTo>
                      <a:pt x="6706" y="24627"/>
                    </a:lnTo>
                    <a:lnTo>
                      <a:pt x="7244" y="24999"/>
                    </a:lnTo>
                    <a:lnTo>
                      <a:pt x="7865" y="25289"/>
                    </a:lnTo>
                    <a:lnTo>
                      <a:pt x="8444" y="25496"/>
                    </a:lnTo>
                    <a:lnTo>
                      <a:pt x="9023" y="25661"/>
                    </a:lnTo>
                    <a:lnTo>
                      <a:pt x="9644" y="25703"/>
                    </a:lnTo>
                    <a:lnTo>
                      <a:pt x="10141" y="25703"/>
                    </a:lnTo>
                    <a:lnTo>
                      <a:pt x="10638" y="25620"/>
                    </a:lnTo>
                    <a:lnTo>
                      <a:pt x="11134" y="25537"/>
                    </a:lnTo>
                    <a:lnTo>
                      <a:pt x="11631" y="25330"/>
                    </a:lnTo>
                    <a:lnTo>
                      <a:pt x="12086" y="25123"/>
                    </a:lnTo>
                    <a:lnTo>
                      <a:pt x="12541" y="24875"/>
                    </a:lnTo>
                    <a:lnTo>
                      <a:pt x="12997" y="24544"/>
                    </a:lnTo>
                    <a:lnTo>
                      <a:pt x="13452" y="24213"/>
                    </a:lnTo>
                    <a:lnTo>
                      <a:pt x="13866" y="23840"/>
                    </a:lnTo>
                    <a:lnTo>
                      <a:pt x="14321" y="23385"/>
                    </a:lnTo>
                    <a:lnTo>
                      <a:pt x="14735" y="22971"/>
                    </a:lnTo>
                    <a:lnTo>
                      <a:pt x="15107" y="22474"/>
                    </a:lnTo>
                    <a:lnTo>
                      <a:pt x="15894" y="21440"/>
                    </a:lnTo>
                    <a:lnTo>
                      <a:pt x="16597" y="20322"/>
                    </a:lnTo>
                    <a:lnTo>
                      <a:pt x="17260" y="19163"/>
                    </a:lnTo>
                    <a:lnTo>
                      <a:pt x="17881" y="17963"/>
                    </a:lnTo>
                    <a:lnTo>
                      <a:pt x="18460" y="16721"/>
                    </a:lnTo>
                    <a:lnTo>
                      <a:pt x="18998" y="15521"/>
                    </a:lnTo>
                    <a:lnTo>
                      <a:pt x="19453" y="14321"/>
                    </a:lnTo>
                    <a:lnTo>
                      <a:pt x="19826" y="13162"/>
                    </a:lnTo>
                    <a:lnTo>
                      <a:pt x="20157" y="12127"/>
                    </a:lnTo>
                    <a:lnTo>
                      <a:pt x="20447" y="11134"/>
                    </a:lnTo>
                    <a:lnTo>
                      <a:pt x="20654" y="10306"/>
                    </a:lnTo>
                    <a:lnTo>
                      <a:pt x="20819" y="9478"/>
                    </a:lnTo>
                    <a:lnTo>
                      <a:pt x="20985" y="8609"/>
                    </a:lnTo>
                    <a:lnTo>
                      <a:pt x="21109" y="7740"/>
                    </a:lnTo>
                    <a:lnTo>
                      <a:pt x="21233" y="6871"/>
                    </a:lnTo>
                    <a:lnTo>
                      <a:pt x="21316" y="6002"/>
                    </a:lnTo>
                    <a:lnTo>
                      <a:pt x="21357" y="5133"/>
                    </a:lnTo>
                    <a:lnTo>
                      <a:pt x="21357" y="4346"/>
                    </a:lnTo>
                    <a:lnTo>
                      <a:pt x="21357" y="3560"/>
                    </a:lnTo>
                    <a:lnTo>
                      <a:pt x="21274" y="2815"/>
                    </a:lnTo>
                    <a:lnTo>
                      <a:pt x="21192" y="2153"/>
                    </a:lnTo>
                    <a:lnTo>
                      <a:pt x="21026" y="1573"/>
                    </a:lnTo>
                    <a:lnTo>
                      <a:pt x="20860" y="1035"/>
                    </a:lnTo>
                    <a:lnTo>
                      <a:pt x="20612" y="621"/>
                    </a:lnTo>
                    <a:lnTo>
                      <a:pt x="20488" y="456"/>
                    </a:lnTo>
                    <a:lnTo>
                      <a:pt x="20322" y="290"/>
                    </a:lnTo>
                    <a:lnTo>
                      <a:pt x="20157" y="166"/>
                    </a:lnTo>
                    <a:lnTo>
                      <a:pt x="19991" y="83"/>
                    </a:lnTo>
                    <a:lnTo>
                      <a:pt x="19702" y="1"/>
                    </a:lnTo>
                    <a:close/>
                  </a:path>
                </a:pathLst>
              </a:custGeom>
              <a:solidFill>
                <a:srgbClr val="98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49"/>
              <p:cNvSpPr/>
              <p:nvPr/>
            </p:nvSpPr>
            <p:spPr>
              <a:xfrm>
                <a:off x="3809975" y="1220050"/>
                <a:ext cx="204900" cy="266975"/>
              </a:xfrm>
              <a:custGeom>
                <a:rect b="b" l="l" r="r" t="t"/>
                <a:pathLst>
                  <a:path extrusionOk="0" h="10679" w="8196">
                    <a:moveTo>
                      <a:pt x="4595" y="1"/>
                    </a:moveTo>
                    <a:lnTo>
                      <a:pt x="4181" y="42"/>
                    </a:lnTo>
                    <a:lnTo>
                      <a:pt x="3767" y="125"/>
                    </a:lnTo>
                    <a:lnTo>
                      <a:pt x="3394" y="249"/>
                    </a:lnTo>
                    <a:lnTo>
                      <a:pt x="3022" y="456"/>
                    </a:lnTo>
                    <a:lnTo>
                      <a:pt x="2649" y="663"/>
                    </a:lnTo>
                    <a:lnTo>
                      <a:pt x="2277" y="953"/>
                    </a:lnTo>
                    <a:lnTo>
                      <a:pt x="1946" y="1242"/>
                    </a:lnTo>
                    <a:lnTo>
                      <a:pt x="1615" y="1615"/>
                    </a:lnTo>
                    <a:lnTo>
                      <a:pt x="1325" y="1987"/>
                    </a:lnTo>
                    <a:lnTo>
                      <a:pt x="1035" y="2401"/>
                    </a:lnTo>
                    <a:lnTo>
                      <a:pt x="787" y="2856"/>
                    </a:lnTo>
                    <a:lnTo>
                      <a:pt x="580" y="3353"/>
                    </a:lnTo>
                    <a:lnTo>
                      <a:pt x="373" y="3850"/>
                    </a:lnTo>
                    <a:lnTo>
                      <a:pt x="207" y="4388"/>
                    </a:lnTo>
                    <a:lnTo>
                      <a:pt x="125" y="4926"/>
                    </a:lnTo>
                    <a:lnTo>
                      <a:pt x="42" y="5464"/>
                    </a:lnTo>
                    <a:lnTo>
                      <a:pt x="1" y="5961"/>
                    </a:lnTo>
                    <a:lnTo>
                      <a:pt x="42" y="6499"/>
                    </a:lnTo>
                    <a:lnTo>
                      <a:pt x="83" y="6995"/>
                    </a:lnTo>
                    <a:lnTo>
                      <a:pt x="166" y="7492"/>
                    </a:lnTo>
                    <a:lnTo>
                      <a:pt x="290" y="7947"/>
                    </a:lnTo>
                    <a:lnTo>
                      <a:pt x="456" y="8361"/>
                    </a:lnTo>
                    <a:lnTo>
                      <a:pt x="621" y="8775"/>
                    </a:lnTo>
                    <a:lnTo>
                      <a:pt x="870" y="9148"/>
                    </a:lnTo>
                    <a:lnTo>
                      <a:pt x="1118" y="9479"/>
                    </a:lnTo>
                    <a:lnTo>
                      <a:pt x="1408" y="9810"/>
                    </a:lnTo>
                    <a:lnTo>
                      <a:pt x="1697" y="10058"/>
                    </a:lnTo>
                    <a:lnTo>
                      <a:pt x="2070" y="10265"/>
                    </a:lnTo>
                    <a:lnTo>
                      <a:pt x="2401" y="10472"/>
                    </a:lnTo>
                    <a:lnTo>
                      <a:pt x="2815" y="10596"/>
                    </a:lnTo>
                    <a:lnTo>
                      <a:pt x="3229" y="10638"/>
                    </a:lnTo>
                    <a:lnTo>
                      <a:pt x="3601" y="10679"/>
                    </a:lnTo>
                    <a:lnTo>
                      <a:pt x="4015" y="10638"/>
                    </a:lnTo>
                    <a:lnTo>
                      <a:pt x="4429" y="10555"/>
                    </a:lnTo>
                    <a:lnTo>
                      <a:pt x="4802" y="10389"/>
                    </a:lnTo>
                    <a:lnTo>
                      <a:pt x="5174" y="10224"/>
                    </a:lnTo>
                    <a:lnTo>
                      <a:pt x="5547" y="9975"/>
                    </a:lnTo>
                    <a:lnTo>
                      <a:pt x="5919" y="9727"/>
                    </a:lnTo>
                    <a:lnTo>
                      <a:pt x="6250" y="9396"/>
                    </a:lnTo>
                    <a:lnTo>
                      <a:pt x="6581" y="9065"/>
                    </a:lnTo>
                    <a:lnTo>
                      <a:pt x="6871" y="8692"/>
                    </a:lnTo>
                    <a:lnTo>
                      <a:pt x="7161" y="8237"/>
                    </a:lnTo>
                    <a:lnTo>
                      <a:pt x="7409" y="7823"/>
                    </a:lnTo>
                    <a:lnTo>
                      <a:pt x="7616" y="7326"/>
                    </a:lnTo>
                    <a:lnTo>
                      <a:pt x="7823" y="6830"/>
                    </a:lnTo>
                    <a:lnTo>
                      <a:pt x="7988" y="6292"/>
                    </a:lnTo>
                    <a:lnTo>
                      <a:pt x="8071" y="5754"/>
                    </a:lnTo>
                    <a:lnTo>
                      <a:pt x="8154" y="5216"/>
                    </a:lnTo>
                    <a:lnTo>
                      <a:pt x="8195" y="4678"/>
                    </a:lnTo>
                    <a:lnTo>
                      <a:pt x="8154" y="4181"/>
                    </a:lnTo>
                    <a:lnTo>
                      <a:pt x="8113" y="3684"/>
                    </a:lnTo>
                    <a:lnTo>
                      <a:pt x="8030" y="3188"/>
                    </a:lnTo>
                    <a:lnTo>
                      <a:pt x="7906" y="2732"/>
                    </a:lnTo>
                    <a:lnTo>
                      <a:pt x="7740" y="2277"/>
                    </a:lnTo>
                    <a:lnTo>
                      <a:pt x="7575" y="1905"/>
                    </a:lnTo>
                    <a:lnTo>
                      <a:pt x="7326" y="1532"/>
                    </a:lnTo>
                    <a:lnTo>
                      <a:pt x="7078" y="1160"/>
                    </a:lnTo>
                    <a:lnTo>
                      <a:pt x="6788" y="870"/>
                    </a:lnTo>
                    <a:lnTo>
                      <a:pt x="6498" y="622"/>
                    </a:lnTo>
                    <a:lnTo>
                      <a:pt x="6167" y="373"/>
                    </a:lnTo>
                    <a:lnTo>
                      <a:pt x="5795" y="208"/>
                    </a:lnTo>
                    <a:lnTo>
                      <a:pt x="5381" y="83"/>
                    </a:lnTo>
                    <a:lnTo>
                      <a:pt x="5009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49"/>
              <p:cNvSpPr/>
              <p:nvPr/>
            </p:nvSpPr>
            <p:spPr>
              <a:xfrm>
                <a:off x="3831700" y="1437350"/>
                <a:ext cx="152125" cy="57975"/>
              </a:xfrm>
              <a:custGeom>
                <a:rect b="b" l="l" r="r" t="t"/>
                <a:pathLst>
                  <a:path extrusionOk="0" h="2319" w="6085">
                    <a:moveTo>
                      <a:pt x="5712" y="0"/>
                    </a:moveTo>
                    <a:lnTo>
                      <a:pt x="5547" y="42"/>
                    </a:lnTo>
                    <a:lnTo>
                      <a:pt x="5464" y="124"/>
                    </a:lnTo>
                    <a:lnTo>
                      <a:pt x="5050" y="538"/>
                    </a:lnTo>
                    <a:lnTo>
                      <a:pt x="4678" y="869"/>
                    </a:lnTo>
                    <a:lnTo>
                      <a:pt x="4222" y="1159"/>
                    </a:lnTo>
                    <a:lnTo>
                      <a:pt x="3808" y="1366"/>
                    </a:lnTo>
                    <a:lnTo>
                      <a:pt x="3353" y="1532"/>
                    </a:lnTo>
                    <a:lnTo>
                      <a:pt x="2898" y="1614"/>
                    </a:lnTo>
                    <a:lnTo>
                      <a:pt x="2443" y="1614"/>
                    </a:lnTo>
                    <a:lnTo>
                      <a:pt x="2029" y="1532"/>
                    </a:lnTo>
                    <a:lnTo>
                      <a:pt x="1615" y="1407"/>
                    </a:lnTo>
                    <a:lnTo>
                      <a:pt x="1284" y="1242"/>
                    </a:lnTo>
                    <a:lnTo>
                      <a:pt x="911" y="994"/>
                    </a:lnTo>
                    <a:lnTo>
                      <a:pt x="621" y="662"/>
                    </a:lnTo>
                    <a:lnTo>
                      <a:pt x="497" y="580"/>
                    </a:lnTo>
                    <a:lnTo>
                      <a:pt x="249" y="580"/>
                    </a:lnTo>
                    <a:lnTo>
                      <a:pt x="125" y="662"/>
                    </a:lnTo>
                    <a:lnTo>
                      <a:pt x="42" y="745"/>
                    </a:lnTo>
                    <a:lnTo>
                      <a:pt x="1" y="911"/>
                    </a:lnTo>
                    <a:lnTo>
                      <a:pt x="1" y="1035"/>
                    </a:lnTo>
                    <a:lnTo>
                      <a:pt x="83" y="1159"/>
                    </a:lnTo>
                    <a:lnTo>
                      <a:pt x="456" y="1532"/>
                    </a:lnTo>
                    <a:lnTo>
                      <a:pt x="911" y="1821"/>
                    </a:lnTo>
                    <a:lnTo>
                      <a:pt x="1366" y="2070"/>
                    </a:lnTo>
                    <a:lnTo>
                      <a:pt x="1863" y="2235"/>
                    </a:lnTo>
                    <a:lnTo>
                      <a:pt x="2236" y="2318"/>
                    </a:lnTo>
                    <a:lnTo>
                      <a:pt x="2650" y="2318"/>
                    </a:lnTo>
                    <a:lnTo>
                      <a:pt x="3105" y="2277"/>
                    </a:lnTo>
                    <a:lnTo>
                      <a:pt x="3519" y="2194"/>
                    </a:lnTo>
                    <a:lnTo>
                      <a:pt x="3974" y="2070"/>
                    </a:lnTo>
                    <a:lnTo>
                      <a:pt x="4388" y="1863"/>
                    </a:lnTo>
                    <a:lnTo>
                      <a:pt x="4843" y="1614"/>
                    </a:lnTo>
                    <a:lnTo>
                      <a:pt x="5216" y="1325"/>
                    </a:lnTo>
                    <a:lnTo>
                      <a:pt x="5629" y="994"/>
                    </a:lnTo>
                    <a:lnTo>
                      <a:pt x="6002" y="580"/>
                    </a:lnTo>
                    <a:lnTo>
                      <a:pt x="6043" y="456"/>
                    </a:lnTo>
                    <a:lnTo>
                      <a:pt x="6085" y="331"/>
                    </a:lnTo>
                    <a:lnTo>
                      <a:pt x="6043" y="207"/>
                    </a:lnTo>
                    <a:lnTo>
                      <a:pt x="5961" y="83"/>
                    </a:lnTo>
                    <a:lnTo>
                      <a:pt x="5836" y="42"/>
                    </a:lnTo>
                    <a:lnTo>
                      <a:pt x="5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49"/>
              <p:cNvSpPr/>
              <p:nvPr/>
            </p:nvSpPr>
            <p:spPr>
              <a:xfrm>
                <a:off x="3976575" y="1379400"/>
                <a:ext cx="38300" cy="61075"/>
              </a:xfrm>
              <a:custGeom>
                <a:rect b="b" l="l" r="r" t="t"/>
                <a:pathLst>
                  <a:path extrusionOk="0" h="2443" w="1532">
                    <a:moveTo>
                      <a:pt x="1035" y="1"/>
                    </a:moveTo>
                    <a:lnTo>
                      <a:pt x="911" y="83"/>
                    </a:lnTo>
                    <a:lnTo>
                      <a:pt x="869" y="207"/>
                    </a:lnTo>
                    <a:lnTo>
                      <a:pt x="704" y="663"/>
                    </a:lnTo>
                    <a:lnTo>
                      <a:pt x="538" y="1118"/>
                    </a:lnTo>
                    <a:lnTo>
                      <a:pt x="290" y="1532"/>
                    </a:lnTo>
                    <a:lnTo>
                      <a:pt x="83" y="1904"/>
                    </a:lnTo>
                    <a:lnTo>
                      <a:pt x="0" y="2029"/>
                    </a:lnTo>
                    <a:lnTo>
                      <a:pt x="41" y="2153"/>
                    </a:lnTo>
                    <a:lnTo>
                      <a:pt x="83" y="2277"/>
                    </a:lnTo>
                    <a:lnTo>
                      <a:pt x="166" y="2401"/>
                    </a:lnTo>
                    <a:lnTo>
                      <a:pt x="248" y="2442"/>
                    </a:lnTo>
                    <a:lnTo>
                      <a:pt x="373" y="2442"/>
                    </a:lnTo>
                    <a:lnTo>
                      <a:pt x="538" y="2401"/>
                    </a:lnTo>
                    <a:lnTo>
                      <a:pt x="662" y="2277"/>
                    </a:lnTo>
                    <a:lnTo>
                      <a:pt x="911" y="1863"/>
                    </a:lnTo>
                    <a:lnTo>
                      <a:pt x="1159" y="1408"/>
                    </a:lnTo>
                    <a:lnTo>
                      <a:pt x="1366" y="911"/>
                    </a:lnTo>
                    <a:lnTo>
                      <a:pt x="1531" y="414"/>
                    </a:lnTo>
                    <a:lnTo>
                      <a:pt x="1531" y="290"/>
                    </a:lnTo>
                    <a:lnTo>
                      <a:pt x="1490" y="166"/>
                    </a:lnTo>
                    <a:lnTo>
                      <a:pt x="1407" y="42"/>
                    </a:lnTo>
                    <a:lnTo>
                      <a:pt x="12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49"/>
              <p:cNvSpPr/>
              <p:nvPr/>
            </p:nvSpPr>
            <p:spPr>
              <a:xfrm>
                <a:off x="3902075" y="1210750"/>
                <a:ext cx="121075" cy="161425"/>
              </a:xfrm>
              <a:custGeom>
                <a:rect b="b" l="l" r="r" t="t"/>
                <a:pathLst>
                  <a:path extrusionOk="0" h="6457" w="4843">
                    <a:moveTo>
                      <a:pt x="1035" y="0"/>
                    </a:moveTo>
                    <a:lnTo>
                      <a:pt x="662" y="42"/>
                    </a:lnTo>
                    <a:lnTo>
                      <a:pt x="248" y="83"/>
                    </a:lnTo>
                    <a:lnTo>
                      <a:pt x="124" y="166"/>
                    </a:lnTo>
                    <a:lnTo>
                      <a:pt x="41" y="249"/>
                    </a:lnTo>
                    <a:lnTo>
                      <a:pt x="0" y="373"/>
                    </a:lnTo>
                    <a:lnTo>
                      <a:pt x="0" y="497"/>
                    </a:lnTo>
                    <a:lnTo>
                      <a:pt x="41" y="621"/>
                    </a:lnTo>
                    <a:lnTo>
                      <a:pt x="124" y="745"/>
                    </a:lnTo>
                    <a:lnTo>
                      <a:pt x="248" y="787"/>
                    </a:lnTo>
                    <a:lnTo>
                      <a:pt x="414" y="787"/>
                    </a:lnTo>
                    <a:lnTo>
                      <a:pt x="704" y="745"/>
                    </a:lnTo>
                    <a:lnTo>
                      <a:pt x="1035" y="704"/>
                    </a:lnTo>
                    <a:lnTo>
                      <a:pt x="1325" y="745"/>
                    </a:lnTo>
                    <a:lnTo>
                      <a:pt x="1614" y="787"/>
                    </a:lnTo>
                    <a:lnTo>
                      <a:pt x="1945" y="911"/>
                    </a:lnTo>
                    <a:lnTo>
                      <a:pt x="2276" y="1035"/>
                    </a:lnTo>
                    <a:lnTo>
                      <a:pt x="2566" y="1242"/>
                    </a:lnTo>
                    <a:lnTo>
                      <a:pt x="2814" y="1449"/>
                    </a:lnTo>
                    <a:lnTo>
                      <a:pt x="3063" y="1697"/>
                    </a:lnTo>
                    <a:lnTo>
                      <a:pt x="3311" y="1987"/>
                    </a:lnTo>
                    <a:lnTo>
                      <a:pt x="3518" y="2277"/>
                    </a:lnTo>
                    <a:lnTo>
                      <a:pt x="3684" y="2608"/>
                    </a:lnTo>
                    <a:lnTo>
                      <a:pt x="3808" y="2980"/>
                    </a:lnTo>
                    <a:lnTo>
                      <a:pt x="3932" y="3394"/>
                    </a:lnTo>
                    <a:lnTo>
                      <a:pt x="4056" y="3767"/>
                    </a:lnTo>
                    <a:lnTo>
                      <a:pt x="4098" y="4222"/>
                    </a:lnTo>
                    <a:lnTo>
                      <a:pt x="4139" y="4636"/>
                    </a:lnTo>
                    <a:lnTo>
                      <a:pt x="4139" y="5091"/>
                    </a:lnTo>
                    <a:lnTo>
                      <a:pt x="4139" y="5546"/>
                    </a:lnTo>
                    <a:lnTo>
                      <a:pt x="4056" y="6043"/>
                    </a:lnTo>
                    <a:lnTo>
                      <a:pt x="4056" y="6167"/>
                    </a:lnTo>
                    <a:lnTo>
                      <a:pt x="4139" y="6291"/>
                    </a:lnTo>
                    <a:lnTo>
                      <a:pt x="4263" y="6374"/>
                    </a:lnTo>
                    <a:lnTo>
                      <a:pt x="4387" y="6457"/>
                    </a:lnTo>
                    <a:lnTo>
                      <a:pt x="4511" y="6415"/>
                    </a:lnTo>
                    <a:lnTo>
                      <a:pt x="4636" y="6374"/>
                    </a:lnTo>
                    <a:lnTo>
                      <a:pt x="4718" y="6250"/>
                    </a:lnTo>
                    <a:lnTo>
                      <a:pt x="4760" y="6126"/>
                    </a:lnTo>
                    <a:lnTo>
                      <a:pt x="4843" y="5588"/>
                    </a:lnTo>
                    <a:lnTo>
                      <a:pt x="4843" y="5091"/>
                    </a:lnTo>
                    <a:lnTo>
                      <a:pt x="4843" y="4553"/>
                    </a:lnTo>
                    <a:lnTo>
                      <a:pt x="4801" y="4056"/>
                    </a:lnTo>
                    <a:lnTo>
                      <a:pt x="4718" y="3560"/>
                    </a:lnTo>
                    <a:lnTo>
                      <a:pt x="4594" y="3104"/>
                    </a:lnTo>
                    <a:lnTo>
                      <a:pt x="4429" y="2649"/>
                    </a:lnTo>
                    <a:lnTo>
                      <a:pt x="4263" y="2235"/>
                    </a:lnTo>
                    <a:lnTo>
                      <a:pt x="4056" y="1863"/>
                    </a:lnTo>
                    <a:lnTo>
                      <a:pt x="3808" y="1490"/>
                    </a:lnTo>
                    <a:lnTo>
                      <a:pt x="3518" y="1159"/>
                    </a:lnTo>
                    <a:lnTo>
                      <a:pt x="3228" y="869"/>
                    </a:lnTo>
                    <a:lnTo>
                      <a:pt x="2897" y="621"/>
                    </a:lnTo>
                    <a:lnTo>
                      <a:pt x="2566" y="414"/>
                    </a:lnTo>
                    <a:lnTo>
                      <a:pt x="2194" y="249"/>
                    </a:lnTo>
                    <a:lnTo>
                      <a:pt x="1780" y="124"/>
                    </a:lnTo>
                    <a:lnTo>
                      <a:pt x="1407" y="42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49"/>
              <p:cNvSpPr/>
              <p:nvPr/>
            </p:nvSpPr>
            <p:spPr>
              <a:xfrm>
                <a:off x="3867925" y="1294550"/>
                <a:ext cx="95200" cy="125225"/>
              </a:xfrm>
              <a:custGeom>
                <a:rect b="b" l="l" r="r" t="t"/>
                <a:pathLst>
                  <a:path extrusionOk="0" h="5009" w="3808">
                    <a:moveTo>
                      <a:pt x="3435" y="1"/>
                    </a:moveTo>
                    <a:lnTo>
                      <a:pt x="3311" y="42"/>
                    </a:lnTo>
                    <a:lnTo>
                      <a:pt x="3187" y="125"/>
                    </a:lnTo>
                    <a:lnTo>
                      <a:pt x="83" y="4471"/>
                    </a:lnTo>
                    <a:lnTo>
                      <a:pt x="0" y="4595"/>
                    </a:lnTo>
                    <a:lnTo>
                      <a:pt x="0" y="4719"/>
                    </a:lnTo>
                    <a:lnTo>
                      <a:pt x="42" y="4843"/>
                    </a:lnTo>
                    <a:lnTo>
                      <a:pt x="166" y="4967"/>
                    </a:lnTo>
                    <a:lnTo>
                      <a:pt x="249" y="5009"/>
                    </a:lnTo>
                    <a:lnTo>
                      <a:pt x="373" y="5009"/>
                    </a:lnTo>
                    <a:lnTo>
                      <a:pt x="497" y="4967"/>
                    </a:lnTo>
                    <a:lnTo>
                      <a:pt x="662" y="4885"/>
                    </a:lnTo>
                    <a:lnTo>
                      <a:pt x="3767" y="539"/>
                    </a:lnTo>
                    <a:lnTo>
                      <a:pt x="3808" y="415"/>
                    </a:lnTo>
                    <a:lnTo>
                      <a:pt x="3808" y="290"/>
                    </a:lnTo>
                    <a:lnTo>
                      <a:pt x="3767" y="166"/>
                    </a:lnTo>
                    <a:lnTo>
                      <a:pt x="3684" y="42"/>
                    </a:lnTo>
                    <a:lnTo>
                      <a:pt x="35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49"/>
              <p:cNvSpPr/>
              <p:nvPr/>
            </p:nvSpPr>
            <p:spPr>
              <a:xfrm>
                <a:off x="3895850" y="1294550"/>
                <a:ext cx="31075" cy="61075"/>
              </a:xfrm>
              <a:custGeom>
                <a:rect b="b" l="l" r="r" t="t"/>
                <a:pathLst>
                  <a:path extrusionOk="0" h="2443" w="1243">
                    <a:moveTo>
                      <a:pt x="249" y="1"/>
                    </a:moveTo>
                    <a:lnTo>
                      <a:pt x="125" y="83"/>
                    </a:lnTo>
                    <a:lnTo>
                      <a:pt x="42" y="166"/>
                    </a:lnTo>
                    <a:lnTo>
                      <a:pt x="1" y="290"/>
                    </a:lnTo>
                    <a:lnTo>
                      <a:pt x="1" y="456"/>
                    </a:lnTo>
                    <a:lnTo>
                      <a:pt x="580" y="2194"/>
                    </a:lnTo>
                    <a:lnTo>
                      <a:pt x="622" y="2277"/>
                    </a:lnTo>
                    <a:lnTo>
                      <a:pt x="704" y="2360"/>
                    </a:lnTo>
                    <a:lnTo>
                      <a:pt x="787" y="2401"/>
                    </a:lnTo>
                    <a:lnTo>
                      <a:pt x="911" y="2443"/>
                    </a:lnTo>
                    <a:lnTo>
                      <a:pt x="994" y="2401"/>
                    </a:lnTo>
                    <a:lnTo>
                      <a:pt x="1118" y="2360"/>
                    </a:lnTo>
                    <a:lnTo>
                      <a:pt x="1201" y="2236"/>
                    </a:lnTo>
                    <a:lnTo>
                      <a:pt x="1242" y="2111"/>
                    </a:lnTo>
                    <a:lnTo>
                      <a:pt x="1242" y="1987"/>
                    </a:lnTo>
                    <a:lnTo>
                      <a:pt x="704" y="249"/>
                    </a:lnTo>
                    <a:lnTo>
                      <a:pt x="622" y="125"/>
                    </a:lnTo>
                    <a:lnTo>
                      <a:pt x="497" y="42"/>
                    </a:lnTo>
                    <a:lnTo>
                      <a:pt x="3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49"/>
              <p:cNvSpPr/>
              <p:nvPr/>
            </p:nvSpPr>
            <p:spPr>
              <a:xfrm>
                <a:off x="4367675" y="748225"/>
                <a:ext cx="1730075" cy="1639000"/>
              </a:xfrm>
              <a:custGeom>
                <a:rect b="b" l="l" r="r" t="t"/>
                <a:pathLst>
                  <a:path extrusionOk="0" h="65560" w="69203">
                    <a:moveTo>
                      <a:pt x="18170" y="1"/>
                    </a:moveTo>
                    <a:lnTo>
                      <a:pt x="16391" y="42"/>
                    </a:lnTo>
                    <a:lnTo>
                      <a:pt x="14611" y="125"/>
                    </a:lnTo>
                    <a:lnTo>
                      <a:pt x="12873" y="290"/>
                    </a:lnTo>
                    <a:lnTo>
                      <a:pt x="11217" y="497"/>
                    </a:lnTo>
                    <a:lnTo>
                      <a:pt x="9644" y="787"/>
                    </a:lnTo>
                    <a:lnTo>
                      <a:pt x="8113" y="1077"/>
                    </a:lnTo>
                    <a:lnTo>
                      <a:pt x="6706" y="1408"/>
                    </a:lnTo>
                    <a:lnTo>
                      <a:pt x="5381" y="1822"/>
                    </a:lnTo>
                    <a:lnTo>
                      <a:pt x="4222" y="2277"/>
                    </a:lnTo>
                    <a:lnTo>
                      <a:pt x="3146" y="2732"/>
                    </a:lnTo>
                    <a:lnTo>
                      <a:pt x="2650" y="3022"/>
                    </a:lnTo>
                    <a:lnTo>
                      <a:pt x="2194" y="3270"/>
                    </a:lnTo>
                    <a:lnTo>
                      <a:pt x="1781" y="3560"/>
                    </a:lnTo>
                    <a:lnTo>
                      <a:pt x="1408" y="3850"/>
                    </a:lnTo>
                    <a:lnTo>
                      <a:pt x="1077" y="4139"/>
                    </a:lnTo>
                    <a:lnTo>
                      <a:pt x="787" y="4429"/>
                    </a:lnTo>
                    <a:lnTo>
                      <a:pt x="539" y="4760"/>
                    </a:lnTo>
                    <a:lnTo>
                      <a:pt x="332" y="5091"/>
                    </a:lnTo>
                    <a:lnTo>
                      <a:pt x="166" y="5422"/>
                    </a:lnTo>
                    <a:lnTo>
                      <a:pt x="84" y="5754"/>
                    </a:lnTo>
                    <a:lnTo>
                      <a:pt x="1" y="6085"/>
                    </a:lnTo>
                    <a:lnTo>
                      <a:pt x="1" y="6457"/>
                    </a:lnTo>
                    <a:lnTo>
                      <a:pt x="42" y="6747"/>
                    </a:lnTo>
                    <a:lnTo>
                      <a:pt x="166" y="7078"/>
                    </a:lnTo>
                    <a:lnTo>
                      <a:pt x="332" y="7409"/>
                    </a:lnTo>
                    <a:lnTo>
                      <a:pt x="498" y="7699"/>
                    </a:lnTo>
                    <a:lnTo>
                      <a:pt x="746" y="7989"/>
                    </a:lnTo>
                    <a:lnTo>
                      <a:pt x="1036" y="8320"/>
                    </a:lnTo>
                    <a:lnTo>
                      <a:pt x="1739" y="8940"/>
                    </a:lnTo>
                    <a:lnTo>
                      <a:pt x="2567" y="9603"/>
                    </a:lnTo>
                    <a:lnTo>
                      <a:pt x="4595" y="11134"/>
                    </a:lnTo>
                    <a:lnTo>
                      <a:pt x="5712" y="12003"/>
                    </a:lnTo>
                    <a:lnTo>
                      <a:pt x="6913" y="13038"/>
                    </a:lnTo>
                    <a:lnTo>
                      <a:pt x="8154" y="14155"/>
                    </a:lnTo>
                    <a:lnTo>
                      <a:pt x="8775" y="14776"/>
                    </a:lnTo>
                    <a:lnTo>
                      <a:pt x="9396" y="15438"/>
                    </a:lnTo>
                    <a:lnTo>
                      <a:pt x="10058" y="16183"/>
                    </a:lnTo>
                    <a:lnTo>
                      <a:pt x="10679" y="16928"/>
                    </a:lnTo>
                    <a:lnTo>
                      <a:pt x="11300" y="17756"/>
                    </a:lnTo>
                    <a:lnTo>
                      <a:pt x="11921" y="18584"/>
                    </a:lnTo>
                    <a:lnTo>
                      <a:pt x="12542" y="19536"/>
                    </a:lnTo>
                    <a:lnTo>
                      <a:pt x="13162" y="20488"/>
                    </a:lnTo>
                    <a:lnTo>
                      <a:pt x="13742" y="21523"/>
                    </a:lnTo>
                    <a:lnTo>
                      <a:pt x="14321" y="22599"/>
                    </a:lnTo>
                    <a:lnTo>
                      <a:pt x="15025" y="24171"/>
                    </a:lnTo>
                    <a:lnTo>
                      <a:pt x="15646" y="25661"/>
                    </a:lnTo>
                    <a:lnTo>
                      <a:pt x="16184" y="27069"/>
                    </a:lnTo>
                    <a:lnTo>
                      <a:pt x="16598" y="28476"/>
                    </a:lnTo>
                    <a:lnTo>
                      <a:pt x="17011" y="29759"/>
                    </a:lnTo>
                    <a:lnTo>
                      <a:pt x="17343" y="31042"/>
                    </a:lnTo>
                    <a:lnTo>
                      <a:pt x="18046" y="33401"/>
                    </a:lnTo>
                    <a:lnTo>
                      <a:pt x="18377" y="34519"/>
                    </a:lnTo>
                    <a:lnTo>
                      <a:pt x="18791" y="35553"/>
                    </a:lnTo>
                    <a:lnTo>
                      <a:pt x="19205" y="36547"/>
                    </a:lnTo>
                    <a:lnTo>
                      <a:pt x="19743" y="37457"/>
                    </a:lnTo>
                    <a:lnTo>
                      <a:pt x="20033" y="37912"/>
                    </a:lnTo>
                    <a:lnTo>
                      <a:pt x="20323" y="38368"/>
                    </a:lnTo>
                    <a:lnTo>
                      <a:pt x="20654" y="38782"/>
                    </a:lnTo>
                    <a:lnTo>
                      <a:pt x="21026" y="39195"/>
                    </a:lnTo>
                    <a:lnTo>
                      <a:pt x="21440" y="39609"/>
                    </a:lnTo>
                    <a:lnTo>
                      <a:pt x="21854" y="39982"/>
                    </a:lnTo>
                    <a:lnTo>
                      <a:pt x="22351" y="40354"/>
                    </a:lnTo>
                    <a:lnTo>
                      <a:pt x="22847" y="40727"/>
                    </a:lnTo>
                    <a:lnTo>
                      <a:pt x="23675" y="41223"/>
                    </a:lnTo>
                    <a:lnTo>
                      <a:pt x="24420" y="41596"/>
                    </a:lnTo>
                    <a:lnTo>
                      <a:pt x="25206" y="41927"/>
                    </a:lnTo>
                    <a:lnTo>
                      <a:pt x="25951" y="42175"/>
                    </a:lnTo>
                    <a:lnTo>
                      <a:pt x="26655" y="42382"/>
                    </a:lnTo>
                    <a:lnTo>
                      <a:pt x="27317" y="42507"/>
                    </a:lnTo>
                    <a:lnTo>
                      <a:pt x="28642" y="42755"/>
                    </a:lnTo>
                    <a:lnTo>
                      <a:pt x="29221" y="42879"/>
                    </a:lnTo>
                    <a:lnTo>
                      <a:pt x="29842" y="43045"/>
                    </a:lnTo>
                    <a:lnTo>
                      <a:pt x="30380" y="43169"/>
                    </a:lnTo>
                    <a:lnTo>
                      <a:pt x="30918" y="43417"/>
                    </a:lnTo>
                    <a:lnTo>
                      <a:pt x="31415" y="43665"/>
                    </a:lnTo>
                    <a:lnTo>
                      <a:pt x="31870" y="43997"/>
                    </a:lnTo>
                    <a:lnTo>
                      <a:pt x="32284" y="44410"/>
                    </a:lnTo>
                    <a:lnTo>
                      <a:pt x="32698" y="44948"/>
                    </a:lnTo>
                    <a:lnTo>
                      <a:pt x="32946" y="45362"/>
                    </a:lnTo>
                    <a:lnTo>
                      <a:pt x="33153" y="45776"/>
                    </a:lnTo>
                    <a:lnTo>
                      <a:pt x="33319" y="46190"/>
                    </a:lnTo>
                    <a:lnTo>
                      <a:pt x="33401" y="46645"/>
                    </a:lnTo>
                    <a:lnTo>
                      <a:pt x="33484" y="47059"/>
                    </a:lnTo>
                    <a:lnTo>
                      <a:pt x="33525" y="47515"/>
                    </a:lnTo>
                    <a:lnTo>
                      <a:pt x="33525" y="47970"/>
                    </a:lnTo>
                    <a:lnTo>
                      <a:pt x="33525" y="48425"/>
                    </a:lnTo>
                    <a:lnTo>
                      <a:pt x="33360" y="49336"/>
                    </a:lnTo>
                    <a:lnTo>
                      <a:pt x="33153" y="50288"/>
                    </a:lnTo>
                    <a:lnTo>
                      <a:pt x="32863" y="51240"/>
                    </a:lnTo>
                    <a:lnTo>
                      <a:pt x="32574" y="52191"/>
                    </a:lnTo>
                    <a:lnTo>
                      <a:pt x="32242" y="53143"/>
                    </a:lnTo>
                    <a:lnTo>
                      <a:pt x="31953" y="54137"/>
                    </a:lnTo>
                    <a:lnTo>
                      <a:pt x="31704" y="55089"/>
                    </a:lnTo>
                    <a:lnTo>
                      <a:pt x="31497" y="56082"/>
                    </a:lnTo>
                    <a:lnTo>
                      <a:pt x="31456" y="56537"/>
                    </a:lnTo>
                    <a:lnTo>
                      <a:pt x="31415" y="57034"/>
                    </a:lnTo>
                    <a:lnTo>
                      <a:pt x="31415" y="57531"/>
                    </a:lnTo>
                    <a:lnTo>
                      <a:pt x="31456" y="57986"/>
                    </a:lnTo>
                    <a:lnTo>
                      <a:pt x="31539" y="58482"/>
                    </a:lnTo>
                    <a:lnTo>
                      <a:pt x="31622" y="58979"/>
                    </a:lnTo>
                    <a:lnTo>
                      <a:pt x="31787" y="59434"/>
                    </a:lnTo>
                    <a:lnTo>
                      <a:pt x="31994" y="59931"/>
                    </a:lnTo>
                    <a:lnTo>
                      <a:pt x="32242" y="60386"/>
                    </a:lnTo>
                    <a:lnTo>
                      <a:pt x="32532" y="60842"/>
                    </a:lnTo>
                    <a:lnTo>
                      <a:pt x="32863" y="61297"/>
                    </a:lnTo>
                    <a:lnTo>
                      <a:pt x="33236" y="61711"/>
                    </a:lnTo>
                    <a:lnTo>
                      <a:pt x="33650" y="62083"/>
                    </a:lnTo>
                    <a:lnTo>
                      <a:pt x="34064" y="62456"/>
                    </a:lnTo>
                    <a:lnTo>
                      <a:pt x="34560" y="62828"/>
                    </a:lnTo>
                    <a:lnTo>
                      <a:pt x="35057" y="63159"/>
                    </a:lnTo>
                    <a:lnTo>
                      <a:pt x="35553" y="63449"/>
                    </a:lnTo>
                    <a:lnTo>
                      <a:pt x="36133" y="63739"/>
                    </a:lnTo>
                    <a:lnTo>
                      <a:pt x="36712" y="63987"/>
                    </a:lnTo>
                    <a:lnTo>
                      <a:pt x="37292" y="64235"/>
                    </a:lnTo>
                    <a:lnTo>
                      <a:pt x="37954" y="64484"/>
                    </a:lnTo>
                    <a:lnTo>
                      <a:pt x="38575" y="64691"/>
                    </a:lnTo>
                    <a:lnTo>
                      <a:pt x="39899" y="65022"/>
                    </a:lnTo>
                    <a:lnTo>
                      <a:pt x="41306" y="65270"/>
                    </a:lnTo>
                    <a:lnTo>
                      <a:pt x="42755" y="65477"/>
                    </a:lnTo>
                    <a:lnTo>
                      <a:pt x="44204" y="65560"/>
                    </a:lnTo>
                    <a:lnTo>
                      <a:pt x="45694" y="65560"/>
                    </a:lnTo>
                    <a:lnTo>
                      <a:pt x="47142" y="65477"/>
                    </a:lnTo>
                    <a:lnTo>
                      <a:pt x="48591" y="65353"/>
                    </a:lnTo>
                    <a:lnTo>
                      <a:pt x="49998" y="65105"/>
                    </a:lnTo>
                    <a:lnTo>
                      <a:pt x="51364" y="64774"/>
                    </a:lnTo>
                    <a:lnTo>
                      <a:pt x="52606" y="64401"/>
                    </a:lnTo>
                    <a:lnTo>
                      <a:pt x="53764" y="63987"/>
                    </a:lnTo>
                    <a:lnTo>
                      <a:pt x="54882" y="63449"/>
                    </a:lnTo>
                    <a:lnTo>
                      <a:pt x="55958" y="62911"/>
                    </a:lnTo>
                    <a:lnTo>
                      <a:pt x="56993" y="62290"/>
                    </a:lnTo>
                    <a:lnTo>
                      <a:pt x="57945" y="61628"/>
                    </a:lnTo>
                    <a:lnTo>
                      <a:pt x="58855" y="60924"/>
                    </a:lnTo>
                    <a:lnTo>
                      <a:pt x="59683" y="60179"/>
                    </a:lnTo>
                    <a:lnTo>
                      <a:pt x="60511" y="59393"/>
                    </a:lnTo>
                    <a:lnTo>
                      <a:pt x="61256" y="58607"/>
                    </a:lnTo>
                    <a:lnTo>
                      <a:pt x="62001" y="57779"/>
                    </a:lnTo>
                    <a:lnTo>
                      <a:pt x="62663" y="56951"/>
                    </a:lnTo>
                    <a:lnTo>
                      <a:pt x="63284" y="56082"/>
                    </a:lnTo>
                    <a:lnTo>
                      <a:pt x="63863" y="55213"/>
                    </a:lnTo>
                    <a:lnTo>
                      <a:pt x="64401" y="54385"/>
                    </a:lnTo>
                    <a:lnTo>
                      <a:pt x="64939" y="53516"/>
                    </a:lnTo>
                    <a:lnTo>
                      <a:pt x="65395" y="52647"/>
                    </a:lnTo>
                    <a:lnTo>
                      <a:pt x="65808" y="51819"/>
                    </a:lnTo>
                    <a:lnTo>
                      <a:pt x="66553" y="50205"/>
                    </a:lnTo>
                    <a:lnTo>
                      <a:pt x="67174" y="48673"/>
                    </a:lnTo>
                    <a:lnTo>
                      <a:pt x="67671" y="47349"/>
                    </a:lnTo>
                    <a:lnTo>
                      <a:pt x="68043" y="46190"/>
                    </a:lnTo>
                    <a:lnTo>
                      <a:pt x="68292" y="45238"/>
                    </a:lnTo>
                    <a:lnTo>
                      <a:pt x="68540" y="44245"/>
                    </a:lnTo>
                    <a:lnTo>
                      <a:pt x="68747" y="43045"/>
                    </a:lnTo>
                    <a:lnTo>
                      <a:pt x="68995" y="41513"/>
                    </a:lnTo>
                    <a:lnTo>
                      <a:pt x="69078" y="40644"/>
                    </a:lnTo>
                    <a:lnTo>
                      <a:pt x="69161" y="39734"/>
                    </a:lnTo>
                    <a:lnTo>
                      <a:pt x="69202" y="38699"/>
                    </a:lnTo>
                    <a:lnTo>
                      <a:pt x="69202" y="37664"/>
                    </a:lnTo>
                    <a:lnTo>
                      <a:pt x="69119" y="36588"/>
                    </a:lnTo>
                    <a:lnTo>
                      <a:pt x="69037" y="35429"/>
                    </a:lnTo>
                    <a:lnTo>
                      <a:pt x="68830" y="34270"/>
                    </a:lnTo>
                    <a:lnTo>
                      <a:pt x="68581" y="33070"/>
                    </a:lnTo>
                    <a:lnTo>
                      <a:pt x="68250" y="31828"/>
                    </a:lnTo>
                    <a:lnTo>
                      <a:pt x="67836" y="30587"/>
                    </a:lnTo>
                    <a:lnTo>
                      <a:pt x="67298" y="29304"/>
                    </a:lnTo>
                    <a:lnTo>
                      <a:pt x="67009" y="28683"/>
                    </a:lnTo>
                    <a:lnTo>
                      <a:pt x="66678" y="28062"/>
                    </a:lnTo>
                    <a:lnTo>
                      <a:pt x="66222" y="27276"/>
                    </a:lnTo>
                    <a:lnTo>
                      <a:pt x="65560" y="26199"/>
                    </a:lnTo>
                    <a:lnTo>
                      <a:pt x="65146" y="25579"/>
                    </a:lnTo>
                    <a:lnTo>
                      <a:pt x="64691" y="24958"/>
                    </a:lnTo>
                    <a:lnTo>
                      <a:pt x="64153" y="24254"/>
                    </a:lnTo>
                    <a:lnTo>
                      <a:pt x="63573" y="23592"/>
                    </a:lnTo>
                    <a:lnTo>
                      <a:pt x="62953" y="22888"/>
                    </a:lnTo>
                    <a:lnTo>
                      <a:pt x="62249" y="22226"/>
                    </a:lnTo>
                    <a:lnTo>
                      <a:pt x="61504" y="21605"/>
                    </a:lnTo>
                    <a:lnTo>
                      <a:pt x="60676" y="20985"/>
                    </a:lnTo>
                    <a:lnTo>
                      <a:pt x="59807" y="20446"/>
                    </a:lnTo>
                    <a:lnTo>
                      <a:pt x="58855" y="19950"/>
                    </a:lnTo>
                    <a:lnTo>
                      <a:pt x="57862" y="19495"/>
                    </a:lnTo>
                    <a:lnTo>
                      <a:pt x="57365" y="19329"/>
                    </a:lnTo>
                    <a:lnTo>
                      <a:pt x="56827" y="19163"/>
                    </a:lnTo>
                    <a:lnTo>
                      <a:pt x="56165" y="18998"/>
                    </a:lnTo>
                    <a:lnTo>
                      <a:pt x="55544" y="18874"/>
                    </a:lnTo>
                    <a:lnTo>
                      <a:pt x="54965" y="18832"/>
                    </a:lnTo>
                    <a:lnTo>
                      <a:pt x="54427" y="18791"/>
                    </a:lnTo>
                    <a:lnTo>
                      <a:pt x="53433" y="18791"/>
                    </a:lnTo>
                    <a:lnTo>
                      <a:pt x="52523" y="18832"/>
                    </a:lnTo>
                    <a:lnTo>
                      <a:pt x="51654" y="18874"/>
                    </a:lnTo>
                    <a:lnTo>
                      <a:pt x="51198" y="18874"/>
                    </a:lnTo>
                    <a:lnTo>
                      <a:pt x="50743" y="18832"/>
                    </a:lnTo>
                    <a:lnTo>
                      <a:pt x="50288" y="18750"/>
                    </a:lnTo>
                    <a:lnTo>
                      <a:pt x="49832" y="18625"/>
                    </a:lnTo>
                    <a:lnTo>
                      <a:pt x="49377" y="18460"/>
                    </a:lnTo>
                    <a:lnTo>
                      <a:pt x="48839" y="18211"/>
                    </a:lnTo>
                    <a:lnTo>
                      <a:pt x="48177" y="17839"/>
                    </a:lnTo>
                    <a:lnTo>
                      <a:pt x="47556" y="17384"/>
                    </a:lnTo>
                    <a:lnTo>
                      <a:pt x="47018" y="16846"/>
                    </a:lnTo>
                    <a:lnTo>
                      <a:pt x="46521" y="16308"/>
                    </a:lnTo>
                    <a:lnTo>
                      <a:pt x="46108" y="15728"/>
                    </a:lnTo>
                    <a:lnTo>
                      <a:pt x="45735" y="15107"/>
                    </a:lnTo>
                    <a:lnTo>
                      <a:pt x="45404" y="14487"/>
                    </a:lnTo>
                    <a:lnTo>
                      <a:pt x="45114" y="13824"/>
                    </a:lnTo>
                    <a:lnTo>
                      <a:pt x="44576" y="12458"/>
                    </a:lnTo>
                    <a:lnTo>
                      <a:pt x="44121" y="11134"/>
                    </a:lnTo>
                    <a:lnTo>
                      <a:pt x="43666" y="9892"/>
                    </a:lnTo>
                    <a:lnTo>
                      <a:pt x="43417" y="9272"/>
                    </a:lnTo>
                    <a:lnTo>
                      <a:pt x="43169" y="8734"/>
                    </a:lnTo>
                    <a:lnTo>
                      <a:pt x="42838" y="8195"/>
                    </a:lnTo>
                    <a:lnTo>
                      <a:pt x="42507" y="7657"/>
                    </a:lnTo>
                    <a:lnTo>
                      <a:pt x="42093" y="7119"/>
                    </a:lnTo>
                    <a:lnTo>
                      <a:pt x="41679" y="6623"/>
                    </a:lnTo>
                    <a:lnTo>
                      <a:pt x="41224" y="6167"/>
                    </a:lnTo>
                    <a:lnTo>
                      <a:pt x="40727" y="5712"/>
                    </a:lnTo>
                    <a:lnTo>
                      <a:pt x="40189" y="5257"/>
                    </a:lnTo>
                    <a:lnTo>
                      <a:pt x="39610" y="4843"/>
                    </a:lnTo>
                    <a:lnTo>
                      <a:pt x="39030" y="4470"/>
                    </a:lnTo>
                    <a:lnTo>
                      <a:pt x="38409" y="4057"/>
                    </a:lnTo>
                    <a:lnTo>
                      <a:pt x="37747" y="3726"/>
                    </a:lnTo>
                    <a:lnTo>
                      <a:pt x="37043" y="3353"/>
                    </a:lnTo>
                    <a:lnTo>
                      <a:pt x="36340" y="3022"/>
                    </a:lnTo>
                    <a:lnTo>
                      <a:pt x="35595" y="2732"/>
                    </a:lnTo>
                    <a:lnTo>
                      <a:pt x="34105" y="2153"/>
                    </a:lnTo>
                    <a:lnTo>
                      <a:pt x="32491" y="1656"/>
                    </a:lnTo>
                    <a:lnTo>
                      <a:pt x="30794" y="1242"/>
                    </a:lnTo>
                    <a:lnTo>
                      <a:pt x="29097" y="870"/>
                    </a:lnTo>
                    <a:lnTo>
                      <a:pt x="27317" y="580"/>
                    </a:lnTo>
                    <a:lnTo>
                      <a:pt x="25496" y="332"/>
                    </a:lnTo>
                    <a:lnTo>
                      <a:pt x="23675" y="166"/>
                    </a:lnTo>
                    <a:lnTo>
                      <a:pt x="21813" y="42"/>
                    </a:lnTo>
                    <a:lnTo>
                      <a:pt x="19991" y="1"/>
                    </a:lnTo>
                    <a:close/>
                  </a:path>
                </a:pathLst>
              </a:custGeom>
              <a:solidFill>
                <a:srgbClr val="98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49"/>
              <p:cNvSpPr/>
              <p:nvPr/>
            </p:nvSpPr>
            <p:spPr>
              <a:xfrm>
                <a:off x="4413200" y="685100"/>
                <a:ext cx="1765250" cy="1675225"/>
              </a:xfrm>
              <a:custGeom>
                <a:rect b="b" l="l" r="r" t="t"/>
                <a:pathLst>
                  <a:path extrusionOk="0" h="67009" w="70610">
                    <a:moveTo>
                      <a:pt x="21771" y="1408"/>
                    </a:moveTo>
                    <a:lnTo>
                      <a:pt x="23675" y="1532"/>
                    </a:lnTo>
                    <a:lnTo>
                      <a:pt x="25538" y="1656"/>
                    </a:lnTo>
                    <a:lnTo>
                      <a:pt x="27359" y="1905"/>
                    </a:lnTo>
                    <a:lnTo>
                      <a:pt x="29180" y="2194"/>
                    </a:lnTo>
                    <a:lnTo>
                      <a:pt x="30918" y="2526"/>
                    </a:lnTo>
                    <a:lnTo>
                      <a:pt x="32615" y="2939"/>
                    </a:lnTo>
                    <a:lnTo>
                      <a:pt x="34229" y="3436"/>
                    </a:lnTo>
                    <a:lnTo>
                      <a:pt x="35761" y="3974"/>
                    </a:lnTo>
                    <a:lnTo>
                      <a:pt x="36506" y="4264"/>
                    </a:lnTo>
                    <a:lnTo>
                      <a:pt x="37209" y="4595"/>
                    </a:lnTo>
                    <a:lnTo>
                      <a:pt x="37871" y="4926"/>
                    </a:lnTo>
                    <a:lnTo>
                      <a:pt x="38534" y="5299"/>
                    </a:lnTo>
                    <a:lnTo>
                      <a:pt x="39154" y="5671"/>
                    </a:lnTo>
                    <a:lnTo>
                      <a:pt x="39775" y="6044"/>
                    </a:lnTo>
                    <a:lnTo>
                      <a:pt x="40313" y="6457"/>
                    </a:lnTo>
                    <a:lnTo>
                      <a:pt x="40851" y="6871"/>
                    </a:lnTo>
                    <a:lnTo>
                      <a:pt x="41348" y="7327"/>
                    </a:lnTo>
                    <a:lnTo>
                      <a:pt x="41803" y="7782"/>
                    </a:lnTo>
                    <a:lnTo>
                      <a:pt x="42217" y="8237"/>
                    </a:lnTo>
                    <a:lnTo>
                      <a:pt x="42590" y="8734"/>
                    </a:lnTo>
                    <a:lnTo>
                      <a:pt x="42921" y="9272"/>
                    </a:lnTo>
                    <a:lnTo>
                      <a:pt x="43252" y="9769"/>
                    </a:lnTo>
                    <a:lnTo>
                      <a:pt x="43500" y="10389"/>
                    </a:lnTo>
                    <a:lnTo>
                      <a:pt x="43790" y="11010"/>
                    </a:lnTo>
                    <a:lnTo>
                      <a:pt x="44287" y="12417"/>
                    </a:lnTo>
                    <a:lnTo>
                      <a:pt x="44618" y="13411"/>
                    </a:lnTo>
                    <a:lnTo>
                      <a:pt x="44990" y="14445"/>
                    </a:lnTo>
                    <a:lnTo>
                      <a:pt x="45445" y="15439"/>
                    </a:lnTo>
                    <a:lnTo>
                      <a:pt x="45694" y="15935"/>
                    </a:lnTo>
                    <a:lnTo>
                      <a:pt x="45942" y="16391"/>
                    </a:lnTo>
                    <a:lnTo>
                      <a:pt x="46232" y="16887"/>
                    </a:lnTo>
                    <a:lnTo>
                      <a:pt x="46563" y="17343"/>
                    </a:lnTo>
                    <a:lnTo>
                      <a:pt x="46935" y="17757"/>
                    </a:lnTo>
                    <a:lnTo>
                      <a:pt x="47308" y="18170"/>
                    </a:lnTo>
                    <a:lnTo>
                      <a:pt x="47722" y="18584"/>
                    </a:lnTo>
                    <a:lnTo>
                      <a:pt x="48177" y="18915"/>
                    </a:lnTo>
                    <a:lnTo>
                      <a:pt x="48674" y="19288"/>
                    </a:lnTo>
                    <a:lnTo>
                      <a:pt x="49253" y="19578"/>
                    </a:lnTo>
                    <a:lnTo>
                      <a:pt x="49833" y="19867"/>
                    </a:lnTo>
                    <a:lnTo>
                      <a:pt x="50412" y="20033"/>
                    </a:lnTo>
                    <a:lnTo>
                      <a:pt x="50950" y="20198"/>
                    </a:lnTo>
                    <a:lnTo>
                      <a:pt x="51488" y="20281"/>
                    </a:lnTo>
                    <a:lnTo>
                      <a:pt x="51985" y="20323"/>
                    </a:lnTo>
                    <a:lnTo>
                      <a:pt x="52523" y="20323"/>
                    </a:lnTo>
                    <a:lnTo>
                      <a:pt x="53516" y="20281"/>
                    </a:lnTo>
                    <a:lnTo>
                      <a:pt x="54344" y="20240"/>
                    </a:lnTo>
                    <a:lnTo>
                      <a:pt x="55254" y="20240"/>
                    </a:lnTo>
                    <a:lnTo>
                      <a:pt x="55710" y="20281"/>
                    </a:lnTo>
                    <a:lnTo>
                      <a:pt x="56248" y="20323"/>
                    </a:lnTo>
                    <a:lnTo>
                      <a:pt x="56786" y="20447"/>
                    </a:lnTo>
                    <a:lnTo>
                      <a:pt x="57324" y="20571"/>
                    </a:lnTo>
                    <a:lnTo>
                      <a:pt x="58027" y="20778"/>
                    </a:lnTo>
                    <a:lnTo>
                      <a:pt x="58690" y="21026"/>
                    </a:lnTo>
                    <a:lnTo>
                      <a:pt x="59352" y="21316"/>
                    </a:lnTo>
                    <a:lnTo>
                      <a:pt x="60014" y="21688"/>
                    </a:lnTo>
                    <a:lnTo>
                      <a:pt x="60635" y="22061"/>
                    </a:lnTo>
                    <a:lnTo>
                      <a:pt x="61256" y="22475"/>
                    </a:lnTo>
                    <a:lnTo>
                      <a:pt x="61877" y="22971"/>
                    </a:lnTo>
                    <a:lnTo>
                      <a:pt x="62456" y="23468"/>
                    </a:lnTo>
                    <a:lnTo>
                      <a:pt x="63035" y="24048"/>
                    </a:lnTo>
                    <a:lnTo>
                      <a:pt x="63615" y="24627"/>
                    </a:lnTo>
                    <a:lnTo>
                      <a:pt x="64153" y="25289"/>
                    </a:lnTo>
                    <a:lnTo>
                      <a:pt x="64691" y="25951"/>
                    </a:lnTo>
                    <a:lnTo>
                      <a:pt x="65229" y="26696"/>
                    </a:lnTo>
                    <a:lnTo>
                      <a:pt x="65767" y="27483"/>
                    </a:lnTo>
                    <a:lnTo>
                      <a:pt x="66264" y="28269"/>
                    </a:lnTo>
                    <a:lnTo>
                      <a:pt x="66760" y="29138"/>
                    </a:lnTo>
                    <a:lnTo>
                      <a:pt x="67092" y="29759"/>
                    </a:lnTo>
                    <a:lnTo>
                      <a:pt x="67381" y="30380"/>
                    </a:lnTo>
                    <a:lnTo>
                      <a:pt x="67878" y="31622"/>
                    </a:lnTo>
                    <a:lnTo>
                      <a:pt x="68333" y="32863"/>
                    </a:lnTo>
                    <a:lnTo>
                      <a:pt x="68623" y="34064"/>
                    </a:lnTo>
                    <a:lnTo>
                      <a:pt x="68871" y="35264"/>
                    </a:lnTo>
                    <a:lnTo>
                      <a:pt x="69037" y="36423"/>
                    </a:lnTo>
                    <a:lnTo>
                      <a:pt x="69161" y="37540"/>
                    </a:lnTo>
                    <a:lnTo>
                      <a:pt x="69202" y="38616"/>
                    </a:lnTo>
                    <a:lnTo>
                      <a:pt x="69202" y="39651"/>
                    </a:lnTo>
                    <a:lnTo>
                      <a:pt x="69161" y="40603"/>
                    </a:lnTo>
                    <a:lnTo>
                      <a:pt x="69078" y="41514"/>
                    </a:lnTo>
                    <a:lnTo>
                      <a:pt x="68995" y="42341"/>
                    </a:lnTo>
                    <a:lnTo>
                      <a:pt x="68747" y="43790"/>
                    </a:lnTo>
                    <a:lnTo>
                      <a:pt x="68540" y="44825"/>
                    </a:lnTo>
                    <a:lnTo>
                      <a:pt x="68333" y="45735"/>
                    </a:lnTo>
                    <a:lnTo>
                      <a:pt x="68085" y="46604"/>
                    </a:lnTo>
                    <a:lnTo>
                      <a:pt x="67754" y="47722"/>
                    </a:lnTo>
                    <a:lnTo>
                      <a:pt x="67257" y="49046"/>
                    </a:lnTo>
                    <a:lnTo>
                      <a:pt x="66678" y="50495"/>
                    </a:lnTo>
                    <a:lnTo>
                      <a:pt x="65974" y="52109"/>
                    </a:lnTo>
                    <a:lnTo>
                      <a:pt x="65560" y="52937"/>
                    </a:lnTo>
                    <a:lnTo>
                      <a:pt x="65105" y="53765"/>
                    </a:lnTo>
                    <a:lnTo>
                      <a:pt x="64608" y="54592"/>
                    </a:lnTo>
                    <a:lnTo>
                      <a:pt x="64070" y="55461"/>
                    </a:lnTo>
                    <a:lnTo>
                      <a:pt x="63491" y="56289"/>
                    </a:lnTo>
                    <a:lnTo>
                      <a:pt x="62911" y="57117"/>
                    </a:lnTo>
                    <a:lnTo>
                      <a:pt x="62249" y="57945"/>
                    </a:lnTo>
                    <a:lnTo>
                      <a:pt x="61545" y="58773"/>
                    </a:lnTo>
                    <a:lnTo>
                      <a:pt x="60800" y="59559"/>
                    </a:lnTo>
                    <a:lnTo>
                      <a:pt x="60014" y="60304"/>
                    </a:lnTo>
                    <a:lnTo>
                      <a:pt x="59186" y="61049"/>
                    </a:lnTo>
                    <a:lnTo>
                      <a:pt x="58276" y="61752"/>
                    </a:lnTo>
                    <a:lnTo>
                      <a:pt x="57365" y="62373"/>
                    </a:lnTo>
                    <a:lnTo>
                      <a:pt x="56372" y="62994"/>
                    </a:lnTo>
                    <a:lnTo>
                      <a:pt x="55337" y="63532"/>
                    </a:lnTo>
                    <a:lnTo>
                      <a:pt x="54261" y="64029"/>
                    </a:lnTo>
                    <a:lnTo>
                      <a:pt x="53102" y="64484"/>
                    </a:lnTo>
                    <a:lnTo>
                      <a:pt x="51902" y="64857"/>
                    </a:lnTo>
                    <a:lnTo>
                      <a:pt x="50578" y="65146"/>
                    </a:lnTo>
                    <a:lnTo>
                      <a:pt x="49212" y="65395"/>
                    </a:lnTo>
                    <a:lnTo>
                      <a:pt x="47805" y="65519"/>
                    </a:lnTo>
                    <a:lnTo>
                      <a:pt x="46397" y="65602"/>
                    </a:lnTo>
                    <a:lnTo>
                      <a:pt x="44990" y="65602"/>
                    </a:lnTo>
                    <a:lnTo>
                      <a:pt x="43583" y="65519"/>
                    </a:lnTo>
                    <a:lnTo>
                      <a:pt x="42217" y="65353"/>
                    </a:lnTo>
                    <a:lnTo>
                      <a:pt x="40893" y="65105"/>
                    </a:lnTo>
                    <a:lnTo>
                      <a:pt x="39610" y="64774"/>
                    </a:lnTo>
                    <a:lnTo>
                      <a:pt x="38368" y="64401"/>
                    </a:lnTo>
                    <a:lnTo>
                      <a:pt x="37789" y="64153"/>
                    </a:lnTo>
                    <a:lnTo>
                      <a:pt x="37251" y="63905"/>
                    </a:lnTo>
                    <a:lnTo>
                      <a:pt x="36712" y="63656"/>
                    </a:lnTo>
                    <a:lnTo>
                      <a:pt x="36216" y="63367"/>
                    </a:lnTo>
                    <a:lnTo>
                      <a:pt x="35761" y="63036"/>
                    </a:lnTo>
                    <a:lnTo>
                      <a:pt x="35305" y="62704"/>
                    </a:lnTo>
                    <a:lnTo>
                      <a:pt x="34891" y="62373"/>
                    </a:lnTo>
                    <a:lnTo>
                      <a:pt x="34477" y="62001"/>
                    </a:lnTo>
                    <a:lnTo>
                      <a:pt x="34146" y="61628"/>
                    </a:lnTo>
                    <a:lnTo>
                      <a:pt x="33857" y="61214"/>
                    </a:lnTo>
                    <a:lnTo>
                      <a:pt x="33567" y="60801"/>
                    </a:lnTo>
                    <a:lnTo>
                      <a:pt x="33319" y="60345"/>
                    </a:lnTo>
                    <a:lnTo>
                      <a:pt x="33153" y="59931"/>
                    </a:lnTo>
                    <a:lnTo>
                      <a:pt x="33029" y="59518"/>
                    </a:lnTo>
                    <a:lnTo>
                      <a:pt x="32905" y="59104"/>
                    </a:lnTo>
                    <a:lnTo>
                      <a:pt x="32863" y="58648"/>
                    </a:lnTo>
                    <a:lnTo>
                      <a:pt x="32822" y="58234"/>
                    </a:lnTo>
                    <a:lnTo>
                      <a:pt x="32822" y="57821"/>
                    </a:lnTo>
                    <a:lnTo>
                      <a:pt x="32863" y="57365"/>
                    </a:lnTo>
                    <a:lnTo>
                      <a:pt x="32905" y="56910"/>
                    </a:lnTo>
                    <a:lnTo>
                      <a:pt x="33070" y="56041"/>
                    </a:lnTo>
                    <a:lnTo>
                      <a:pt x="33319" y="55130"/>
                    </a:lnTo>
                    <a:lnTo>
                      <a:pt x="33567" y="54220"/>
                    </a:lnTo>
                    <a:lnTo>
                      <a:pt x="33898" y="53309"/>
                    </a:lnTo>
                    <a:lnTo>
                      <a:pt x="34229" y="52316"/>
                    </a:lnTo>
                    <a:lnTo>
                      <a:pt x="34519" y="51281"/>
                    </a:lnTo>
                    <a:lnTo>
                      <a:pt x="34767" y="50246"/>
                    </a:lnTo>
                    <a:lnTo>
                      <a:pt x="34850" y="49750"/>
                    </a:lnTo>
                    <a:lnTo>
                      <a:pt x="34891" y="49253"/>
                    </a:lnTo>
                    <a:lnTo>
                      <a:pt x="34933" y="48715"/>
                    </a:lnTo>
                    <a:lnTo>
                      <a:pt x="34933" y="48218"/>
                    </a:lnTo>
                    <a:lnTo>
                      <a:pt x="34891" y="47722"/>
                    </a:lnTo>
                    <a:lnTo>
                      <a:pt x="34809" y="47225"/>
                    </a:lnTo>
                    <a:lnTo>
                      <a:pt x="34684" y="46728"/>
                    </a:lnTo>
                    <a:lnTo>
                      <a:pt x="34519" y="46232"/>
                    </a:lnTo>
                    <a:lnTo>
                      <a:pt x="34271" y="45735"/>
                    </a:lnTo>
                    <a:lnTo>
                      <a:pt x="33981" y="45280"/>
                    </a:lnTo>
                    <a:lnTo>
                      <a:pt x="33732" y="44949"/>
                    </a:lnTo>
                    <a:lnTo>
                      <a:pt x="33484" y="44659"/>
                    </a:lnTo>
                    <a:lnTo>
                      <a:pt x="33236" y="44369"/>
                    </a:lnTo>
                    <a:lnTo>
                      <a:pt x="32946" y="44121"/>
                    </a:lnTo>
                    <a:lnTo>
                      <a:pt x="32698" y="43914"/>
                    </a:lnTo>
                    <a:lnTo>
                      <a:pt x="32408" y="43748"/>
                    </a:lnTo>
                    <a:lnTo>
                      <a:pt x="31787" y="43459"/>
                    </a:lnTo>
                    <a:lnTo>
                      <a:pt x="31166" y="43210"/>
                    </a:lnTo>
                    <a:lnTo>
                      <a:pt x="30504" y="43045"/>
                    </a:lnTo>
                    <a:lnTo>
                      <a:pt x="29842" y="42879"/>
                    </a:lnTo>
                    <a:lnTo>
                      <a:pt x="29180" y="42755"/>
                    </a:lnTo>
                    <a:lnTo>
                      <a:pt x="27979" y="42507"/>
                    </a:lnTo>
                    <a:lnTo>
                      <a:pt x="27359" y="42383"/>
                    </a:lnTo>
                    <a:lnTo>
                      <a:pt x="26696" y="42176"/>
                    </a:lnTo>
                    <a:lnTo>
                      <a:pt x="26034" y="41927"/>
                    </a:lnTo>
                    <a:lnTo>
                      <a:pt x="25372" y="41638"/>
                    </a:lnTo>
                    <a:lnTo>
                      <a:pt x="24668" y="41307"/>
                    </a:lnTo>
                    <a:lnTo>
                      <a:pt x="23965" y="40851"/>
                    </a:lnTo>
                    <a:lnTo>
                      <a:pt x="23385" y="40437"/>
                    </a:lnTo>
                    <a:lnTo>
                      <a:pt x="22847" y="40024"/>
                    </a:lnTo>
                    <a:lnTo>
                      <a:pt x="22351" y="39568"/>
                    </a:lnTo>
                    <a:lnTo>
                      <a:pt x="21937" y="39113"/>
                    </a:lnTo>
                    <a:lnTo>
                      <a:pt x="21564" y="38616"/>
                    </a:lnTo>
                    <a:lnTo>
                      <a:pt x="21192" y="38120"/>
                    </a:lnTo>
                    <a:lnTo>
                      <a:pt x="20861" y="37582"/>
                    </a:lnTo>
                    <a:lnTo>
                      <a:pt x="20571" y="37044"/>
                    </a:lnTo>
                    <a:lnTo>
                      <a:pt x="20323" y="36464"/>
                    </a:lnTo>
                    <a:lnTo>
                      <a:pt x="20074" y="35885"/>
                    </a:lnTo>
                    <a:lnTo>
                      <a:pt x="19619" y="34643"/>
                    </a:lnTo>
                    <a:lnTo>
                      <a:pt x="19247" y="33319"/>
                    </a:lnTo>
                    <a:lnTo>
                      <a:pt x="18833" y="31870"/>
                    </a:lnTo>
                    <a:lnTo>
                      <a:pt x="18253" y="29883"/>
                    </a:lnTo>
                    <a:lnTo>
                      <a:pt x="17922" y="28807"/>
                    </a:lnTo>
                    <a:lnTo>
                      <a:pt x="17591" y="27731"/>
                    </a:lnTo>
                    <a:lnTo>
                      <a:pt x="17177" y="26614"/>
                    </a:lnTo>
                    <a:lnTo>
                      <a:pt x="16722" y="25455"/>
                    </a:lnTo>
                    <a:lnTo>
                      <a:pt x="16225" y="24254"/>
                    </a:lnTo>
                    <a:lnTo>
                      <a:pt x="15646" y="23054"/>
                    </a:lnTo>
                    <a:lnTo>
                      <a:pt x="14984" y="21771"/>
                    </a:lnTo>
                    <a:lnTo>
                      <a:pt x="14280" y="20612"/>
                    </a:lnTo>
                    <a:lnTo>
                      <a:pt x="13618" y="19495"/>
                    </a:lnTo>
                    <a:lnTo>
                      <a:pt x="12873" y="18501"/>
                    </a:lnTo>
                    <a:lnTo>
                      <a:pt x="12169" y="17508"/>
                    </a:lnTo>
                    <a:lnTo>
                      <a:pt x="11424" y="16639"/>
                    </a:lnTo>
                    <a:lnTo>
                      <a:pt x="10721" y="15811"/>
                    </a:lnTo>
                    <a:lnTo>
                      <a:pt x="9976" y="15025"/>
                    </a:lnTo>
                    <a:lnTo>
                      <a:pt x="9272" y="14321"/>
                    </a:lnTo>
                    <a:lnTo>
                      <a:pt x="8527" y="13618"/>
                    </a:lnTo>
                    <a:lnTo>
                      <a:pt x="7161" y="12459"/>
                    </a:lnTo>
                    <a:lnTo>
                      <a:pt x="5837" y="11383"/>
                    </a:lnTo>
                    <a:lnTo>
                      <a:pt x="4636" y="10514"/>
                    </a:lnTo>
                    <a:lnTo>
                      <a:pt x="3105" y="9313"/>
                    </a:lnTo>
                    <a:lnTo>
                      <a:pt x="2526" y="8817"/>
                    </a:lnTo>
                    <a:lnTo>
                      <a:pt x="2070" y="8361"/>
                    </a:lnTo>
                    <a:lnTo>
                      <a:pt x="1698" y="7906"/>
                    </a:lnTo>
                    <a:lnTo>
                      <a:pt x="1574" y="7699"/>
                    </a:lnTo>
                    <a:lnTo>
                      <a:pt x="1491" y="7492"/>
                    </a:lnTo>
                    <a:lnTo>
                      <a:pt x="1450" y="7285"/>
                    </a:lnTo>
                    <a:lnTo>
                      <a:pt x="1408" y="7078"/>
                    </a:lnTo>
                    <a:lnTo>
                      <a:pt x="1408" y="6871"/>
                    </a:lnTo>
                    <a:lnTo>
                      <a:pt x="1450" y="6664"/>
                    </a:lnTo>
                    <a:lnTo>
                      <a:pt x="1615" y="6251"/>
                    </a:lnTo>
                    <a:lnTo>
                      <a:pt x="1863" y="5837"/>
                    </a:lnTo>
                    <a:lnTo>
                      <a:pt x="2195" y="5464"/>
                    </a:lnTo>
                    <a:lnTo>
                      <a:pt x="2608" y="5050"/>
                    </a:lnTo>
                    <a:lnTo>
                      <a:pt x="3105" y="4678"/>
                    </a:lnTo>
                    <a:lnTo>
                      <a:pt x="3726" y="4347"/>
                    </a:lnTo>
                    <a:lnTo>
                      <a:pt x="4388" y="3974"/>
                    </a:lnTo>
                    <a:lnTo>
                      <a:pt x="5133" y="3684"/>
                    </a:lnTo>
                    <a:lnTo>
                      <a:pt x="5961" y="3353"/>
                    </a:lnTo>
                    <a:lnTo>
                      <a:pt x="6830" y="3064"/>
                    </a:lnTo>
                    <a:lnTo>
                      <a:pt x="7782" y="2774"/>
                    </a:lnTo>
                    <a:lnTo>
                      <a:pt x="8817" y="2526"/>
                    </a:lnTo>
                    <a:lnTo>
                      <a:pt x="9893" y="2319"/>
                    </a:lnTo>
                    <a:lnTo>
                      <a:pt x="11010" y="2112"/>
                    </a:lnTo>
                    <a:lnTo>
                      <a:pt x="12211" y="1905"/>
                    </a:lnTo>
                    <a:lnTo>
                      <a:pt x="13411" y="1739"/>
                    </a:lnTo>
                    <a:lnTo>
                      <a:pt x="15025" y="1615"/>
                    </a:lnTo>
                    <a:lnTo>
                      <a:pt x="16598" y="1491"/>
                    </a:lnTo>
                    <a:lnTo>
                      <a:pt x="18253" y="1408"/>
                    </a:lnTo>
                    <a:close/>
                    <a:moveTo>
                      <a:pt x="20364" y="1"/>
                    </a:moveTo>
                    <a:lnTo>
                      <a:pt x="17964" y="42"/>
                    </a:lnTo>
                    <a:lnTo>
                      <a:pt x="15604" y="125"/>
                    </a:lnTo>
                    <a:lnTo>
                      <a:pt x="14404" y="249"/>
                    </a:lnTo>
                    <a:lnTo>
                      <a:pt x="13287" y="373"/>
                    </a:lnTo>
                    <a:lnTo>
                      <a:pt x="11879" y="539"/>
                    </a:lnTo>
                    <a:lnTo>
                      <a:pt x="10555" y="746"/>
                    </a:lnTo>
                    <a:lnTo>
                      <a:pt x="9313" y="994"/>
                    </a:lnTo>
                    <a:lnTo>
                      <a:pt x="8154" y="1242"/>
                    </a:lnTo>
                    <a:lnTo>
                      <a:pt x="7037" y="1532"/>
                    </a:lnTo>
                    <a:lnTo>
                      <a:pt x="5961" y="1863"/>
                    </a:lnTo>
                    <a:lnTo>
                      <a:pt x="5009" y="2194"/>
                    </a:lnTo>
                    <a:lnTo>
                      <a:pt x="4140" y="2567"/>
                    </a:lnTo>
                    <a:lnTo>
                      <a:pt x="3312" y="2981"/>
                    </a:lnTo>
                    <a:lnTo>
                      <a:pt x="2608" y="3395"/>
                    </a:lnTo>
                    <a:lnTo>
                      <a:pt x="1946" y="3850"/>
                    </a:lnTo>
                    <a:lnTo>
                      <a:pt x="1408" y="4305"/>
                    </a:lnTo>
                    <a:lnTo>
                      <a:pt x="911" y="4761"/>
                    </a:lnTo>
                    <a:lnTo>
                      <a:pt x="539" y="5257"/>
                    </a:lnTo>
                    <a:lnTo>
                      <a:pt x="291" y="5795"/>
                    </a:lnTo>
                    <a:lnTo>
                      <a:pt x="84" y="6292"/>
                    </a:lnTo>
                    <a:lnTo>
                      <a:pt x="1" y="6706"/>
                    </a:lnTo>
                    <a:lnTo>
                      <a:pt x="1" y="7078"/>
                    </a:lnTo>
                    <a:lnTo>
                      <a:pt x="42" y="7451"/>
                    </a:lnTo>
                    <a:lnTo>
                      <a:pt x="84" y="7782"/>
                    </a:lnTo>
                    <a:lnTo>
                      <a:pt x="208" y="8113"/>
                    </a:lnTo>
                    <a:lnTo>
                      <a:pt x="373" y="8444"/>
                    </a:lnTo>
                    <a:lnTo>
                      <a:pt x="580" y="8775"/>
                    </a:lnTo>
                    <a:lnTo>
                      <a:pt x="829" y="9065"/>
                    </a:lnTo>
                    <a:lnTo>
                      <a:pt x="1118" y="9396"/>
                    </a:lnTo>
                    <a:lnTo>
                      <a:pt x="1408" y="9686"/>
                    </a:lnTo>
                    <a:lnTo>
                      <a:pt x="2112" y="10307"/>
                    </a:lnTo>
                    <a:lnTo>
                      <a:pt x="2940" y="10969"/>
                    </a:lnTo>
                    <a:lnTo>
                      <a:pt x="3809" y="11631"/>
                    </a:lnTo>
                    <a:lnTo>
                      <a:pt x="5009" y="12542"/>
                    </a:lnTo>
                    <a:lnTo>
                      <a:pt x="6292" y="13535"/>
                    </a:lnTo>
                    <a:lnTo>
                      <a:pt x="7616" y="14694"/>
                    </a:lnTo>
                    <a:lnTo>
                      <a:pt x="8320" y="15356"/>
                    </a:lnTo>
                    <a:lnTo>
                      <a:pt x="9024" y="16018"/>
                    </a:lnTo>
                    <a:lnTo>
                      <a:pt x="9686" y="16763"/>
                    </a:lnTo>
                    <a:lnTo>
                      <a:pt x="10389" y="17550"/>
                    </a:lnTo>
                    <a:lnTo>
                      <a:pt x="11093" y="18419"/>
                    </a:lnTo>
                    <a:lnTo>
                      <a:pt x="11755" y="19329"/>
                    </a:lnTo>
                    <a:lnTo>
                      <a:pt x="12459" y="20281"/>
                    </a:lnTo>
                    <a:lnTo>
                      <a:pt x="13121" y="21357"/>
                    </a:lnTo>
                    <a:lnTo>
                      <a:pt x="13742" y="22475"/>
                    </a:lnTo>
                    <a:lnTo>
                      <a:pt x="14363" y="23675"/>
                    </a:lnTo>
                    <a:lnTo>
                      <a:pt x="14942" y="24834"/>
                    </a:lnTo>
                    <a:lnTo>
                      <a:pt x="15439" y="25993"/>
                    </a:lnTo>
                    <a:lnTo>
                      <a:pt x="15894" y="27110"/>
                    </a:lnTo>
                    <a:lnTo>
                      <a:pt x="16267" y="28228"/>
                    </a:lnTo>
                    <a:lnTo>
                      <a:pt x="16598" y="29263"/>
                    </a:lnTo>
                    <a:lnTo>
                      <a:pt x="16929" y="30297"/>
                    </a:lnTo>
                    <a:lnTo>
                      <a:pt x="17467" y="32242"/>
                    </a:lnTo>
                    <a:lnTo>
                      <a:pt x="17881" y="33732"/>
                    </a:lnTo>
                    <a:lnTo>
                      <a:pt x="18336" y="35140"/>
                    </a:lnTo>
                    <a:lnTo>
                      <a:pt x="18791" y="36505"/>
                    </a:lnTo>
                    <a:lnTo>
                      <a:pt x="19081" y="37126"/>
                    </a:lnTo>
                    <a:lnTo>
                      <a:pt x="19371" y="37747"/>
                    </a:lnTo>
                    <a:lnTo>
                      <a:pt x="19702" y="38368"/>
                    </a:lnTo>
                    <a:lnTo>
                      <a:pt x="20033" y="38947"/>
                    </a:lnTo>
                    <a:lnTo>
                      <a:pt x="20447" y="39485"/>
                    </a:lnTo>
                    <a:lnTo>
                      <a:pt x="20902" y="40065"/>
                    </a:lnTo>
                    <a:lnTo>
                      <a:pt x="21399" y="40562"/>
                    </a:lnTo>
                    <a:lnTo>
                      <a:pt x="21937" y="41058"/>
                    </a:lnTo>
                    <a:lnTo>
                      <a:pt x="22516" y="41555"/>
                    </a:lnTo>
                    <a:lnTo>
                      <a:pt x="23178" y="42010"/>
                    </a:lnTo>
                    <a:lnTo>
                      <a:pt x="23965" y="42507"/>
                    </a:lnTo>
                    <a:lnTo>
                      <a:pt x="24751" y="42921"/>
                    </a:lnTo>
                    <a:lnTo>
                      <a:pt x="25496" y="43252"/>
                    </a:lnTo>
                    <a:lnTo>
                      <a:pt x="26241" y="43500"/>
                    </a:lnTo>
                    <a:lnTo>
                      <a:pt x="26945" y="43707"/>
                    </a:lnTo>
                    <a:lnTo>
                      <a:pt x="27648" y="43873"/>
                    </a:lnTo>
                    <a:lnTo>
                      <a:pt x="28890" y="44121"/>
                    </a:lnTo>
                    <a:lnTo>
                      <a:pt x="30132" y="44369"/>
                    </a:lnTo>
                    <a:lnTo>
                      <a:pt x="30670" y="44535"/>
                    </a:lnTo>
                    <a:lnTo>
                      <a:pt x="31166" y="44700"/>
                    </a:lnTo>
                    <a:lnTo>
                      <a:pt x="31622" y="44949"/>
                    </a:lnTo>
                    <a:lnTo>
                      <a:pt x="32077" y="45238"/>
                    </a:lnTo>
                    <a:lnTo>
                      <a:pt x="32449" y="45611"/>
                    </a:lnTo>
                    <a:lnTo>
                      <a:pt x="32822" y="46066"/>
                    </a:lnTo>
                    <a:lnTo>
                      <a:pt x="33029" y="46439"/>
                    </a:lnTo>
                    <a:lnTo>
                      <a:pt x="33236" y="46811"/>
                    </a:lnTo>
                    <a:lnTo>
                      <a:pt x="33360" y="47184"/>
                    </a:lnTo>
                    <a:lnTo>
                      <a:pt x="33443" y="47598"/>
                    </a:lnTo>
                    <a:lnTo>
                      <a:pt x="33526" y="47970"/>
                    </a:lnTo>
                    <a:lnTo>
                      <a:pt x="33526" y="48384"/>
                    </a:lnTo>
                    <a:lnTo>
                      <a:pt x="33526" y="48798"/>
                    </a:lnTo>
                    <a:lnTo>
                      <a:pt x="33484" y="49212"/>
                    </a:lnTo>
                    <a:lnTo>
                      <a:pt x="33360" y="50081"/>
                    </a:lnTo>
                    <a:lnTo>
                      <a:pt x="33153" y="50991"/>
                    </a:lnTo>
                    <a:lnTo>
                      <a:pt x="32863" y="51902"/>
                    </a:lnTo>
                    <a:lnTo>
                      <a:pt x="32532" y="52854"/>
                    </a:lnTo>
                    <a:lnTo>
                      <a:pt x="32243" y="53847"/>
                    </a:lnTo>
                    <a:lnTo>
                      <a:pt x="31911" y="54841"/>
                    </a:lnTo>
                    <a:lnTo>
                      <a:pt x="31663" y="55875"/>
                    </a:lnTo>
                    <a:lnTo>
                      <a:pt x="31498" y="56869"/>
                    </a:lnTo>
                    <a:lnTo>
                      <a:pt x="31456" y="57365"/>
                    </a:lnTo>
                    <a:lnTo>
                      <a:pt x="31415" y="57903"/>
                    </a:lnTo>
                    <a:lnTo>
                      <a:pt x="31415" y="58400"/>
                    </a:lnTo>
                    <a:lnTo>
                      <a:pt x="31456" y="58897"/>
                    </a:lnTo>
                    <a:lnTo>
                      <a:pt x="31539" y="59435"/>
                    </a:lnTo>
                    <a:lnTo>
                      <a:pt x="31663" y="59931"/>
                    </a:lnTo>
                    <a:lnTo>
                      <a:pt x="31829" y="60428"/>
                    </a:lnTo>
                    <a:lnTo>
                      <a:pt x="32077" y="60966"/>
                    </a:lnTo>
                    <a:lnTo>
                      <a:pt x="32243" y="61339"/>
                    </a:lnTo>
                    <a:lnTo>
                      <a:pt x="32449" y="61711"/>
                    </a:lnTo>
                    <a:lnTo>
                      <a:pt x="32946" y="62373"/>
                    </a:lnTo>
                    <a:lnTo>
                      <a:pt x="33526" y="63036"/>
                    </a:lnTo>
                    <a:lnTo>
                      <a:pt x="34188" y="63615"/>
                    </a:lnTo>
                    <a:lnTo>
                      <a:pt x="34891" y="64153"/>
                    </a:lnTo>
                    <a:lnTo>
                      <a:pt x="35678" y="64650"/>
                    </a:lnTo>
                    <a:lnTo>
                      <a:pt x="36547" y="65105"/>
                    </a:lnTo>
                    <a:lnTo>
                      <a:pt x="37416" y="65519"/>
                    </a:lnTo>
                    <a:lnTo>
                      <a:pt x="38368" y="65850"/>
                    </a:lnTo>
                    <a:lnTo>
                      <a:pt x="39361" y="66181"/>
                    </a:lnTo>
                    <a:lnTo>
                      <a:pt x="40396" y="66429"/>
                    </a:lnTo>
                    <a:lnTo>
                      <a:pt x="41431" y="66636"/>
                    </a:lnTo>
                    <a:lnTo>
                      <a:pt x="42507" y="66802"/>
                    </a:lnTo>
                    <a:lnTo>
                      <a:pt x="43583" y="66926"/>
                    </a:lnTo>
                    <a:lnTo>
                      <a:pt x="44700" y="67009"/>
                    </a:lnTo>
                    <a:lnTo>
                      <a:pt x="46646" y="67009"/>
                    </a:lnTo>
                    <a:lnTo>
                      <a:pt x="47473" y="66967"/>
                    </a:lnTo>
                    <a:lnTo>
                      <a:pt x="48301" y="66885"/>
                    </a:lnTo>
                    <a:lnTo>
                      <a:pt x="49129" y="66802"/>
                    </a:lnTo>
                    <a:lnTo>
                      <a:pt x="49915" y="66678"/>
                    </a:lnTo>
                    <a:lnTo>
                      <a:pt x="50702" y="66554"/>
                    </a:lnTo>
                    <a:lnTo>
                      <a:pt x="51488" y="66388"/>
                    </a:lnTo>
                    <a:lnTo>
                      <a:pt x="52274" y="66181"/>
                    </a:lnTo>
                    <a:lnTo>
                      <a:pt x="53558" y="65809"/>
                    </a:lnTo>
                    <a:lnTo>
                      <a:pt x="54758" y="65353"/>
                    </a:lnTo>
                    <a:lnTo>
                      <a:pt x="55917" y="64815"/>
                    </a:lnTo>
                    <a:lnTo>
                      <a:pt x="57034" y="64236"/>
                    </a:lnTo>
                    <a:lnTo>
                      <a:pt x="58069" y="63615"/>
                    </a:lnTo>
                    <a:lnTo>
                      <a:pt x="59062" y="62911"/>
                    </a:lnTo>
                    <a:lnTo>
                      <a:pt x="60014" y="62166"/>
                    </a:lnTo>
                    <a:lnTo>
                      <a:pt x="60883" y="61421"/>
                    </a:lnTo>
                    <a:lnTo>
                      <a:pt x="61711" y="60594"/>
                    </a:lnTo>
                    <a:lnTo>
                      <a:pt x="62497" y="59766"/>
                    </a:lnTo>
                    <a:lnTo>
                      <a:pt x="63242" y="58938"/>
                    </a:lnTo>
                    <a:lnTo>
                      <a:pt x="63946" y="58069"/>
                    </a:lnTo>
                    <a:lnTo>
                      <a:pt x="64608" y="57158"/>
                    </a:lnTo>
                    <a:lnTo>
                      <a:pt x="65188" y="56289"/>
                    </a:lnTo>
                    <a:lnTo>
                      <a:pt x="65767" y="55379"/>
                    </a:lnTo>
                    <a:lnTo>
                      <a:pt x="66264" y="54509"/>
                    </a:lnTo>
                    <a:lnTo>
                      <a:pt x="66760" y="53640"/>
                    </a:lnTo>
                    <a:lnTo>
                      <a:pt x="67174" y="52771"/>
                    </a:lnTo>
                    <a:lnTo>
                      <a:pt x="67961" y="51074"/>
                    </a:lnTo>
                    <a:lnTo>
                      <a:pt x="68582" y="49543"/>
                    </a:lnTo>
                    <a:lnTo>
                      <a:pt x="69078" y="48177"/>
                    </a:lnTo>
                    <a:lnTo>
                      <a:pt x="69451" y="46977"/>
                    </a:lnTo>
                    <a:lnTo>
                      <a:pt x="69699" y="46066"/>
                    </a:lnTo>
                    <a:lnTo>
                      <a:pt x="69947" y="45114"/>
                    </a:lnTo>
                    <a:lnTo>
                      <a:pt x="70154" y="43997"/>
                    </a:lnTo>
                    <a:lnTo>
                      <a:pt x="70361" y="42507"/>
                    </a:lnTo>
                    <a:lnTo>
                      <a:pt x="70485" y="41638"/>
                    </a:lnTo>
                    <a:lnTo>
                      <a:pt x="70568" y="40644"/>
                    </a:lnTo>
                    <a:lnTo>
                      <a:pt x="70610" y="39651"/>
                    </a:lnTo>
                    <a:lnTo>
                      <a:pt x="70610" y="38534"/>
                    </a:lnTo>
                    <a:lnTo>
                      <a:pt x="70568" y="37416"/>
                    </a:lnTo>
                    <a:lnTo>
                      <a:pt x="70444" y="36216"/>
                    </a:lnTo>
                    <a:lnTo>
                      <a:pt x="70278" y="34974"/>
                    </a:lnTo>
                    <a:lnTo>
                      <a:pt x="69989" y="33732"/>
                    </a:lnTo>
                    <a:lnTo>
                      <a:pt x="69658" y="32408"/>
                    </a:lnTo>
                    <a:lnTo>
                      <a:pt x="69202" y="31125"/>
                    </a:lnTo>
                    <a:lnTo>
                      <a:pt x="68954" y="30463"/>
                    </a:lnTo>
                    <a:lnTo>
                      <a:pt x="68664" y="29801"/>
                    </a:lnTo>
                    <a:lnTo>
                      <a:pt x="68333" y="29138"/>
                    </a:lnTo>
                    <a:lnTo>
                      <a:pt x="68002" y="28476"/>
                    </a:lnTo>
                    <a:lnTo>
                      <a:pt x="67464" y="27524"/>
                    </a:lnTo>
                    <a:lnTo>
                      <a:pt x="66926" y="26655"/>
                    </a:lnTo>
                    <a:lnTo>
                      <a:pt x="66347" y="25827"/>
                    </a:lnTo>
                    <a:lnTo>
                      <a:pt x="65767" y="25041"/>
                    </a:lnTo>
                    <a:lnTo>
                      <a:pt x="65188" y="24296"/>
                    </a:lnTo>
                    <a:lnTo>
                      <a:pt x="64567" y="23592"/>
                    </a:lnTo>
                    <a:lnTo>
                      <a:pt x="63946" y="22971"/>
                    </a:lnTo>
                    <a:lnTo>
                      <a:pt x="63325" y="22351"/>
                    </a:lnTo>
                    <a:lnTo>
                      <a:pt x="62663" y="21813"/>
                    </a:lnTo>
                    <a:lnTo>
                      <a:pt x="62001" y="21316"/>
                    </a:lnTo>
                    <a:lnTo>
                      <a:pt x="61339" y="20819"/>
                    </a:lnTo>
                    <a:lnTo>
                      <a:pt x="60635" y="20405"/>
                    </a:lnTo>
                    <a:lnTo>
                      <a:pt x="59931" y="20033"/>
                    </a:lnTo>
                    <a:lnTo>
                      <a:pt x="59186" y="19702"/>
                    </a:lnTo>
                    <a:lnTo>
                      <a:pt x="58483" y="19453"/>
                    </a:lnTo>
                    <a:lnTo>
                      <a:pt x="57696" y="19205"/>
                    </a:lnTo>
                    <a:lnTo>
                      <a:pt x="57076" y="19040"/>
                    </a:lnTo>
                    <a:lnTo>
                      <a:pt x="56455" y="18957"/>
                    </a:lnTo>
                    <a:lnTo>
                      <a:pt x="55875" y="18874"/>
                    </a:lnTo>
                    <a:lnTo>
                      <a:pt x="55337" y="18833"/>
                    </a:lnTo>
                    <a:lnTo>
                      <a:pt x="54344" y="18833"/>
                    </a:lnTo>
                    <a:lnTo>
                      <a:pt x="53433" y="18874"/>
                    </a:lnTo>
                    <a:lnTo>
                      <a:pt x="52523" y="18915"/>
                    </a:lnTo>
                    <a:lnTo>
                      <a:pt x="52109" y="18915"/>
                    </a:lnTo>
                    <a:lnTo>
                      <a:pt x="51695" y="18874"/>
                    </a:lnTo>
                    <a:lnTo>
                      <a:pt x="51240" y="18791"/>
                    </a:lnTo>
                    <a:lnTo>
                      <a:pt x="50826" y="18708"/>
                    </a:lnTo>
                    <a:lnTo>
                      <a:pt x="50371" y="18543"/>
                    </a:lnTo>
                    <a:lnTo>
                      <a:pt x="49874" y="18336"/>
                    </a:lnTo>
                    <a:lnTo>
                      <a:pt x="49419" y="18088"/>
                    </a:lnTo>
                    <a:lnTo>
                      <a:pt x="49005" y="17798"/>
                    </a:lnTo>
                    <a:lnTo>
                      <a:pt x="48591" y="17467"/>
                    </a:lnTo>
                    <a:lnTo>
                      <a:pt x="48260" y="17136"/>
                    </a:lnTo>
                    <a:lnTo>
                      <a:pt x="47929" y="16763"/>
                    </a:lnTo>
                    <a:lnTo>
                      <a:pt x="47639" y="16391"/>
                    </a:lnTo>
                    <a:lnTo>
                      <a:pt x="47349" y="16018"/>
                    </a:lnTo>
                    <a:lnTo>
                      <a:pt x="47101" y="15604"/>
                    </a:lnTo>
                    <a:lnTo>
                      <a:pt x="46646" y="14735"/>
                    </a:lnTo>
                    <a:lnTo>
                      <a:pt x="46273" y="13825"/>
                    </a:lnTo>
                    <a:lnTo>
                      <a:pt x="45901" y="12914"/>
                    </a:lnTo>
                    <a:lnTo>
                      <a:pt x="45611" y="11962"/>
                    </a:lnTo>
                    <a:lnTo>
                      <a:pt x="45073" y="10514"/>
                    </a:lnTo>
                    <a:lnTo>
                      <a:pt x="44783" y="9810"/>
                    </a:lnTo>
                    <a:lnTo>
                      <a:pt x="44493" y="9148"/>
                    </a:lnTo>
                    <a:lnTo>
                      <a:pt x="44080" y="8444"/>
                    </a:lnTo>
                    <a:lnTo>
                      <a:pt x="43624" y="7782"/>
                    </a:lnTo>
                    <a:lnTo>
                      <a:pt x="43128" y="7161"/>
                    </a:lnTo>
                    <a:lnTo>
                      <a:pt x="42548" y="6540"/>
                    </a:lnTo>
                    <a:lnTo>
                      <a:pt x="41886" y="5961"/>
                    </a:lnTo>
                    <a:lnTo>
                      <a:pt x="41224" y="5381"/>
                    </a:lnTo>
                    <a:lnTo>
                      <a:pt x="40479" y="4885"/>
                    </a:lnTo>
                    <a:lnTo>
                      <a:pt x="39692" y="4388"/>
                    </a:lnTo>
                    <a:lnTo>
                      <a:pt x="38865" y="3891"/>
                    </a:lnTo>
                    <a:lnTo>
                      <a:pt x="37995" y="3477"/>
                    </a:lnTo>
                    <a:lnTo>
                      <a:pt x="37085" y="3064"/>
                    </a:lnTo>
                    <a:lnTo>
                      <a:pt x="36133" y="2650"/>
                    </a:lnTo>
                    <a:lnTo>
                      <a:pt x="35140" y="2319"/>
                    </a:lnTo>
                    <a:lnTo>
                      <a:pt x="34146" y="1987"/>
                    </a:lnTo>
                    <a:lnTo>
                      <a:pt x="33070" y="1656"/>
                    </a:lnTo>
                    <a:lnTo>
                      <a:pt x="31994" y="1408"/>
                    </a:lnTo>
                    <a:lnTo>
                      <a:pt x="30918" y="1118"/>
                    </a:lnTo>
                    <a:lnTo>
                      <a:pt x="29801" y="911"/>
                    </a:lnTo>
                    <a:lnTo>
                      <a:pt x="28642" y="704"/>
                    </a:lnTo>
                    <a:lnTo>
                      <a:pt x="27483" y="539"/>
                    </a:lnTo>
                    <a:lnTo>
                      <a:pt x="26324" y="373"/>
                    </a:lnTo>
                    <a:lnTo>
                      <a:pt x="25165" y="249"/>
                    </a:lnTo>
                    <a:lnTo>
                      <a:pt x="23965" y="166"/>
                    </a:lnTo>
                    <a:lnTo>
                      <a:pt x="22765" y="84"/>
                    </a:lnTo>
                    <a:lnTo>
                      <a:pt x="20364" y="1"/>
                    </a:lnTo>
                    <a:close/>
                  </a:path>
                </a:pathLst>
              </a:custGeom>
              <a:solidFill>
                <a:srgbClr val="98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49"/>
              <p:cNvSpPr/>
              <p:nvPr/>
            </p:nvSpPr>
            <p:spPr>
              <a:xfrm>
                <a:off x="1269750" y="1117625"/>
                <a:ext cx="139725" cy="187300"/>
              </a:xfrm>
              <a:custGeom>
                <a:rect b="b" l="l" r="r" t="t"/>
                <a:pathLst>
                  <a:path extrusionOk="0" h="7492" w="5589">
                    <a:moveTo>
                      <a:pt x="2733" y="0"/>
                    </a:moveTo>
                    <a:lnTo>
                      <a:pt x="2443" y="42"/>
                    </a:lnTo>
                    <a:lnTo>
                      <a:pt x="2195" y="83"/>
                    </a:lnTo>
                    <a:lnTo>
                      <a:pt x="1905" y="207"/>
                    </a:lnTo>
                    <a:lnTo>
                      <a:pt x="1657" y="373"/>
                    </a:lnTo>
                    <a:lnTo>
                      <a:pt x="1450" y="538"/>
                    </a:lnTo>
                    <a:lnTo>
                      <a:pt x="1201" y="745"/>
                    </a:lnTo>
                    <a:lnTo>
                      <a:pt x="994" y="952"/>
                    </a:lnTo>
                    <a:lnTo>
                      <a:pt x="787" y="1200"/>
                    </a:lnTo>
                    <a:lnTo>
                      <a:pt x="622" y="1490"/>
                    </a:lnTo>
                    <a:lnTo>
                      <a:pt x="456" y="1780"/>
                    </a:lnTo>
                    <a:lnTo>
                      <a:pt x="332" y="2111"/>
                    </a:lnTo>
                    <a:lnTo>
                      <a:pt x="208" y="2442"/>
                    </a:lnTo>
                    <a:lnTo>
                      <a:pt x="125" y="2815"/>
                    </a:lnTo>
                    <a:lnTo>
                      <a:pt x="42" y="3187"/>
                    </a:lnTo>
                    <a:lnTo>
                      <a:pt x="1" y="3560"/>
                    </a:lnTo>
                    <a:lnTo>
                      <a:pt x="1" y="3932"/>
                    </a:lnTo>
                    <a:lnTo>
                      <a:pt x="42" y="4346"/>
                    </a:lnTo>
                    <a:lnTo>
                      <a:pt x="84" y="4677"/>
                    </a:lnTo>
                    <a:lnTo>
                      <a:pt x="167" y="5050"/>
                    </a:lnTo>
                    <a:lnTo>
                      <a:pt x="249" y="5381"/>
                    </a:lnTo>
                    <a:lnTo>
                      <a:pt x="373" y="5712"/>
                    </a:lnTo>
                    <a:lnTo>
                      <a:pt x="498" y="6002"/>
                    </a:lnTo>
                    <a:lnTo>
                      <a:pt x="663" y="6250"/>
                    </a:lnTo>
                    <a:lnTo>
                      <a:pt x="870" y="6540"/>
                    </a:lnTo>
                    <a:lnTo>
                      <a:pt x="1036" y="6747"/>
                    </a:lnTo>
                    <a:lnTo>
                      <a:pt x="1284" y="6953"/>
                    </a:lnTo>
                    <a:lnTo>
                      <a:pt x="1491" y="7119"/>
                    </a:lnTo>
                    <a:lnTo>
                      <a:pt x="1739" y="7285"/>
                    </a:lnTo>
                    <a:lnTo>
                      <a:pt x="2029" y="7367"/>
                    </a:lnTo>
                    <a:lnTo>
                      <a:pt x="2277" y="7450"/>
                    </a:lnTo>
                    <a:lnTo>
                      <a:pt x="2567" y="7492"/>
                    </a:lnTo>
                    <a:lnTo>
                      <a:pt x="2857" y="7492"/>
                    </a:lnTo>
                    <a:lnTo>
                      <a:pt x="3147" y="7450"/>
                    </a:lnTo>
                    <a:lnTo>
                      <a:pt x="3395" y="7367"/>
                    </a:lnTo>
                    <a:lnTo>
                      <a:pt x="3643" y="7243"/>
                    </a:lnTo>
                    <a:lnTo>
                      <a:pt x="3933" y="7119"/>
                    </a:lnTo>
                    <a:lnTo>
                      <a:pt x="4140" y="6953"/>
                    </a:lnTo>
                    <a:lnTo>
                      <a:pt x="4388" y="6747"/>
                    </a:lnTo>
                    <a:lnTo>
                      <a:pt x="4595" y="6498"/>
                    </a:lnTo>
                    <a:lnTo>
                      <a:pt x="4802" y="6250"/>
                    </a:lnTo>
                    <a:lnTo>
                      <a:pt x="4968" y="5960"/>
                    </a:lnTo>
                    <a:lnTo>
                      <a:pt x="5133" y="5670"/>
                    </a:lnTo>
                    <a:lnTo>
                      <a:pt x="5257" y="5339"/>
                    </a:lnTo>
                    <a:lnTo>
                      <a:pt x="5381" y="5008"/>
                    </a:lnTo>
                    <a:lnTo>
                      <a:pt x="5464" y="4636"/>
                    </a:lnTo>
                    <a:lnTo>
                      <a:pt x="5506" y="4263"/>
                    </a:lnTo>
                    <a:lnTo>
                      <a:pt x="5547" y="3891"/>
                    </a:lnTo>
                    <a:lnTo>
                      <a:pt x="5588" y="3518"/>
                    </a:lnTo>
                    <a:lnTo>
                      <a:pt x="5547" y="3146"/>
                    </a:lnTo>
                    <a:lnTo>
                      <a:pt x="5506" y="2773"/>
                    </a:lnTo>
                    <a:lnTo>
                      <a:pt x="5423" y="2442"/>
                    </a:lnTo>
                    <a:lnTo>
                      <a:pt x="5340" y="2111"/>
                    </a:lnTo>
                    <a:lnTo>
                      <a:pt x="5216" y="1780"/>
                    </a:lnTo>
                    <a:lnTo>
                      <a:pt x="5092" y="1490"/>
                    </a:lnTo>
                    <a:lnTo>
                      <a:pt x="4926" y="1200"/>
                    </a:lnTo>
                    <a:lnTo>
                      <a:pt x="4719" y="952"/>
                    </a:lnTo>
                    <a:lnTo>
                      <a:pt x="4512" y="704"/>
                    </a:lnTo>
                    <a:lnTo>
                      <a:pt x="4305" y="497"/>
                    </a:lnTo>
                    <a:lnTo>
                      <a:pt x="4057" y="331"/>
                    </a:lnTo>
                    <a:lnTo>
                      <a:pt x="3850" y="207"/>
                    </a:lnTo>
                    <a:lnTo>
                      <a:pt x="3560" y="83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rgbClr val="CA92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49"/>
              <p:cNvSpPr/>
              <p:nvPr/>
            </p:nvSpPr>
            <p:spPr>
              <a:xfrm>
                <a:off x="1269750" y="1251100"/>
                <a:ext cx="104550" cy="62100"/>
              </a:xfrm>
              <a:custGeom>
                <a:rect b="b" l="l" r="r" t="t"/>
                <a:pathLst>
                  <a:path extrusionOk="0" h="2484" w="4182">
                    <a:moveTo>
                      <a:pt x="373" y="0"/>
                    </a:moveTo>
                    <a:lnTo>
                      <a:pt x="249" y="42"/>
                    </a:lnTo>
                    <a:lnTo>
                      <a:pt x="125" y="125"/>
                    </a:lnTo>
                    <a:lnTo>
                      <a:pt x="42" y="207"/>
                    </a:lnTo>
                    <a:lnTo>
                      <a:pt x="1" y="373"/>
                    </a:lnTo>
                    <a:lnTo>
                      <a:pt x="42" y="497"/>
                    </a:lnTo>
                    <a:lnTo>
                      <a:pt x="249" y="911"/>
                    </a:lnTo>
                    <a:lnTo>
                      <a:pt x="498" y="1283"/>
                    </a:lnTo>
                    <a:lnTo>
                      <a:pt x="787" y="1656"/>
                    </a:lnTo>
                    <a:lnTo>
                      <a:pt x="1077" y="1904"/>
                    </a:lnTo>
                    <a:lnTo>
                      <a:pt x="1408" y="2153"/>
                    </a:lnTo>
                    <a:lnTo>
                      <a:pt x="1781" y="2318"/>
                    </a:lnTo>
                    <a:lnTo>
                      <a:pt x="2153" y="2442"/>
                    </a:lnTo>
                    <a:lnTo>
                      <a:pt x="2526" y="2484"/>
                    </a:lnTo>
                    <a:lnTo>
                      <a:pt x="3022" y="2484"/>
                    </a:lnTo>
                    <a:lnTo>
                      <a:pt x="3353" y="2401"/>
                    </a:lnTo>
                    <a:lnTo>
                      <a:pt x="3685" y="2277"/>
                    </a:lnTo>
                    <a:lnTo>
                      <a:pt x="4016" y="2153"/>
                    </a:lnTo>
                    <a:lnTo>
                      <a:pt x="4098" y="2028"/>
                    </a:lnTo>
                    <a:lnTo>
                      <a:pt x="4181" y="1904"/>
                    </a:lnTo>
                    <a:lnTo>
                      <a:pt x="4181" y="1780"/>
                    </a:lnTo>
                    <a:lnTo>
                      <a:pt x="4140" y="1656"/>
                    </a:lnTo>
                    <a:lnTo>
                      <a:pt x="4016" y="1532"/>
                    </a:lnTo>
                    <a:lnTo>
                      <a:pt x="3933" y="1490"/>
                    </a:lnTo>
                    <a:lnTo>
                      <a:pt x="3767" y="1490"/>
                    </a:lnTo>
                    <a:lnTo>
                      <a:pt x="3643" y="1532"/>
                    </a:lnTo>
                    <a:lnTo>
                      <a:pt x="3395" y="1656"/>
                    </a:lnTo>
                    <a:lnTo>
                      <a:pt x="3105" y="1739"/>
                    </a:lnTo>
                    <a:lnTo>
                      <a:pt x="2857" y="1780"/>
                    </a:lnTo>
                    <a:lnTo>
                      <a:pt x="2567" y="1780"/>
                    </a:lnTo>
                    <a:lnTo>
                      <a:pt x="2277" y="1739"/>
                    </a:lnTo>
                    <a:lnTo>
                      <a:pt x="2029" y="1656"/>
                    </a:lnTo>
                    <a:lnTo>
                      <a:pt x="1739" y="1532"/>
                    </a:lnTo>
                    <a:lnTo>
                      <a:pt x="1491" y="1325"/>
                    </a:lnTo>
                    <a:lnTo>
                      <a:pt x="1243" y="1118"/>
                    </a:lnTo>
                    <a:lnTo>
                      <a:pt x="1036" y="870"/>
                    </a:lnTo>
                    <a:lnTo>
                      <a:pt x="870" y="538"/>
                    </a:lnTo>
                    <a:lnTo>
                      <a:pt x="705" y="207"/>
                    </a:lnTo>
                    <a:lnTo>
                      <a:pt x="622" y="83"/>
                    </a:lnTo>
                    <a:lnTo>
                      <a:pt x="498" y="42"/>
                    </a:lnTo>
                    <a:lnTo>
                      <a:pt x="3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49"/>
              <p:cNvSpPr/>
              <p:nvPr/>
            </p:nvSpPr>
            <p:spPr>
              <a:xfrm>
                <a:off x="1261475" y="1205575"/>
                <a:ext cx="21775" cy="50725"/>
              </a:xfrm>
              <a:custGeom>
                <a:rect b="b" l="l" r="r" t="t"/>
                <a:pathLst>
                  <a:path extrusionOk="0" h="2029" w="871">
                    <a:moveTo>
                      <a:pt x="332" y="0"/>
                    </a:moveTo>
                    <a:lnTo>
                      <a:pt x="208" y="42"/>
                    </a:lnTo>
                    <a:lnTo>
                      <a:pt x="84" y="83"/>
                    </a:lnTo>
                    <a:lnTo>
                      <a:pt x="1" y="207"/>
                    </a:lnTo>
                    <a:lnTo>
                      <a:pt x="1" y="331"/>
                    </a:lnTo>
                    <a:lnTo>
                      <a:pt x="1" y="704"/>
                    </a:lnTo>
                    <a:lnTo>
                      <a:pt x="42" y="1076"/>
                    </a:lnTo>
                    <a:lnTo>
                      <a:pt x="84" y="1449"/>
                    </a:lnTo>
                    <a:lnTo>
                      <a:pt x="208" y="1780"/>
                    </a:lnTo>
                    <a:lnTo>
                      <a:pt x="249" y="1904"/>
                    </a:lnTo>
                    <a:lnTo>
                      <a:pt x="332" y="1987"/>
                    </a:lnTo>
                    <a:lnTo>
                      <a:pt x="415" y="2028"/>
                    </a:lnTo>
                    <a:lnTo>
                      <a:pt x="622" y="2028"/>
                    </a:lnTo>
                    <a:lnTo>
                      <a:pt x="746" y="1987"/>
                    </a:lnTo>
                    <a:lnTo>
                      <a:pt x="829" y="1863"/>
                    </a:lnTo>
                    <a:lnTo>
                      <a:pt x="870" y="1739"/>
                    </a:lnTo>
                    <a:lnTo>
                      <a:pt x="870" y="1614"/>
                    </a:lnTo>
                    <a:lnTo>
                      <a:pt x="746" y="994"/>
                    </a:lnTo>
                    <a:lnTo>
                      <a:pt x="704" y="331"/>
                    </a:lnTo>
                    <a:lnTo>
                      <a:pt x="663" y="207"/>
                    </a:lnTo>
                    <a:lnTo>
                      <a:pt x="580" y="83"/>
                    </a:lnTo>
                    <a:lnTo>
                      <a:pt x="498" y="42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49"/>
              <p:cNvSpPr/>
              <p:nvPr/>
            </p:nvSpPr>
            <p:spPr>
              <a:xfrm>
                <a:off x="1262525" y="1108300"/>
                <a:ext cx="113825" cy="97300"/>
              </a:xfrm>
              <a:custGeom>
                <a:rect b="b" l="l" r="r" t="t"/>
                <a:pathLst>
                  <a:path extrusionOk="0" h="3892" w="4553">
                    <a:moveTo>
                      <a:pt x="3022" y="1"/>
                    </a:moveTo>
                    <a:lnTo>
                      <a:pt x="2732" y="42"/>
                    </a:lnTo>
                    <a:lnTo>
                      <a:pt x="2442" y="125"/>
                    </a:lnTo>
                    <a:lnTo>
                      <a:pt x="2152" y="208"/>
                    </a:lnTo>
                    <a:lnTo>
                      <a:pt x="1904" y="332"/>
                    </a:lnTo>
                    <a:lnTo>
                      <a:pt x="1656" y="497"/>
                    </a:lnTo>
                    <a:lnTo>
                      <a:pt x="1407" y="704"/>
                    </a:lnTo>
                    <a:lnTo>
                      <a:pt x="1159" y="911"/>
                    </a:lnTo>
                    <a:lnTo>
                      <a:pt x="952" y="1160"/>
                    </a:lnTo>
                    <a:lnTo>
                      <a:pt x="745" y="1449"/>
                    </a:lnTo>
                    <a:lnTo>
                      <a:pt x="580" y="1739"/>
                    </a:lnTo>
                    <a:lnTo>
                      <a:pt x="414" y="2070"/>
                    </a:lnTo>
                    <a:lnTo>
                      <a:pt x="290" y="2401"/>
                    </a:lnTo>
                    <a:lnTo>
                      <a:pt x="166" y="2732"/>
                    </a:lnTo>
                    <a:lnTo>
                      <a:pt x="83" y="3105"/>
                    </a:lnTo>
                    <a:lnTo>
                      <a:pt x="0" y="3477"/>
                    </a:lnTo>
                    <a:lnTo>
                      <a:pt x="0" y="3643"/>
                    </a:lnTo>
                    <a:lnTo>
                      <a:pt x="83" y="3767"/>
                    </a:lnTo>
                    <a:lnTo>
                      <a:pt x="207" y="3850"/>
                    </a:lnTo>
                    <a:lnTo>
                      <a:pt x="331" y="3891"/>
                    </a:lnTo>
                    <a:lnTo>
                      <a:pt x="456" y="3850"/>
                    </a:lnTo>
                    <a:lnTo>
                      <a:pt x="580" y="3808"/>
                    </a:lnTo>
                    <a:lnTo>
                      <a:pt x="662" y="3726"/>
                    </a:lnTo>
                    <a:lnTo>
                      <a:pt x="704" y="3602"/>
                    </a:lnTo>
                    <a:lnTo>
                      <a:pt x="828" y="2981"/>
                    </a:lnTo>
                    <a:lnTo>
                      <a:pt x="1035" y="2401"/>
                    </a:lnTo>
                    <a:lnTo>
                      <a:pt x="1283" y="1905"/>
                    </a:lnTo>
                    <a:lnTo>
                      <a:pt x="1614" y="1491"/>
                    </a:lnTo>
                    <a:lnTo>
                      <a:pt x="1987" y="1118"/>
                    </a:lnTo>
                    <a:lnTo>
                      <a:pt x="2194" y="994"/>
                    </a:lnTo>
                    <a:lnTo>
                      <a:pt x="2401" y="870"/>
                    </a:lnTo>
                    <a:lnTo>
                      <a:pt x="2608" y="787"/>
                    </a:lnTo>
                    <a:lnTo>
                      <a:pt x="2815" y="746"/>
                    </a:lnTo>
                    <a:lnTo>
                      <a:pt x="3063" y="704"/>
                    </a:lnTo>
                    <a:lnTo>
                      <a:pt x="3270" y="704"/>
                    </a:lnTo>
                    <a:lnTo>
                      <a:pt x="3684" y="787"/>
                    </a:lnTo>
                    <a:lnTo>
                      <a:pt x="4056" y="953"/>
                    </a:lnTo>
                    <a:lnTo>
                      <a:pt x="4180" y="994"/>
                    </a:lnTo>
                    <a:lnTo>
                      <a:pt x="4305" y="953"/>
                    </a:lnTo>
                    <a:lnTo>
                      <a:pt x="4429" y="911"/>
                    </a:lnTo>
                    <a:lnTo>
                      <a:pt x="4512" y="787"/>
                    </a:lnTo>
                    <a:lnTo>
                      <a:pt x="4553" y="663"/>
                    </a:lnTo>
                    <a:lnTo>
                      <a:pt x="4553" y="539"/>
                    </a:lnTo>
                    <a:lnTo>
                      <a:pt x="4512" y="415"/>
                    </a:lnTo>
                    <a:lnTo>
                      <a:pt x="4387" y="332"/>
                    </a:lnTo>
                    <a:lnTo>
                      <a:pt x="4139" y="208"/>
                    </a:lnTo>
                    <a:lnTo>
                      <a:pt x="3891" y="84"/>
                    </a:lnTo>
                    <a:lnTo>
                      <a:pt x="3601" y="42"/>
                    </a:lnTo>
                    <a:lnTo>
                      <a:pt x="33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49"/>
              <p:cNvSpPr/>
              <p:nvPr/>
            </p:nvSpPr>
            <p:spPr>
              <a:xfrm>
                <a:off x="1313225" y="1160050"/>
                <a:ext cx="46575" cy="105550"/>
              </a:xfrm>
              <a:custGeom>
                <a:rect b="b" l="l" r="r" t="t"/>
                <a:pathLst>
                  <a:path extrusionOk="0" h="4222" w="1863">
                    <a:moveTo>
                      <a:pt x="249" y="0"/>
                    </a:moveTo>
                    <a:lnTo>
                      <a:pt x="124" y="83"/>
                    </a:lnTo>
                    <a:lnTo>
                      <a:pt x="42" y="207"/>
                    </a:lnTo>
                    <a:lnTo>
                      <a:pt x="0" y="331"/>
                    </a:lnTo>
                    <a:lnTo>
                      <a:pt x="0" y="455"/>
                    </a:lnTo>
                    <a:lnTo>
                      <a:pt x="1201" y="3973"/>
                    </a:lnTo>
                    <a:lnTo>
                      <a:pt x="1242" y="4098"/>
                    </a:lnTo>
                    <a:lnTo>
                      <a:pt x="1325" y="4139"/>
                    </a:lnTo>
                    <a:lnTo>
                      <a:pt x="1408" y="4180"/>
                    </a:lnTo>
                    <a:lnTo>
                      <a:pt x="1532" y="4222"/>
                    </a:lnTo>
                    <a:lnTo>
                      <a:pt x="1614" y="4180"/>
                    </a:lnTo>
                    <a:lnTo>
                      <a:pt x="1739" y="4139"/>
                    </a:lnTo>
                    <a:lnTo>
                      <a:pt x="1821" y="4015"/>
                    </a:lnTo>
                    <a:lnTo>
                      <a:pt x="1863" y="3891"/>
                    </a:lnTo>
                    <a:lnTo>
                      <a:pt x="1863" y="3767"/>
                    </a:lnTo>
                    <a:lnTo>
                      <a:pt x="663" y="248"/>
                    </a:lnTo>
                    <a:lnTo>
                      <a:pt x="621" y="124"/>
                    </a:lnTo>
                    <a:lnTo>
                      <a:pt x="497" y="42"/>
                    </a:lnTo>
                    <a:lnTo>
                      <a:pt x="3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49"/>
              <p:cNvSpPr/>
              <p:nvPr/>
            </p:nvSpPr>
            <p:spPr>
              <a:xfrm>
                <a:off x="1328750" y="1170400"/>
                <a:ext cx="35200" cy="43475"/>
              </a:xfrm>
              <a:custGeom>
                <a:rect b="b" l="l" r="r" t="t"/>
                <a:pathLst>
                  <a:path extrusionOk="0" h="1739" w="1408">
                    <a:moveTo>
                      <a:pt x="993" y="0"/>
                    </a:moveTo>
                    <a:lnTo>
                      <a:pt x="869" y="41"/>
                    </a:lnTo>
                    <a:lnTo>
                      <a:pt x="787" y="166"/>
                    </a:lnTo>
                    <a:lnTo>
                      <a:pt x="42" y="1200"/>
                    </a:lnTo>
                    <a:lnTo>
                      <a:pt x="0" y="1324"/>
                    </a:lnTo>
                    <a:lnTo>
                      <a:pt x="0" y="1449"/>
                    </a:lnTo>
                    <a:lnTo>
                      <a:pt x="42" y="1573"/>
                    </a:lnTo>
                    <a:lnTo>
                      <a:pt x="124" y="1697"/>
                    </a:lnTo>
                    <a:lnTo>
                      <a:pt x="207" y="1738"/>
                    </a:lnTo>
                    <a:lnTo>
                      <a:pt x="331" y="1738"/>
                    </a:lnTo>
                    <a:lnTo>
                      <a:pt x="497" y="1697"/>
                    </a:lnTo>
                    <a:lnTo>
                      <a:pt x="621" y="1614"/>
                    </a:lnTo>
                    <a:lnTo>
                      <a:pt x="1366" y="538"/>
                    </a:lnTo>
                    <a:lnTo>
                      <a:pt x="1407" y="414"/>
                    </a:lnTo>
                    <a:lnTo>
                      <a:pt x="1407" y="290"/>
                    </a:lnTo>
                    <a:lnTo>
                      <a:pt x="1366" y="166"/>
                    </a:lnTo>
                    <a:lnTo>
                      <a:pt x="1242" y="41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49"/>
              <p:cNvSpPr/>
              <p:nvPr/>
            </p:nvSpPr>
            <p:spPr>
              <a:xfrm>
                <a:off x="975900" y="238125"/>
                <a:ext cx="436675" cy="437700"/>
              </a:xfrm>
              <a:custGeom>
                <a:rect b="b" l="l" r="r" t="t"/>
                <a:pathLst>
                  <a:path extrusionOk="0" h="17508" w="17467">
                    <a:moveTo>
                      <a:pt x="8734" y="0"/>
                    </a:moveTo>
                    <a:lnTo>
                      <a:pt x="7864" y="41"/>
                    </a:lnTo>
                    <a:lnTo>
                      <a:pt x="6995" y="166"/>
                    </a:lnTo>
                    <a:lnTo>
                      <a:pt x="6126" y="414"/>
                    </a:lnTo>
                    <a:lnTo>
                      <a:pt x="5340" y="704"/>
                    </a:lnTo>
                    <a:lnTo>
                      <a:pt x="4553" y="1076"/>
                    </a:lnTo>
                    <a:lnTo>
                      <a:pt x="3850" y="1490"/>
                    </a:lnTo>
                    <a:lnTo>
                      <a:pt x="3188" y="1987"/>
                    </a:lnTo>
                    <a:lnTo>
                      <a:pt x="2567" y="2566"/>
                    </a:lnTo>
                    <a:lnTo>
                      <a:pt x="1987" y="3187"/>
                    </a:lnTo>
                    <a:lnTo>
                      <a:pt x="1491" y="3849"/>
                    </a:lnTo>
                    <a:lnTo>
                      <a:pt x="1035" y="4594"/>
                    </a:lnTo>
                    <a:lnTo>
                      <a:pt x="663" y="5339"/>
                    </a:lnTo>
                    <a:lnTo>
                      <a:pt x="373" y="6167"/>
                    </a:lnTo>
                    <a:lnTo>
                      <a:pt x="166" y="6995"/>
                    </a:lnTo>
                    <a:lnTo>
                      <a:pt x="42" y="7864"/>
                    </a:lnTo>
                    <a:lnTo>
                      <a:pt x="1" y="8733"/>
                    </a:lnTo>
                    <a:lnTo>
                      <a:pt x="42" y="9644"/>
                    </a:lnTo>
                    <a:lnTo>
                      <a:pt x="166" y="10513"/>
                    </a:lnTo>
                    <a:lnTo>
                      <a:pt x="373" y="11340"/>
                    </a:lnTo>
                    <a:lnTo>
                      <a:pt x="663" y="12168"/>
                    </a:lnTo>
                    <a:lnTo>
                      <a:pt x="1035" y="12913"/>
                    </a:lnTo>
                    <a:lnTo>
                      <a:pt x="1491" y="13658"/>
                    </a:lnTo>
                    <a:lnTo>
                      <a:pt x="1987" y="14320"/>
                    </a:lnTo>
                    <a:lnTo>
                      <a:pt x="2567" y="14941"/>
                    </a:lnTo>
                    <a:lnTo>
                      <a:pt x="3188" y="15479"/>
                    </a:lnTo>
                    <a:lnTo>
                      <a:pt x="3850" y="16017"/>
                    </a:lnTo>
                    <a:lnTo>
                      <a:pt x="4553" y="16431"/>
                    </a:lnTo>
                    <a:lnTo>
                      <a:pt x="5340" y="16804"/>
                    </a:lnTo>
                    <a:lnTo>
                      <a:pt x="6126" y="17093"/>
                    </a:lnTo>
                    <a:lnTo>
                      <a:pt x="6995" y="17300"/>
                    </a:lnTo>
                    <a:lnTo>
                      <a:pt x="7864" y="17466"/>
                    </a:lnTo>
                    <a:lnTo>
                      <a:pt x="8734" y="17507"/>
                    </a:lnTo>
                    <a:lnTo>
                      <a:pt x="9644" y="17466"/>
                    </a:lnTo>
                    <a:lnTo>
                      <a:pt x="10513" y="17300"/>
                    </a:lnTo>
                    <a:lnTo>
                      <a:pt x="11341" y="17093"/>
                    </a:lnTo>
                    <a:lnTo>
                      <a:pt x="12127" y="16804"/>
                    </a:lnTo>
                    <a:lnTo>
                      <a:pt x="12914" y="16431"/>
                    </a:lnTo>
                    <a:lnTo>
                      <a:pt x="13617" y="16017"/>
                    </a:lnTo>
                    <a:lnTo>
                      <a:pt x="14321" y="15479"/>
                    </a:lnTo>
                    <a:lnTo>
                      <a:pt x="14942" y="14941"/>
                    </a:lnTo>
                    <a:lnTo>
                      <a:pt x="15480" y="14320"/>
                    </a:lnTo>
                    <a:lnTo>
                      <a:pt x="15977" y="13658"/>
                    </a:lnTo>
                    <a:lnTo>
                      <a:pt x="16432" y="12913"/>
                    </a:lnTo>
                    <a:lnTo>
                      <a:pt x="16804" y="12168"/>
                    </a:lnTo>
                    <a:lnTo>
                      <a:pt x="17094" y="11340"/>
                    </a:lnTo>
                    <a:lnTo>
                      <a:pt x="17301" y="10513"/>
                    </a:lnTo>
                    <a:lnTo>
                      <a:pt x="17425" y="9644"/>
                    </a:lnTo>
                    <a:lnTo>
                      <a:pt x="17467" y="8733"/>
                    </a:lnTo>
                    <a:lnTo>
                      <a:pt x="17425" y="7864"/>
                    </a:lnTo>
                    <a:lnTo>
                      <a:pt x="17301" y="6995"/>
                    </a:lnTo>
                    <a:lnTo>
                      <a:pt x="17094" y="6167"/>
                    </a:lnTo>
                    <a:lnTo>
                      <a:pt x="16804" y="5339"/>
                    </a:lnTo>
                    <a:lnTo>
                      <a:pt x="16432" y="4594"/>
                    </a:lnTo>
                    <a:lnTo>
                      <a:pt x="15977" y="3849"/>
                    </a:lnTo>
                    <a:lnTo>
                      <a:pt x="15480" y="3187"/>
                    </a:lnTo>
                    <a:lnTo>
                      <a:pt x="14942" y="2566"/>
                    </a:lnTo>
                    <a:lnTo>
                      <a:pt x="14321" y="1987"/>
                    </a:lnTo>
                    <a:lnTo>
                      <a:pt x="13617" y="1490"/>
                    </a:lnTo>
                    <a:lnTo>
                      <a:pt x="12914" y="1076"/>
                    </a:lnTo>
                    <a:lnTo>
                      <a:pt x="12127" y="704"/>
                    </a:lnTo>
                    <a:lnTo>
                      <a:pt x="11341" y="414"/>
                    </a:lnTo>
                    <a:lnTo>
                      <a:pt x="10513" y="166"/>
                    </a:lnTo>
                    <a:lnTo>
                      <a:pt x="9644" y="41"/>
                    </a:lnTo>
                    <a:lnTo>
                      <a:pt x="873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49"/>
              <p:cNvSpPr/>
              <p:nvPr/>
            </p:nvSpPr>
            <p:spPr>
              <a:xfrm>
                <a:off x="1126975" y="460575"/>
                <a:ext cx="216275" cy="156275"/>
              </a:xfrm>
              <a:custGeom>
                <a:rect b="b" l="l" r="r" t="t"/>
                <a:pathLst>
                  <a:path extrusionOk="0" h="6251" w="8651">
                    <a:moveTo>
                      <a:pt x="1780" y="1"/>
                    </a:moveTo>
                    <a:lnTo>
                      <a:pt x="1490" y="42"/>
                    </a:lnTo>
                    <a:lnTo>
                      <a:pt x="1242" y="125"/>
                    </a:lnTo>
                    <a:lnTo>
                      <a:pt x="1035" y="249"/>
                    </a:lnTo>
                    <a:lnTo>
                      <a:pt x="870" y="414"/>
                    </a:lnTo>
                    <a:lnTo>
                      <a:pt x="787" y="539"/>
                    </a:lnTo>
                    <a:lnTo>
                      <a:pt x="745" y="663"/>
                    </a:lnTo>
                    <a:lnTo>
                      <a:pt x="704" y="952"/>
                    </a:lnTo>
                    <a:lnTo>
                      <a:pt x="745" y="1284"/>
                    </a:lnTo>
                    <a:lnTo>
                      <a:pt x="787" y="1615"/>
                    </a:lnTo>
                    <a:lnTo>
                      <a:pt x="870" y="2029"/>
                    </a:lnTo>
                    <a:lnTo>
                      <a:pt x="911" y="2484"/>
                    </a:lnTo>
                    <a:lnTo>
                      <a:pt x="911" y="3022"/>
                    </a:lnTo>
                    <a:lnTo>
                      <a:pt x="787" y="3643"/>
                    </a:lnTo>
                    <a:lnTo>
                      <a:pt x="663" y="4057"/>
                    </a:lnTo>
                    <a:lnTo>
                      <a:pt x="538" y="4429"/>
                    </a:lnTo>
                    <a:lnTo>
                      <a:pt x="249" y="4926"/>
                    </a:lnTo>
                    <a:lnTo>
                      <a:pt x="125" y="5133"/>
                    </a:lnTo>
                    <a:lnTo>
                      <a:pt x="42" y="5298"/>
                    </a:lnTo>
                    <a:lnTo>
                      <a:pt x="0" y="5422"/>
                    </a:lnTo>
                    <a:lnTo>
                      <a:pt x="42" y="5588"/>
                    </a:lnTo>
                    <a:lnTo>
                      <a:pt x="166" y="5795"/>
                    </a:lnTo>
                    <a:lnTo>
                      <a:pt x="331" y="5960"/>
                    </a:lnTo>
                    <a:lnTo>
                      <a:pt x="580" y="6085"/>
                    </a:lnTo>
                    <a:lnTo>
                      <a:pt x="911" y="6167"/>
                    </a:lnTo>
                    <a:lnTo>
                      <a:pt x="1242" y="6209"/>
                    </a:lnTo>
                    <a:lnTo>
                      <a:pt x="1656" y="6250"/>
                    </a:lnTo>
                    <a:lnTo>
                      <a:pt x="2566" y="6250"/>
                    </a:lnTo>
                    <a:lnTo>
                      <a:pt x="3601" y="6126"/>
                    </a:lnTo>
                    <a:lnTo>
                      <a:pt x="4677" y="5919"/>
                    </a:lnTo>
                    <a:lnTo>
                      <a:pt x="5753" y="5629"/>
                    </a:lnTo>
                    <a:lnTo>
                      <a:pt x="6788" y="5257"/>
                    </a:lnTo>
                    <a:lnTo>
                      <a:pt x="7326" y="5009"/>
                    </a:lnTo>
                    <a:lnTo>
                      <a:pt x="7781" y="4802"/>
                    </a:lnTo>
                    <a:lnTo>
                      <a:pt x="8071" y="4595"/>
                    </a:lnTo>
                    <a:lnTo>
                      <a:pt x="8319" y="4388"/>
                    </a:lnTo>
                    <a:lnTo>
                      <a:pt x="8444" y="4222"/>
                    </a:lnTo>
                    <a:lnTo>
                      <a:pt x="8568" y="4098"/>
                    </a:lnTo>
                    <a:lnTo>
                      <a:pt x="8651" y="3850"/>
                    </a:lnTo>
                    <a:lnTo>
                      <a:pt x="8651" y="3643"/>
                    </a:lnTo>
                    <a:lnTo>
                      <a:pt x="8609" y="3477"/>
                    </a:lnTo>
                    <a:lnTo>
                      <a:pt x="8526" y="3270"/>
                    </a:lnTo>
                    <a:lnTo>
                      <a:pt x="8444" y="3063"/>
                    </a:lnTo>
                    <a:lnTo>
                      <a:pt x="8154" y="2691"/>
                    </a:lnTo>
                    <a:lnTo>
                      <a:pt x="7823" y="2360"/>
                    </a:lnTo>
                    <a:lnTo>
                      <a:pt x="7409" y="2029"/>
                    </a:lnTo>
                    <a:lnTo>
                      <a:pt x="6995" y="1780"/>
                    </a:lnTo>
                    <a:lnTo>
                      <a:pt x="6333" y="1366"/>
                    </a:lnTo>
                    <a:lnTo>
                      <a:pt x="5588" y="952"/>
                    </a:lnTo>
                    <a:lnTo>
                      <a:pt x="4801" y="621"/>
                    </a:lnTo>
                    <a:lnTo>
                      <a:pt x="4015" y="332"/>
                    </a:lnTo>
                    <a:lnTo>
                      <a:pt x="3229" y="125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49"/>
              <p:cNvSpPr/>
              <p:nvPr/>
            </p:nvSpPr>
            <p:spPr>
              <a:xfrm>
                <a:off x="1328750" y="386075"/>
                <a:ext cx="214200" cy="181100"/>
              </a:xfrm>
              <a:custGeom>
                <a:rect b="b" l="l" r="r" t="t"/>
                <a:pathLst>
                  <a:path extrusionOk="0" h="7244" w="8568">
                    <a:moveTo>
                      <a:pt x="4843" y="1"/>
                    </a:moveTo>
                    <a:lnTo>
                      <a:pt x="4553" y="42"/>
                    </a:lnTo>
                    <a:lnTo>
                      <a:pt x="4305" y="125"/>
                    </a:lnTo>
                    <a:lnTo>
                      <a:pt x="4015" y="290"/>
                    </a:lnTo>
                    <a:lnTo>
                      <a:pt x="3725" y="456"/>
                    </a:lnTo>
                    <a:lnTo>
                      <a:pt x="3104" y="952"/>
                    </a:lnTo>
                    <a:lnTo>
                      <a:pt x="2525" y="1532"/>
                    </a:lnTo>
                    <a:lnTo>
                      <a:pt x="1945" y="2153"/>
                    </a:lnTo>
                    <a:lnTo>
                      <a:pt x="1449" y="2856"/>
                    </a:lnTo>
                    <a:lnTo>
                      <a:pt x="993" y="3560"/>
                    </a:lnTo>
                    <a:lnTo>
                      <a:pt x="621" y="4222"/>
                    </a:lnTo>
                    <a:lnTo>
                      <a:pt x="414" y="4677"/>
                    </a:lnTo>
                    <a:lnTo>
                      <a:pt x="207" y="5133"/>
                    </a:lnTo>
                    <a:lnTo>
                      <a:pt x="83" y="5629"/>
                    </a:lnTo>
                    <a:lnTo>
                      <a:pt x="0" y="6085"/>
                    </a:lnTo>
                    <a:lnTo>
                      <a:pt x="0" y="6292"/>
                    </a:lnTo>
                    <a:lnTo>
                      <a:pt x="42" y="6499"/>
                    </a:lnTo>
                    <a:lnTo>
                      <a:pt x="124" y="6705"/>
                    </a:lnTo>
                    <a:lnTo>
                      <a:pt x="207" y="6871"/>
                    </a:lnTo>
                    <a:lnTo>
                      <a:pt x="373" y="7037"/>
                    </a:lnTo>
                    <a:lnTo>
                      <a:pt x="538" y="7078"/>
                    </a:lnTo>
                    <a:lnTo>
                      <a:pt x="745" y="7161"/>
                    </a:lnTo>
                    <a:lnTo>
                      <a:pt x="1035" y="7202"/>
                    </a:lnTo>
                    <a:lnTo>
                      <a:pt x="1407" y="7244"/>
                    </a:lnTo>
                    <a:lnTo>
                      <a:pt x="1904" y="7244"/>
                    </a:lnTo>
                    <a:lnTo>
                      <a:pt x="2483" y="7161"/>
                    </a:lnTo>
                    <a:lnTo>
                      <a:pt x="3601" y="6995"/>
                    </a:lnTo>
                    <a:lnTo>
                      <a:pt x="4677" y="6705"/>
                    </a:lnTo>
                    <a:lnTo>
                      <a:pt x="5712" y="6374"/>
                    </a:lnTo>
                    <a:lnTo>
                      <a:pt x="6664" y="5961"/>
                    </a:lnTo>
                    <a:lnTo>
                      <a:pt x="7078" y="5754"/>
                    </a:lnTo>
                    <a:lnTo>
                      <a:pt x="7450" y="5547"/>
                    </a:lnTo>
                    <a:lnTo>
                      <a:pt x="7781" y="5298"/>
                    </a:lnTo>
                    <a:lnTo>
                      <a:pt x="8071" y="5091"/>
                    </a:lnTo>
                    <a:lnTo>
                      <a:pt x="8319" y="4843"/>
                    </a:lnTo>
                    <a:lnTo>
                      <a:pt x="8443" y="4595"/>
                    </a:lnTo>
                    <a:lnTo>
                      <a:pt x="8526" y="4388"/>
                    </a:lnTo>
                    <a:lnTo>
                      <a:pt x="8568" y="4181"/>
                    </a:lnTo>
                    <a:lnTo>
                      <a:pt x="8485" y="4015"/>
                    </a:lnTo>
                    <a:lnTo>
                      <a:pt x="8402" y="3891"/>
                    </a:lnTo>
                    <a:lnTo>
                      <a:pt x="8236" y="3767"/>
                    </a:lnTo>
                    <a:lnTo>
                      <a:pt x="8071" y="3684"/>
                    </a:lnTo>
                    <a:lnTo>
                      <a:pt x="7574" y="3353"/>
                    </a:lnTo>
                    <a:lnTo>
                      <a:pt x="7243" y="3146"/>
                    </a:lnTo>
                    <a:lnTo>
                      <a:pt x="6953" y="2815"/>
                    </a:lnTo>
                    <a:lnTo>
                      <a:pt x="6539" y="2360"/>
                    </a:lnTo>
                    <a:lnTo>
                      <a:pt x="6250" y="1904"/>
                    </a:lnTo>
                    <a:lnTo>
                      <a:pt x="6084" y="1449"/>
                    </a:lnTo>
                    <a:lnTo>
                      <a:pt x="5919" y="1077"/>
                    </a:lnTo>
                    <a:lnTo>
                      <a:pt x="5836" y="746"/>
                    </a:lnTo>
                    <a:lnTo>
                      <a:pt x="5712" y="456"/>
                    </a:lnTo>
                    <a:lnTo>
                      <a:pt x="5546" y="207"/>
                    </a:lnTo>
                    <a:lnTo>
                      <a:pt x="5422" y="125"/>
                    </a:lnTo>
                    <a:lnTo>
                      <a:pt x="5298" y="42"/>
                    </a:lnTo>
                    <a:lnTo>
                      <a:pt x="5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49"/>
              <p:cNvSpPr/>
              <p:nvPr/>
            </p:nvSpPr>
            <p:spPr>
              <a:xfrm>
                <a:off x="1275975" y="555775"/>
                <a:ext cx="90050" cy="260775"/>
              </a:xfrm>
              <a:custGeom>
                <a:rect b="b" l="l" r="r" t="t"/>
                <a:pathLst>
                  <a:path extrusionOk="0" h="10431" w="3602">
                    <a:moveTo>
                      <a:pt x="373" y="0"/>
                    </a:moveTo>
                    <a:lnTo>
                      <a:pt x="0" y="10306"/>
                    </a:lnTo>
                    <a:lnTo>
                      <a:pt x="1656" y="8526"/>
                    </a:lnTo>
                    <a:lnTo>
                      <a:pt x="3229" y="10430"/>
                    </a:lnTo>
                    <a:lnTo>
                      <a:pt x="3601" y="124"/>
                    </a:lnTo>
                    <a:lnTo>
                      <a:pt x="3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49"/>
              <p:cNvSpPr/>
              <p:nvPr/>
            </p:nvSpPr>
            <p:spPr>
              <a:xfrm>
                <a:off x="1300800" y="528875"/>
                <a:ext cx="225600" cy="251450"/>
              </a:xfrm>
              <a:custGeom>
                <a:rect b="b" l="l" r="r" t="t"/>
                <a:pathLst>
                  <a:path extrusionOk="0" h="10058" w="9024">
                    <a:moveTo>
                      <a:pt x="2484" y="0"/>
                    </a:moveTo>
                    <a:lnTo>
                      <a:pt x="1" y="2070"/>
                    </a:lnTo>
                    <a:lnTo>
                      <a:pt x="6540" y="10058"/>
                    </a:lnTo>
                    <a:lnTo>
                      <a:pt x="6168" y="7367"/>
                    </a:lnTo>
                    <a:lnTo>
                      <a:pt x="6168" y="7367"/>
                    </a:lnTo>
                    <a:lnTo>
                      <a:pt x="9023" y="8030"/>
                    </a:lnTo>
                    <a:lnTo>
                      <a:pt x="24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49"/>
              <p:cNvSpPr/>
              <p:nvPr/>
            </p:nvSpPr>
            <p:spPr>
              <a:xfrm>
                <a:off x="1158025" y="612675"/>
                <a:ext cx="549450" cy="340450"/>
              </a:xfrm>
              <a:custGeom>
                <a:rect b="b" l="l" r="r" t="t"/>
                <a:pathLst>
                  <a:path extrusionOk="0" h="13618" w="21978">
                    <a:moveTo>
                      <a:pt x="10057" y="1"/>
                    </a:moveTo>
                    <a:lnTo>
                      <a:pt x="9147" y="83"/>
                    </a:lnTo>
                    <a:lnTo>
                      <a:pt x="8195" y="249"/>
                    </a:lnTo>
                    <a:lnTo>
                      <a:pt x="7284" y="456"/>
                    </a:lnTo>
                    <a:lnTo>
                      <a:pt x="6374" y="704"/>
                    </a:lnTo>
                    <a:lnTo>
                      <a:pt x="5463" y="994"/>
                    </a:lnTo>
                    <a:lnTo>
                      <a:pt x="4594" y="1366"/>
                    </a:lnTo>
                    <a:lnTo>
                      <a:pt x="3766" y="1739"/>
                    </a:lnTo>
                    <a:lnTo>
                      <a:pt x="3021" y="2194"/>
                    </a:lnTo>
                    <a:lnTo>
                      <a:pt x="2318" y="2691"/>
                    </a:lnTo>
                    <a:lnTo>
                      <a:pt x="1656" y="3188"/>
                    </a:lnTo>
                    <a:lnTo>
                      <a:pt x="1118" y="3726"/>
                    </a:lnTo>
                    <a:lnTo>
                      <a:pt x="662" y="4305"/>
                    </a:lnTo>
                    <a:lnTo>
                      <a:pt x="497" y="4595"/>
                    </a:lnTo>
                    <a:lnTo>
                      <a:pt x="331" y="4926"/>
                    </a:lnTo>
                    <a:lnTo>
                      <a:pt x="207" y="5216"/>
                    </a:lnTo>
                    <a:lnTo>
                      <a:pt x="83" y="5547"/>
                    </a:lnTo>
                    <a:lnTo>
                      <a:pt x="41" y="5878"/>
                    </a:lnTo>
                    <a:lnTo>
                      <a:pt x="0" y="6209"/>
                    </a:lnTo>
                    <a:lnTo>
                      <a:pt x="0" y="6540"/>
                    </a:lnTo>
                    <a:lnTo>
                      <a:pt x="0" y="6871"/>
                    </a:lnTo>
                    <a:lnTo>
                      <a:pt x="83" y="7244"/>
                    </a:lnTo>
                    <a:lnTo>
                      <a:pt x="166" y="7575"/>
                    </a:lnTo>
                    <a:lnTo>
                      <a:pt x="290" y="7906"/>
                    </a:lnTo>
                    <a:lnTo>
                      <a:pt x="455" y="8237"/>
                    </a:lnTo>
                    <a:lnTo>
                      <a:pt x="662" y="8568"/>
                    </a:lnTo>
                    <a:lnTo>
                      <a:pt x="869" y="8899"/>
                    </a:lnTo>
                    <a:lnTo>
                      <a:pt x="1366" y="9520"/>
                    </a:lnTo>
                    <a:lnTo>
                      <a:pt x="1945" y="10141"/>
                    </a:lnTo>
                    <a:lnTo>
                      <a:pt x="2649" y="10720"/>
                    </a:lnTo>
                    <a:lnTo>
                      <a:pt x="3394" y="11258"/>
                    </a:lnTo>
                    <a:lnTo>
                      <a:pt x="4180" y="11755"/>
                    </a:lnTo>
                    <a:lnTo>
                      <a:pt x="5049" y="12210"/>
                    </a:lnTo>
                    <a:lnTo>
                      <a:pt x="5960" y="12624"/>
                    </a:lnTo>
                    <a:lnTo>
                      <a:pt x="6912" y="12955"/>
                    </a:lnTo>
                    <a:lnTo>
                      <a:pt x="7905" y="13245"/>
                    </a:lnTo>
                    <a:lnTo>
                      <a:pt x="8899" y="13452"/>
                    </a:lnTo>
                    <a:lnTo>
                      <a:pt x="9892" y="13576"/>
                    </a:lnTo>
                    <a:lnTo>
                      <a:pt x="10844" y="13617"/>
                    </a:lnTo>
                    <a:lnTo>
                      <a:pt x="11879" y="13576"/>
                    </a:lnTo>
                    <a:lnTo>
                      <a:pt x="12872" y="13452"/>
                    </a:lnTo>
                    <a:lnTo>
                      <a:pt x="13907" y="13245"/>
                    </a:lnTo>
                    <a:lnTo>
                      <a:pt x="14900" y="12997"/>
                    </a:lnTo>
                    <a:lnTo>
                      <a:pt x="15852" y="12666"/>
                    </a:lnTo>
                    <a:lnTo>
                      <a:pt x="16804" y="12252"/>
                    </a:lnTo>
                    <a:lnTo>
                      <a:pt x="17673" y="11796"/>
                    </a:lnTo>
                    <a:lnTo>
                      <a:pt x="18501" y="11300"/>
                    </a:lnTo>
                    <a:lnTo>
                      <a:pt x="19287" y="10762"/>
                    </a:lnTo>
                    <a:lnTo>
                      <a:pt x="19949" y="10182"/>
                    </a:lnTo>
                    <a:lnTo>
                      <a:pt x="20570" y="9561"/>
                    </a:lnTo>
                    <a:lnTo>
                      <a:pt x="21067" y="8899"/>
                    </a:lnTo>
                    <a:lnTo>
                      <a:pt x="21274" y="8568"/>
                    </a:lnTo>
                    <a:lnTo>
                      <a:pt x="21481" y="8237"/>
                    </a:lnTo>
                    <a:lnTo>
                      <a:pt x="21646" y="7906"/>
                    </a:lnTo>
                    <a:lnTo>
                      <a:pt x="21770" y="7575"/>
                    </a:lnTo>
                    <a:lnTo>
                      <a:pt x="21853" y="7244"/>
                    </a:lnTo>
                    <a:lnTo>
                      <a:pt x="21936" y="6913"/>
                    </a:lnTo>
                    <a:lnTo>
                      <a:pt x="21977" y="6540"/>
                    </a:lnTo>
                    <a:lnTo>
                      <a:pt x="21977" y="6209"/>
                    </a:lnTo>
                    <a:lnTo>
                      <a:pt x="21936" y="5878"/>
                    </a:lnTo>
                    <a:lnTo>
                      <a:pt x="21853" y="5547"/>
                    </a:lnTo>
                    <a:lnTo>
                      <a:pt x="21770" y="5257"/>
                    </a:lnTo>
                    <a:lnTo>
                      <a:pt x="21646" y="4926"/>
                    </a:lnTo>
                    <a:lnTo>
                      <a:pt x="21481" y="4636"/>
                    </a:lnTo>
                    <a:lnTo>
                      <a:pt x="21274" y="4305"/>
                    </a:lnTo>
                    <a:lnTo>
                      <a:pt x="20818" y="3726"/>
                    </a:lnTo>
                    <a:lnTo>
                      <a:pt x="20280" y="3188"/>
                    </a:lnTo>
                    <a:lnTo>
                      <a:pt x="19660" y="2691"/>
                    </a:lnTo>
                    <a:lnTo>
                      <a:pt x="18956" y="2194"/>
                    </a:lnTo>
                    <a:lnTo>
                      <a:pt x="18170" y="1780"/>
                    </a:lnTo>
                    <a:lnTo>
                      <a:pt x="17383" y="1366"/>
                    </a:lnTo>
                    <a:lnTo>
                      <a:pt x="16514" y="1035"/>
                    </a:lnTo>
                    <a:lnTo>
                      <a:pt x="15603" y="704"/>
                    </a:lnTo>
                    <a:lnTo>
                      <a:pt x="14693" y="456"/>
                    </a:lnTo>
                    <a:lnTo>
                      <a:pt x="13741" y="249"/>
                    </a:lnTo>
                    <a:lnTo>
                      <a:pt x="12830" y="83"/>
                    </a:lnTo>
                    <a:lnTo>
                      <a:pt x="1187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49"/>
              <p:cNvSpPr/>
              <p:nvPr/>
            </p:nvSpPr>
            <p:spPr>
              <a:xfrm>
                <a:off x="755500" y="553700"/>
                <a:ext cx="737775" cy="841250"/>
              </a:xfrm>
              <a:custGeom>
                <a:rect b="b" l="l" r="r" t="t"/>
                <a:pathLst>
                  <a:path extrusionOk="0" h="33650" w="29511">
                    <a:moveTo>
                      <a:pt x="16432" y="0"/>
                    </a:moveTo>
                    <a:lnTo>
                      <a:pt x="15273" y="42"/>
                    </a:lnTo>
                    <a:lnTo>
                      <a:pt x="14156" y="166"/>
                    </a:lnTo>
                    <a:lnTo>
                      <a:pt x="13038" y="290"/>
                    </a:lnTo>
                    <a:lnTo>
                      <a:pt x="11921" y="539"/>
                    </a:lnTo>
                    <a:lnTo>
                      <a:pt x="10845" y="787"/>
                    </a:lnTo>
                    <a:lnTo>
                      <a:pt x="9769" y="1118"/>
                    </a:lnTo>
                    <a:lnTo>
                      <a:pt x="8693" y="1490"/>
                    </a:lnTo>
                    <a:lnTo>
                      <a:pt x="7699" y="1987"/>
                    </a:lnTo>
                    <a:lnTo>
                      <a:pt x="6706" y="2484"/>
                    </a:lnTo>
                    <a:lnTo>
                      <a:pt x="5754" y="3105"/>
                    </a:lnTo>
                    <a:lnTo>
                      <a:pt x="4843" y="3767"/>
                    </a:lnTo>
                    <a:lnTo>
                      <a:pt x="4430" y="4139"/>
                    </a:lnTo>
                    <a:lnTo>
                      <a:pt x="4016" y="4553"/>
                    </a:lnTo>
                    <a:lnTo>
                      <a:pt x="3602" y="4967"/>
                    </a:lnTo>
                    <a:lnTo>
                      <a:pt x="3229" y="5381"/>
                    </a:lnTo>
                    <a:lnTo>
                      <a:pt x="2857" y="5878"/>
                    </a:lnTo>
                    <a:lnTo>
                      <a:pt x="2526" y="6333"/>
                    </a:lnTo>
                    <a:lnTo>
                      <a:pt x="1905" y="7285"/>
                    </a:lnTo>
                    <a:lnTo>
                      <a:pt x="1408" y="8237"/>
                    </a:lnTo>
                    <a:lnTo>
                      <a:pt x="994" y="9230"/>
                    </a:lnTo>
                    <a:lnTo>
                      <a:pt x="622" y="10223"/>
                    </a:lnTo>
                    <a:lnTo>
                      <a:pt x="373" y="11217"/>
                    </a:lnTo>
                    <a:lnTo>
                      <a:pt x="167" y="12251"/>
                    </a:lnTo>
                    <a:lnTo>
                      <a:pt x="42" y="13286"/>
                    </a:lnTo>
                    <a:lnTo>
                      <a:pt x="1" y="14362"/>
                    </a:lnTo>
                    <a:lnTo>
                      <a:pt x="1" y="15397"/>
                    </a:lnTo>
                    <a:lnTo>
                      <a:pt x="84" y="16432"/>
                    </a:lnTo>
                    <a:lnTo>
                      <a:pt x="208" y="17508"/>
                    </a:lnTo>
                    <a:lnTo>
                      <a:pt x="373" y="18543"/>
                    </a:lnTo>
                    <a:lnTo>
                      <a:pt x="622" y="19577"/>
                    </a:lnTo>
                    <a:lnTo>
                      <a:pt x="870" y="20612"/>
                    </a:lnTo>
                    <a:lnTo>
                      <a:pt x="1201" y="21605"/>
                    </a:lnTo>
                    <a:lnTo>
                      <a:pt x="1574" y="22599"/>
                    </a:lnTo>
                    <a:lnTo>
                      <a:pt x="1988" y="23551"/>
                    </a:lnTo>
                    <a:lnTo>
                      <a:pt x="2401" y="24502"/>
                    </a:lnTo>
                    <a:lnTo>
                      <a:pt x="2898" y="25413"/>
                    </a:lnTo>
                    <a:lnTo>
                      <a:pt x="3395" y="26282"/>
                    </a:lnTo>
                    <a:lnTo>
                      <a:pt x="3891" y="27110"/>
                    </a:lnTo>
                    <a:lnTo>
                      <a:pt x="4430" y="27938"/>
                    </a:lnTo>
                    <a:lnTo>
                      <a:pt x="5009" y="28724"/>
                    </a:lnTo>
                    <a:lnTo>
                      <a:pt x="5588" y="29428"/>
                    </a:lnTo>
                    <a:lnTo>
                      <a:pt x="6168" y="30090"/>
                    </a:lnTo>
                    <a:lnTo>
                      <a:pt x="6747" y="30752"/>
                    </a:lnTo>
                    <a:lnTo>
                      <a:pt x="7368" y="31332"/>
                    </a:lnTo>
                    <a:lnTo>
                      <a:pt x="7948" y="31828"/>
                    </a:lnTo>
                    <a:lnTo>
                      <a:pt x="8568" y="32284"/>
                    </a:lnTo>
                    <a:lnTo>
                      <a:pt x="9148" y="32697"/>
                    </a:lnTo>
                    <a:lnTo>
                      <a:pt x="9727" y="33029"/>
                    </a:lnTo>
                    <a:lnTo>
                      <a:pt x="10307" y="33277"/>
                    </a:lnTo>
                    <a:lnTo>
                      <a:pt x="10762" y="33442"/>
                    </a:lnTo>
                    <a:lnTo>
                      <a:pt x="11259" y="33608"/>
                    </a:lnTo>
                    <a:lnTo>
                      <a:pt x="11507" y="33649"/>
                    </a:lnTo>
                    <a:lnTo>
                      <a:pt x="12086" y="33649"/>
                    </a:lnTo>
                    <a:lnTo>
                      <a:pt x="12417" y="33608"/>
                    </a:lnTo>
                    <a:lnTo>
                      <a:pt x="12873" y="33525"/>
                    </a:lnTo>
                    <a:lnTo>
                      <a:pt x="13328" y="33318"/>
                    </a:lnTo>
                    <a:lnTo>
                      <a:pt x="13783" y="33070"/>
                    </a:lnTo>
                    <a:lnTo>
                      <a:pt x="14156" y="32739"/>
                    </a:lnTo>
                    <a:lnTo>
                      <a:pt x="14570" y="32366"/>
                    </a:lnTo>
                    <a:lnTo>
                      <a:pt x="14942" y="31952"/>
                    </a:lnTo>
                    <a:lnTo>
                      <a:pt x="15273" y="31497"/>
                    </a:lnTo>
                    <a:lnTo>
                      <a:pt x="15604" y="30959"/>
                    </a:lnTo>
                    <a:lnTo>
                      <a:pt x="15935" y="30421"/>
                    </a:lnTo>
                    <a:lnTo>
                      <a:pt x="16225" y="29842"/>
                    </a:lnTo>
                    <a:lnTo>
                      <a:pt x="16805" y="28600"/>
                    </a:lnTo>
                    <a:lnTo>
                      <a:pt x="17301" y="27317"/>
                    </a:lnTo>
                    <a:lnTo>
                      <a:pt x="17757" y="25992"/>
                    </a:lnTo>
                    <a:lnTo>
                      <a:pt x="18170" y="24668"/>
                    </a:lnTo>
                    <a:lnTo>
                      <a:pt x="18543" y="23426"/>
                    </a:lnTo>
                    <a:lnTo>
                      <a:pt x="19205" y="21233"/>
                    </a:lnTo>
                    <a:lnTo>
                      <a:pt x="19495" y="20364"/>
                    </a:lnTo>
                    <a:lnTo>
                      <a:pt x="19743" y="19701"/>
                    </a:lnTo>
                    <a:lnTo>
                      <a:pt x="19867" y="19453"/>
                    </a:lnTo>
                    <a:lnTo>
                      <a:pt x="19992" y="19288"/>
                    </a:lnTo>
                    <a:lnTo>
                      <a:pt x="20116" y="19205"/>
                    </a:lnTo>
                    <a:lnTo>
                      <a:pt x="20240" y="19163"/>
                    </a:lnTo>
                    <a:lnTo>
                      <a:pt x="20364" y="19205"/>
                    </a:lnTo>
                    <a:lnTo>
                      <a:pt x="20447" y="19329"/>
                    </a:lnTo>
                    <a:lnTo>
                      <a:pt x="20488" y="19453"/>
                    </a:lnTo>
                    <a:lnTo>
                      <a:pt x="20571" y="19660"/>
                    </a:lnTo>
                    <a:lnTo>
                      <a:pt x="20695" y="20115"/>
                    </a:lnTo>
                    <a:lnTo>
                      <a:pt x="20778" y="20653"/>
                    </a:lnTo>
                    <a:lnTo>
                      <a:pt x="20861" y="21191"/>
                    </a:lnTo>
                    <a:lnTo>
                      <a:pt x="20985" y="21647"/>
                    </a:lnTo>
                    <a:lnTo>
                      <a:pt x="21068" y="21812"/>
                    </a:lnTo>
                    <a:lnTo>
                      <a:pt x="21150" y="21978"/>
                    </a:lnTo>
                    <a:lnTo>
                      <a:pt x="21233" y="22061"/>
                    </a:lnTo>
                    <a:lnTo>
                      <a:pt x="21316" y="22102"/>
                    </a:lnTo>
                    <a:lnTo>
                      <a:pt x="21440" y="22102"/>
                    </a:lnTo>
                    <a:lnTo>
                      <a:pt x="21523" y="22061"/>
                    </a:lnTo>
                    <a:lnTo>
                      <a:pt x="21730" y="21854"/>
                    </a:lnTo>
                    <a:lnTo>
                      <a:pt x="21937" y="21564"/>
                    </a:lnTo>
                    <a:lnTo>
                      <a:pt x="22144" y="21150"/>
                    </a:lnTo>
                    <a:lnTo>
                      <a:pt x="22351" y="20653"/>
                    </a:lnTo>
                    <a:lnTo>
                      <a:pt x="22558" y="20157"/>
                    </a:lnTo>
                    <a:lnTo>
                      <a:pt x="22723" y="19577"/>
                    </a:lnTo>
                    <a:lnTo>
                      <a:pt x="22847" y="18998"/>
                    </a:lnTo>
                    <a:lnTo>
                      <a:pt x="22930" y="18129"/>
                    </a:lnTo>
                    <a:lnTo>
                      <a:pt x="22972" y="17301"/>
                    </a:lnTo>
                    <a:lnTo>
                      <a:pt x="22889" y="16556"/>
                    </a:lnTo>
                    <a:lnTo>
                      <a:pt x="22765" y="15852"/>
                    </a:lnTo>
                    <a:lnTo>
                      <a:pt x="22599" y="15190"/>
                    </a:lnTo>
                    <a:lnTo>
                      <a:pt x="22392" y="14528"/>
                    </a:lnTo>
                    <a:lnTo>
                      <a:pt x="22144" y="13948"/>
                    </a:lnTo>
                    <a:lnTo>
                      <a:pt x="21895" y="13369"/>
                    </a:lnTo>
                    <a:lnTo>
                      <a:pt x="21357" y="12251"/>
                    </a:lnTo>
                    <a:lnTo>
                      <a:pt x="21150" y="11713"/>
                    </a:lnTo>
                    <a:lnTo>
                      <a:pt x="20943" y="11175"/>
                    </a:lnTo>
                    <a:lnTo>
                      <a:pt x="20778" y="10637"/>
                    </a:lnTo>
                    <a:lnTo>
                      <a:pt x="20695" y="10099"/>
                    </a:lnTo>
                    <a:lnTo>
                      <a:pt x="20695" y="9561"/>
                    </a:lnTo>
                    <a:lnTo>
                      <a:pt x="20778" y="9023"/>
                    </a:lnTo>
                    <a:lnTo>
                      <a:pt x="20902" y="8651"/>
                    </a:lnTo>
                    <a:lnTo>
                      <a:pt x="21026" y="8278"/>
                    </a:lnTo>
                    <a:lnTo>
                      <a:pt x="21233" y="7947"/>
                    </a:lnTo>
                    <a:lnTo>
                      <a:pt x="21440" y="7657"/>
                    </a:lnTo>
                    <a:lnTo>
                      <a:pt x="21688" y="7326"/>
                    </a:lnTo>
                    <a:lnTo>
                      <a:pt x="21978" y="7078"/>
                    </a:lnTo>
                    <a:lnTo>
                      <a:pt x="22268" y="6788"/>
                    </a:lnTo>
                    <a:lnTo>
                      <a:pt x="22599" y="6540"/>
                    </a:lnTo>
                    <a:lnTo>
                      <a:pt x="23261" y="6126"/>
                    </a:lnTo>
                    <a:lnTo>
                      <a:pt x="24006" y="5712"/>
                    </a:lnTo>
                    <a:lnTo>
                      <a:pt x="24793" y="5381"/>
                    </a:lnTo>
                    <a:lnTo>
                      <a:pt x="25579" y="5050"/>
                    </a:lnTo>
                    <a:lnTo>
                      <a:pt x="27069" y="4553"/>
                    </a:lnTo>
                    <a:lnTo>
                      <a:pt x="28352" y="4139"/>
                    </a:lnTo>
                    <a:lnTo>
                      <a:pt x="28849" y="3932"/>
                    </a:lnTo>
                    <a:lnTo>
                      <a:pt x="29221" y="3725"/>
                    </a:lnTo>
                    <a:lnTo>
                      <a:pt x="29387" y="3643"/>
                    </a:lnTo>
                    <a:lnTo>
                      <a:pt x="29469" y="3560"/>
                    </a:lnTo>
                    <a:lnTo>
                      <a:pt x="29511" y="3436"/>
                    </a:lnTo>
                    <a:lnTo>
                      <a:pt x="29511" y="3353"/>
                    </a:lnTo>
                    <a:lnTo>
                      <a:pt x="29428" y="3105"/>
                    </a:lnTo>
                    <a:lnTo>
                      <a:pt x="29221" y="2856"/>
                    </a:lnTo>
                    <a:lnTo>
                      <a:pt x="28931" y="2608"/>
                    </a:lnTo>
                    <a:lnTo>
                      <a:pt x="28559" y="2360"/>
                    </a:lnTo>
                    <a:lnTo>
                      <a:pt x="28062" y="2070"/>
                    </a:lnTo>
                    <a:lnTo>
                      <a:pt x="27524" y="1822"/>
                    </a:lnTo>
                    <a:lnTo>
                      <a:pt x="26862" y="1573"/>
                    </a:lnTo>
                    <a:lnTo>
                      <a:pt x="26158" y="1325"/>
                    </a:lnTo>
                    <a:lnTo>
                      <a:pt x="25413" y="1077"/>
                    </a:lnTo>
                    <a:lnTo>
                      <a:pt x="24544" y="870"/>
                    </a:lnTo>
                    <a:lnTo>
                      <a:pt x="23675" y="663"/>
                    </a:lnTo>
                    <a:lnTo>
                      <a:pt x="22723" y="456"/>
                    </a:lnTo>
                    <a:lnTo>
                      <a:pt x="21771" y="332"/>
                    </a:lnTo>
                    <a:lnTo>
                      <a:pt x="20737" y="166"/>
                    </a:lnTo>
                    <a:lnTo>
                      <a:pt x="19702" y="83"/>
                    </a:lnTo>
                    <a:lnTo>
                      <a:pt x="1862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49"/>
              <p:cNvSpPr/>
              <p:nvPr/>
            </p:nvSpPr>
            <p:spPr>
              <a:xfrm>
                <a:off x="537200" y="456425"/>
                <a:ext cx="437700" cy="437725"/>
              </a:xfrm>
              <a:custGeom>
                <a:rect b="b" l="l" r="r" t="t"/>
                <a:pathLst>
                  <a:path extrusionOk="0" h="17509" w="17508">
                    <a:moveTo>
                      <a:pt x="8733" y="1"/>
                    </a:moveTo>
                    <a:lnTo>
                      <a:pt x="7864" y="42"/>
                    </a:lnTo>
                    <a:lnTo>
                      <a:pt x="6995" y="208"/>
                    </a:lnTo>
                    <a:lnTo>
                      <a:pt x="6125" y="415"/>
                    </a:lnTo>
                    <a:lnTo>
                      <a:pt x="5339" y="705"/>
                    </a:lnTo>
                    <a:lnTo>
                      <a:pt x="4594" y="1077"/>
                    </a:lnTo>
                    <a:lnTo>
                      <a:pt x="3849" y="1491"/>
                    </a:lnTo>
                    <a:lnTo>
                      <a:pt x="3187" y="2029"/>
                    </a:lnTo>
                    <a:lnTo>
                      <a:pt x="2566" y="2567"/>
                    </a:lnTo>
                    <a:lnTo>
                      <a:pt x="1987" y="3188"/>
                    </a:lnTo>
                    <a:lnTo>
                      <a:pt x="1490" y="3891"/>
                    </a:lnTo>
                    <a:lnTo>
                      <a:pt x="1035" y="4595"/>
                    </a:lnTo>
                    <a:lnTo>
                      <a:pt x="704" y="5340"/>
                    </a:lnTo>
                    <a:lnTo>
                      <a:pt x="372" y="6168"/>
                    </a:lnTo>
                    <a:lnTo>
                      <a:pt x="166" y="6996"/>
                    </a:lnTo>
                    <a:lnTo>
                      <a:pt x="41" y="7865"/>
                    </a:lnTo>
                    <a:lnTo>
                      <a:pt x="0" y="8775"/>
                    </a:lnTo>
                    <a:lnTo>
                      <a:pt x="41" y="9644"/>
                    </a:lnTo>
                    <a:lnTo>
                      <a:pt x="166" y="10514"/>
                    </a:lnTo>
                    <a:lnTo>
                      <a:pt x="372" y="11383"/>
                    </a:lnTo>
                    <a:lnTo>
                      <a:pt x="704" y="12169"/>
                    </a:lnTo>
                    <a:lnTo>
                      <a:pt x="1035" y="12914"/>
                    </a:lnTo>
                    <a:lnTo>
                      <a:pt x="1490" y="13659"/>
                    </a:lnTo>
                    <a:lnTo>
                      <a:pt x="1987" y="14321"/>
                    </a:lnTo>
                    <a:lnTo>
                      <a:pt x="2566" y="14942"/>
                    </a:lnTo>
                    <a:lnTo>
                      <a:pt x="3187" y="15522"/>
                    </a:lnTo>
                    <a:lnTo>
                      <a:pt x="3849" y="16018"/>
                    </a:lnTo>
                    <a:lnTo>
                      <a:pt x="4594" y="16474"/>
                    </a:lnTo>
                    <a:lnTo>
                      <a:pt x="5339" y="16805"/>
                    </a:lnTo>
                    <a:lnTo>
                      <a:pt x="6125" y="17136"/>
                    </a:lnTo>
                    <a:lnTo>
                      <a:pt x="6995" y="17343"/>
                    </a:lnTo>
                    <a:lnTo>
                      <a:pt x="7864" y="17467"/>
                    </a:lnTo>
                    <a:lnTo>
                      <a:pt x="8733" y="17508"/>
                    </a:lnTo>
                    <a:lnTo>
                      <a:pt x="9643" y="17467"/>
                    </a:lnTo>
                    <a:lnTo>
                      <a:pt x="10513" y="17343"/>
                    </a:lnTo>
                    <a:lnTo>
                      <a:pt x="11340" y="17136"/>
                    </a:lnTo>
                    <a:lnTo>
                      <a:pt x="12168" y="16805"/>
                    </a:lnTo>
                    <a:lnTo>
                      <a:pt x="12913" y="16474"/>
                    </a:lnTo>
                    <a:lnTo>
                      <a:pt x="13617" y="16018"/>
                    </a:lnTo>
                    <a:lnTo>
                      <a:pt x="14320" y="15522"/>
                    </a:lnTo>
                    <a:lnTo>
                      <a:pt x="14941" y="14942"/>
                    </a:lnTo>
                    <a:lnTo>
                      <a:pt x="15479" y="14321"/>
                    </a:lnTo>
                    <a:lnTo>
                      <a:pt x="16017" y="13659"/>
                    </a:lnTo>
                    <a:lnTo>
                      <a:pt x="16431" y="12914"/>
                    </a:lnTo>
                    <a:lnTo>
                      <a:pt x="16804" y="12169"/>
                    </a:lnTo>
                    <a:lnTo>
                      <a:pt x="17093" y="11383"/>
                    </a:lnTo>
                    <a:lnTo>
                      <a:pt x="17300" y="10514"/>
                    </a:lnTo>
                    <a:lnTo>
                      <a:pt x="17466" y="9644"/>
                    </a:lnTo>
                    <a:lnTo>
                      <a:pt x="17507" y="8775"/>
                    </a:lnTo>
                    <a:lnTo>
                      <a:pt x="17466" y="7865"/>
                    </a:lnTo>
                    <a:lnTo>
                      <a:pt x="17300" y="6996"/>
                    </a:lnTo>
                    <a:lnTo>
                      <a:pt x="17093" y="6168"/>
                    </a:lnTo>
                    <a:lnTo>
                      <a:pt x="16804" y="5340"/>
                    </a:lnTo>
                    <a:lnTo>
                      <a:pt x="16431" y="4595"/>
                    </a:lnTo>
                    <a:lnTo>
                      <a:pt x="16017" y="3891"/>
                    </a:lnTo>
                    <a:lnTo>
                      <a:pt x="15479" y="3188"/>
                    </a:lnTo>
                    <a:lnTo>
                      <a:pt x="14941" y="2567"/>
                    </a:lnTo>
                    <a:lnTo>
                      <a:pt x="14320" y="2029"/>
                    </a:lnTo>
                    <a:lnTo>
                      <a:pt x="13617" y="1491"/>
                    </a:lnTo>
                    <a:lnTo>
                      <a:pt x="12913" y="1077"/>
                    </a:lnTo>
                    <a:lnTo>
                      <a:pt x="12168" y="705"/>
                    </a:lnTo>
                    <a:lnTo>
                      <a:pt x="11340" y="415"/>
                    </a:lnTo>
                    <a:lnTo>
                      <a:pt x="10513" y="208"/>
                    </a:lnTo>
                    <a:lnTo>
                      <a:pt x="9643" y="42"/>
                    </a:lnTo>
                    <a:lnTo>
                      <a:pt x="873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49"/>
              <p:cNvSpPr/>
              <p:nvPr/>
            </p:nvSpPr>
            <p:spPr>
              <a:xfrm>
                <a:off x="616850" y="695450"/>
                <a:ext cx="220425" cy="165575"/>
              </a:xfrm>
              <a:custGeom>
                <a:rect b="b" l="l" r="r" t="t"/>
                <a:pathLst>
                  <a:path extrusionOk="0" h="6623" w="8817">
                    <a:moveTo>
                      <a:pt x="2898" y="1"/>
                    </a:moveTo>
                    <a:lnTo>
                      <a:pt x="2650" y="42"/>
                    </a:lnTo>
                    <a:lnTo>
                      <a:pt x="2443" y="166"/>
                    </a:lnTo>
                    <a:lnTo>
                      <a:pt x="2319" y="249"/>
                    </a:lnTo>
                    <a:lnTo>
                      <a:pt x="2236" y="332"/>
                    </a:lnTo>
                    <a:lnTo>
                      <a:pt x="2112" y="622"/>
                    </a:lnTo>
                    <a:lnTo>
                      <a:pt x="2070" y="911"/>
                    </a:lnTo>
                    <a:lnTo>
                      <a:pt x="1988" y="1284"/>
                    </a:lnTo>
                    <a:lnTo>
                      <a:pt x="1946" y="1656"/>
                    </a:lnTo>
                    <a:lnTo>
                      <a:pt x="1822" y="2112"/>
                    </a:lnTo>
                    <a:lnTo>
                      <a:pt x="1656" y="2650"/>
                    </a:lnTo>
                    <a:lnTo>
                      <a:pt x="1367" y="3188"/>
                    </a:lnTo>
                    <a:lnTo>
                      <a:pt x="1077" y="3560"/>
                    </a:lnTo>
                    <a:lnTo>
                      <a:pt x="829" y="3808"/>
                    </a:lnTo>
                    <a:lnTo>
                      <a:pt x="415" y="4222"/>
                    </a:lnTo>
                    <a:lnTo>
                      <a:pt x="249" y="4347"/>
                    </a:lnTo>
                    <a:lnTo>
                      <a:pt x="125" y="4471"/>
                    </a:lnTo>
                    <a:lnTo>
                      <a:pt x="42" y="4636"/>
                    </a:lnTo>
                    <a:lnTo>
                      <a:pt x="1" y="4802"/>
                    </a:lnTo>
                    <a:lnTo>
                      <a:pt x="84" y="5009"/>
                    </a:lnTo>
                    <a:lnTo>
                      <a:pt x="208" y="5216"/>
                    </a:lnTo>
                    <a:lnTo>
                      <a:pt x="373" y="5423"/>
                    </a:lnTo>
                    <a:lnTo>
                      <a:pt x="663" y="5588"/>
                    </a:lnTo>
                    <a:lnTo>
                      <a:pt x="953" y="5795"/>
                    </a:lnTo>
                    <a:lnTo>
                      <a:pt x="1325" y="5919"/>
                    </a:lnTo>
                    <a:lnTo>
                      <a:pt x="1739" y="6085"/>
                    </a:lnTo>
                    <a:lnTo>
                      <a:pt x="2194" y="6209"/>
                    </a:lnTo>
                    <a:lnTo>
                      <a:pt x="3229" y="6416"/>
                    </a:lnTo>
                    <a:lnTo>
                      <a:pt x="4305" y="6581"/>
                    </a:lnTo>
                    <a:lnTo>
                      <a:pt x="5423" y="6623"/>
                    </a:lnTo>
                    <a:lnTo>
                      <a:pt x="6540" y="6623"/>
                    </a:lnTo>
                    <a:lnTo>
                      <a:pt x="7120" y="6581"/>
                    </a:lnTo>
                    <a:lnTo>
                      <a:pt x="7575" y="6499"/>
                    </a:lnTo>
                    <a:lnTo>
                      <a:pt x="7947" y="6375"/>
                    </a:lnTo>
                    <a:lnTo>
                      <a:pt x="8237" y="6292"/>
                    </a:lnTo>
                    <a:lnTo>
                      <a:pt x="8444" y="6168"/>
                    </a:lnTo>
                    <a:lnTo>
                      <a:pt x="8568" y="6085"/>
                    </a:lnTo>
                    <a:lnTo>
                      <a:pt x="8734" y="5878"/>
                    </a:lnTo>
                    <a:lnTo>
                      <a:pt x="8775" y="5712"/>
                    </a:lnTo>
                    <a:lnTo>
                      <a:pt x="8817" y="5505"/>
                    </a:lnTo>
                    <a:lnTo>
                      <a:pt x="8817" y="5298"/>
                    </a:lnTo>
                    <a:lnTo>
                      <a:pt x="8775" y="5092"/>
                    </a:lnTo>
                    <a:lnTo>
                      <a:pt x="8651" y="4636"/>
                    </a:lnTo>
                    <a:lnTo>
                      <a:pt x="8403" y="4222"/>
                    </a:lnTo>
                    <a:lnTo>
                      <a:pt x="8113" y="3767"/>
                    </a:lnTo>
                    <a:lnTo>
                      <a:pt x="7823" y="3395"/>
                    </a:lnTo>
                    <a:lnTo>
                      <a:pt x="7327" y="2774"/>
                    </a:lnTo>
                    <a:lnTo>
                      <a:pt x="6747" y="2194"/>
                    </a:lnTo>
                    <a:lnTo>
                      <a:pt x="6126" y="1615"/>
                    </a:lnTo>
                    <a:lnTo>
                      <a:pt x="5464" y="1077"/>
                    </a:lnTo>
                    <a:lnTo>
                      <a:pt x="4761" y="622"/>
                    </a:lnTo>
                    <a:lnTo>
                      <a:pt x="4098" y="249"/>
                    </a:lnTo>
                    <a:lnTo>
                      <a:pt x="3767" y="125"/>
                    </a:lnTo>
                    <a:lnTo>
                      <a:pt x="3478" y="42"/>
                    </a:lnTo>
                    <a:lnTo>
                      <a:pt x="31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49"/>
              <p:cNvSpPr/>
              <p:nvPr/>
            </p:nvSpPr>
            <p:spPr>
              <a:xfrm>
                <a:off x="824825" y="713050"/>
                <a:ext cx="220425" cy="159375"/>
              </a:xfrm>
              <a:custGeom>
                <a:rect b="b" l="l" r="r" t="t"/>
                <a:pathLst>
                  <a:path extrusionOk="0" h="6375" w="8817">
                    <a:moveTo>
                      <a:pt x="6044" y="0"/>
                    </a:moveTo>
                    <a:lnTo>
                      <a:pt x="5754" y="83"/>
                    </a:lnTo>
                    <a:lnTo>
                      <a:pt x="5423" y="166"/>
                    </a:lnTo>
                    <a:lnTo>
                      <a:pt x="4678" y="414"/>
                    </a:lnTo>
                    <a:lnTo>
                      <a:pt x="3933" y="745"/>
                    </a:lnTo>
                    <a:lnTo>
                      <a:pt x="3188" y="1201"/>
                    </a:lnTo>
                    <a:lnTo>
                      <a:pt x="2484" y="1697"/>
                    </a:lnTo>
                    <a:lnTo>
                      <a:pt x="1863" y="2194"/>
                    </a:lnTo>
                    <a:lnTo>
                      <a:pt x="1284" y="2732"/>
                    </a:lnTo>
                    <a:lnTo>
                      <a:pt x="912" y="3063"/>
                    </a:lnTo>
                    <a:lnTo>
                      <a:pt x="580" y="3477"/>
                    </a:lnTo>
                    <a:lnTo>
                      <a:pt x="291" y="3891"/>
                    </a:lnTo>
                    <a:lnTo>
                      <a:pt x="84" y="4305"/>
                    </a:lnTo>
                    <a:lnTo>
                      <a:pt x="42" y="4512"/>
                    </a:lnTo>
                    <a:lnTo>
                      <a:pt x="1" y="4719"/>
                    </a:lnTo>
                    <a:lnTo>
                      <a:pt x="1" y="4884"/>
                    </a:lnTo>
                    <a:lnTo>
                      <a:pt x="42" y="5091"/>
                    </a:lnTo>
                    <a:lnTo>
                      <a:pt x="167" y="5298"/>
                    </a:lnTo>
                    <a:lnTo>
                      <a:pt x="291" y="5422"/>
                    </a:lnTo>
                    <a:lnTo>
                      <a:pt x="456" y="5546"/>
                    </a:lnTo>
                    <a:lnTo>
                      <a:pt x="746" y="5712"/>
                    </a:lnTo>
                    <a:lnTo>
                      <a:pt x="1077" y="5836"/>
                    </a:lnTo>
                    <a:lnTo>
                      <a:pt x="1532" y="5960"/>
                    </a:lnTo>
                    <a:lnTo>
                      <a:pt x="2112" y="6126"/>
                    </a:lnTo>
                    <a:lnTo>
                      <a:pt x="3188" y="6291"/>
                    </a:lnTo>
                    <a:lnTo>
                      <a:pt x="4347" y="6374"/>
                    </a:lnTo>
                    <a:lnTo>
                      <a:pt x="5423" y="6374"/>
                    </a:lnTo>
                    <a:lnTo>
                      <a:pt x="6458" y="6291"/>
                    </a:lnTo>
                    <a:lnTo>
                      <a:pt x="6913" y="6250"/>
                    </a:lnTo>
                    <a:lnTo>
                      <a:pt x="7368" y="6167"/>
                    </a:lnTo>
                    <a:lnTo>
                      <a:pt x="7741" y="6043"/>
                    </a:lnTo>
                    <a:lnTo>
                      <a:pt x="8072" y="5919"/>
                    </a:lnTo>
                    <a:lnTo>
                      <a:pt x="8361" y="5753"/>
                    </a:lnTo>
                    <a:lnTo>
                      <a:pt x="8568" y="5588"/>
                    </a:lnTo>
                    <a:lnTo>
                      <a:pt x="8734" y="5422"/>
                    </a:lnTo>
                    <a:lnTo>
                      <a:pt x="8817" y="5215"/>
                    </a:lnTo>
                    <a:lnTo>
                      <a:pt x="8817" y="5050"/>
                    </a:lnTo>
                    <a:lnTo>
                      <a:pt x="8775" y="4884"/>
                    </a:lnTo>
                    <a:lnTo>
                      <a:pt x="8651" y="4719"/>
                    </a:lnTo>
                    <a:lnTo>
                      <a:pt x="8527" y="4553"/>
                    </a:lnTo>
                    <a:lnTo>
                      <a:pt x="8113" y="4139"/>
                    </a:lnTo>
                    <a:lnTo>
                      <a:pt x="7906" y="3808"/>
                    </a:lnTo>
                    <a:lnTo>
                      <a:pt x="7699" y="3394"/>
                    </a:lnTo>
                    <a:lnTo>
                      <a:pt x="7492" y="2815"/>
                    </a:lnTo>
                    <a:lnTo>
                      <a:pt x="7368" y="2318"/>
                    </a:lnTo>
                    <a:lnTo>
                      <a:pt x="7327" y="1863"/>
                    </a:lnTo>
                    <a:lnTo>
                      <a:pt x="7327" y="1449"/>
                    </a:lnTo>
                    <a:lnTo>
                      <a:pt x="7327" y="1076"/>
                    </a:lnTo>
                    <a:lnTo>
                      <a:pt x="7327" y="745"/>
                    </a:lnTo>
                    <a:lnTo>
                      <a:pt x="7244" y="497"/>
                    </a:lnTo>
                    <a:lnTo>
                      <a:pt x="7161" y="373"/>
                    </a:lnTo>
                    <a:lnTo>
                      <a:pt x="7037" y="249"/>
                    </a:lnTo>
                    <a:lnTo>
                      <a:pt x="6871" y="124"/>
                    </a:lnTo>
                    <a:lnTo>
                      <a:pt x="6623" y="42"/>
                    </a:lnTo>
                    <a:lnTo>
                      <a:pt x="63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49"/>
              <p:cNvSpPr/>
              <p:nvPr/>
            </p:nvSpPr>
            <p:spPr>
              <a:xfrm>
                <a:off x="689300" y="822725"/>
                <a:ext cx="166600" cy="270075"/>
              </a:xfrm>
              <a:custGeom>
                <a:rect b="b" l="l" r="r" t="t"/>
                <a:pathLst>
                  <a:path extrusionOk="0" h="10803" w="6664">
                    <a:moveTo>
                      <a:pt x="3642" y="1"/>
                    </a:moveTo>
                    <a:lnTo>
                      <a:pt x="0" y="9685"/>
                    </a:lnTo>
                    <a:lnTo>
                      <a:pt x="2152" y="8485"/>
                    </a:lnTo>
                    <a:lnTo>
                      <a:pt x="3021" y="10803"/>
                    </a:lnTo>
                    <a:lnTo>
                      <a:pt x="6664" y="1159"/>
                    </a:lnTo>
                    <a:lnTo>
                      <a:pt x="36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49"/>
              <p:cNvSpPr/>
              <p:nvPr/>
            </p:nvSpPr>
            <p:spPr>
              <a:xfrm>
                <a:off x="786550" y="822725"/>
                <a:ext cx="167650" cy="270075"/>
              </a:xfrm>
              <a:custGeom>
                <a:rect b="b" l="l" r="r" t="t"/>
                <a:pathLst>
                  <a:path extrusionOk="0" h="10803" w="6706">
                    <a:moveTo>
                      <a:pt x="3063" y="1"/>
                    </a:moveTo>
                    <a:lnTo>
                      <a:pt x="1" y="1159"/>
                    </a:lnTo>
                    <a:lnTo>
                      <a:pt x="3643" y="10803"/>
                    </a:lnTo>
                    <a:lnTo>
                      <a:pt x="4181" y="8113"/>
                    </a:lnTo>
                    <a:lnTo>
                      <a:pt x="6706" y="9685"/>
                    </a:lnTo>
                    <a:lnTo>
                      <a:pt x="6706" y="9685"/>
                    </a:lnTo>
                    <a:lnTo>
                      <a:pt x="3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26" name="Google Shape;1726;p49"/>
            <p:cNvGrpSpPr/>
            <p:nvPr/>
          </p:nvGrpSpPr>
          <p:grpSpPr>
            <a:xfrm rot="-1497873">
              <a:off x="6478343" y="4144771"/>
              <a:ext cx="834164" cy="798637"/>
              <a:chOff x="5280625" y="3397975"/>
              <a:chExt cx="1638275" cy="1568500"/>
            </a:xfrm>
          </p:grpSpPr>
          <p:sp>
            <p:nvSpPr>
              <p:cNvPr id="1727" name="Google Shape;1727;p49"/>
              <p:cNvSpPr/>
              <p:nvPr/>
            </p:nvSpPr>
            <p:spPr>
              <a:xfrm>
                <a:off x="5573450" y="3808075"/>
                <a:ext cx="1065575" cy="1158400"/>
              </a:xfrm>
              <a:custGeom>
                <a:rect b="b" l="l" r="r" t="t"/>
                <a:pathLst>
                  <a:path extrusionOk="0" h="46336" w="42623">
                    <a:moveTo>
                      <a:pt x="28952" y="1"/>
                    </a:moveTo>
                    <a:lnTo>
                      <a:pt x="28549" y="87"/>
                    </a:lnTo>
                    <a:lnTo>
                      <a:pt x="28175" y="202"/>
                    </a:lnTo>
                    <a:lnTo>
                      <a:pt x="27801" y="404"/>
                    </a:lnTo>
                    <a:lnTo>
                      <a:pt x="27427" y="663"/>
                    </a:lnTo>
                    <a:lnTo>
                      <a:pt x="27024" y="979"/>
                    </a:lnTo>
                    <a:lnTo>
                      <a:pt x="26650" y="1354"/>
                    </a:lnTo>
                    <a:lnTo>
                      <a:pt x="26247" y="1756"/>
                    </a:lnTo>
                    <a:lnTo>
                      <a:pt x="25873" y="2217"/>
                    </a:lnTo>
                    <a:lnTo>
                      <a:pt x="25470" y="2735"/>
                    </a:lnTo>
                    <a:lnTo>
                      <a:pt x="25067" y="3282"/>
                    </a:lnTo>
                    <a:lnTo>
                      <a:pt x="24635" y="3857"/>
                    </a:lnTo>
                    <a:lnTo>
                      <a:pt x="23801" y="5124"/>
                    </a:lnTo>
                    <a:lnTo>
                      <a:pt x="22937" y="6534"/>
                    </a:lnTo>
                    <a:lnTo>
                      <a:pt x="21124" y="9642"/>
                    </a:lnTo>
                    <a:lnTo>
                      <a:pt x="20117" y="11282"/>
                    </a:lnTo>
                    <a:lnTo>
                      <a:pt x="19110" y="12980"/>
                    </a:lnTo>
                    <a:lnTo>
                      <a:pt x="18016" y="14707"/>
                    </a:lnTo>
                    <a:lnTo>
                      <a:pt x="16865" y="16405"/>
                    </a:lnTo>
                    <a:lnTo>
                      <a:pt x="16289" y="17269"/>
                    </a:lnTo>
                    <a:lnTo>
                      <a:pt x="15685" y="18103"/>
                    </a:lnTo>
                    <a:lnTo>
                      <a:pt x="15052" y="18938"/>
                    </a:lnTo>
                    <a:lnTo>
                      <a:pt x="14390" y="19744"/>
                    </a:lnTo>
                    <a:lnTo>
                      <a:pt x="13670" y="20607"/>
                    </a:lnTo>
                    <a:lnTo>
                      <a:pt x="12951" y="21441"/>
                    </a:lnTo>
                    <a:lnTo>
                      <a:pt x="12260" y="22190"/>
                    </a:lnTo>
                    <a:lnTo>
                      <a:pt x="11541" y="22909"/>
                    </a:lnTo>
                    <a:lnTo>
                      <a:pt x="10850" y="23600"/>
                    </a:lnTo>
                    <a:lnTo>
                      <a:pt x="10188" y="24233"/>
                    </a:lnTo>
                    <a:lnTo>
                      <a:pt x="9526" y="24837"/>
                    </a:lnTo>
                    <a:lnTo>
                      <a:pt x="8864" y="25384"/>
                    </a:lnTo>
                    <a:lnTo>
                      <a:pt x="7598" y="26420"/>
                    </a:lnTo>
                    <a:lnTo>
                      <a:pt x="6389" y="27312"/>
                    </a:lnTo>
                    <a:lnTo>
                      <a:pt x="5267" y="28090"/>
                    </a:lnTo>
                    <a:lnTo>
                      <a:pt x="4231" y="28809"/>
                    </a:lnTo>
                    <a:lnTo>
                      <a:pt x="3281" y="29471"/>
                    </a:lnTo>
                    <a:lnTo>
                      <a:pt x="2418" y="30075"/>
                    </a:lnTo>
                    <a:lnTo>
                      <a:pt x="1698" y="30651"/>
                    </a:lnTo>
                    <a:lnTo>
                      <a:pt x="1353" y="30939"/>
                    </a:lnTo>
                    <a:lnTo>
                      <a:pt x="1065" y="31226"/>
                    </a:lnTo>
                    <a:lnTo>
                      <a:pt x="806" y="31514"/>
                    </a:lnTo>
                    <a:lnTo>
                      <a:pt x="576" y="31802"/>
                    </a:lnTo>
                    <a:lnTo>
                      <a:pt x="403" y="32119"/>
                    </a:lnTo>
                    <a:lnTo>
                      <a:pt x="231" y="32435"/>
                    </a:lnTo>
                    <a:lnTo>
                      <a:pt x="115" y="32752"/>
                    </a:lnTo>
                    <a:lnTo>
                      <a:pt x="29" y="33097"/>
                    </a:lnTo>
                    <a:lnTo>
                      <a:pt x="0" y="33442"/>
                    </a:lnTo>
                    <a:lnTo>
                      <a:pt x="0" y="33817"/>
                    </a:lnTo>
                    <a:lnTo>
                      <a:pt x="0" y="34133"/>
                    </a:lnTo>
                    <a:lnTo>
                      <a:pt x="58" y="34450"/>
                    </a:lnTo>
                    <a:lnTo>
                      <a:pt x="144" y="34766"/>
                    </a:lnTo>
                    <a:lnTo>
                      <a:pt x="259" y="35112"/>
                    </a:lnTo>
                    <a:lnTo>
                      <a:pt x="403" y="35428"/>
                    </a:lnTo>
                    <a:lnTo>
                      <a:pt x="605" y="35774"/>
                    </a:lnTo>
                    <a:lnTo>
                      <a:pt x="806" y="36119"/>
                    </a:lnTo>
                    <a:lnTo>
                      <a:pt x="1094" y="36464"/>
                    </a:lnTo>
                    <a:lnTo>
                      <a:pt x="1382" y="36838"/>
                    </a:lnTo>
                    <a:lnTo>
                      <a:pt x="1727" y="37213"/>
                    </a:lnTo>
                    <a:lnTo>
                      <a:pt x="2130" y="37558"/>
                    </a:lnTo>
                    <a:lnTo>
                      <a:pt x="2590" y="37961"/>
                    </a:lnTo>
                    <a:lnTo>
                      <a:pt x="3080" y="38335"/>
                    </a:lnTo>
                    <a:lnTo>
                      <a:pt x="3627" y="38709"/>
                    </a:lnTo>
                    <a:lnTo>
                      <a:pt x="4231" y="39112"/>
                    </a:lnTo>
                    <a:lnTo>
                      <a:pt x="4893" y="39515"/>
                    </a:lnTo>
                    <a:lnTo>
                      <a:pt x="5612" y="39889"/>
                    </a:lnTo>
                    <a:lnTo>
                      <a:pt x="6418" y="40321"/>
                    </a:lnTo>
                    <a:lnTo>
                      <a:pt x="7253" y="40724"/>
                    </a:lnTo>
                    <a:lnTo>
                      <a:pt x="8174" y="41126"/>
                    </a:lnTo>
                    <a:lnTo>
                      <a:pt x="9152" y="41558"/>
                    </a:lnTo>
                    <a:lnTo>
                      <a:pt x="10217" y="41961"/>
                    </a:lnTo>
                    <a:lnTo>
                      <a:pt x="11339" y="42393"/>
                    </a:lnTo>
                    <a:lnTo>
                      <a:pt x="12548" y="42824"/>
                    </a:lnTo>
                    <a:lnTo>
                      <a:pt x="13843" y="43256"/>
                    </a:lnTo>
                    <a:lnTo>
                      <a:pt x="15196" y="43688"/>
                    </a:lnTo>
                    <a:lnTo>
                      <a:pt x="16635" y="44120"/>
                    </a:lnTo>
                    <a:lnTo>
                      <a:pt x="18160" y="44551"/>
                    </a:lnTo>
                    <a:lnTo>
                      <a:pt x="19800" y="45012"/>
                    </a:lnTo>
                    <a:lnTo>
                      <a:pt x="21498" y="45443"/>
                    </a:lnTo>
                    <a:lnTo>
                      <a:pt x="23283" y="45904"/>
                    </a:lnTo>
                    <a:lnTo>
                      <a:pt x="25153" y="46336"/>
                    </a:lnTo>
                    <a:lnTo>
                      <a:pt x="25959" y="45904"/>
                    </a:lnTo>
                    <a:lnTo>
                      <a:pt x="26823" y="45415"/>
                    </a:lnTo>
                    <a:lnTo>
                      <a:pt x="27744" y="44839"/>
                    </a:lnTo>
                    <a:lnTo>
                      <a:pt x="28722" y="44206"/>
                    </a:lnTo>
                    <a:lnTo>
                      <a:pt x="29729" y="43486"/>
                    </a:lnTo>
                    <a:lnTo>
                      <a:pt x="30794" y="42681"/>
                    </a:lnTo>
                    <a:lnTo>
                      <a:pt x="31859" y="41817"/>
                    </a:lnTo>
                    <a:lnTo>
                      <a:pt x="32924" y="40839"/>
                    </a:lnTo>
                    <a:lnTo>
                      <a:pt x="33989" y="39803"/>
                    </a:lnTo>
                    <a:lnTo>
                      <a:pt x="34536" y="39256"/>
                    </a:lnTo>
                    <a:lnTo>
                      <a:pt x="35054" y="38680"/>
                    </a:lnTo>
                    <a:lnTo>
                      <a:pt x="35572" y="38076"/>
                    </a:lnTo>
                    <a:lnTo>
                      <a:pt x="36090" y="37472"/>
                    </a:lnTo>
                    <a:lnTo>
                      <a:pt x="36608" y="36838"/>
                    </a:lnTo>
                    <a:lnTo>
                      <a:pt x="37097" y="36176"/>
                    </a:lnTo>
                    <a:lnTo>
                      <a:pt x="37557" y="35486"/>
                    </a:lnTo>
                    <a:lnTo>
                      <a:pt x="38018" y="34766"/>
                    </a:lnTo>
                    <a:lnTo>
                      <a:pt x="38478" y="34047"/>
                    </a:lnTo>
                    <a:lnTo>
                      <a:pt x="38910" y="33299"/>
                    </a:lnTo>
                    <a:lnTo>
                      <a:pt x="39342" y="32493"/>
                    </a:lnTo>
                    <a:lnTo>
                      <a:pt x="39745" y="31687"/>
                    </a:lnTo>
                    <a:lnTo>
                      <a:pt x="40119" y="30881"/>
                    </a:lnTo>
                    <a:lnTo>
                      <a:pt x="40464" y="30018"/>
                    </a:lnTo>
                    <a:lnTo>
                      <a:pt x="40896" y="28809"/>
                    </a:lnTo>
                    <a:lnTo>
                      <a:pt x="41299" y="27600"/>
                    </a:lnTo>
                    <a:lnTo>
                      <a:pt x="41615" y="26392"/>
                    </a:lnTo>
                    <a:lnTo>
                      <a:pt x="41903" y="25154"/>
                    </a:lnTo>
                    <a:lnTo>
                      <a:pt x="42133" y="23945"/>
                    </a:lnTo>
                    <a:lnTo>
                      <a:pt x="42335" y="22708"/>
                    </a:lnTo>
                    <a:lnTo>
                      <a:pt x="42479" y="21499"/>
                    </a:lnTo>
                    <a:lnTo>
                      <a:pt x="42565" y="20290"/>
                    </a:lnTo>
                    <a:lnTo>
                      <a:pt x="42623" y="19082"/>
                    </a:lnTo>
                    <a:lnTo>
                      <a:pt x="42623" y="17873"/>
                    </a:lnTo>
                    <a:lnTo>
                      <a:pt x="42594" y="16693"/>
                    </a:lnTo>
                    <a:lnTo>
                      <a:pt x="42536" y="15542"/>
                    </a:lnTo>
                    <a:lnTo>
                      <a:pt x="42450" y="14419"/>
                    </a:lnTo>
                    <a:lnTo>
                      <a:pt x="42335" y="13297"/>
                    </a:lnTo>
                    <a:lnTo>
                      <a:pt x="42162" y="12232"/>
                    </a:lnTo>
                    <a:lnTo>
                      <a:pt x="41989" y="11167"/>
                    </a:lnTo>
                    <a:lnTo>
                      <a:pt x="41759" y="10160"/>
                    </a:lnTo>
                    <a:lnTo>
                      <a:pt x="41529" y="9182"/>
                    </a:lnTo>
                    <a:lnTo>
                      <a:pt x="41270" y="8232"/>
                    </a:lnTo>
                    <a:lnTo>
                      <a:pt x="41011" y="7340"/>
                    </a:lnTo>
                    <a:lnTo>
                      <a:pt x="40694" y="6505"/>
                    </a:lnTo>
                    <a:lnTo>
                      <a:pt x="40378" y="5699"/>
                    </a:lnTo>
                    <a:lnTo>
                      <a:pt x="40061" y="4951"/>
                    </a:lnTo>
                    <a:lnTo>
                      <a:pt x="39716" y="4260"/>
                    </a:lnTo>
                    <a:lnTo>
                      <a:pt x="39370" y="3627"/>
                    </a:lnTo>
                    <a:lnTo>
                      <a:pt x="39025" y="3080"/>
                    </a:lnTo>
                    <a:lnTo>
                      <a:pt x="38651" y="2562"/>
                    </a:lnTo>
                    <a:lnTo>
                      <a:pt x="38277" y="2131"/>
                    </a:lnTo>
                    <a:lnTo>
                      <a:pt x="37903" y="1756"/>
                    </a:lnTo>
                    <a:lnTo>
                      <a:pt x="37529" y="1469"/>
                    </a:lnTo>
                    <a:lnTo>
                      <a:pt x="37154" y="1267"/>
                    </a:lnTo>
                    <a:lnTo>
                      <a:pt x="36982" y="1181"/>
                    </a:lnTo>
                    <a:lnTo>
                      <a:pt x="36780" y="1123"/>
                    </a:lnTo>
                    <a:lnTo>
                      <a:pt x="35802" y="922"/>
                    </a:lnTo>
                    <a:lnTo>
                      <a:pt x="34536" y="692"/>
                    </a:lnTo>
                    <a:lnTo>
                      <a:pt x="33384" y="490"/>
                    </a:lnTo>
                    <a:lnTo>
                      <a:pt x="31399" y="202"/>
                    </a:lnTo>
                    <a:lnTo>
                      <a:pt x="29988" y="59"/>
                    </a:lnTo>
                    <a:lnTo>
                      <a:pt x="293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49"/>
              <p:cNvSpPr/>
              <p:nvPr/>
            </p:nvSpPr>
            <p:spPr>
              <a:xfrm>
                <a:off x="5300050" y="4349125"/>
                <a:ext cx="701500" cy="433175"/>
              </a:xfrm>
              <a:custGeom>
                <a:rect b="b" l="l" r="r" t="t"/>
                <a:pathLst>
                  <a:path extrusionOk="0" h="17327" w="28060">
                    <a:moveTo>
                      <a:pt x="7310" y="1"/>
                    </a:moveTo>
                    <a:lnTo>
                      <a:pt x="6735" y="30"/>
                    </a:lnTo>
                    <a:lnTo>
                      <a:pt x="6188" y="59"/>
                    </a:lnTo>
                    <a:lnTo>
                      <a:pt x="5612" y="116"/>
                    </a:lnTo>
                    <a:lnTo>
                      <a:pt x="5094" y="174"/>
                    </a:lnTo>
                    <a:lnTo>
                      <a:pt x="4576" y="289"/>
                    </a:lnTo>
                    <a:lnTo>
                      <a:pt x="4087" y="375"/>
                    </a:lnTo>
                    <a:lnTo>
                      <a:pt x="3626" y="519"/>
                    </a:lnTo>
                    <a:lnTo>
                      <a:pt x="3195" y="663"/>
                    </a:lnTo>
                    <a:lnTo>
                      <a:pt x="2763" y="836"/>
                    </a:lnTo>
                    <a:lnTo>
                      <a:pt x="2389" y="1037"/>
                    </a:lnTo>
                    <a:lnTo>
                      <a:pt x="2015" y="1238"/>
                    </a:lnTo>
                    <a:lnTo>
                      <a:pt x="1669" y="1469"/>
                    </a:lnTo>
                    <a:lnTo>
                      <a:pt x="1353" y="1728"/>
                    </a:lnTo>
                    <a:lnTo>
                      <a:pt x="1065" y="1987"/>
                    </a:lnTo>
                    <a:lnTo>
                      <a:pt x="806" y="2275"/>
                    </a:lnTo>
                    <a:lnTo>
                      <a:pt x="605" y="2562"/>
                    </a:lnTo>
                    <a:lnTo>
                      <a:pt x="403" y="2908"/>
                    </a:lnTo>
                    <a:lnTo>
                      <a:pt x="259" y="3224"/>
                    </a:lnTo>
                    <a:lnTo>
                      <a:pt x="144" y="3598"/>
                    </a:lnTo>
                    <a:lnTo>
                      <a:pt x="58" y="3944"/>
                    </a:lnTo>
                    <a:lnTo>
                      <a:pt x="0" y="4318"/>
                    </a:lnTo>
                    <a:lnTo>
                      <a:pt x="0" y="4721"/>
                    </a:lnTo>
                    <a:lnTo>
                      <a:pt x="29" y="5095"/>
                    </a:lnTo>
                    <a:lnTo>
                      <a:pt x="87" y="5498"/>
                    </a:lnTo>
                    <a:lnTo>
                      <a:pt x="173" y="5901"/>
                    </a:lnTo>
                    <a:lnTo>
                      <a:pt x="317" y="6304"/>
                    </a:lnTo>
                    <a:lnTo>
                      <a:pt x="461" y="6707"/>
                    </a:lnTo>
                    <a:lnTo>
                      <a:pt x="662" y="7109"/>
                    </a:lnTo>
                    <a:lnTo>
                      <a:pt x="864" y="7512"/>
                    </a:lnTo>
                    <a:lnTo>
                      <a:pt x="1123" y="7944"/>
                    </a:lnTo>
                    <a:lnTo>
                      <a:pt x="1410" y="8347"/>
                    </a:lnTo>
                    <a:lnTo>
                      <a:pt x="1698" y="8779"/>
                    </a:lnTo>
                    <a:lnTo>
                      <a:pt x="2043" y="9182"/>
                    </a:lnTo>
                    <a:lnTo>
                      <a:pt x="2418" y="9613"/>
                    </a:lnTo>
                    <a:lnTo>
                      <a:pt x="2792" y="10016"/>
                    </a:lnTo>
                    <a:lnTo>
                      <a:pt x="3223" y="10419"/>
                    </a:lnTo>
                    <a:lnTo>
                      <a:pt x="3655" y="10822"/>
                    </a:lnTo>
                    <a:lnTo>
                      <a:pt x="4116" y="11225"/>
                    </a:lnTo>
                    <a:lnTo>
                      <a:pt x="4605" y="11628"/>
                    </a:lnTo>
                    <a:lnTo>
                      <a:pt x="5123" y="12031"/>
                    </a:lnTo>
                    <a:lnTo>
                      <a:pt x="5670" y="12405"/>
                    </a:lnTo>
                    <a:lnTo>
                      <a:pt x="6216" y="12779"/>
                    </a:lnTo>
                    <a:lnTo>
                      <a:pt x="6792" y="13153"/>
                    </a:lnTo>
                    <a:lnTo>
                      <a:pt x="7396" y="13498"/>
                    </a:lnTo>
                    <a:lnTo>
                      <a:pt x="8001" y="13844"/>
                    </a:lnTo>
                    <a:lnTo>
                      <a:pt x="8663" y="14189"/>
                    </a:lnTo>
                    <a:lnTo>
                      <a:pt x="9296" y="14506"/>
                    </a:lnTo>
                    <a:lnTo>
                      <a:pt x="9987" y="14822"/>
                    </a:lnTo>
                    <a:lnTo>
                      <a:pt x="10677" y="15139"/>
                    </a:lnTo>
                    <a:lnTo>
                      <a:pt x="11368" y="15427"/>
                    </a:lnTo>
                    <a:lnTo>
                      <a:pt x="12087" y="15686"/>
                    </a:lnTo>
                    <a:lnTo>
                      <a:pt x="12807" y="15945"/>
                    </a:lnTo>
                    <a:lnTo>
                      <a:pt x="13498" y="16175"/>
                    </a:lnTo>
                    <a:lnTo>
                      <a:pt x="14217" y="16376"/>
                    </a:lnTo>
                    <a:lnTo>
                      <a:pt x="14908" y="16578"/>
                    </a:lnTo>
                    <a:lnTo>
                      <a:pt x="15599" y="16722"/>
                    </a:lnTo>
                    <a:lnTo>
                      <a:pt x="16260" y="16866"/>
                    </a:lnTo>
                    <a:lnTo>
                      <a:pt x="16951" y="17009"/>
                    </a:lnTo>
                    <a:lnTo>
                      <a:pt x="17613" y="17096"/>
                    </a:lnTo>
                    <a:lnTo>
                      <a:pt x="18275" y="17182"/>
                    </a:lnTo>
                    <a:lnTo>
                      <a:pt x="18908" y="17268"/>
                    </a:lnTo>
                    <a:lnTo>
                      <a:pt x="19541" y="17297"/>
                    </a:lnTo>
                    <a:lnTo>
                      <a:pt x="20146" y="17326"/>
                    </a:lnTo>
                    <a:lnTo>
                      <a:pt x="21326" y="17326"/>
                    </a:lnTo>
                    <a:lnTo>
                      <a:pt x="21901" y="17297"/>
                    </a:lnTo>
                    <a:lnTo>
                      <a:pt x="22448" y="17240"/>
                    </a:lnTo>
                    <a:lnTo>
                      <a:pt x="22966" y="17153"/>
                    </a:lnTo>
                    <a:lnTo>
                      <a:pt x="23484" y="17067"/>
                    </a:lnTo>
                    <a:lnTo>
                      <a:pt x="23973" y="16952"/>
                    </a:lnTo>
                    <a:lnTo>
                      <a:pt x="24434" y="16808"/>
                    </a:lnTo>
                    <a:lnTo>
                      <a:pt x="24894" y="16664"/>
                    </a:lnTo>
                    <a:lnTo>
                      <a:pt x="25297" y="16491"/>
                    </a:lnTo>
                    <a:lnTo>
                      <a:pt x="25700" y="16290"/>
                    </a:lnTo>
                    <a:lnTo>
                      <a:pt x="26074" y="16089"/>
                    </a:lnTo>
                    <a:lnTo>
                      <a:pt x="26391" y="15858"/>
                    </a:lnTo>
                    <a:lnTo>
                      <a:pt x="26707" y="15628"/>
                    </a:lnTo>
                    <a:lnTo>
                      <a:pt x="26995" y="15340"/>
                    </a:lnTo>
                    <a:lnTo>
                      <a:pt x="27254" y="15052"/>
                    </a:lnTo>
                    <a:lnTo>
                      <a:pt x="27456" y="14765"/>
                    </a:lnTo>
                    <a:lnTo>
                      <a:pt x="27657" y="14448"/>
                    </a:lnTo>
                    <a:lnTo>
                      <a:pt x="27801" y="14103"/>
                    </a:lnTo>
                    <a:lnTo>
                      <a:pt x="27945" y="13757"/>
                    </a:lnTo>
                    <a:lnTo>
                      <a:pt x="28002" y="13383"/>
                    </a:lnTo>
                    <a:lnTo>
                      <a:pt x="28060" y="13009"/>
                    </a:lnTo>
                    <a:lnTo>
                      <a:pt x="28060" y="12635"/>
                    </a:lnTo>
                    <a:lnTo>
                      <a:pt x="28031" y="12232"/>
                    </a:lnTo>
                    <a:lnTo>
                      <a:pt x="27974" y="11858"/>
                    </a:lnTo>
                    <a:lnTo>
                      <a:pt x="27887" y="11455"/>
                    </a:lnTo>
                    <a:lnTo>
                      <a:pt x="27772" y="11052"/>
                    </a:lnTo>
                    <a:lnTo>
                      <a:pt x="27600" y="10649"/>
                    </a:lnTo>
                    <a:lnTo>
                      <a:pt x="27427" y="10218"/>
                    </a:lnTo>
                    <a:lnTo>
                      <a:pt x="27197" y="9815"/>
                    </a:lnTo>
                    <a:lnTo>
                      <a:pt x="26938" y="9383"/>
                    </a:lnTo>
                    <a:lnTo>
                      <a:pt x="26679" y="8980"/>
                    </a:lnTo>
                    <a:lnTo>
                      <a:pt x="26362" y="8577"/>
                    </a:lnTo>
                    <a:lnTo>
                      <a:pt x="26017" y="8145"/>
                    </a:lnTo>
                    <a:lnTo>
                      <a:pt x="25671" y="7743"/>
                    </a:lnTo>
                    <a:lnTo>
                      <a:pt x="25268" y="7311"/>
                    </a:lnTo>
                    <a:lnTo>
                      <a:pt x="24866" y="6908"/>
                    </a:lnTo>
                    <a:lnTo>
                      <a:pt x="24405" y="6505"/>
                    </a:lnTo>
                    <a:lnTo>
                      <a:pt x="23945" y="6102"/>
                    </a:lnTo>
                    <a:lnTo>
                      <a:pt x="23455" y="5699"/>
                    </a:lnTo>
                    <a:lnTo>
                      <a:pt x="22937" y="5325"/>
                    </a:lnTo>
                    <a:lnTo>
                      <a:pt x="22419" y="4922"/>
                    </a:lnTo>
                    <a:lnTo>
                      <a:pt x="21844" y="4548"/>
                    </a:lnTo>
                    <a:lnTo>
                      <a:pt x="21268" y="4203"/>
                    </a:lnTo>
                    <a:lnTo>
                      <a:pt x="20664" y="3829"/>
                    </a:lnTo>
                    <a:lnTo>
                      <a:pt x="20059" y="3483"/>
                    </a:lnTo>
                    <a:lnTo>
                      <a:pt x="19426" y="3138"/>
                    </a:lnTo>
                    <a:lnTo>
                      <a:pt x="18764" y="2821"/>
                    </a:lnTo>
                    <a:lnTo>
                      <a:pt x="18102" y="2505"/>
                    </a:lnTo>
                    <a:lnTo>
                      <a:pt x="17412" y="2217"/>
                    </a:lnTo>
                    <a:lnTo>
                      <a:pt x="16692" y="1900"/>
                    </a:lnTo>
                    <a:lnTo>
                      <a:pt x="15973" y="1641"/>
                    </a:lnTo>
                    <a:lnTo>
                      <a:pt x="15282" y="1382"/>
                    </a:lnTo>
                    <a:lnTo>
                      <a:pt x="14563" y="1152"/>
                    </a:lnTo>
                    <a:lnTo>
                      <a:pt x="13872" y="951"/>
                    </a:lnTo>
                    <a:lnTo>
                      <a:pt x="13181" y="778"/>
                    </a:lnTo>
                    <a:lnTo>
                      <a:pt x="12490" y="605"/>
                    </a:lnTo>
                    <a:lnTo>
                      <a:pt x="11800" y="461"/>
                    </a:lnTo>
                    <a:lnTo>
                      <a:pt x="11138" y="318"/>
                    </a:lnTo>
                    <a:lnTo>
                      <a:pt x="10447" y="231"/>
                    </a:lnTo>
                    <a:lnTo>
                      <a:pt x="9814" y="145"/>
                    </a:lnTo>
                    <a:lnTo>
                      <a:pt x="9181" y="87"/>
                    </a:lnTo>
                    <a:lnTo>
                      <a:pt x="8548" y="30"/>
                    </a:lnTo>
                    <a:lnTo>
                      <a:pt x="791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49"/>
              <p:cNvSpPr/>
              <p:nvPr/>
            </p:nvSpPr>
            <p:spPr>
              <a:xfrm>
                <a:off x="5280625" y="4067100"/>
                <a:ext cx="428100" cy="595750"/>
              </a:xfrm>
              <a:custGeom>
                <a:rect b="b" l="l" r="r" t="t"/>
                <a:pathLst>
                  <a:path extrusionOk="0" h="23830" w="17124">
                    <a:moveTo>
                      <a:pt x="11167" y="0"/>
                    </a:moveTo>
                    <a:lnTo>
                      <a:pt x="10764" y="29"/>
                    </a:lnTo>
                    <a:lnTo>
                      <a:pt x="10361" y="58"/>
                    </a:lnTo>
                    <a:lnTo>
                      <a:pt x="9929" y="144"/>
                    </a:lnTo>
                    <a:lnTo>
                      <a:pt x="9526" y="260"/>
                    </a:lnTo>
                    <a:lnTo>
                      <a:pt x="9123" y="375"/>
                    </a:lnTo>
                    <a:lnTo>
                      <a:pt x="8691" y="547"/>
                    </a:lnTo>
                    <a:lnTo>
                      <a:pt x="8289" y="720"/>
                    </a:lnTo>
                    <a:lnTo>
                      <a:pt x="7886" y="921"/>
                    </a:lnTo>
                    <a:lnTo>
                      <a:pt x="7454" y="1180"/>
                    </a:lnTo>
                    <a:lnTo>
                      <a:pt x="7051" y="1439"/>
                    </a:lnTo>
                    <a:lnTo>
                      <a:pt x="6648" y="1698"/>
                    </a:lnTo>
                    <a:lnTo>
                      <a:pt x="6245" y="2015"/>
                    </a:lnTo>
                    <a:lnTo>
                      <a:pt x="5871" y="2360"/>
                    </a:lnTo>
                    <a:lnTo>
                      <a:pt x="5468" y="2706"/>
                    </a:lnTo>
                    <a:lnTo>
                      <a:pt x="5094" y="3080"/>
                    </a:lnTo>
                    <a:lnTo>
                      <a:pt x="4720" y="3483"/>
                    </a:lnTo>
                    <a:lnTo>
                      <a:pt x="4346" y="3886"/>
                    </a:lnTo>
                    <a:lnTo>
                      <a:pt x="4000" y="4317"/>
                    </a:lnTo>
                    <a:lnTo>
                      <a:pt x="3655" y="4778"/>
                    </a:lnTo>
                    <a:lnTo>
                      <a:pt x="3310" y="5238"/>
                    </a:lnTo>
                    <a:lnTo>
                      <a:pt x="2993" y="5756"/>
                    </a:lnTo>
                    <a:lnTo>
                      <a:pt x="2677" y="6246"/>
                    </a:lnTo>
                    <a:lnTo>
                      <a:pt x="2360" y="6792"/>
                    </a:lnTo>
                    <a:lnTo>
                      <a:pt x="2072" y="7339"/>
                    </a:lnTo>
                    <a:lnTo>
                      <a:pt x="1813" y="7886"/>
                    </a:lnTo>
                    <a:lnTo>
                      <a:pt x="1554" y="8462"/>
                    </a:lnTo>
                    <a:lnTo>
                      <a:pt x="1295" y="9066"/>
                    </a:lnTo>
                    <a:lnTo>
                      <a:pt x="1065" y="9670"/>
                    </a:lnTo>
                    <a:lnTo>
                      <a:pt x="864" y="10246"/>
                    </a:lnTo>
                    <a:lnTo>
                      <a:pt x="691" y="10850"/>
                    </a:lnTo>
                    <a:lnTo>
                      <a:pt x="518" y="11455"/>
                    </a:lnTo>
                    <a:lnTo>
                      <a:pt x="403" y="12030"/>
                    </a:lnTo>
                    <a:lnTo>
                      <a:pt x="288" y="12635"/>
                    </a:lnTo>
                    <a:lnTo>
                      <a:pt x="173" y="13210"/>
                    </a:lnTo>
                    <a:lnTo>
                      <a:pt x="86" y="13786"/>
                    </a:lnTo>
                    <a:lnTo>
                      <a:pt x="29" y="14361"/>
                    </a:lnTo>
                    <a:lnTo>
                      <a:pt x="0" y="14908"/>
                    </a:lnTo>
                    <a:lnTo>
                      <a:pt x="0" y="15484"/>
                    </a:lnTo>
                    <a:lnTo>
                      <a:pt x="0" y="16002"/>
                    </a:lnTo>
                    <a:lnTo>
                      <a:pt x="29" y="16549"/>
                    </a:lnTo>
                    <a:lnTo>
                      <a:pt x="58" y="17067"/>
                    </a:lnTo>
                    <a:lnTo>
                      <a:pt x="115" y="17585"/>
                    </a:lnTo>
                    <a:lnTo>
                      <a:pt x="202" y="18074"/>
                    </a:lnTo>
                    <a:lnTo>
                      <a:pt x="317" y="18563"/>
                    </a:lnTo>
                    <a:lnTo>
                      <a:pt x="432" y="19024"/>
                    </a:lnTo>
                    <a:lnTo>
                      <a:pt x="576" y="19484"/>
                    </a:lnTo>
                    <a:lnTo>
                      <a:pt x="720" y="19916"/>
                    </a:lnTo>
                    <a:lnTo>
                      <a:pt x="892" y="20319"/>
                    </a:lnTo>
                    <a:lnTo>
                      <a:pt x="1094" y="20722"/>
                    </a:lnTo>
                    <a:lnTo>
                      <a:pt x="1295" y="21096"/>
                    </a:lnTo>
                    <a:lnTo>
                      <a:pt x="1525" y="21470"/>
                    </a:lnTo>
                    <a:lnTo>
                      <a:pt x="1784" y="21815"/>
                    </a:lnTo>
                    <a:lnTo>
                      <a:pt x="2043" y="22132"/>
                    </a:lnTo>
                    <a:lnTo>
                      <a:pt x="2331" y="22420"/>
                    </a:lnTo>
                    <a:lnTo>
                      <a:pt x="2619" y="22679"/>
                    </a:lnTo>
                    <a:lnTo>
                      <a:pt x="2936" y="22909"/>
                    </a:lnTo>
                    <a:lnTo>
                      <a:pt x="3281" y="23139"/>
                    </a:lnTo>
                    <a:lnTo>
                      <a:pt x="3626" y="23340"/>
                    </a:lnTo>
                    <a:lnTo>
                      <a:pt x="4000" y="23484"/>
                    </a:lnTo>
                    <a:lnTo>
                      <a:pt x="4375" y="23628"/>
                    </a:lnTo>
                    <a:lnTo>
                      <a:pt x="4777" y="23715"/>
                    </a:lnTo>
                    <a:lnTo>
                      <a:pt x="5152" y="23801"/>
                    </a:lnTo>
                    <a:lnTo>
                      <a:pt x="5555" y="23830"/>
                    </a:lnTo>
                    <a:lnTo>
                      <a:pt x="6360" y="23830"/>
                    </a:lnTo>
                    <a:lnTo>
                      <a:pt x="6763" y="23772"/>
                    </a:lnTo>
                    <a:lnTo>
                      <a:pt x="7195" y="23686"/>
                    </a:lnTo>
                    <a:lnTo>
                      <a:pt x="7598" y="23599"/>
                    </a:lnTo>
                    <a:lnTo>
                      <a:pt x="8001" y="23456"/>
                    </a:lnTo>
                    <a:lnTo>
                      <a:pt x="8432" y="23312"/>
                    </a:lnTo>
                    <a:lnTo>
                      <a:pt x="8835" y="23110"/>
                    </a:lnTo>
                    <a:lnTo>
                      <a:pt x="9238" y="22909"/>
                    </a:lnTo>
                    <a:lnTo>
                      <a:pt x="9670" y="22679"/>
                    </a:lnTo>
                    <a:lnTo>
                      <a:pt x="10073" y="22420"/>
                    </a:lnTo>
                    <a:lnTo>
                      <a:pt x="10476" y="22132"/>
                    </a:lnTo>
                    <a:lnTo>
                      <a:pt x="10879" y="21815"/>
                    </a:lnTo>
                    <a:lnTo>
                      <a:pt x="11253" y="21499"/>
                    </a:lnTo>
                    <a:lnTo>
                      <a:pt x="11656" y="21124"/>
                    </a:lnTo>
                    <a:lnTo>
                      <a:pt x="12030" y="20750"/>
                    </a:lnTo>
                    <a:lnTo>
                      <a:pt x="12404" y="20376"/>
                    </a:lnTo>
                    <a:lnTo>
                      <a:pt x="12778" y="19945"/>
                    </a:lnTo>
                    <a:lnTo>
                      <a:pt x="13123" y="19513"/>
                    </a:lnTo>
                    <a:lnTo>
                      <a:pt x="13469" y="19052"/>
                    </a:lnTo>
                    <a:lnTo>
                      <a:pt x="13814" y="18592"/>
                    </a:lnTo>
                    <a:lnTo>
                      <a:pt x="14131" y="18103"/>
                    </a:lnTo>
                    <a:lnTo>
                      <a:pt x="14447" y="17585"/>
                    </a:lnTo>
                    <a:lnTo>
                      <a:pt x="14764" y="17038"/>
                    </a:lnTo>
                    <a:lnTo>
                      <a:pt x="15052" y="16520"/>
                    </a:lnTo>
                    <a:lnTo>
                      <a:pt x="15311" y="15944"/>
                    </a:lnTo>
                    <a:lnTo>
                      <a:pt x="15570" y="15369"/>
                    </a:lnTo>
                    <a:lnTo>
                      <a:pt x="15829" y="14764"/>
                    </a:lnTo>
                    <a:lnTo>
                      <a:pt x="16030" y="14189"/>
                    </a:lnTo>
                    <a:lnTo>
                      <a:pt x="16260" y="13584"/>
                    </a:lnTo>
                    <a:lnTo>
                      <a:pt x="16433" y="12980"/>
                    </a:lnTo>
                    <a:lnTo>
                      <a:pt x="16577" y="12376"/>
                    </a:lnTo>
                    <a:lnTo>
                      <a:pt x="16721" y="11800"/>
                    </a:lnTo>
                    <a:lnTo>
                      <a:pt x="16836" y="11196"/>
                    </a:lnTo>
                    <a:lnTo>
                      <a:pt x="16951" y="10620"/>
                    </a:lnTo>
                    <a:lnTo>
                      <a:pt x="17009" y="10044"/>
                    </a:lnTo>
                    <a:lnTo>
                      <a:pt x="17066" y="9469"/>
                    </a:lnTo>
                    <a:lnTo>
                      <a:pt x="17124" y="8922"/>
                    </a:lnTo>
                    <a:lnTo>
                      <a:pt x="17124" y="8375"/>
                    </a:lnTo>
                    <a:lnTo>
                      <a:pt x="17124" y="7828"/>
                    </a:lnTo>
                    <a:lnTo>
                      <a:pt x="17095" y="7282"/>
                    </a:lnTo>
                    <a:lnTo>
                      <a:pt x="17066" y="6764"/>
                    </a:lnTo>
                    <a:lnTo>
                      <a:pt x="17009" y="6246"/>
                    </a:lnTo>
                    <a:lnTo>
                      <a:pt x="16922" y="5756"/>
                    </a:lnTo>
                    <a:lnTo>
                      <a:pt x="16807" y="5267"/>
                    </a:lnTo>
                    <a:lnTo>
                      <a:pt x="16692" y="4807"/>
                    </a:lnTo>
                    <a:lnTo>
                      <a:pt x="16548" y="4346"/>
                    </a:lnTo>
                    <a:lnTo>
                      <a:pt x="16404" y="3914"/>
                    </a:lnTo>
                    <a:lnTo>
                      <a:pt x="16232" y="3512"/>
                    </a:lnTo>
                    <a:lnTo>
                      <a:pt x="16030" y="3109"/>
                    </a:lnTo>
                    <a:lnTo>
                      <a:pt x="15829" y="2735"/>
                    </a:lnTo>
                    <a:lnTo>
                      <a:pt x="15599" y="2360"/>
                    </a:lnTo>
                    <a:lnTo>
                      <a:pt x="15340" y="2044"/>
                    </a:lnTo>
                    <a:lnTo>
                      <a:pt x="15080" y="1727"/>
                    </a:lnTo>
                    <a:lnTo>
                      <a:pt x="14793" y="1411"/>
                    </a:lnTo>
                    <a:lnTo>
                      <a:pt x="14505" y="1152"/>
                    </a:lnTo>
                    <a:lnTo>
                      <a:pt x="14188" y="921"/>
                    </a:lnTo>
                    <a:lnTo>
                      <a:pt x="13843" y="691"/>
                    </a:lnTo>
                    <a:lnTo>
                      <a:pt x="13498" y="519"/>
                    </a:lnTo>
                    <a:lnTo>
                      <a:pt x="13123" y="346"/>
                    </a:lnTo>
                    <a:lnTo>
                      <a:pt x="12749" y="202"/>
                    </a:lnTo>
                    <a:lnTo>
                      <a:pt x="12346" y="116"/>
                    </a:lnTo>
                    <a:lnTo>
                      <a:pt x="11972" y="29"/>
                    </a:lnTo>
                    <a:lnTo>
                      <a:pt x="115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49"/>
              <p:cNvSpPr/>
              <p:nvPr/>
            </p:nvSpPr>
            <p:spPr>
              <a:xfrm>
                <a:off x="6021675" y="3397975"/>
                <a:ext cx="714475" cy="644675"/>
              </a:xfrm>
              <a:custGeom>
                <a:rect b="b" l="l" r="r" t="t"/>
                <a:pathLst>
                  <a:path extrusionOk="0" h="25787" w="28579">
                    <a:moveTo>
                      <a:pt x="20722" y="1"/>
                    </a:moveTo>
                    <a:lnTo>
                      <a:pt x="20175" y="30"/>
                    </a:lnTo>
                    <a:lnTo>
                      <a:pt x="19600" y="87"/>
                    </a:lnTo>
                    <a:lnTo>
                      <a:pt x="19024" y="145"/>
                    </a:lnTo>
                    <a:lnTo>
                      <a:pt x="18420" y="260"/>
                    </a:lnTo>
                    <a:lnTo>
                      <a:pt x="17815" y="404"/>
                    </a:lnTo>
                    <a:lnTo>
                      <a:pt x="17211" y="576"/>
                    </a:lnTo>
                    <a:lnTo>
                      <a:pt x="16578" y="778"/>
                    </a:lnTo>
                    <a:lnTo>
                      <a:pt x="15945" y="1008"/>
                    </a:lnTo>
                    <a:lnTo>
                      <a:pt x="15311" y="1267"/>
                    </a:lnTo>
                    <a:lnTo>
                      <a:pt x="14678" y="1555"/>
                    </a:lnTo>
                    <a:lnTo>
                      <a:pt x="14016" y="1871"/>
                    </a:lnTo>
                    <a:lnTo>
                      <a:pt x="13383" y="2188"/>
                    </a:lnTo>
                    <a:lnTo>
                      <a:pt x="12721" y="2562"/>
                    </a:lnTo>
                    <a:lnTo>
                      <a:pt x="12088" y="2965"/>
                    </a:lnTo>
                    <a:lnTo>
                      <a:pt x="11426" y="3368"/>
                    </a:lnTo>
                    <a:lnTo>
                      <a:pt x="10793" y="3828"/>
                    </a:lnTo>
                    <a:lnTo>
                      <a:pt x="10131" y="4289"/>
                    </a:lnTo>
                    <a:lnTo>
                      <a:pt x="9498" y="4807"/>
                    </a:lnTo>
                    <a:lnTo>
                      <a:pt x="8836" y="5325"/>
                    </a:lnTo>
                    <a:lnTo>
                      <a:pt x="8203" y="5872"/>
                    </a:lnTo>
                    <a:lnTo>
                      <a:pt x="7599" y="6447"/>
                    </a:lnTo>
                    <a:lnTo>
                      <a:pt x="6965" y="7052"/>
                    </a:lnTo>
                    <a:lnTo>
                      <a:pt x="6361" y="7685"/>
                    </a:lnTo>
                    <a:lnTo>
                      <a:pt x="5642" y="7541"/>
                    </a:lnTo>
                    <a:lnTo>
                      <a:pt x="4922" y="7426"/>
                    </a:lnTo>
                    <a:lnTo>
                      <a:pt x="4174" y="7368"/>
                    </a:lnTo>
                    <a:lnTo>
                      <a:pt x="3800" y="7340"/>
                    </a:lnTo>
                    <a:lnTo>
                      <a:pt x="3426" y="7340"/>
                    </a:lnTo>
                    <a:lnTo>
                      <a:pt x="3080" y="7368"/>
                    </a:lnTo>
                    <a:lnTo>
                      <a:pt x="2706" y="7426"/>
                    </a:lnTo>
                    <a:lnTo>
                      <a:pt x="2390" y="7483"/>
                    </a:lnTo>
                    <a:lnTo>
                      <a:pt x="2044" y="7599"/>
                    </a:lnTo>
                    <a:lnTo>
                      <a:pt x="1756" y="7714"/>
                    </a:lnTo>
                    <a:lnTo>
                      <a:pt x="1469" y="7858"/>
                    </a:lnTo>
                    <a:lnTo>
                      <a:pt x="1181" y="8059"/>
                    </a:lnTo>
                    <a:lnTo>
                      <a:pt x="951" y="8260"/>
                    </a:lnTo>
                    <a:lnTo>
                      <a:pt x="720" y="8548"/>
                    </a:lnTo>
                    <a:lnTo>
                      <a:pt x="519" y="8836"/>
                    </a:lnTo>
                    <a:lnTo>
                      <a:pt x="375" y="9181"/>
                    </a:lnTo>
                    <a:lnTo>
                      <a:pt x="231" y="9556"/>
                    </a:lnTo>
                    <a:lnTo>
                      <a:pt x="145" y="9958"/>
                    </a:lnTo>
                    <a:lnTo>
                      <a:pt x="58" y="10361"/>
                    </a:lnTo>
                    <a:lnTo>
                      <a:pt x="1" y="10822"/>
                    </a:lnTo>
                    <a:lnTo>
                      <a:pt x="1" y="11311"/>
                    </a:lnTo>
                    <a:lnTo>
                      <a:pt x="1" y="11800"/>
                    </a:lnTo>
                    <a:lnTo>
                      <a:pt x="30" y="12318"/>
                    </a:lnTo>
                    <a:lnTo>
                      <a:pt x="116" y="12836"/>
                    </a:lnTo>
                    <a:lnTo>
                      <a:pt x="202" y="13383"/>
                    </a:lnTo>
                    <a:lnTo>
                      <a:pt x="317" y="13930"/>
                    </a:lnTo>
                    <a:lnTo>
                      <a:pt x="461" y="14506"/>
                    </a:lnTo>
                    <a:lnTo>
                      <a:pt x="663" y="15081"/>
                    </a:lnTo>
                    <a:lnTo>
                      <a:pt x="864" y="15657"/>
                    </a:lnTo>
                    <a:lnTo>
                      <a:pt x="1094" y="16232"/>
                    </a:lnTo>
                    <a:lnTo>
                      <a:pt x="1325" y="16808"/>
                    </a:lnTo>
                    <a:lnTo>
                      <a:pt x="1612" y="17412"/>
                    </a:lnTo>
                    <a:lnTo>
                      <a:pt x="1929" y="17988"/>
                    </a:lnTo>
                    <a:lnTo>
                      <a:pt x="2274" y="18563"/>
                    </a:lnTo>
                    <a:lnTo>
                      <a:pt x="2620" y="19110"/>
                    </a:lnTo>
                    <a:lnTo>
                      <a:pt x="2994" y="19686"/>
                    </a:lnTo>
                    <a:lnTo>
                      <a:pt x="3397" y="20233"/>
                    </a:lnTo>
                    <a:lnTo>
                      <a:pt x="3828" y="20751"/>
                    </a:lnTo>
                    <a:lnTo>
                      <a:pt x="4289" y="21269"/>
                    </a:lnTo>
                    <a:lnTo>
                      <a:pt x="4778" y="21758"/>
                    </a:lnTo>
                    <a:lnTo>
                      <a:pt x="5296" y="22247"/>
                    </a:lnTo>
                    <a:lnTo>
                      <a:pt x="5814" y="22679"/>
                    </a:lnTo>
                    <a:lnTo>
                      <a:pt x="6361" y="23111"/>
                    </a:lnTo>
                    <a:lnTo>
                      <a:pt x="6937" y="23513"/>
                    </a:lnTo>
                    <a:lnTo>
                      <a:pt x="7541" y="23888"/>
                    </a:lnTo>
                    <a:lnTo>
                      <a:pt x="8376" y="24319"/>
                    </a:lnTo>
                    <a:lnTo>
                      <a:pt x="9210" y="24722"/>
                    </a:lnTo>
                    <a:lnTo>
                      <a:pt x="10102" y="25039"/>
                    </a:lnTo>
                    <a:lnTo>
                      <a:pt x="11023" y="25298"/>
                    </a:lnTo>
                    <a:lnTo>
                      <a:pt x="11944" y="25528"/>
                    </a:lnTo>
                    <a:lnTo>
                      <a:pt x="12865" y="25672"/>
                    </a:lnTo>
                    <a:lnTo>
                      <a:pt x="13815" y="25758"/>
                    </a:lnTo>
                    <a:lnTo>
                      <a:pt x="14765" y="25787"/>
                    </a:lnTo>
                    <a:lnTo>
                      <a:pt x="15714" y="25729"/>
                    </a:lnTo>
                    <a:lnTo>
                      <a:pt x="16664" y="25643"/>
                    </a:lnTo>
                    <a:lnTo>
                      <a:pt x="17585" y="25470"/>
                    </a:lnTo>
                    <a:lnTo>
                      <a:pt x="18506" y="25240"/>
                    </a:lnTo>
                    <a:lnTo>
                      <a:pt x="19398" y="24952"/>
                    </a:lnTo>
                    <a:lnTo>
                      <a:pt x="19830" y="24809"/>
                    </a:lnTo>
                    <a:lnTo>
                      <a:pt x="20261" y="24607"/>
                    </a:lnTo>
                    <a:lnTo>
                      <a:pt x="20693" y="24406"/>
                    </a:lnTo>
                    <a:lnTo>
                      <a:pt x="21096" y="24204"/>
                    </a:lnTo>
                    <a:lnTo>
                      <a:pt x="21528" y="23974"/>
                    </a:lnTo>
                    <a:lnTo>
                      <a:pt x="21931" y="23715"/>
                    </a:lnTo>
                    <a:lnTo>
                      <a:pt x="22650" y="23197"/>
                    </a:lnTo>
                    <a:lnTo>
                      <a:pt x="23312" y="22650"/>
                    </a:lnTo>
                    <a:lnTo>
                      <a:pt x="23945" y="22046"/>
                    </a:lnTo>
                    <a:lnTo>
                      <a:pt x="24550" y="21413"/>
                    </a:lnTo>
                    <a:lnTo>
                      <a:pt x="25096" y="20722"/>
                    </a:lnTo>
                    <a:lnTo>
                      <a:pt x="25614" y="20031"/>
                    </a:lnTo>
                    <a:lnTo>
                      <a:pt x="26075" y="19283"/>
                    </a:lnTo>
                    <a:lnTo>
                      <a:pt x="26507" y="18506"/>
                    </a:lnTo>
                    <a:lnTo>
                      <a:pt x="26910" y="17729"/>
                    </a:lnTo>
                    <a:lnTo>
                      <a:pt x="27255" y="16894"/>
                    </a:lnTo>
                    <a:lnTo>
                      <a:pt x="27543" y="16088"/>
                    </a:lnTo>
                    <a:lnTo>
                      <a:pt x="27830" y="15225"/>
                    </a:lnTo>
                    <a:lnTo>
                      <a:pt x="28061" y="14390"/>
                    </a:lnTo>
                    <a:lnTo>
                      <a:pt x="28233" y="13527"/>
                    </a:lnTo>
                    <a:lnTo>
                      <a:pt x="28377" y="12664"/>
                    </a:lnTo>
                    <a:lnTo>
                      <a:pt x="28492" y="11800"/>
                    </a:lnTo>
                    <a:lnTo>
                      <a:pt x="28550" y="10937"/>
                    </a:lnTo>
                    <a:lnTo>
                      <a:pt x="28579" y="10102"/>
                    </a:lnTo>
                    <a:lnTo>
                      <a:pt x="28579" y="9268"/>
                    </a:lnTo>
                    <a:lnTo>
                      <a:pt x="28521" y="8462"/>
                    </a:lnTo>
                    <a:lnTo>
                      <a:pt x="28435" y="7656"/>
                    </a:lnTo>
                    <a:lnTo>
                      <a:pt x="28291" y="6879"/>
                    </a:lnTo>
                    <a:lnTo>
                      <a:pt x="28147" y="6102"/>
                    </a:lnTo>
                    <a:lnTo>
                      <a:pt x="27917" y="5383"/>
                    </a:lnTo>
                    <a:lnTo>
                      <a:pt x="27687" y="4692"/>
                    </a:lnTo>
                    <a:lnTo>
                      <a:pt x="27399" y="4030"/>
                    </a:lnTo>
                    <a:lnTo>
                      <a:pt x="27082" y="3426"/>
                    </a:lnTo>
                    <a:lnTo>
                      <a:pt x="26737" y="2850"/>
                    </a:lnTo>
                    <a:lnTo>
                      <a:pt x="26363" y="2303"/>
                    </a:lnTo>
                    <a:lnTo>
                      <a:pt x="25931" y="1843"/>
                    </a:lnTo>
                    <a:lnTo>
                      <a:pt x="25471" y="1411"/>
                    </a:lnTo>
                    <a:lnTo>
                      <a:pt x="24981" y="1037"/>
                    </a:lnTo>
                    <a:lnTo>
                      <a:pt x="24578" y="807"/>
                    </a:lnTo>
                    <a:lnTo>
                      <a:pt x="24175" y="605"/>
                    </a:lnTo>
                    <a:lnTo>
                      <a:pt x="23744" y="432"/>
                    </a:lnTo>
                    <a:lnTo>
                      <a:pt x="23283" y="289"/>
                    </a:lnTo>
                    <a:lnTo>
                      <a:pt x="22794" y="173"/>
                    </a:lnTo>
                    <a:lnTo>
                      <a:pt x="22305" y="87"/>
                    </a:lnTo>
                    <a:lnTo>
                      <a:pt x="21787" y="30"/>
                    </a:lnTo>
                    <a:lnTo>
                      <a:pt x="2126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49"/>
              <p:cNvSpPr/>
              <p:nvPr/>
            </p:nvSpPr>
            <p:spPr>
              <a:xfrm>
                <a:off x="6538275" y="3476400"/>
                <a:ext cx="380625" cy="442500"/>
              </a:xfrm>
              <a:custGeom>
                <a:rect b="b" l="l" r="r" t="t"/>
                <a:pathLst>
                  <a:path extrusionOk="0" h="17700" w="15225">
                    <a:moveTo>
                      <a:pt x="4720" y="1"/>
                    </a:moveTo>
                    <a:lnTo>
                      <a:pt x="4375" y="58"/>
                    </a:lnTo>
                    <a:lnTo>
                      <a:pt x="4030" y="116"/>
                    </a:lnTo>
                    <a:lnTo>
                      <a:pt x="3684" y="202"/>
                    </a:lnTo>
                    <a:lnTo>
                      <a:pt x="3339" y="317"/>
                    </a:lnTo>
                    <a:lnTo>
                      <a:pt x="3022" y="432"/>
                    </a:lnTo>
                    <a:lnTo>
                      <a:pt x="2706" y="605"/>
                    </a:lnTo>
                    <a:lnTo>
                      <a:pt x="2389" y="778"/>
                    </a:lnTo>
                    <a:lnTo>
                      <a:pt x="2101" y="1008"/>
                    </a:lnTo>
                    <a:lnTo>
                      <a:pt x="1842" y="1238"/>
                    </a:lnTo>
                    <a:lnTo>
                      <a:pt x="1583" y="1468"/>
                    </a:lnTo>
                    <a:lnTo>
                      <a:pt x="1353" y="1727"/>
                    </a:lnTo>
                    <a:lnTo>
                      <a:pt x="1152" y="2015"/>
                    </a:lnTo>
                    <a:lnTo>
                      <a:pt x="950" y="2332"/>
                    </a:lnTo>
                    <a:lnTo>
                      <a:pt x="777" y="2620"/>
                    </a:lnTo>
                    <a:lnTo>
                      <a:pt x="634" y="2965"/>
                    </a:lnTo>
                    <a:lnTo>
                      <a:pt x="490" y="3282"/>
                    </a:lnTo>
                    <a:lnTo>
                      <a:pt x="375" y="3627"/>
                    </a:lnTo>
                    <a:lnTo>
                      <a:pt x="259" y="4001"/>
                    </a:lnTo>
                    <a:lnTo>
                      <a:pt x="173" y="4346"/>
                    </a:lnTo>
                    <a:lnTo>
                      <a:pt x="58" y="5123"/>
                    </a:lnTo>
                    <a:lnTo>
                      <a:pt x="0" y="5900"/>
                    </a:lnTo>
                    <a:lnTo>
                      <a:pt x="0" y="6678"/>
                    </a:lnTo>
                    <a:lnTo>
                      <a:pt x="58" y="7483"/>
                    </a:lnTo>
                    <a:lnTo>
                      <a:pt x="173" y="8289"/>
                    </a:lnTo>
                    <a:lnTo>
                      <a:pt x="317" y="9066"/>
                    </a:lnTo>
                    <a:lnTo>
                      <a:pt x="547" y="9843"/>
                    </a:lnTo>
                    <a:lnTo>
                      <a:pt x="777" y="10563"/>
                    </a:lnTo>
                    <a:lnTo>
                      <a:pt x="1094" y="11282"/>
                    </a:lnTo>
                    <a:lnTo>
                      <a:pt x="1411" y="11944"/>
                    </a:lnTo>
                    <a:lnTo>
                      <a:pt x="1641" y="12318"/>
                    </a:lnTo>
                    <a:lnTo>
                      <a:pt x="1871" y="12721"/>
                    </a:lnTo>
                    <a:lnTo>
                      <a:pt x="2130" y="13067"/>
                    </a:lnTo>
                    <a:lnTo>
                      <a:pt x="2418" y="13441"/>
                    </a:lnTo>
                    <a:lnTo>
                      <a:pt x="2706" y="13786"/>
                    </a:lnTo>
                    <a:lnTo>
                      <a:pt x="2993" y="14131"/>
                    </a:lnTo>
                    <a:lnTo>
                      <a:pt x="3655" y="14764"/>
                    </a:lnTo>
                    <a:lnTo>
                      <a:pt x="4346" y="15369"/>
                    </a:lnTo>
                    <a:lnTo>
                      <a:pt x="5094" y="15916"/>
                    </a:lnTo>
                    <a:lnTo>
                      <a:pt x="5843" y="16376"/>
                    </a:lnTo>
                    <a:lnTo>
                      <a:pt x="6620" y="16808"/>
                    </a:lnTo>
                    <a:lnTo>
                      <a:pt x="7023" y="16980"/>
                    </a:lnTo>
                    <a:lnTo>
                      <a:pt x="7425" y="17153"/>
                    </a:lnTo>
                    <a:lnTo>
                      <a:pt x="7800" y="17297"/>
                    </a:lnTo>
                    <a:lnTo>
                      <a:pt x="8203" y="17412"/>
                    </a:lnTo>
                    <a:lnTo>
                      <a:pt x="8605" y="17527"/>
                    </a:lnTo>
                    <a:lnTo>
                      <a:pt x="9008" y="17585"/>
                    </a:lnTo>
                    <a:lnTo>
                      <a:pt x="9382" y="17642"/>
                    </a:lnTo>
                    <a:lnTo>
                      <a:pt x="9785" y="17700"/>
                    </a:lnTo>
                    <a:lnTo>
                      <a:pt x="10534" y="17700"/>
                    </a:lnTo>
                    <a:lnTo>
                      <a:pt x="10908" y="17671"/>
                    </a:lnTo>
                    <a:lnTo>
                      <a:pt x="11253" y="17614"/>
                    </a:lnTo>
                    <a:lnTo>
                      <a:pt x="11598" y="17527"/>
                    </a:lnTo>
                    <a:lnTo>
                      <a:pt x="11944" y="17412"/>
                    </a:lnTo>
                    <a:lnTo>
                      <a:pt x="12260" y="17268"/>
                    </a:lnTo>
                    <a:lnTo>
                      <a:pt x="12577" y="17096"/>
                    </a:lnTo>
                    <a:lnTo>
                      <a:pt x="12894" y="16894"/>
                    </a:lnTo>
                    <a:lnTo>
                      <a:pt x="13181" y="16664"/>
                    </a:lnTo>
                    <a:lnTo>
                      <a:pt x="13469" y="16405"/>
                    </a:lnTo>
                    <a:lnTo>
                      <a:pt x="13699" y="16146"/>
                    </a:lnTo>
                    <a:lnTo>
                      <a:pt x="13930" y="15829"/>
                    </a:lnTo>
                    <a:lnTo>
                      <a:pt x="14160" y="15513"/>
                    </a:lnTo>
                    <a:lnTo>
                      <a:pt x="14333" y="15167"/>
                    </a:lnTo>
                    <a:lnTo>
                      <a:pt x="14534" y="14793"/>
                    </a:lnTo>
                    <a:lnTo>
                      <a:pt x="14678" y="14419"/>
                    </a:lnTo>
                    <a:lnTo>
                      <a:pt x="14822" y="14045"/>
                    </a:lnTo>
                    <a:lnTo>
                      <a:pt x="14937" y="13642"/>
                    </a:lnTo>
                    <a:lnTo>
                      <a:pt x="15023" y="13210"/>
                    </a:lnTo>
                    <a:lnTo>
                      <a:pt x="15110" y="12779"/>
                    </a:lnTo>
                    <a:lnTo>
                      <a:pt x="15167" y="12347"/>
                    </a:lnTo>
                    <a:lnTo>
                      <a:pt x="15196" y="11887"/>
                    </a:lnTo>
                    <a:lnTo>
                      <a:pt x="15225" y="11426"/>
                    </a:lnTo>
                    <a:lnTo>
                      <a:pt x="15225" y="10966"/>
                    </a:lnTo>
                    <a:lnTo>
                      <a:pt x="15225" y="10505"/>
                    </a:lnTo>
                    <a:lnTo>
                      <a:pt x="15196" y="10045"/>
                    </a:lnTo>
                    <a:lnTo>
                      <a:pt x="15138" y="9555"/>
                    </a:lnTo>
                    <a:lnTo>
                      <a:pt x="15052" y="9095"/>
                    </a:lnTo>
                    <a:lnTo>
                      <a:pt x="14966" y="8606"/>
                    </a:lnTo>
                    <a:lnTo>
                      <a:pt x="14851" y="8145"/>
                    </a:lnTo>
                    <a:lnTo>
                      <a:pt x="14735" y="7685"/>
                    </a:lnTo>
                    <a:lnTo>
                      <a:pt x="14592" y="7224"/>
                    </a:lnTo>
                    <a:lnTo>
                      <a:pt x="14419" y="6764"/>
                    </a:lnTo>
                    <a:lnTo>
                      <a:pt x="14246" y="6332"/>
                    </a:lnTo>
                    <a:lnTo>
                      <a:pt x="14045" y="5900"/>
                    </a:lnTo>
                    <a:lnTo>
                      <a:pt x="13814" y="5469"/>
                    </a:lnTo>
                    <a:lnTo>
                      <a:pt x="13584" y="5037"/>
                    </a:lnTo>
                    <a:lnTo>
                      <a:pt x="13325" y="4663"/>
                    </a:lnTo>
                    <a:lnTo>
                      <a:pt x="13037" y="4260"/>
                    </a:lnTo>
                    <a:lnTo>
                      <a:pt x="12577" y="3684"/>
                    </a:lnTo>
                    <a:lnTo>
                      <a:pt x="12030" y="3138"/>
                    </a:lnTo>
                    <a:lnTo>
                      <a:pt x="11455" y="2591"/>
                    </a:lnTo>
                    <a:lnTo>
                      <a:pt x="10821" y="2102"/>
                    </a:lnTo>
                    <a:lnTo>
                      <a:pt x="10159" y="1641"/>
                    </a:lnTo>
                    <a:lnTo>
                      <a:pt x="9469" y="1209"/>
                    </a:lnTo>
                    <a:lnTo>
                      <a:pt x="8778" y="864"/>
                    </a:lnTo>
                    <a:lnTo>
                      <a:pt x="8030" y="548"/>
                    </a:lnTo>
                    <a:lnTo>
                      <a:pt x="7282" y="317"/>
                    </a:lnTo>
                    <a:lnTo>
                      <a:pt x="6562" y="116"/>
                    </a:lnTo>
                    <a:lnTo>
                      <a:pt x="6188" y="58"/>
                    </a:lnTo>
                    <a:lnTo>
                      <a:pt x="5814" y="30"/>
                    </a:lnTo>
                    <a:lnTo>
                      <a:pt x="54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49"/>
              <p:cNvSpPr/>
              <p:nvPr/>
            </p:nvSpPr>
            <p:spPr>
              <a:xfrm>
                <a:off x="5753325" y="4016025"/>
                <a:ext cx="636050" cy="413725"/>
              </a:xfrm>
              <a:custGeom>
                <a:rect b="b" l="l" r="r" t="t"/>
                <a:pathLst>
                  <a:path extrusionOk="0" h="16549" w="25442">
                    <a:moveTo>
                      <a:pt x="7368" y="0"/>
                    </a:moveTo>
                    <a:lnTo>
                      <a:pt x="6821" y="29"/>
                    </a:lnTo>
                    <a:lnTo>
                      <a:pt x="6274" y="58"/>
                    </a:lnTo>
                    <a:lnTo>
                      <a:pt x="5756" y="87"/>
                    </a:lnTo>
                    <a:lnTo>
                      <a:pt x="5267" y="173"/>
                    </a:lnTo>
                    <a:lnTo>
                      <a:pt x="4778" y="259"/>
                    </a:lnTo>
                    <a:lnTo>
                      <a:pt x="4317" y="346"/>
                    </a:lnTo>
                    <a:lnTo>
                      <a:pt x="3857" y="489"/>
                    </a:lnTo>
                    <a:lnTo>
                      <a:pt x="3425" y="633"/>
                    </a:lnTo>
                    <a:lnTo>
                      <a:pt x="3022" y="777"/>
                    </a:lnTo>
                    <a:lnTo>
                      <a:pt x="2619" y="950"/>
                    </a:lnTo>
                    <a:lnTo>
                      <a:pt x="2274" y="1151"/>
                    </a:lnTo>
                    <a:lnTo>
                      <a:pt x="1928" y="1382"/>
                    </a:lnTo>
                    <a:lnTo>
                      <a:pt x="1612" y="1612"/>
                    </a:lnTo>
                    <a:lnTo>
                      <a:pt x="1324" y="1842"/>
                    </a:lnTo>
                    <a:lnTo>
                      <a:pt x="1036" y="2130"/>
                    </a:lnTo>
                    <a:lnTo>
                      <a:pt x="806" y="2418"/>
                    </a:lnTo>
                    <a:lnTo>
                      <a:pt x="605" y="2705"/>
                    </a:lnTo>
                    <a:lnTo>
                      <a:pt x="432" y="3022"/>
                    </a:lnTo>
                    <a:lnTo>
                      <a:pt x="259" y="3367"/>
                    </a:lnTo>
                    <a:lnTo>
                      <a:pt x="144" y="3713"/>
                    </a:lnTo>
                    <a:lnTo>
                      <a:pt x="58" y="4058"/>
                    </a:lnTo>
                    <a:lnTo>
                      <a:pt x="0" y="4432"/>
                    </a:lnTo>
                    <a:lnTo>
                      <a:pt x="0" y="4806"/>
                    </a:lnTo>
                    <a:lnTo>
                      <a:pt x="0" y="5180"/>
                    </a:lnTo>
                    <a:lnTo>
                      <a:pt x="58" y="5555"/>
                    </a:lnTo>
                    <a:lnTo>
                      <a:pt x="115" y="5957"/>
                    </a:lnTo>
                    <a:lnTo>
                      <a:pt x="230" y="6332"/>
                    </a:lnTo>
                    <a:lnTo>
                      <a:pt x="345" y="6735"/>
                    </a:lnTo>
                    <a:lnTo>
                      <a:pt x="518" y="7137"/>
                    </a:lnTo>
                    <a:lnTo>
                      <a:pt x="720" y="7512"/>
                    </a:lnTo>
                    <a:lnTo>
                      <a:pt x="921" y="7914"/>
                    </a:lnTo>
                    <a:lnTo>
                      <a:pt x="1180" y="8317"/>
                    </a:lnTo>
                    <a:lnTo>
                      <a:pt x="1439" y="8720"/>
                    </a:lnTo>
                    <a:lnTo>
                      <a:pt x="1727" y="9123"/>
                    </a:lnTo>
                    <a:lnTo>
                      <a:pt x="2072" y="9497"/>
                    </a:lnTo>
                    <a:lnTo>
                      <a:pt x="2418" y="9900"/>
                    </a:lnTo>
                    <a:lnTo>
                      <a:pt x="2763" y="10274"/>
                    </a:lnTo>
                    <a:lnTo>
                      <a:pt x="3166" y="10677"/>
                    </a:lnTo>
                    <a:lnTo>
                      <a:pt x="3598" y="11051"/>
                    </a:lnTo>
                    <a:lnTo>
                      <a:pt x="4029" y="11426"/>
                    </a:lnTo>
                    <a:lnTo>
                      <a:pt x="4490" y="11771"/>
                    </a:lnTo>
                    <a:lnTo>
                      <a:pt x="4950" y="12145"/>
                    </a:lnTo>
                    <a:lnTo>
                      <a:pt x="5468" y="12490"/>
                    </a:lnTo>
                    <a:lnTo>
                      <a:pt x="5986" y="12836"/>
                    </a:lnTo>
                    <a:lnTo>
                      <a:pt x="6504" y="13152"/>
                    </a:lnTo>
                    <a:lnTo>
                      <a:pt x="7080" y="13498"/>
                    </a:lnTo>
                    <a:lnTo>
                      <a:pt x="7655" y="13785"/>
                    </a:lnTo>
                    <a:lnTo>
                      <a:pt x="8231" y="14102"/>
                    </a:lnTo>
                    <a:lnTo>
                      <a:pt x="8835" y="14390"/>
                    </a:lnTo>
                    <a:lnTo>
                      <a:pt x="9469" y="14649"/>
                    </a:lnTo>
                    <a:lnTo>
                      <a:pt x="10102" y="14937"/>
                    </a:lnTo>
                    <a:lnTo>
                      <a:pt x="10735" y="15167"/>
                    </a:lnTo>
                    <a:lnTo>
                      <a:pt x="11397" y="15397"/>
                    </a:lnTo>
                    <a:lnTo>
                      <a:pt x="12030" y="15599"/>
                    </a:lnTo>
                    <a:lnTo>
                      <a:pt x="12663" y="15771"/>
                    </a:lnTo>
                    <a:lnTo>
                      <a:pt x="13296" y="15944"/>
                    </a:lnTo>
                    <a:lnTo>
                      <a:pt x="13929" y="16088"/>
                    </a:lnTo>
                    <a:lnTo>
                      <a:pt x="14534" y="16203"/>
                    </a:lnTo>
                    <a:lnTo>
                      <a:pt x="15167" y="16318"/>
                    </a:lnTo>
                    <a:lnTo>
                      <a:pt x="15771" y="16404"/>
                    </a:lnTo>
                    <a:lnTo>
                      <a:pt x="16347" y="16462"/>
                    </a:lnTo>
                    <a:lnTo>
                      <a:pt x="16951" y="16519"/>
                    </a:lnTo>
                    <a:lnTo>
                      <a:pt x="17498" y="16519"/>
                    </a:lnTo>
                    <a:lnTo>
                      <a:pt x="18074" y="16548"/>
                    </a:lnTo>
                    <a:lnTo>
                      <a:pt x="18620" y="16519"/>
                    </a:lnTo>
                    <a:lnTo>
                      <a:pt x="19167" y="16491"/>
                    </a:lnTo>
                    <a:lnTo>
                      <a:pt x="19685" y="16433"/>
                    </a:lnTo>
                    <a:lnTo>
                      <a:pt x="20174" y="16376"/>
                    </a:lnTo>
                    <a:lnTo>
                      <a:pt x="20664" y="16289"/>
                    </a:lnTo>
                    <a:lnTo>
                      <a:pt x="21124" y="16174"/>
                    </a:lnTo>
                    <a:lnTo>
                      <a:pt x="21585" y="16059"/>
                    </a:lnTo>
                    <a:lnTo>
                      <a:pt x="22016" y="15915"/>
                    </a:lnTo>
                    <a:lnTo>
                      <a:pt x="22419" y="15771"/>
                    </a:lnTo>
                    <a:lnTo>
                      <a:pt x="22822" y="15570"/>
                    </a:lnTo>
                    <a:lnTo>
                      <a:pt x="23168" y="15397"/>
                    </a:lnTo>
                    <a:lnTo>
                      <a:pt x="23513" y="15167"/>
                    </a:lnTo>
                    <a:lnTo>
                      <a:pt x="23829" y="14937"/>
                    </a:lnTo>
                    <a:lnTo>
                      <a:pt x="24117" y="14678"/>
                    </a:lnTo>
                    <a:lnTo>
                      <a:pt x="24405" y="14419"/>
                    </a:lnTo>
                    <a:lnTo>
                      <a:pt x="24635" y="14131"/>
                    </a:lnTo>
                    <a:lnTo>
                      <a:pt x="24837" y="13843"/>
                    </a:lnTo>
                    <a:lnTo>
                      <a:pt x="25038" y="13526"/>
                    </a:lnTo>
                    <a:lnTo>
                      <a:pt x="25182" y="13181"/>
                    </a:lnTo>
                    <a:lnTo>
                      <a:pt x="25297" y="12836"/>
                    </a:lnTo>
                    <a:lnTo>
                      <a:pt x="25384" y="12462"/>
                    </a:lnTo>
                    <a:lnTo>
                      <a:pt x="25441" y="12116"/>
                    </a:lnTo>
                    <a:lnTo>
                      <a:pt x="25441" y="11742"/>
                    </a:lnTo>
                    <a:lnTo>
                      <a:pt x="25441" y="11368"/>
                    </a:lnTo>
                    <a:lnTo>
                      <a:pt x="25384" y="10994"/>
                    </a:lnTo>
                    <a:lnTo>
                      <a:pt x="25326" y="10591"/>
                    </a:lnTo>
                    <a:lnTo>
                      <a:pt x="25211" y="10217"/>
                    </a:lnTo>
                    <a:lnTo>
                      <a:pt x="25096" y="9814"/>
                    </a:lnTo>
                    <a:lnTo>
                      <a:pt x="24923" y="9411"/>
                    </a:lnTo>
                    <a:lnTo>
                      <a:pt x="24722" y="9008"/>
                    </a:lnTo>
                    <a:lnTo>
                      <a:pt x="24520" y="8634"/>
                    </a:lnTo>
                    <a:lnTo>
                      <a:pt x="24261" y="8231"/>
                    </a:lnTo>
                    <a:lnTo>
                      <a:pt x="24002" y="7828"/>
                    </a:lnTo>
                    <a:lnTo>
                      <a:pt x="23714" y="7425"/>
                    </a:lnTo>
                    <a:lnTo>
                      <a:pt x="23369" y="7051"/>
                    </a:lnTo>
                    <a:lnTo>
                      <a:pt x="23024" y="6648"/>
                    </a:lnTo>
                    <a:lnTo>
                      <a:pt x="22678" y="6274"/>
                    </a:lnTo>
                    <a:lnTo>
                      <a:pt x="22275" y="5871"/>
                    </a:lnTo>
                    <a:lnTo>
                      <a:pt x="21872" y="5497"/>
                    </a:lnTo>
                    <a:lnTo>
                      <a:pt x="21412" y="5123"/>
                    </a:lnTo>
                    <a:lnTo>
                      <a:pt x="20951" y="4749"/>
                    </a:lnTo>
                    <a:lnTo>
                      <a:pt x="20491" y="4403"/>
                    </a:lnTo>
                    <a:lnTo>
                      <a:pt x="19973" y="4058"/>
                    </a:lnTo>
                    <a:lnTo>
                      <a:pt x="19455" y="3713"/>
                    </a:lnTo>
                    <a:lnTo>
                      <a:pt x="18937" y="3367"/>
                    </a:lnTo>
                    <a:lnTo>
                      <a:pt x="18361" y="3051"/>
                    </a:lnTo>
                    <a:lnTo>
                      <a:pt x="17786" y="2734"/>
                    </a:lnTo>
                    <a:lnTo>
                      <a:pt x="17210" y="2446"/>
                    </a:lnTo>
                    <a:lnTo>
                      <a:pt x="16606" y="2159"/>
                    </a:lnTo>
                    <a:lnTo>
                      <a:pt x="15973" y="1871"/>
                    </a:lnTo>
                    <a:lnTo>
                      <a:pt x="15340" y="1612"/>
                    </a:lnTo>
                    <a:lnTo>
                      <a:pt x="14706" y="1382"/>
                    </a:lnTo>
                    <a:lnTo>
                      <a:pt x="14044" y="1151"/>
                    </a:lnTo>
                    <a:lnTo>
                      <a:pt x="13411" y="950"/>
                    </a:lnTo>
                    <a:lnTo>
                      <a:pt x="12778" y="777"/>
                    </a:lnTo>
                    <a:lnTo>
                      <a:pt x="12145" y="605"/>
                    </a:lnTo>
                    <a:lnTo>
                      <a:pt x="11512" y="461"/>
                    </a:lnTo>
                    <a:lnTo>
                      <a:pt x="10908" y="346"/>
                    </a:lnTo>
                    <a:lnTo>
                      <a:pt x="10303" y="230"/>
                    </a:lnTo>
                    <a:lnTo>
                      <a:pt x="9699" y="144"/>
                    </a:lnTo>
                    <a:lnTo>
                      <a:pt x="9094" y="87"/>
                    </a:lnTo>
                    <a:lnTo>
                      <a:pt x="8519" y="29"/>
                    </a:lnTo>
                    <a:lnTo>
                      <a:pt x="79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49"/>
              <p:cNvSpPr/>
              <p:nvPr/>
            </p:nvSpPr>
            <p:spPr>
              <a:xfrm>
                <a:off x="6086425" y="4033275"/>
                <a:ext cx="190700" cy="82050"/>
              </a:xfrm>
              <a:custGeom>
                <a:rect b="b" l="l" r="r" t="t"/>
                <a:pathLst>
                  <a:path extrusionOk="0" h="3282" w="7628">
                    <a:moveTo>
                      <a:pt x="116" y="1"/>
                    </a:moveTo>
                    <a:lnTo>
                      <a:pt x="59" y="58"/>
                    </a:lnTo>
                    <a:lnTo>
                      <a:pt x="1" y="145"/>
                    </a:lnTo>
                    <a:lnTo>
                      <a:pt x="1" y="231"/>
                    </a:lnTo>
                    <a:lnTo>
                      <a:pt x="1" y="317"/>
                    </a:lnTo>
                    <a:lnTo>
                      <a:pt x="59" y="375"/>
                    </a:lnTo>
                    <a:lnTo>
                      <a:pt x="145" y="433"/>
                    </a:lnTo>
                    <a:lnTo>
                      <a:pt x="3742" y="1843"/>
                    </a:lnTo>
                    <a:lnTo>
                      <a:pt x="7397" y="3282"/>
                    </a:lnTo>
                    <a:lnTo>
                      <a:pt x="7455" y="3253"/>
                    </a:lnTo>
                    <a:lnTo>
                      <a:pt x="7512" y="3224"/>
                    </a:lnTo>
                    <a:lnTo>
                      <a:pt x="7570" y="3195"/>
                    </a:lnTo>
                    <a:lnTo>
                      <a:pt x="7599" y="3138"/>
                    </a:lnTo>
                    <a:lnTo>
                      <a:pt x="7627" y="3051"/>
                    </a:lnTo>
                    <a:lnTo>
                      <a:pt x="7599" y="2965"/>
                    </a:lnTo>
                    <a:lnTo>
                      <a:pt x="7541" y="2879"/>
                    </a:lnTo>
                    <a:lnTo>
                      <a:pt x="7455" y="2821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49"/>
              <p:cNvSpPr/>
              <p:nvPr/>
            </p:nvSpPr>
            <p:spPr>
              <a:xfrm>
                <a:off x="5905125" y="4336175"/>
                <a:ext cx="405100" cy="112275"/>
              </a:xfrm>
              <a:custGeom>
                <a:rect b="b" l="l" r="r" t="t"/>
                <a:pathLst>
                  <a:path extrusionOk="0" h="4491" w="16204">
                    <a:moveTo>
                      <a:pt x="202" y="1"/>
                    </a:moveTo>
                    <a:lnTo>
                      <a:pt x="116" y="30"/>
                    </a:lnTo>
                    <a:lnTo>
                      <a:pt x="58" y="87"/>
                    </a:lnTo>
                    <a:lnTo>
                      <a:pt x="1" y="174"/>
                    </a:lnTo>
                    <a:lnTo>
                      <a:pt x="1" y="260"/>
                    </a:lnTo>
                    <a:lnTo>
                      <a:pt x="29" y="346"/>
                    </a:lnTo>
                    <a:lnTo>
                      <a:pt x="87" y="404"/>
                    </a:lnTo>
                    <a:lnTo>
                      <a:pt x="778" y="951"/>
                    </a:lnTo>
                    <a:lnTo>
                      <a:pt x="1583" y="1526"/>
                    </a:lnTo>
                    <a:lnTo>
                      <a:pt x="2476" y="2073"/>
                    </a:lnTo>
                    <a:lnTo>
                      <a:pt x="2994" y="2361"/>
                    </a:lnTo>
                    <a:lnTo>
                      <a:pt x="3512" y="2620"/>
                    </a:lnTo>
                    <a:lnTo>
                      <a:pt x="4058" y="2879"/>
                    </a:lnTo>
                    <a:lnTo>
                      <a:pt x="4605" y="3138"/>
                    </a:lnTo>
                    <a:lnTo>
                      <a:pt x="5210" y="3368"/>
                    </a:lnTo>
                    <a:lnTo>
                      <a:pt x="5843" y="3598"/>
                    </a:lnTo>
                    <a:lnTo>
                      <a:pt x="6476" y="3800"/>
                    </a:lnTo>
                    <a:lnTo>
                      <a:pt x="7138" y="3972"/>
                    </a:lnTo>
                    <a:lnTo>
                      <a:pt x="7857" y="4145"/>
                    </a:lnTo>
                    <a:lnTo>
                      <a:pt x="8577" y="4260"/>
                    </a:lnTo>
                    <a:lnTo>
                      <a:pt x="9268" y="4375"/>
                    </a:lnTo>
                    <a:lnTo>
                      <a:pt x="9958" y="4433"/>
                    </a:lnTo>
                    <a:lnTo>
                      <a:pt x="10678" y="4490"/>
                    </a:lnTo>
                    <a:lnTo>
                      <a:pt x="11973" y="4490"/>
                    </a:lnTo>
                    <a:lnTo>
                      <a:pt x="12548" y="4462"/>
                    </a:lnTo>
                    <a:lnTo>
                      <a:pt x="13153" y="4404"/>
                    </a:lnTo>
                    <a:lnTo>
                      <a:pt x="13728" y="4347"/>
                    </a:lnTo>
                    <a:lnTo>
                      <a:pt x="14333" y="4260"/>
                    </a:lnTo>
                    <a:lnTo>
                      <a:pt x="14908" y="4145"/>
                    </a:lnTo>
                    <a:lnTo>
                      <a:pt x="15484" y="4030"/>
                    </a:lnTo>
                    <a:lnTo>
                      <a:pt x="16059" y="3886"/>
                    </a:lnTo>
                    <a:lnTo>
                      <a:pt x="16117" y="3829"/>
                    </a:lnTo>
                    <a:lnTo>
                      <a:pt x="16175" y="3771"/>
                    </a:lnTo>
                    <a:lnTo>
                      <a:pt x="16203" y="3685"/>
                    </a:lnTo>
                    <a:lnTo>
                      <a:pt x="16203" y="3598"/>
                    </a:lnTo>
                    <a:lnTo>
                      <a:pt x="16175" y="3512"/>
                    </a:lnTo>
                    <a:lnTo>
                      <a:pt x="16117" y="3454"/>
                    </a:lnTo>
                    <a:lnTo>
                      <a:pt x="16031" y="3426"/>
                    </a:lnTo>
                    <a:lnTo>
                      <a:pt x="15916" y="3426"/>
                    </a:lnTo>
                    <a:lnTo>
                      <a:pt x="15023" y="3656"/>
                    </a:lnTo>
                    <a:lnTo>
                      <a:pt x="14131" y="3829"/>
                    </a:lnTo>
                    <a:lnTo>
                      <a:pt x="13210" y="3944"/>
                    </a:lnTo>
                    <a:lnTo>
                      <a:pt x="12289" y="4001"/>
                    </a:lnTo>
                    <a:lnTo>
                      <a:pt x="11368" y="4030"/>
                    </a:lnTo>
                    <a:lnTo>
                      <a:pt x="10447" y="4001"/>
                    </a:lnTo>
                    <a:lnTo>
                      <a:pt x="9555" y="3944"/>
                    </a:lnTo>
                    <a:lnTo>
                      <a:pt x="8634" y="3800"/>
                    </a:lnTo>
                    <a:lnTo>
                      <a:pt x="7944" y="3685"/>
                    </a:lnTo>
                    <a:lnTo>
                      <a:pt x="7253" y="3541"/>
                    </a:lnTo>
                    <a:lnTo>
                      <a:pt x="6620" y="3339"/>
                    </a:lnTo>
                    <a:lnTo>
                      <a:pt x="5987" y="3167"/>
                    </a:lnTo>
                    <a:lnTo>
                      <a:pt x="5382" y="2936"/>
                    </a:lnTo>
                    <a:lnTo>
                      <a:pt x="4778" y="2706"/>
                    </a:lnTo>
                    <a:lnTo>
                      <a:pt x="4231" y="2476"/>
                    </a:lnTo>
                    <a:lnTo>
                      <a:pt x="3713" y="2217"/>
                    </a:lnTo>
                    <a:lnTo>
                      <a:pt x="3195" y="1958"/>
                    </a:lnTo>
                    <a:lnTo>
                      <a:pt x="2735" y="1670"/>
                    </a:lnTo>
                    <a:lnTo>
                      <a:pt x="1842" y="1123"/>
                    </a:lnTo>
                    <a:lnTo>
                      <a:pt x="1065" y="577"/>
                    </a:lnTo>
                    <a:lnTo>
                      <a:pt x="375" y="58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49"/>
              <p:cNvSpPr/>
              <p:nvPr/>
            </p:nvSpPr>
            <p:spPr>
              <a:xfrm>
                <a:off x="5800800" y="4433325"/>
                <a:ext cx="221625" cy="187800"/>
              </a:xfrm>
              <a:custGeom>
                <a:rect b="b" l="l" r="r" t="t"/>
                <a:pathLst>
                  <a:path extrusionOk="0" h="7512" w="8865">
                    <a:moveTo>
                      <a:pt x="116" y="0"/>
                    </a:moveTo>
                    <a:lnTo>
                      <a:pt x="58" y="58"/>
                    </a:lnTo>
                    <a:lnTo>
                      <a:pt x="1" y="144"/>
                    </a:lnTo>
                    <a:lnTo>
                      <a:pt x="1" y="230"/>
                    </a:lnTo>
                    <a:lnTo>
                      <a:pt x="1" y="317"/>
                    </a:lnTo>
                    <a:lnTo>
                      <a:pt x="58" y="374"/>
                    </a:lnTo>
                    <a:lnTo>
                      <a:pt x="116" y="432"/>
                    </a:lnTo>
                    <a:lnTo>
                      <a:pt x="979" y="806"/>
                    </a:lnTo>
                    <a:lnTo>
                      <a:pt x="1785" y="1209"/>
                    </a:lnTo>
                    <a:lnTo>
                      <a:pt x="2562" y="1669"/>
                    </a:lnTo>
                    <a:lnTo>
                      <a:pt x="3339" y="2159"/>
                    </a:lnTo>
                    <a:lnTo>
                      <a:pt x="4087" y="2705"/>
                    </a:lnTo>
                    <a:lnTo>
                      <a:pt x="4807" y="3252"/>
                    </a:lnTo>
                    <a:lnTo>
                      <a:pt x="5497" y="3857"/>
                    </a:lnTo>
                    <a:lnTo>
                      <a:pt x="6131" y="4518"/>
                    </a:lnTo>
                    <a:lnTo>
                      <a:pt x="6764" y="5180"/>
                    </a:lnTo>
                    <a:lnTo>
                      <a:pt x="7368" y="5871"/>
                    </a:lnTo>
                    <a:lnTo>
                      <a:pt x="7915" y="6619"/>
                    </a:lnTo>
                    <a:lnTo>
                      <a:pt x="8462" y="7396"/>
                    </a:lnTo>
                    <a:lnTo>
                      <a:pt x="8548" y="7483"/>
                    </a:lnTo>
                    <a:lnTo>
                      <a:pt x="8663" y="7512"/>
                    </a:lnTo>
                    <a:lnTo>
                      <a:pt x="8721" y="7483"/>
                    </a:lnTo>
                    <a:lnTo>
                      <a:pt x="8778" y="7454"/>
                    </a:lnTo>
                    <a:lnTo>
                      <a:pt x="8836" y="7396"/>
                    </a:lnTo>
                    <a:lnTo>
                      <a:pt x="8865" y="7310"/>
                    </a:lnTo>
                    <a:lnTo>
                      <a:pt x="8865" y="7224"/>
                    </a:lnTo>
                    <a:lnTo>
                      <a:pt x="8836" y="7137"/>
                    </a:lnTo>
                    <a:lnTo>
                      <a:pt x="8289" y="6360"/>
                    </a:lnTo>
                    <a:lnTo>
                      <a:pt x="7713" y="5583"/>
                    </a:lnTo>
                    <a:lnTo>
                      <a:pt x="7109" y="4864"/>
                    </a:lnTo>
                    <a:lnTo>
                      <a:pt x="6476" y="4173"/>
                    </a:lnTo>
                    <a:lnTo>
                      <a:pt x="5814" y="3540"/>
                    </a:lnTo>
                    <a:lnTo>
                      <a:pt x="5095" y="2907"/>
                    </a:lnTo>
                    <a:lnTo>
                      <a:pt x="4375" y="2331"/>
                    </a:lnTo>
                    <a:lnTo>
                      <a:pt x="3598" y="1784"/>
                    </a:lnTo>
                    <a:lnTo>
                      <a:pt x="2821" y="1266"/>
                    </a:lnTo>
                    <a:lnTo>
                      <a:pt x="1986" y="806"/>
                    </a:lnTo>
                    <a:lnTo>
                      <a:pt x="1152" y="403"/>
                    </a:lnTo>
                    <a:lnTo>
                      <a:pt x="3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49"/>
              <p:cNvSpPr/>
              <p:nvPr/>
            </p:nvSpPr>
            <p:spPr>
              <a:xfrm>
                <a:off x="5618775" y="4382950"/>
                <a:ext cx="82050" cy="156150"/>
              </a:xfrm>
              <a:custGeom>
                <a:rect b="b" l="l" r="r" t="t"/>
                <a:pathLst>
                  <a:path extrusionOk="0" h="6246" w="3282">
                    <a:moveTo>
                      <a:pt x="2993" y="1"/>
                    </a:moveTo>
                    <a:lnTo>
                      <a:pt x="2907" y="29"/>
                    </a:lnTo>
                    <a:lnTo>
                      <a:pt x="2850" y="87"/>
                    </a:lnTo>
                    <a:lnTo>
                      <a:pt x="2821" y="173"/>
                    </a:lnTo>
                    <a:lnTo>
                      <a:pt x="2591" y="1094"/>
                    </a:lnTo>
                    <a:lnTo>
                      <a:pt x="2303" y="1986"/>
                    </a:lnTo>
                    <a:lnTo>
                      <a:pt x="1957" y="2850"/>
                    </a:lnTo>
                    <a:lnTo>
                      <a:pt x="1526" y="3684"/>
                    </a:lnTo>
                    <a:lnTo>
                      <a:pt x="1209" y="4260"/>
                    </a:lnTo>
                    <a:lnTo>
                      <a:pt x="864" y="4835"/>
                    </a:lnTo>
                    <a:lnTo>
                      <a:pt x="461" y="5354"/>
                    </a:lnTo>
                    <a:lnTo>
                      <a:pt x="58" y="5872"/>
                    </a:lnTo>
                    <a:lnTo>
                      <a:pt x="0" y="5958"/>
                    </a:lnTo>
                    <a:lnTo>
                      <a:pt x="0" y="6044"/>
                    </a:lnTo>
                    <a:lnTo>
                      <a:pt x="29" y="6131"/>
                    </a:lnTo>
                    <a:lnTo>
                      <a:pt x="87" y="6217"/>
                    </a:lnTo>
                    <a:lnTo>
                      <a:pt x="144" y="6246"/>
                    </a:lnTo>
                    <a:lnTo>
                      <a:pt x="317" y="6246"/>
                    </a:lnTo>
                    <a:lnTo>
                      <a:pt x="403" y="6188"/>
                    </a:lnTo>
                    <a:lnTo>
                      <a:pt x="835" y="5641"/>
                    </a:lnTo>
                    <a:lnTo>
                      <a:pt x="1238" y="5095"/>
                    </a:lnTo>
                    <a:lnTo>
                      <a:pt x="1612" y="4490"/>
                    </a:lnTo>
                    <a:lnTo>
                      <a:pt x="1929" y="3915"/>
                    </a:lnTo>
                    <a:lnTo>
                      <a:pt x="2159" y="3483"/>
                    </a:lnTo>
                    <a:lnTo>
                      <a:pt x="2360" y="3051"/>
                    </a:lnTo>
                    <a:lnTo>
                      <a:pt x="2562" y="2591"/>
                    </a:lnTo>
                    <a:lnTo>
                      <a:pt x="2734" y="2130"/>
                    </a:lnTo>
                    <a:lnTo>
                      <a:pt x="2907" y="1670"/>
                    </a:lnTo>
                    <a:lnTo>
                      <a:pt x="3051" y="1209"/>
                    </a:lnTo>
                    <a:lnTo>
                      <a:pt x="3166" y="749"/>
                    </a:lnTo>
                    <a:lnTo>
                      <a:pt x="3281" y="260"/>
                    </a:lnTo>
                    <a:lnTo>
                      <a:pt x="3281" y="173"/>
                    </a:lnTo>
                    <a:lnTo>
                      <a:pt x="3252" y="87"/>
                    </a:lnTo>
                    <a:lnTo>
                      <a:pt x="3166" y="29"/>
                    </a:lnTo>
                    <a:lnTo>
                      <a:pt x="31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49"/>
              <p:cNvSpPr/>
              <p:nvPr/>
            </p:nvSpPr>
            <p:spPr>
              <a:xfrm>
                <a:off x="6162700" y="3948375"/>
                <a:ext cx="369850" cy="69825"/>
              </a:xfrm>
              <a:custGeom>
                <a:rect b="b" l="l" r="r" t="t"/>
                <a:pathLst>
                  <a:path extrusionOk="0" h="2793" w="14794">
                    <a:moveTo>
                      <a:pt x="173" y="1"/>
                    </a:moveTo>
                    <a:lnTo>
                      <a:pt x="87" y="30"/>
                    </a:lnTo>
                    <a:lnTo>
                      <a:pt x="29" y="116"/>
                    </a:lnTo>
                    <a:lnTo>
                      <a:pt x="1" y="202"/>
                    </a:lnTo>
                    <a:lnTo>
                      <a:pt x="1" y="289"/>
                    </a:lnTo>
                    <a:lnTo>
                      <a:pt x="29" y="375"/>
                    </a:lnTo>
                    <a:lnTo>
                      <a:pt x="87" y="433"/>
                    </a:lnTo>
                    <a:lnTo>
                      <a:pt x="720" y="778"/>
                    </a:lnTo>
                    <a:lnTo>
                      <a:pt x="1468" y="1152"/>
                    </a:lnTo>
                    <a:lnTo>
                      <a:pt x="2274" y="1526"/>
                    </a:lnTo>
                    <a:lnTo>
                      <a:pt x="3166" y="1872"/>
                    </a:lnTo>
                    <a:lnTo>
                      <a:pt x="4145" y="2188"/>
                    </a:lnTo>
                    <a:lnTo>
                      <a:pt x="4663" y="2303"/>
                    </a:lnTo>
                    <a:lnTo>
                      <a:pt x="5210" y="2447"/>
                    </a:lnTo>
                    <a:lnTo>
                      <a:pt x="5756" y="2533"/>
                    </a:lnTo>
                    <a:lnTo>
                      <a:pt x="6332" y="2649"/>
                    </a:lnTo>
                    <a:lnTo>
                      <a:pt x="6936" y="2706"/>
                    </a:lnTo>
                    <a:lnTo>
                      <a:pt x="7541" y="2764"/>
                    </a:lnTo>
                    <a:lnTo>
                      <a:pt x="8088" y="2793"/>
                    </a:lnTo>
                    <a:lnTo>
                      <a:pt x="9383" y="2793"/>
                    </a:lnTo>
                    <a:lnTo>
                      <a:pt x="10160" y="2735"/>
                    </a:lnTo>
                    <a:lnTo>
                      <a:pt x="10937" y="2649"/>
                    </a:lnTo>
                    <a:lnTo>
                      <a:pt x="11685" y="2505"/>
                    </a:lnTo>
                    <a:lnTo>
                      <a:pt x="12433" y="2361"/>
                    </a:lnTo>
                    <a:lnTo>
                      <a:pt x="13182" y="2159"/>
                    </a:lnTo>
                    <a:lnTo>
                      <a:pt x="13930" y="1929"/>
                    </a:lnTo>
                    <a:lnTo>
                      <a:pt x="14649" y="1670"/>
                    </a:lnTo>
                    <a:lnTo>
                      <a:pt x="14736" y="1613"/>
                    </a:lnTo>
                    <a:lnTo>
                      <a:pt x="14764" y="1555"/>
                    </a:lnTo>
                    <a:lnTo>
                      <a:pt x="14793" y="1469"/>
                    </a:lnTo>
                    <a:lnTo>
                      <a:pt x="14793" y="1382"/>
                    </a:lnTo>
                    <a:lnTo>
                      <a:pt x="14736" y="1296"/>
                    </a:lnTo>
                    <a:lnTo>
                      <a:pt x="14649" y="1238"/>
                    </a:lnTo>
                    <a:lnTo>
                      <a:pt x="14477" y="1238"/>
                    </a:lnTo>
                    <a:lnTo>
                      <a:pt x="13642" y="1526"/>
                    </a:lnTo>
                    <a:lnTo>
                      <a:pt x="12807" y="1785"/>
                    </a:lnTo>
                    <a:lnTo>
                      <a:pt x="11944" y="1987"/>
                    </a:lnTo>
                    <a:lnTo>
                      <a:pt x="11081" y="2159"/>
                    </a:lnTo>
                    <a:lnTo>
                      <a:pt x="10217" y="2246"/>
                    </a:lnTo>
                    <a:lnTo>
                      <a:pt x="9325" y="2332"/>
                    </a:lnTo>
                    <a:lnTo>
                      <a:pt x="8462" y="2332"/>
                    </a:lnTo>
                    <a:lnTo>
                      <a:pt x="7570" y="2303"/>
                    </a:lnTo>
                    <a:lnTo>
                      <a:pt x="6965" y="2246"/>
                    </a:lnTo>
                    <a:lnTo>
                      <a:pt x="6390" y="2188"/>
                    </a:lnTo>
                    <a:lnTo>
                      <a:pt x="5843" y="2102"/>
                    </a:lnTo>
                    <a:lnTo>
                      <a:pt x="5296" y="1987"/>
                    </a:lnTo>
                    <a:lnTo>
                      <a:pt x="4778" y="1872"/>
                    </a:lnTo>
                    <a:lnTo>
                      <a:pt x="4260" y="1728"/>
                    </a:lnTo>
                    <a:lnTo>
                      <a:pt x="3310" y="1440"/>
                    </a:lnTo>
                    <a:lnTo>
                      <a:pt x="2447" y="1095"/>
                    </a:lnTo>
                    <a:lnTo>
                      <a:pt x="1670" y="749"/>
                    </a:lnTo>
                    <a:lnTo>
                      <a:pt x="950" y="375"/>
                    </a:lnTo>
                    <a:lnTo>
                      <a:pt x="346" y="30"/>
                    </a:lnTo>
                    <a:lnTo>
                      <a:pt x="2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49"/>
              <p:cNvSpPr/>
              <p:nvPr/>
            </p:nvSpPr>
            <p:spPr>
              <a:xfrm>
                <a:off x="6008725" y="3569225"/>
                <a:ext cx="130250" cy="114425"/>
              </a:xfrm>
              <a:custGeom>
                <a:rect b="b" l="l" r="r" t="t"/>
                <a:pathLst>
                  <a:path extrusionOk="0" h="4577" w="5210">
                    <a:moveTo>
                      <a:pt x="2505" y="0"/>
                    </a:moveTo>
                    <a:lnTo>
                      <a:pt x="2130" y="29"/>
                    </a:lnTo>
                    <a:lnTo>
                      <a:pt x="1785" y="58"/>
                    </a:lnTo>
                    <a:lnTo>
                      <a:pt x="1440" y="173"/>
                    </a:lnTo>
                    <a:lnTo>
                      <a:pt x="1296" y="230"/>
                    </a:lnTo>
                    <a:lnTo>
                      <a:pt x="1123" y="317"/>
                    </a:lnTo>
                    <a:lnTo>
                      <a:pt x="864" y="518"/>
                    </a:lnTo>
                    <a:lnTo>
                      <a:pt x="663" y="777"/>
                    </a:lnTo>
                    <a:lnTo>
                      <a:pt x="461" y="1036"/>
                    </a:lnTo>
                    <a:lnTo>
                      <a:pt x="317" y="1353"/>
                    </a:lnTo>
                    <a:lnTo>
                      <a:pt x="202" y="1669"/>
                    </a:lnTo>
                    <a:lnTo>
                      <a:pt x="87" y="2015"/>
                    </a:lnTo>
                    <a:lnTo>
                      <a:pt x="30" y="2360"/>
                    </a:lnTo>
                    <a:lnTo>
                      <a:pt x="1" y="2706"/>
                    </a:lnTo>
                    <a:lnTo>
                      <a:pt x="1" y="3022"/>
                    </a:lnTo>
                    <a:lnTo>
                      <a:pt x="1" y="3339"/>
                    </a:lnTo>
                    <a:lnTo>
                      <a:pt x="58" y="3655"/>
                    </a:lnTo>
                    <a:lnTo>
                      <a:pt x="116" y="3914"/>
                    </a:lnTo>
                    <a:lnTo>
                      <a:pt x="173" y="4144"/>
                    </a:lnTo>
                    <a:lnTo>
                      <a:pt x="289" y="4346"/>
                    </a:lnTo>
                    <a:lnTo>
                      <a:pt x="375" y="4461"/>
                    </a:lnTo>
                    <a:lnTo>
                      <a:pt x="519" y="4547"/>
                    </a:lnTo>
                    <a:lnTo>
                      <a:pt x="576" y="4576"/>
                    </a:lnTo>
                    <a:lnTo>
                      <a:pt x="634" y="4576"/>
                    </a:lnTo>
                    <a:lnTo>
                      <a:pt x="778" y="4519"/>
                    </a:lnTo>
                    <a:lnTo>
                      <a:pt x="951" y="4375"/>
                    </a:lnTo>
                    <a:lnTo>
                      <a:pt x="1152" y="4173"/>
                    </a:lnTo>
                    <a:lnTo>
                      <a:pt x="1728" y="3626"/>
                    </a:lnTo>
                    <a:lnTo>
                      <a:pt x="2130" y="3252"/>
                    </a:lnTo>
                    <a:lnTo>
                      <a:pt x="2649" y="2821"/>
                    </a:lnTo>
                    <a:lnTo>
                      <a:pt x="3195" y="2389"/>
                    </a:lnTo>
                    <a:lnTo>
                      <a:pt x="3713" y="2044"/>
                    </a:lnTo>
                    <a:lnTo>
                      <a:pt x="4548" y="1497"/>
                    </a:lnTo>
                    <a:lnTo>
                      <a:pt x="4865" y="1295"/>
                    </a:lnTo>
                    <a:lnTo>
                      <a:pt x="5066" y="1123"/>
                    </a:lnTo>
                    <a:lnTo>
                      <a:pt x="5152" y="1036"/>
                    </a:lnTo>
                    <a:lnTo>
                      <a:pt x="5181" y="950"/>
                    </a:lnTo>
                    <a:lnTo>
                      <a:pt x="5210" y="864"/>
                    </a:lnTo>
                    <a:lnTo>
                      <a:pt x="5210" y="777"/>
                    </a:lnTo>
                    <a:lnTo>
                      <a:pt x="5181" y="691"/>
                    </a:lnTo>
                    <a:lnTo>
                      <a:pt x="5095" y="605"/>
                    </a:lnTo>
                    <a:lnTo>
                      <a:pt x="4980" y="518"/>
                    </a:lnTo>
                    <a:lnTo>
                      <a:pt x="4836" y="461"/>
                    </a:lnTo>
                    <a:lnTo>
                      <a:pt x="4490" y="374"/>
                    </a:lnTo>
                    <a:lnTo>
                      <a:pt x="4030" y="259"/>
                    </a:lnTo>
                    <a:lnTo>
                      <a:pt x="3253" y="115"/>
                    </a:lnTo>
                    <a:lnTo>
                      <a:pt x="2879" y="58"/>
                    </a:lnTo>
                    <a:lnTo>
                      <a:pt x="25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49"/>
              <p:cNvSpPr/>
              <p:nvPr/>
            </p:nvSpPr>
            <p:spPr>
              <a:xfrm>
                <a:off x="6295075" y="3579300"/>
                <a:ext cx="54725" cy="91400"/>
              </a:xfrm>
              <a:custGeom>
                <a:rect b="b" l="l" r="r" t="t"/>
                <a:pathLst>
                  <a:path extrusionOk="0" h="3656" w="2189">
                    <a:moveTo>
                      <a:pt x="1613" y="0"/>
                    </a:moveTo>
                    <a:lnTo>
                      <a:pt x="1411" y="29"/>
                    </a:lnTo>
                    <a:lnTo>
                      <a:pt x="1210" y="144"/>
                    </a:lnTo>
                    <a:lnTo>
                      <a:pt x="979" y="317"/>
                    </a:lnTo>
                    <a:lnTo>
                      <a:pt x="778" y="547"/>
                    </a:lnTo>
                    <a:lnTo>
                      <a:pt x="577" y="806"/>
                    </a:lnTo>
                    <a:lnTo>
                      <a:pt x="404" y="1123"/>
                    </a:lnTo>
                    <a:lnTo>
                      <a:pt x="231" y="1497"/>
                    </a:lnTo>
                    <a:lnTo>
                      <a:pt x="116" y="1842"/>
                    </a:lnTo>
                    <a:lnTo>
                      <a:pt x="30" y="2216"/>
                    </a:lnTo>
                    <a:lnTo>
                      <a:pt x="1" y="2562"/>
                    </a:lnTo>
                    <a:lnTo>
                      <a:pt x="1" y="2849"/>
                    </a:lnTo>
                    <a:lnTo>
                      <a:pt x="30" y="3137"/>
                    </a:lnTo>
                    <a:lnTo>
                      <a:pt x="116" y="3339"/>
                    </a:lnTo>
                    <a:lnTo>
                      <a:pt x="231" y="3511"/>
                    </a:lnTo>
                    <a:lnTo>
                      <a:pt x="289" y="3569"/>
                    </a:lnTo>
                    <a:lnTo>
                      <a:pt x="375" y="3626"/>
                    </a:lnTo>
                    <a:lnTo>
                      <a:pt x="461" y="3626"/>
                    </a:lnTo>
                    <a:lnTo>
                      <a:pt x="548" y="3655"/>
                    </a:lnTo>
                    <a:lnTo>
                      <a:pt x="749" y="3598"/>
                    </a:lnTo>
                    <a:lnTo>
                      <a:pt x="951" y="3482"/>
                    </a:lnTo>
                    <a:lnTo>
                      <a:pt x="1181" y="3310"/>
                    </a:lnTo>
                    <a:lnTo>
                      <a:pt x="1382" y="3108"/>
                    </a:lnTo>
                    <a:lnTo>
                      <a:pt x="1584" y="2821"/>
                    </a:lnTo>
                    <a:lnTo>
                      <a:pt x="1757" y="2504"/>
                    </a:lnTo>
                    <a:lnTo>
                      <a:pt x="1929" y="2159"/>
                    </a:lnTo>
                    <a:lnTo>
                      <a:pt x="2044" y="1784"/>
                    </a:lnTo>
                    <a:lnTo>
                      <a:pt x="2131" y="1410"/>
                    </a:lnTo>
                    <a:lnTo>
                      <a:pt x="2159" y="1094"/>
                    </a:lnTo>
                    <a:lnTo>
                      <a:pt x="2188" y="777"/>
                    </a:lnTo>
                    <a:lnTo>
                      <a:pt x="2131" y="518"/>
                    </a:lnTo>
                    <a:lnTo>
                      <a:pt x="2073" y="288"/>
                    </a:lnTo>
                    <a:lnTo>
                      <a:pt x="1958" y="115"/>
                    </a:lnTo>
                    <a:lnTo>
                      <a:pt x="1872" y="58"/>
                    </a:lnTo>
                    <a:lnTo>
                      <a:pt x="1785" y="29"/>
                    </a:lnTo>
                    <a:lnTo>
                      <a:pt x="16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49"/>
              <p:cNvSpPr/>
              <p:nvPr/>
            </p:nvSpPr>
            <p:spPr>
              <a:xfrm>
                <a:off x="6320275" y="3526775"/>
                <a:ext cx="102175" cy="114425"/>
              </a:xfrm>
              <a:custGeom>
                <a:rect b="b" l="l" r="r" t="t"/>
                <a:pathLst>
                  <a:path extrusionOk="0" h="4577" w="4087">
                    <a:moveTo>
                      <a:pt x="1036" y="0"/>
                    </a:moveTo>
                    <a:lnTo>
                      <a:pt x="605" y="29"/>
                    </a:lnTo>
                    <a:lnTo>
                      <a:pt x="173" y="87"/>
                    </a:lnTo>
                    <a:lnTo>
                      <a:pt x="87" y="115"/>
                    </a:lnTo>
                    <a:lnTo>
                      <a:pt x="29" y="202"/>
                    </a:lnTo>
                    <a:lnTo>
                      <a:pt x="0" y="259"/>
                    </a:lnTo>
                    <a:lnTo>
                      <a:pt x="0" y="374"/>
                    </a:lnTo>
                    <a:lnTo>
                      <a:pt x="29" y="432"/>
                    </a:lnTo>
                    <a:lnTo>
                      <a:pt x="115" y="518"/>
                    </a:lnTo>
                    <a:lnTo>
                      <a:pt x="173" y="547"/>
                    </a:lnTo>
                    <a:lnTo>
                      <a:pt x="288" y="547"/>
                    </a:lnTo>
                    <a:lnTo>
                      <a:pt x="662" y="490"/>
                    </a:lnTo>
                    <a:lnTo>
                      <a:pt x="1036" y="461"/>
                    </a:lnTo>
                    <a:lnTo>
                      <a:pt x="1382" y="518"/>
                    </a:lnTo>
                    <a:lnTo>
                      <a:pt x="1756" y="605"/>
                    </a:lnTo>
                    <a:lnTo>
                      <a:pt x="2101" y="749"/>
                    </a:lnTo>
                    <a:lnTo>
                      <a:pt x="2418" y="921"/>
                    </a:lnTo>
                    <a:lnTo>
                      <a:pt x="2706" y="1151"/>
                    </a:lnTo>
                    <a:lnTo>
                      <a:pt x="2965" y="1439"/>
                    </a:lnTo>
                    <a:lnTo>
                      <a:pt x="3195" y="1727"/>
                    </a:lnTo>
                    <a:lnTo>
                      <a:pt x="3367" y="2072"/>
                    </a:lnTo>
                    <a:lnTo>
                      <a:pt x="3511" y="2418"/>
                    </a:lnTo>
                    <a:lnTo>
                      <a:pt x="3598" y="2763"/>
                    </a:lnTo>
                    <a:lnTo>
                      <a:pt x="3626" y="3137"/>
                    </a:lnTo>
                    <a:lnTo>
                      <a:pt x="3598" y="3511"/>
                    </a:lnTo>
                    <a:lnTo>
                      <a:pt x="3540" y="3885"/>
                    </a:lnTo>
                    <a:lnTo>
                      <a:pt x="3396" y="4260"/>
                    </a:lnTo>
                    <a:lnTo>
                      <a:pt x="3396" y="4346"/>
                    </a:lnTo>
                    <a:lnTo>
                      <a:pt x="3425" y="4432"/>
                    </a:lnTo>
                    <a:lnTo>
                      <a:pt x="3483" y="4519"/>
                    </a:lnTo>
                    <a:lnTo>
                      <a:pt x="3626" y="4576"/>
                    </a:lnTo>
                    <a:lnTo>
                      <a:pt x="3684" y="4547"/>
                    </a:lnTo>
                    <a:lnTo>
                      <a:pt x="3742" y="4519"/>
                    </a:lnTo>
                    <a:lnTo>
                      <a:pt x="3799" y="4490"/>
                    </a:lnTo>
                    <a:lnTo>
                      <a:pt x="3828" y="4432"/>
                    </a:lnTo>
                    <a:lnTo>
                      <a:pt x="3972" y="4001"/>
                    </a:lnTo>
                    <a:lnTo>
                      <a:pt x="4058" y="3569"/>
                    </a:lnTo>
                    <a:lnTo>
                      <a:pt x="4087" y="3137"/>
                    </a:lnTo>
                    <a:lnTo>
                      <a:pt x="4029" y="2706"/>
                    </a:lnTo>
                    <a:lnTo>
                      <a:pt x="3943" y="2274"/>
                    </a:lnTo>
                    <a:lnTo>
                      <a:pt x="3799" y="1871"/>
                    </a:lnTo>
                    <a:lnTo>
                      <a:pt x="3569" y="1497"/>
                    </a:lnTo>
                    <a:lnTo>
                      <a:pt x="3310" y="1123"/>
                    </a:lnTo>
                    <a:lnTo>
                      <a:pt x="2993" y="806"/>
                    </a:lnTo>
                    <a:lnTo>
                      <a:pt x="2648" y="547"/>
                    </a:lnTo>
                    <a:lnTo>
                      <a:pt x="2274" y="346"/>
                    </a:lnTo>
                    <a:lnTo>
                      <a:pt x="1900" y="173"/>
                    </a:lnTo>
                    <a:lnTo>
                      <a:pt x="1468" y="58"/>
                    </a:lnTo>
                    <a:lnTo>
                      <a:pt x="10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49"/>
              <p:cNvSpPr/>
              <p:nvPr/>
            </p:nvSpPr>
            <p:spPr>
              <a:xfrm>
                <a:off x="6543300" y="3564175"/>
                <a:ext cx="132425" cy="318750"/>
              </a:xfrm>
              <a:custGeom>
                <a:rect b="b" l="l" r="r" t="t"/>
                <a:pathLst>
                  <a:path extrusionOk="0" h="12750" w="5297">
                    <a:moveTo>
                      <a:pt x="893" y="1"/>
                    </a:moveTo>
                    <a:lnTo>
                      <a:pt x="835" y="58"/>
                    </a:lnTo>
                    <a:lnTo>
                      <a:pt x="778" y="145"/>
                    </a:lnTo>
                    <a:lnTo>
                      <a:pt x="576" y="634"/>
                    </a:lnTo>
                    <a:lnTo>
                      <a:pt x="375" y="1353"/>
                    </a:lnTo>
                    <a:lnTo>
                      <a:pt x="260" y="1785"/>
                    </a:lnTo>
                    <a:lnTo>
                      <a:pt x="174" y="2274"/>
                    </a:lnTo>
                    <a:lnTo>
                      <a:pt x="87" y="2764"/>
                    </a:lnTo>
                    <a:lnTo>
                      <a:pt x="30" y="3310"/>
                    </a:lnTo>
                    <a:lnTo>
                      <a:pt x="1" y="3915"/>
                    </a:lnTo>
                    <a:lnTo>
                      <a:pt x="1" y="4519"/>
                    </a:lnTo>
                    <a:lnTo>
                      <a:pt x="58" y="5152"/>
                    </a:lnTo>
                    <a:lnTo>
                      <a:pt x="145" y="5785"/>
                    </a:lnTo>
                    <a:lnTo>
                      <a:pt x="260" y="6476"/>
                    </a:lnTo>
                    <a:lnTo>
                      <a:pt x="461" y="7138"/>
                    </a:lnTo>
                    <a:lnTo>
                      <a:pt x="692" y="7829"/>
                    </a:lnTo>
                    <a:lnTo>
                      <a:pt x="1008" y="8548"/>
                    </a:lnTo>
                    <a:lnTo>
                      <a:pt x="1210" y="8922"/>
                    </a:lnTo>
                    <a:lnTo>
                      <a:pt x="1440" y="9325"/>
                    </a:lnTo>
                    <a:lnTo>
                      <a:pt x="1670" y="9671"/>
                    </a:lnTo>
                    <a:lnTo>
                      <a:pt x="1900" y="10016"/>
                    </a:lnTo>
                    <a:lnTo>
                      <a:pt x="2418" y="10620"/>
                    </a:lnTo>
                    <a:lnTo>
                      <a:pt x="2936" y="11167"/>
                    </a:lnTo>
                    <a:lnTo>
                      <a:pt x="3454" y="11656"/>
                    </a:lnTo>
                    <a:lnTo>
                      <a:pt x="3972" y="12059"/>
                    </a:lnTo>
                    <a:lnTo>
                      <a:pt x="4462" y="12433"/>
                    </a:lnTo>
                    <a:lnTo>
                      <a:pt x="4951" y="12721"/>
                    </a:lnTo>
                    <a:lnTo>
                      <a:pt x="5066" y="12750"/>
                    </a:lnTo>
                    <a:lnTo>
                      <a:pt x="5181" y="12721"/>
                    </a:lnTo>
                    <a:lnTo>
                      <a:pt x="5267" y="12635"/>
                    </a:lnTo>
                    <a:lnTo>
                      <a:pt x="5296" y="12549"/>
                    </a:lnTo>
                    <a:lnTo>
                      <a:pt x="5296" y="12462"/>
                    </a:lnTo>
                    <a:lnTo>
                      <a:pt x="5239" y="12376"/>
                    </a:lnTo>
                    <a:lnTo>
                      <a:pt x="5181" y="12318"/>
                    </a:lnTo>
                    <a:lnTo>
                      <a:pt x="4721" y="12031"/>
                    </a:lnTo>
                    <a:lnTo>
                      <a:pt x="4260" y="11714"/>
                    </a:lnTo>
                    <a:lnTo>
                      <a:pt x="3742" y="11311"/>
                    </a:lnTo>
                    <a:lnTo>
                      <a:pt x="3253" y="10851"/>
                    </a:lnTo>
                    <a:lnTo>
                      <a:pt x="2764" y="10333"/>
                    </a:lnTo>
                    <a:lnTo>
                      <a:pt x="2274" y="9728"/>
                    </a:lnTo>
                    <a:lnTo>
                      <a:pt x="2044" y="9412"/>
                    </a:lnTo>
                    <a:lnTo>
                      <a:pt x="1814" y="9066"/>
                    </a:lnTo>
                    <a:lnTo>
                      <a:pt x="1612" y="8721"/>
                    </a:lnTo>
                    <a:lnTo>
                      <a:pt x="1411" y="8318"/>
                    </a:lnTo>
                    <a:lnTo>
                      <a:pt x="1123" y="7656"/>
                    </a:lnTo>
                    <a:lnTo>
                      <a:pt x="893" y="6994"/>
                    </a:lnTo>
                    <a:lnTo>
                      <a:pt x="720" y="6361"/>
                    </a:lnTo>
                    <a:lnTo>
                      <a:pt x="576" y="5728"/>
                    </a:lnTo>
                    <a:lnTo>
                      <a:pt x="519" y="5095"/>
                    </a:lnTo>
                    <a:lnTo>
                      <a:pt x="461" y="4490"/>
                    </a:lnTo>
                    <a:lnTo>
                      <a:pt x="461" y="3915"/>
                    </a:lnTo>
                    <a:lnTo>
                      <a:pt x="490" y="3368"/>
                    </a:lnTo>
                    <a:lnTo>
                      <a:pt x="548" y="2821"/>
                    </a:lnTo>
                    <a:lnTo>
                      <a:pt x="634" y="2332"/>
                    </a:lnTo>
                    <a:lnTo>
                      <a:pt x="720" y="1900"/>
                    </a:lnTo>
                    <a:lnTo>
                      <a:pt x="807" y="1469"/>
                    </a:lnTo>
                    <a:lnTo>
                      <a:pt x="1037" y="778"/>
                    </a:lnTo>
                    <a:lnTo>
                      <a:pt x="1210" y="317"/>
                    </a:lnTo>
                    <a:lnTo>
                      <a:pt x="1210" y="202"/>
                    </a:lnTo>
                    <a:lnTo>
                      <a:pt x="1210" y="116"/>
                    </a:lnTo>
                    <a:lnTo>
                      <a:pt x="1152" y="58"/>
                    </a:lnTo>
                    <a:lnTo>
                      <a:pt x="106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2" name="Google Shape;1742;p49"/>
            <p:cNvGrpSpPr/>
            <p:nvPr/>
          </p:nvGrpSpPr>
          <p:grpSpPr>
            <a:xfrm flipH="1">
              <a:off x="7060281" y="4503375"/>
              <a:ext cx="469195" cy="484863"/>
              <a:chOff x="3527775" y="6183075"/>
              <a:chExt cx="1033925" cy="1068450"/>
            </a:xfrm>
          </p:grpSpPr>
          <p:sp>
            <p:nvSpPr>
              <p:cNvPr id="1743" name="Google Shape;1743;p49"/>
              <p:cNvSpPr/>
              <p:nvPr/>
            </p:nvSpPr>
            <p:spPr>
              <a:xfrm>
                <a:off x="3527775" y="6183075"/>
                <a:ext cx="1033925" cy="1068450"/>
              </a:xfrm>
              <a:custGeom>
                <a:rect b="b" l="l" r="r" t="t"/>
                <a:pathLst>
                  <a:path extrusionOk="0" h="42738" w="41357">
                    <a:moveTo>
                      <a:pt x="25585" y="1"/>
                    </a:moveTo>
                    <a:lnTo>
                      <a:pt x="25211" y="58"/>
                    </a:lnTo>
                    <a:lnTo>
                      <a:pt x="24837" y="145"/>
                    </a:lnTo>
                    <a:lnTo>
                      <a:pt x="24463" y="288"/>
                    </a:lnTo>
                    <a:lnTo>
                      <a:pt x="24118" y="519"/>
                    </a:lnTo>
                    <a:lnTo>
                      <a:pt x="23772" y="778"/>
                    </a:lnTo>
                    <a:lnTo>
                      <a:pt x="16549" y="7656"/>
                    </a:lnTo>
                    <a:lnTo>
                      <a:pt x="16290" y="7886"/>
                    </a:lnTo>
                    <a:lnTo>
                      <a:pt x="16002" y="8088"/>
                    </a:lnTo>
                    <a:lnTo>
                      <a:pt x="15714" y="8232"/>
                    </a:lnTo>
                    <a:lnTo>
                      <a:pt x="15369" y="8347"/>
                    </a:lnTo>
                    <a:lnTo>
                      <a:pt x="15052" y="8404"/>
                    </a:lnTo>
                    <a:lnTo>
                      <a:pt x="14707" y="8462"/>
                    </a:lnTo>
                    <a:lnTo>
                      <a:pt x="14361" y="8433"/>
                    </a:lnTo>
                    <a:lnTo>
                      <a:pt x="14016" y="8375"/>
                    </a:lnTo>
                    <a:lnTo>
                      <a:pt x="4260" y="6332"/>
                    </a:lnTo>
                    <a:lnTo>
                      <a:pt x="3828" y="6275"/>
                    </a:lnTo>
                    <a:lnTo>
                      <a:pt x="3425" y="6275"/>
                    </a:lnTo>
                    <a:lnTo>
                      <a:pt x="3022" y="6361"/>
                    </a:lnTo>
                    <a:lnTo>
                      <a:pt x="2648" y="6476"/>
                    </a:lnTo>
                    <a:lnTo>
                      <a:pt x="2303" y="6620"/>
                    </a:lnTo>
                    <a:lnTo>
                      <a:pt x="1986" y="6821"/>
                    </a:lnTo>
                    <a:lnTo>
                      <a:pt x="1699" y="7080"/>
                    </a:lnTo>
                    <a:lnTo>
                      <a:pt x="1440" y="7368"/>
                    </a:lnTo>
                    <a:lnTo>
                      <a:pt x="1238" y="7685"/>
                    </a:lnTo>
                    <a:lnTo>
                      <a:pt x="1065" y="8001"/>
                    </a:lnTo>
                    <a:lnTo>
                      <a:pt x="950" y="8375"/>
                    </a:lnTo>
                    <a:lnTo>
                      <a:pt x="864" y="8750"/>
                    </a:lnTo>
                    <a:lnTo>
                      <a:pt x="835" y="9152"/>
                    </a:lnTo>
                    <a:lnTo>
                      <a:pt x="864" y="9527"/>
                    </a:lnTo>
                    <a:lnTo>
                      <a:pt x="979" y="9930"/>
                    </a:lnTo>
                    <a:lnTo>
                      <a:pt x="1123" y="10332"/>
                    </a:lnTo>
                    <a:lnTo>
                      <a:pt x="5440" y="19340"/>
                    </a:lnTo>
                    <a:lnTo>
                      <a:pt x="5584" y="19657"/>
                    </a:lnTo>
                    <a:lnTo>
                      <a:pt x="5670" y="19973"/>
                    </a:lnTo>
                    <a:lnTo>
                      <a:pt x="5699" y="20319"/>
                    </a:lnTo>
                    <a:lnTo>
                      <a:pt x="5728" y="20664"/>
                    </a:lnTo>
                    <a:lnTo>
                      <a:pt x="5670" y="21010"/>
                    </a:lnTo>
                    <a:lnTo>
                      <a:pt x="5613" y="21326"/>
                    </a:lnTo>
                    <a:lnTo>
                      <a:pt x="5497" y="21643"/>
                    </a:lnTo>
                    <a:lnTo>
                      <a:pt x="5354" y="21959"/>
                    </a:lnTo>
                    <a:lnTo>
                      <a:pt x="375" y="30622"/>
                    </a:lnTo>
                    <a:lnTo>
                      <a:pt x="202" y="30996"/>
                    </a:lnTo>
                    <a:lnTo>
                      <a:pt x="58" y="31399"/>
                    </a:lnTo>
                    <a:lnTo>
                      <a:pt x="1" y="31802"/>
                    </a:lnTo>
                    <a:lnTo>
                      <a:pt x="1" y="32176"/>
                    </a:lnTo>
                    <a:lnTo>
                      <a:pt x="58" y="32550"/>
                    </a:lnTo>
                    <a:lnTo>
                      <a:pt x="144" y="32924"/>
                    </a:lnTo>
                    <a:lnTo>
                      <a:pt x="288" y="33269"/>
                    </a:lnTo>
                    <a:lnTo>
                      <a:pt x="490" y="33615"/>
                    </a:lnTo>
                    <a:lnTo>
                      <a:pt x="720" y="33903"/>
                    </a:lnTo>
                    <a:lnTo>
                      <a:pt x="979" y="34162"/>
                    </a:lnTo>
                    <a:lnTo>
                      <a:pt x="1296" y="34392"/>
                    </a:lnTo>
                    <a:lnTo>
                      <a:pt x="1612" y="34593"/>
                    </a:lnTo>
                    <a:lnTo>
                      <a:pt x="1986" y="34737"/>
                    </a:lnTo>
                    <a:lnTo>
                      <a:pt x="2361" y="34824"/>
                    </a:lnTo>
                    <a:lnTo>
                      <a:pt x="2792" y="34852"/>
                    </a:lnTo>
                    <a:lnTo>
                      <a:pt x="3195" y="34824"/>
                    </a:lnTo>
                    <a:lnTo>
                      <a:pt x="13095" y="33500"/>
                    </a:lnTo>
                    <a:lnTo>
                      <a:pt x="13786" y="33500"/>
                    </a:lnTo>
                    <a:lnTo>
                      <a:pt x="14131" y="33557"/>
                    </a:lnTo>
                    <a:lnTo>
                      <a:pt x="14448" y="33672"/>
                    </a:lnTo>
                    <a:lnTo>
                      <a:pt x="14764" y="33788"/>
                    </a:lnTo>
                    <a:lnTo>
                      <a:pt x="15052" y="33960"/>
                    </a:lnTo>
                    <a:lnTo>
                      <a:pt x="15311" y="34162"/>
                    </a:lnTo>
                    <a:lnTo>
                      <a:pt x="15570" y="34421"/>
                    </a:lnTo>
                    <a:lnTo>
                      <a:pt x="22276" y="41817"/>
                    </a:lnTo>
                    <a:lnTo>
                      <a:pt x="22564" y="42105"/>
                    </a:lnTo>
                    <a:lnTo>
                      <a:pt x="22909" y="42335"/>
                    </a:lnTo>
                    <a:lnTo>
                      <a:pt x="23254" y="42536"/>
                    </a:lnTo>
                    <a:lnTo>
                      <a:pt x="23628" y="42652"/>
                    </a:lnTo>
                    <a:lnTo>
                      <a:pt x="24003" y="42738"/>
                    </a:lnTo>
                    <a:lnTo>
                      <a:pt x="24405" y="42738"/>
                    </a:lnTo>
                    <a:lnTo>
                      <a:pt x="24780" y="42709"/>
                    </a:lnTo>
                    <a:lnTo>
                      <a:pt x="25154" y="42623"/>
                    </a:lnTo>
                    <a:lnTo>
                      <a:pt x="25499" y="42508"/>
                    </a:lnTo>
                    <a:lnTo>
                      <a:pt x="25844" y="42335"/>
                    </a:lnTo>
                    <a:lnTo>
                      <a:pt x="26161" y="42105"/>
                    </a:lnTo>
                    <a:lnTo>
                      <a:pt x="26420" y="41846"/>
                    </a:lnTo>
                    <a:lnTo>
                      <a:pt x="26679" y="41558"/>
                    </a:lnTo>
                    <a:lnTo>
                      <a:pt x="26880" y="41213"/>
                    </a:lnTo>
                    <a:lnTo>
                      <a:pt x="27053" y="40838"/>
                    </a:lnTo>
                    <a:lnTo>
                      <a:pt x="27140" y="40436"/>
                    </a:lnTo>
                    <a:lnTo>
                      <a:pt x="28953" y="30622"/>
                    </a:lnTo>
                    <a:lnTo>
                      <a:pt x="29039" y="30276"/>
                    </a:lnTo>
                    <a:lnTo>
                      <a:pt x="29154" y="29960"/>
                    </a:lnTo>
                    <a:lnTo>
                      <a:pt x="29327" y="29643"/>
                    </a:lnTo>
                    <a:lnTo>
                      <a:pt x="29499" y="29384"/>
                    </a:lnTo>
                    <a:lnTo>
                      <a:pt x="29730" y="29125"/>
                    </a:lnTo>
                    <a:lnTo>
                      <a:pt x="29989" y="28895"/>
                    </a:lnTo>
                    <a:lnTo>
                      <a:pt x="30276" y="28694"/>
                    </a:lnTo>
                    <a:lnTo>
                      <a:pt x="30564" y="28550"/>
                    </a:lnTo>
                    <a:lnTo>
                      <a:pt x="39687" y="24463"/>
                    </a:lnTo>
                    <a:lnTo>
                      <a:pt x="40061" y="24262"/>
                    </a:lnTo>
                    <a:lnTo>
                      <a:pt x="40378" y="24003"/>
                    </a:lnTo>
                    <a:lnTo>
                      <a:pt x="40666" y="23715"/>
                    </a:lnTo>
                    <a:lnTo>
                      <a:pt x="40896" y="23427"/>
                    </a:lnTo>
                    <a:lnTo>
                      <a:pt x="41097" y="23082"/>
                    </a:lnTo>
                    <a:lnTo>
                      <a:pt x="41213" y="22708"/>
                    </a:lnTo>
                    <a:lnTo>
                      <a:pt x="41299" y="22362"/>
                    </a:lnTo>
                    <a:lnTo>
                      <a:pt x="41357" y="21988"/>
                    </a:lnTo>
                    <a:lnTo>
                      <a:pt x="41328" y="21585"/>
                    </a:lnTo>
                    <a:lnTo>
                      <a:pt x="41270" y="21211"/>
                    </a:lnTo>
                    <a:lnTo>
                      <a:pt x="41155" y="20866"/>
                    </a:lnTo>
                    <a:lnTo>
                      <a:pt x="41011" y="20520"/>
                    </a:lnTo>
                    <a:lnTo>
                      <a:pt x="40810" y="20175"/>
                    </a:lnTo>
                    <a:lnTo>
                      <a:pt x="40551" y="19887"/>
                    </a:lnTo>
                    <a:lnTo>
                      <a:pt x="40234" y="19599"/>
                    </a:lnTo>
                    <a:lnTo>
                      <a:pt x="39860" y="19369"/>
                    </a:lnTo>
                    <a:lnTo>
                      <a:pt x="31082" y="14649"/>
                    </a:lnTo>
                    <a:lnTo>
                      <a:pt x="30794" y="14448"/>
                    </a:lnTo>
                    <a:lnTo>
                      <a:pt x="30535" y="14246"/>
                    </a:lnTo>
                    <a:lnTo>
                      <a:pt x="30276" y="13987"/>
                    </a:lnTo>
                    <a:lnTo>
                      <a:pt x="30075" y="13728"/>
                    </a:lnTo>
                    <a:lnTo>
                      <a:pt x="29902" y="13441"/>
                    </a:lnTo>
                    <a:lnTo>
                      <a:pt x="29787" y="13124"/>
                    </a:lnTo>
                    <a:lnTo>
                      <a:pt x="29672" y="12779"/>
                    </a:lnTo>
                    <a:lnTo>
                      <a:pt x="29615" y="12462"/>
                    </a:lnTo>
                    <a:lnTo>
                      <a:pt x="28550" y="2533"/>
                    </a:lnTo>
                    <a:lnTo>
                      <a:pt x="28463" y="2102"/>
                    </a:lnTo>
                    <a:lnTo>
                      <a:pt x="28348" y="1727"/>
                    </a:lnTo>
                    <a:lnTo>
                      <a:pt x="28176" y="1353"/>
                    </a:lnTo>
                    <a:lnTo>
                      <a:pt x="27945" y="1037"/>
                    </a:lnTo>
                    <a:lnTo>
                      <a:pt x="27686" y="778"/>
                    </a:lnTo>
                    <a:lnTo>
                      <a:pt x="27370" y="519"/>
                    </a:lnTo>
                    <a:lnTo>
                      <a:pt x="27053" y="317"/>
                    </a:lnTo>
                    <a:lnTo>
                      <a:pt x="26708" y="173"/>
                    </a:lnTo>
                    <a:lnTo>
                      <a:pt x="26334" y="58"/>
                    </a:lnTo>
                    <a:lnTo>
                      <a:pt x="2596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49"/>
              <p:cNvSpPr/>
              <p:nvPr/>
            </p:nvSpPr>
            <p:spPr>
              <a:xfrm>
                <a:off x="3793975" y="6741400"/>
                <a:ext cx="379925" cy="169825"/>
              </a:xfrm>
              <a:custGeom>
                <a:rect b="b" l="l" r="r" t="t"/>
                <a:pathLst>
                  <a:path extrusionOk="0" h="6793" w="15197">
                    <a:moveTo>
                      <a:pt x="375" y="0"/>
                    </a:moveTo>
                    <a:lnTo>
                      <a:pt x="231" y="29"/>
                    </a:lnTo>
                    <a:lnTo>
                      <a:pt x="116" y="115"/>
                    </a:lnTo>
                    <a:lnTo>
                      <a:pt x="30" y="231"/>
                    </a:lnTo>
                    <a:lnTo>
                      <a:pt x="1" y="375"/>
                    </a:lnTo>
                    <a:lnTo>
                      <a:pt x="30" y="518"/>
                    </a:lnTo>
                    <a:lnTo>
                      <a:pt x="174" y="864"/>
                    </a:lnTo>
                    <a:lnTo>
                      <a:pt x="519" y="1497"/>
                    </a:lnTo>
                    <a:lnTo>
                      <a:pt x="749" y="1871"/>
                    </a:lnTo>
                    <a:lnTo>
                      <a:pt x="1037" y="2303"/>
                    </a:lnTo>
                    <a:lnTo>
                      <a:pt x="1354" y="2763"/>
                    </a:lnTo>
                    <a:lnTo>
                      <a:pt x="1756" y="3252"/>
                    </a:lnTo>
                    <a:lnTo>
                      <a:pt x="2188" y="3713"/>
                    </a:lnTo>
                    <a:lnTo>
                      <a:pt x="2677" y="4202"/>
                    </a:lnTo>
                    <a:lnTo>
                      <a:pt x="3224" y="4663"/>
                    </a:lnTo>
                    <a:lnTo>
                      <a:pt x="3857" y="5123"/>
                    </a:lnTo>
                    <a:lnTo>
                      <a:pt x="4519" y="5526"/>
                    </a:lnTo>
                    <a:lnTo>
                      <a:pt x="4865" y="5727"/>
                    </a:lnTo>
                    <a:lnTo>
                      <a:pt x="5239" y="5900"/>
                    </a:lnTo>
                    <a:lnTo>
                      <a:pt x="5642" y="6073"/>
                    </a:lnTo>
                    <a:lnTo>
                      <a:pt x="6045" y="6245"/>
                    </a:lnTo>
                    <a:lnTo>
                      <a:pt x="6476" y="6361"/>
                    </a:lnTo>
                    <a:lnTo>
                      <a:pt x="6908" y="6504"/>
                    </a:lnTo>
                    <a:lnTo>
                      <a:pt x="7512" y="6620"/>
                    </a:lnTo>
                    <a:lnTo>
                      <a:pt x="8146" y="6735"/>
                    </a:lnTo>
                    <a:lnTo>
                      <a:pt x="8721" y="6763"/>
                    </a:lnTo>
                    <a:lnTo>
                      <a:pt x="9297" y="6792"/>
                    </a:lnTo>
                    <a:lnTo>
                      <a:pt x="9815" y="6763"/>
                    </a:lnTo>
                    <a:lnTo>
                      <a:pt x="10333" y="6735"/>
                    </a:lnTo>
                    <a:lnTo>
                      <a:pt x="10822" y="6677"/>
                    </a:lnTo>
                    <a:lnTo>
                      <a:pt x="11311" y="6591"/>
                    </a:lnTo>
                    <a:lnTo>
                      <a:pt x="11743" y="6476"/>
                    </a:lnTo>
                    <a:lnTo>
                      <a:pt x="12175" y="6361"/>
                    </a:lnTo>
                    <a:lnTo>
                      <a:pt x="12980" y="6102"/>
                    </a:lnTo>
                    <a:lnTo>
                      <a:pt x="13671" y="5814"/>
                    </a:lnTo>
                    <a:lnTo>
                      <a:pt x="14247" y="5526"/>
                    </a:lnTo>
                    <a:lnTo>
                      <a:pt x="14707" y="5267"/>
                    </a:lnTo>
                    <a:lnTo>
                      <a:pt x="15024" y="5066"/>
                    </a:lnTo>
                    <a:lnTo>
                      <a:pt x="15139" y="4950"/>
                    </a:lnTo>
                    <a:lnTo>
                      <a:pt x="15196" y="4835"/>
                    </a:lnTo>
                    <a:lnTo>
                      <a:pt x="15196" y="4663"/>
                    </a:lnTo>
                    <a:lnTo>
                      <a:pt x="15139" y="4547"/>
                    </a:lnTo>
                    <a:lnTo>
                      <a:pt x="15024" y="4432"/>
                    </a:lnTo>
                    <a:lnTo>
                      <a:pt x="14880" y="4375"/>
                    </a:lnTo>
                    <a:lnTo>
                      <a:pt x="14736" y="4375"/>
                    </a:lnTo>
                    <a:lnTo>
                      <a:pt x="14592" y="4432"/>
                    </a:lnTo>
                    <a:lnTo>
                      <a:pt x="14189" y="4691"/>
                    </a:lnTo>
                    <a:lnTo>
                      <a:pt x="13614" y="5008"/>
                    </a:lnTo>
                    <a:lnTo>
                      <a:pt x="13239" y="5181"/>
                    </a:lnTo>
                    <a:lnTo>
                      <a:pt x="12865" y="5353"/>
                    </a:lnTo>
                    <a:lnTo>
                      <a:pt x="12405" y="5497"/>
                    </a:lnTo>
                    <a:lnTo>
                      <a:pt x="11944" y="5641"/>
                    </a:lnTo>
                    <a:lnTo>
                      <a:pt x="11426" y="5785"/>
                    </a:lnTo>
                    <a:lnTo>
                      <a:pt x="10880" y="5900"/>
                    </a:lnTo>
                    <a:lnTo>
                      <a:pt x="10333" y="5986"/>
                    </a:lnTo>
                    <a:lnTo>
                      <a:pt x="9728" y="6015"/>
                    </a:lnTo>
                    <a:lnTo>
                      <a:pt x="9095" y="6044"/>
                    </a:lnTo>
                    <a:lnTo>
                      <a:pt x="8462" y="5986"/>
                    </a:lnTo>
                    <a:lnTo>
                      <a:pt x="7771" y="5900"/>
                    </a:lnTo>
                    <a:lnTo>
                      <a:pt x="7081" y="5756"/>
                    </a:lnTo>
                    <a:lnTo>
                      <a:pt x="6678" y="5641"/>
                    </a:lnTo>
                    <a:lnTo>
                      <a:pt x="6304" y="5526"/>
                    </a:lnTo>
                    <a:lnTo>
                      <a:pt x="5929" y="5382"/>
                    </a:lnTo>
                    <a:lnTo>
                      <a:pt x="5555" y="5209"/>
                    </a:lnTo>
                    <a:lnTo>
                      <a:pt x="4865" y="4864"/>
                    </a:lnTo>
                    <a:lnTo>
                      <a:pt x="4260" y="4490"/>
                    </a:lnTo>
                    <a:lnTo>
                      <a:pt x="3685" y="4058"/>
                    </a:lnTo>
                    <a:lnTo>
                      <a:pt x="3195" y="3627"/>
                    </a:lnTo>
                    <a:lnTo>
                      <a:pt x="2735" y="3195"/>
                    </a:lnTo>
                    <a:lnTo>
                      <a:pt x="2332" y="2734"/>
                    </a:lnTo>
                    <a:lnTo>
                      <a:pt x="1958" y="2303"/>
                    </a:lnTo>
                    <a:lnTo>
                      <a:pt x="1670" y="1871"/>
                    </a:lnTo>
                    <a:lnTo>
                      <a:pt x="1382" y="1497"/>
                    </a:lnTo>
                    <a:lnTo>
                      <a:pt x="1181" y="1123"/>
                    </a:lnTo>
                    <a:lnTo>
                      <a:pt x="864" y="547"/>
                    </a:lnTo>
                    <a:lnTo>
                      <a:pt x="720" y="231"/>
                    </a:lnTo>
                    <a:lnTo>
                      <a:pt x="634" y="115"/>
                    </a:lnTo>
                    <a:lnTo>
                      <a:pt x="519" y="29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49"/>
              <p:cNvSpPr/>
              <p:nvPr/>
            </p:nvSpPr>
            <p:spPr>
              <a:xfrm>
                <a:off x="3870975" y="6541375"/>
                <a:ext cx="63325" cy="106525"/>
              </a:xfrm>
              <a:custGeom>
                <a:rect b="b" l="l" r="r" t="t"/>
                <a:pathLst>
                  <a:path extrusionOk="0" h="4261" w="2533">
                    <a:moveTo>
                      <a:pt x="1813" y="1"/>
                    </a:moveTo>
                    <a:lnTo>
                      <a:pt x="1698" y="30"/>
                    </a:lnTo>
                    <a:lnTo>
                      <a:pt x="1583" y="58"/>
                    </a:lnTo>
                    <a:lnTo>
                      <a:pt x="1324" y="202"/>
                    </a:lnTo>
                    <a:lnTo>
                      <a:pt x="1094" y="404"/>
                    </a:lnTo>
                    <a:lnTo>
                      <a:pt x="864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29" y="2591"/>
                    </a:lnTo>
                    <a:lnTo>
                      <a:pt x="0" y="2994"/>
                    </a:lnTo>
                    <a:lnTo>
                      <a:pt x="0" y="3339"/>
                    </a:lnTo>
                    <a:lnTo>
                      <a:pt x="58" y="3656"/>
                    </a:lnTo>
                    <a:lnTo>
                      <a:pt x="173" y="3915"/>
                    </a:lnTo>
                    <a:lnTo>
                      <a:pt x="231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490" y="4231"/>
                    </a:lnTo>
                    <a:lnTo>
                      <a:pt x="605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50" y="4203"/>
                    </a:lnTo>
                    <a:lnTo>
                      <a:pt x="1209" y="4087"/>
                    </a:lnTo>
                    <a:lnTo>
                      <a:pt x="1439" y="3886"/>
                    </a:lnTo>
                    <a:lnTo>
                      <a:pt x="1670" y="3598"/>
                    </a:lnTo>
                    <a:lnTo>
                      <a:pt x="1900" y="3282"/>
                    </a:lnTo>
                    <a:lnTo>
                      <a:pt x="2101" y="2907"/>
                    </a:lnTo>
                    <a:lnTo>
                      <a:pt x="2274" y="2505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33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60" y="346"/>
                    </a:lnTo>
                    <a:lnTo>
                      <a:pt x="2303" y="231"/>
                    </a:lnTo>
                    <a:lnTo>
                      <a:pt x="2216" y="145"/>
                    </a:lnTo>
                    <a:lnTo>
                      <a:pt x="2130" y="87"/>
                    </a:lnTo>
                    <a:lnTo>
                      <a:pt x="2044" y="30"/>
                    </a:lnTo>
                    <a:lnTo>
                      <a:pt x="19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49"/>
              <p:cNvSpPr/>
              <p:nvPr/>
            </p:nvSpPr>
            <p:spPr>
              <a:xfrm>
                <a:off x="4103375" y="6623400"/>
                <a:ext cx="64050" cy="106500"/>
              </a:xfrm>
              <a:custGeom>
                <a:rect b="b" l="l" r="r" t="t"/>
                <a:pathLst>
                  <a:path extrusionOk="0" h="4260" w="2562">
                    <a:moveTo>
                      <a:pt x="1813" y="1"/>
                    </a:moveTo>
                    <a:lnTo>
                      <a:pt x="1698" y="29"/>
                    </a:lnTo>
                    <a:lnTo>
                      <a:pt x="1583" y="58"/>
                    </a:lnTo>
                    <a:lnTo>
                      <a:pt x="1353" y="173"/>
                    </a:lnTo>
                    <a:lnTo>
                      <a:pt x="1094" y="375"/>
                    </a:lnTo>
                    <a:lnTo>
                      <a:pt x="863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58" y="2591"/>
                    </a:lnTo>
                    <a:lnTo>
                      <a:pt x="0" y="2994"/>
                    </a:lnTo>
                    <a:lnTo>
                      <a:pt x="29" y="3339"/>
                    </a:lnTo>
                    <a:lnTo>
                      <a:pt x="86" y="3656"/>
                    </a:lnTo>
                    <a:lnTo>
                      <a:pt x="173" y="3915"/>
                    </a:lnTo>
                    <a:lnTo>
                      <a:pt x="230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518" y="4231"/>
                    </a:lnTo>
                    <a:lnTo>
                      <a:pt x="633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79" y="4202"/>
                    </a:lnTo>
                    <a:lnTo>
                      <a:pt x="1209" y="4058"/>
                    </a:lnTo>
                    <a:lnTo>
                      <a:pt x="1468" y="3857"/>
                    </a:lnTo>
                    <a:lnTo>
                      <a:pt x="1698" y="3598"/>
                    </a:lnTo>
                    <a:lnTo>
                      <a:pt x="1928" y="3281"/>
                    </a:lnTo>
                    <a:lnTo>
                      <a:pt x="2130" y="2907"/>
                    </a:lnTo>
                    <a:lnTo>
                      <a:pt x="2302" y="2504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61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89" y="346"/>
                    </a:lnTo>
                    <a:lnTo>
                      <a:pt x="2302" y="231"/>
                    </a:lnTo>
                    <a:lnTo>
                      <a:pt x="2245" y="144"/>
                    </a:lnTo>
                    <a:lnTo>
                      <a:pt x="2159" y="87"/>
                    </a:lnTo>
                    <a:lnTo>
                      <a:pt x="2043" y="29"/>
                    </a:lnTo>
                    <a:lnTo>
                      <a:pt x="19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7" name="Google Shape;1747;p49"/>
            <p:cNvGrpSpPr/>
            <p:nvPr/>
          </p:nvGrpSpPr>
          <p:grpSpPr>
            <a:xfrm>
              <a:off x="4367216" y="3249718"/>
              <a:ext cx="1381238" cy="1728678"/>
              <a:chOff x="4666662" y="3249718"/>
              <a:chExt cx="1381238" cy="1728678"/>
            </a:xfrm>
          </p:grpSpPr>
          <p:sp>
            <p:nvSpPr>
              <p:cNvPr id="1748" name="Google Shape;1748;p49"/>
              <p:cNvSpPr/>
              <p:nvPr/>
            </p:nvSpPr>
            <p:spPr>
              <a:xfrm>
                <a:off x="5632768" y="4174160"/>
                <a:ext cx="305323" cy="523067"/>
              </a:xfrm>
              <a:custGeom>
                <a:rect b="b" l="l" r="r" t="t"/>
                <a:pathLst>
                  <a:path extrusionOk="0" h="32353" w="18885">
                    <a:moveTo>
                      <a:pt x="6149" y="1"/>
                    </a:moveTo>
                    <a:lnTo>
                      <a:pt x="5651" y="30"/>
                    </a:lnTo>
                    <a:lnTo>
                      <a:pt x="5153" y="118"/>
                    </a:lnTo>
                    <a:lnTo>
                      <a:pt x="4655" y="264"/>
                    </a:lnTo>
                    <a:lnTo>
                      <a:pt x="4128" y="440"/>
                    </a:lnTo>
                    <a:lnTo>
                      <a:pt x="3601" y="703"/>
                    </a:lnTo>
                    <a:lnTo>
                      <a:pt x="3074" y="996"/>
                    </a:lnTo>
                    <a:lnTo>
                      <a:pt x="2547" y="1347"/>
                    </a:lnTo>
                    <a:lnTo>
                      <a:pt x="2020" y="1728"/>
                    </a:lnTo>
                    <a:lnTo>
                      <a:pt x="1493" y="2196"/>
                    </a:lnTo>
                    <a:lnTo>
                      <a:pt x="996" y="2694"/>
                    </a:lnTo>
                    <a:lnTo>
                      <a:pt x="498" y="3250"/>
                    </a:lnTo>
                    <a:lnTo>
                      <a:pt x="0" y="3836"/>
                    </a:lnTo>
                    <a:lnTo>
                      <a:pt x="791" y="4539"/>
                    </a:lnTo>
                    <a:lnTo>
                      <a:pt x="1435" y="5153"/>
                    </a:lnTo>
                    <a:lnTo>
                      <a:pt x="1962" y="5739"/>
                    </a:lnTo>
                    <a:lnTo>
                      <a:pt x="2401" y="6295"/>
                    </a:lnTo>
                    <a:lnTo>
                      <a:pt x="2723" y="6793"/>
                    </a:lnTo>
                    <a:lnTo>
                      <a:pt x="2957" y="7232"/>
                    </a:lnTo>
                    <a:lnTo>
                      <a:pt x="3133" y="7671"/>
                    </a:lnTo>
                    <a:lnTo>
                      <a:pt x="3250" y="8023"/>
                    </a:lnTo>
                    <a:lnTo>
                      <a:pt x="3631" y="9633"/>
                    </a:lnTo>
                    <a:lnTo>
                      <a:pt x="3923" y="10599"/>
                    </a:lnTo>
                    <a:lnTo>
                      <a:pt x="4275" y="11595"/>
                    </a:lnTo>
                    <a:lnTo>
                      <a:pt x="4568" y="12356"/>
                    </a:lnTo>
                    <a:lnTo>
                      <a:pt x="4860" y="13029"/>
                    </a:lnTo>
                    <a:lnTo>
                      <a:pt x="5153" y="13644"/>
                    </a:lnTo>
                    <a:lnTo>
                      <a:pt x="5475" y="14259"/>
                    </a:lnTo>
                    <a:lnTo>
                      <a:pt x="5768" y="14844"/>
                    </a:lnTo>
                    <a:lnTo>
                      <a:pt x="6412" y="15957"/>
                    </a:lnTo>
                    <a:lnTo>
                      <a:pt x="7085" y="17011"/>
                    </a:lnTo>
                    <a:lnTo>
                      <a:pt x="7788" y="18006"/>
                    </a:lnTo>
                    <a:lnTo>
                      <a:pt x="8461" y="18943"/>
                    </a:lnTo>
                    <a:lnTo>
                      <a:pt x="9896" y="20758"/>
                    </a:lnTo>
                    <a:lnTo>
                      <a:pt x="10599" y="21666"/>
                    </a:lnTo>
                    <a:lnTo>
                      <a:pt x="11272" y="22574"/>
                    </a:lnTo>
                    <a:lnTo>
                      <a:pt x="11946" y="23511"/>
                    </a:lnTo>
                    <a:lnTo>
                      <a:pt x="12619" y="24477"/>
                    </a:lnTo>
                    <a:lnTo>
                      <a:pt x="13234" y="25501"/>
                    </a:lnTo>
                    <a:lnTo>
                      <a:pt x="13527" y="26028"/>
                    </a:lnTo>
                    <a:lnTo>
                      <a:pt x="13819" y="26585"/>
                    </a:lnTo>
                    <a:lnTo>
                      <a:pt x="14083" y="27170"/>
                    </a:lnTo>
                    <a:lnTo>
                      <a:pt x="14376" y="27756"/>
                    </a:lnTo>
                    <a:lnTo>
                      <a:pt x="14610" y="28400"/>
                    </a:lnTo>
                    <a:lnTo>
                      <a:pt x="14873" y="29044"/>
                    </a:lnTo>
                    <a:lnTo>
                      <a:pt x="15225" y="30098"/>
                    </a:lnTo>
                    <a:lnTo>
                      <a:pt x="15459" y="31006"/>
                    </a:lnTo>
                    <a:lnTo>
                      <a:pt x="15664" y="31796"/>
                    </a:lnTo>
                    <a:lnTo>
                      <a:pt x="15781" y="32352"/>
                    </a:lnTo>
                    <a:lnTo>
                      <a:pt x="18884" y="31650"/>
                    </a:lnTo>
                    <a:lnTo>
                      <a:pt x="18884" y="30625"/>
                    </a:lnTo>
                    <a:lnTo>
                      <a:pt x="18855" y="29571"/>
                    </a:lnTo>
                    <a:lnTo>
                      <a:pt x="18767" y="28458"/>
                    </a:lnTo>
                    <a:lnTo>
                      <a:pt x="18679" y="27287"/>
                    </a:lnTo>
                    <a:lnTo>
                      <a:pt x="18562" y="26116"/>
                    </a:lnTo>
                    <a:lnTo>
                      <a:pt x="18416" y="24857"/>
                    </a:lnTo>
                    <a:lnTo>
                      <a:pt x="18211" y="23598"/>
                    </a:lnTo>
                    <a:lnTo>
                      <a:pt x="17977" y="22310"/>
                    </a:lnTo>
                    <a:lnTo>
                      <a:pt x="17684" y="20963"/>
                    </a:lnTo>
                    <a:lnTo>
                      <a:pt x="17362" y="19587"/>
                    </a:lnTo>
                    <a:lnTo>
                      <a:pt x="16981" y="18211"/>
                    </a:lnTo>
                    <a:lnTo>
                      <a:pt x="16571" y="16777"/>
                    </a:lnTo>
                    <a:lnTo>
                      <a:pt x="16074" y="15342"/>
                    </a:lnTo>
                    <a:lnTo>
                      <a:pt x="15547" y="13878"/>
                    </a:lnTo>
                    <a:lnTo>
                      <a:pt x="14932" y="12385"/>
                    </a:lnTo>
                    <a:lnTo>
                      <a:pt x="14258" y="10892"/>
                    </a:lnTo>
                    <a:lnTo>
                      <a:pt x="13702" y="9721"/>
                    </a:lnTo>
                    <a:lnTo>
                      <a:pt x="13117" y="8579"/>
                    </a:lnTo>
                    <a:lnTo>
                      <a:pt x="12531" y="7496"/>
                    </a:lnTo>
                    <a:lnTo>
                      <a:pt x="11946" y="6442"/>
                    </a:lnTo>
                    <a:lnTo>
                      <a:pt x="11331" y="5417"/>
                    </a:lnTo>
                    <a:lnTo>
                      <a:pt x="10687" y="4451"/>
                    </a:lnTo>
                    <a:lnTo>
                      <a:pt x="10072" y="3514"/>
                    </a:lnTo>
                    <a:lnTo>
                      <a:pt x="9428" y="2606"/>
                    </a:lnTo>
                    <a:lnTo>
                      <a:pt x="9252" y="2079"/>
                    </a:lnTo>
                    <a:lnTo>
                      <a:pt x="9047" y="1640"/>
                    </a:lnTo>
                    <a:lnTo>
                      <a:pt x="8813" y="1289"/>
                    </a:lnTo>
                    <a:lnTo>
                      <a:pt x="8579" y="996"/>
                    </a:lnTo>
                    <a:lnTo>
                      <a:pt x="8374" y="762"/>
                    </a:lnTo>
                    <a:lnTo>
                      <a:pt x="8169" y="586"/>
                    </a:lnTo>
                    <a:lnTo>
                      <a:pt x="7964" y="469"/>
                    </a:lnTo>
                    <a:lnTo>
                      <a:pt x="7817" y="381"/>
                    </a:lnTo>
                    <a:lnTo>
                      <a:pt x="7437" y="206"/>
                    </a:lnTo>
                    <a:lnTo>
                      <a:pt x="7027" y="88"/>
                    </a:lnTo>
                    <a:lnTo>
                      <a:pt x="6588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49"/>
              <p:cNvSpPr/>
              <p:nvPr/>
            </p:nvSpPr>
            <p:spPr>
              <a:xfrm>
                <a:off x="5359650" y="3819154"/>
                <a:ext cx="407081" cy="435973"/>
              </a:xfrm>
              <a:custGeom>
                <a:rect b="b" l="l" r="r" t="t"/>
                <a:pathLst>
                  <a:path extrusionOk="0" h="26966" w="25179">
                    <a:moveTo>
                      <a:pt x="7319" y="0"/>
                    </a:moveTo>
                    <a:lnTo>
                      <a:pt x="6675" y="88"/>
                    </a:lnTo>
                    <a:lnTo>
                      <a:pt x="6324" y="147"/>
                    </a:lnTo>
                    <a:lnTo>
                      <a:pt x="5973" y="205"/>
                    </a:lnTo>
                    <a:lnTo>
                      <a:pt x="5621" y="322"/>
                    </a:lnTo>
                    <a:lnTo>
                      <a:pt x="5241" y="469"/>
                    </a:lnTo>
                    <a:lnTo>
                      <a:pt x="4831" y="615"/>
                    </a:lnTo>
                    <a:lnTo>
                      <a:pt x="4450" y="820"/>
                    </a:lnTo>
                    <a:lnTo>
                      <a:pt x="4011" y="1025"/>
                    </a:lnTo>
                    <a:lnTo>
                      <a:pt x="3630" y="1289"/>
                    </a:lnTo>
                    <a:lnTo>
                      <a:pt x="3250" y="1552"/>
                    </a:lnTo>
                    <a:lnTo>
                      <a:pt x="2869" y="1874"/>
                    </a:lnTo>
                    <a:lnTo>
                      <a:pt x="2518" y="2167"/>
                    </a:lnTo>
                    <a:lnTo>
                      <a:pt x="2196" y="2518"/>
                    </a:lnTo>
                    <a:lnTo>
                      <a:pt x="1874" y="2870"/>
                    </a:lnTo>
                    <a:lnTo>
                      <a:pt x="1581" y="3221"/>
                    </a:lnTo>
                    <a:lnTo>
                      <a:pt x="1288" y="3602"/>
                    </a:lnTo>
                    <a:lnTo>
                      <a:pt x="1054" y="4011"/>
                    </a:lnTo>
                    <a:lnTo>
                      <a:pt x="820" y="4421"/>
                    </a:lnTo>
                    <a:lnTo>
                      <a:pt x="586" y="4831"/>
                    </a:lnTo>
                    <a:lnTo>
                      <a:pt x="410" y="5270"/>
                    </a:lnTo>
                    <a:lnTo>
                      <a:pt x="234" y="5709"/>
                    </a:lnTo>
                    <a:lnTo>
                      <a:pt x="117" y="6149"/>
                    </a:lnTo>
                    <a:lnTo>
                      <a:pt x="0" y="6588"/>
                    </a:lnTo>
                    <a:lnTo>
                      <a:pt x="820" y="8081"/>
                    </a:lnTo>
                    <a:lnTo>
                      <a:pt x="1698" y="9574"/>
                    </a:lnTo>
                    <a:lnTo>
                      <a:pt x="2664" y="11067"/>
                    </a:lnTo>
                    <a:lnTo>
                      <a:pt x="3660" y="12590"/>
                    </a:lnTo>
                    <a:lnTo>
                      <a:pt x="3953" y="13029"/>
                    </a:lnTo>
                    <a:lnTo>
                      <a:pt x="4245" y="13468"/>
                    </a:lnTo>
                    <a:lnTo>
                      <a:pt x="4889" y="14376"/>
                    </a:lnTo>
                    <a:lnTo>
                      <a:pt x="5534" y="15254"/>
                    </a:lnTo>
                    <a:lnTo>
                      <a:pt x="6822" y="16923"/>
                    </a:lnTo>
                    <a:lnTo>
                      <a:pt x="8051" y="18416"/>
                    </a:lnTo>
                    <a:lnTo>
                      <a:pt x="9310" y="19821"/>
                    </a:lnTo>
                    <a:lnTo>
                      <a:pt x="10540" y="21168"/>
                    </a:lnTo>
                    <a:lnTo>
                      <a:pt x="11799" y="22456"/>
                    </a:lnTo>
                    <a:lnTo>
                      <a:pt x="13058" y="23686"/>
                    </a:lnTo>
                    <a:lnTo>
                      <a:pt x="14288" y="24828"/>
                    </a:lnTo>
                    <a:lnTo>
                      <a:pt x="15517" y="25940"/>
                    </a:lnTo>
                    <a:lnTo>
                      <a:pt x="16747" y="26965"/>
                    </a:lnTo>
                    <a:lnTo>
                      <a:pt x="25179" y="22632"/>
                    </a:lnTo>
                    <a:lnTo>
                      <a:pt x="20934" y="16718"/>
                    </a:lnTo>
                    <a:lnTo>
                      <a:pt x="16688" y="10862"/>
                    </a:lnTo>
                    <a:lnTo>
                      <a:pt x="8959" y="147"/>
                    </a:lnTo>
                    <a:lnTo>
                      <a:pt x="8696" y="88"/>
                    </a:lnTo>
                    <a:lnTo>
                      <a:pt x="8344" y="30"/>
                    </a:lnTo>
                    <a:lnTo>
                      <a:pt x="7876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49"/>
              <p:cNvSpPr/>
              <p:nvPr/>
            </p:nvSpPr>
            <p:spPr>
              <a:xfrm>
                <a:off x="5418807" y="3964936"/>
                <a:ext cx="210663" cy="127820"/>
              </a:xfrm>
              <a:custGeom>
                <a:rect b="b" l="l" r="r" t="t"/>
                <a:pathLst>
                  <a:path extrusionOk="0" h="7906" w="13030">
                    <a:moveTo>
                      <a:pt x="8316" y="1"/>
                    </a:moveTo>
                    <a:lnTo>
                      <a:pt x="1" y="3573"/>
                    </a:lnTo>
                    <a:lnTo>
                      <a:pt x="294" y="4012"/>
                    </a:lnTo>
                    <a:lnTo>
                      <a:pt x="586" y="4451"/>
                    </a:lnTo>
                    <a:lnTo>
                      <a:pt x="1230" y="5359"/>
                    </a:lnTo>
                    <a:lnTo>
                      <a:pt x="1875" y="6237"/>
                    </a:lnTo>
                    <a:lnTo>
                      <a:pt x="3163" y="7906"/>
                    </a:lnTo>
                    <a:lnTo>
                      <a:pt x="13029" y="1845"/>
                    </a:lnTo>
                    <a:lnTo>
                      <a:pt x="10658" y="908"/>
                    </a:lnTo>
                    <a:lnTo>
                      <a:pt x="83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49"/>
              <p:cNvSpPr/>
              <p:nvPr/>
            </p:nvSpPr>
            <p:spPr>
              <a:xfrm>
                <a:off x="5308043" y="3804959"/>
                <a:ext cx="326163" cy="269819"/>
              </a:xfrm>
              <a:custGeom>
                <a:rect b="b" l="l" r="r" t="t"/>
                <a:pathLst>
                  <a:path extrusionOk="0" h="16689" w="20174">
                    <a:moveTo>
                      <a:pt x="5564" y="0"/>
                    </a:moveTo>
                    <a:lnTo>
                      <a:pt x="4510" y="59"/>
                    </a:lnTo>
                    <a:lnTo>
                      <a:pt x="3514" y="146"/>
                    </a:lnTo>
                    <a:lnTo>
                      <a:pt x="2548" y="264"/>
                    </a:lnTo>
                    <a:lnTo>
                      <a:pt x="1670" y="381"/>
                    </a:lnTo>
                    <a:lnTo>
                      <a:pt x="821" y="527"/>
                    </a:lnTo>
                    <a:lnTo>
                      <a:pt x="1" y="703"/>
                    </a:lnTo>
                    <a:lnTo>
                      <a:pt x="59" y="1815"/>
                    </a:lnTo>
                    <a:lnTo>
                      <a:pt x="176" y="2957"/>
                    </a:lnTo>
                    <a:lnTo>
                      <a:pt x="323" y="4040"/>
                    </a:lnTo>
                    <a:lnTo>
                      <a:pt x="528" y="5094"/>
                    </a:lnTo>
                    <a:lnTo>
                      <a:pt x="733" y="6148"/>
                    </a:lnTo>
                    <a:lnTo>
                      <a:pt x="1025" y="7144"/>
                    </a:lnTo>
                    <a:lnTo>
                      <a:pt x="1318" y="8110"/>
                    </a:lnTo>
                    <a:lnTo>
                      <a:pt x="1640" y="9047"/>
                    </a:lnTo>
                    <a:lnTo>
                      <a:pt x="1992" y="9954"/>
                    </a:lnTo>
                    <a:lnTo>
                      <a:pt x="2372" y="10833"/>
                    </a:lnTo>
                    <a:lnTo>
                      <a:pt x="2753" y="11653"/>
                    </a:lnTo>
                    <a:lnTo>
                      <a:pt x="3163" y="12472"/>
                    </a:lnTo>
                    <a:lnTo>
                      <a:pt x="3602" y="13263"/>
                    </a:lnTo>
                    <a:lnTo>
                      <a:pt x="4012" y="14024"/>
                    </a:lnTo>
                    <a:lnTo>
                      <a:pt x="4480" y="14727"/>
                    </a:lnTo>
                    <a:lnTo>
                      <a:pt x="4919" y="15429"/>
                    </a:lnTo>
                    <a:lnTo>
                      <a:pt x="5359" y="16073"/>
                    </a:lnTo>
                    <a:lnTo>
                      <a:pt x="5827" y="16688"/>
                    </a:lnTo>
                    <a:lnTo>
                      <a:pt x="20173" y="11594"/>
                    </a:lnTo>
                    <a:lnTo>
                      <a:pt x="19763" y="10686"/>
                    </a:lnTo>
                    <a:lnTo>
                      <a:pt x="19324" y="9808"/>
                    </a:lnTo>
                    <a:lnTo>
                      <a:pt x="18885" y="8959"/>
                    </a:lnTo>
                    <a:lnTo>
                      <a:pt x="18416" y="8168"/>
                    </a:lnTo>
                    <a:lnTo>
                      <a:pt x="17948" y="7378"/>
                    </a:lnTo>
                    <a:lnTo>
                      <a:pt x="17480" y="6646"/>
                    </a:lnTo>
                    <a:lnTo>
                      <a:pt x="17011" y="5943"/>
                    </a:lnTo>
                    <a:lnTo>
                      <a:pt x="16513" y="5270"/>
                    </a:lnTo>
                    <a:lnTo>
                      <a:pt x="16016" y="4626"/>
                    </a:lnTo>
                    <a:lnTo>
                      <a:pt x="15489" y="4011"/>
                    </a:lnTo>
                    <a:lnTo>
                      <a:pt x="14991" y="3426"/>
                    </a:lnTo>
                    <a:lnTo>
                      <a:pt x="14493" y="2869"/>
                    </a:lnTo>
                    <a:lnTo>
                      <a:pt x="13966" y="2342"/>
                    </a:lnTo>
                    <a:lnTo>
                      <a:pt x="13469" y="1845"/>
                    </a:lnTo>
                    <a:lnTo>
                      <a:pt x="12942" y="1347"/>
                    </a:lnTo>
                    <a:lnTo>
                      <a:pt x="12444" y="908"/>
                    </a:lnTo>
                    <a:lnTo>
                      <a:pt x="11946" y="498"/>
                    </a:lnTo>
                    <a:lnTo>
                      <a:pt x="10980" y="351"/>
                    </a:lnTo>
                    <a:lnTo>
                      <a:pt x="9984" y="205"/>
                    </a:lnTo>
                    <a:lnTo>
                      <a:pt x="8901" y="88"/>
                    </a:lnTo>
                    <a:lnTo>
                      <a:pt x="7759" y="29"/>
                    </a:lnTo>
                    <a:lnTo>
                      <a:pt x="66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49"/>
              <p:cNvSpPr/>
              <p:nvPr/>
            </p:nvSpPr>
            <p:spPr>
              <a:xfrm>
                <a:off x="4998953" y="4304324"/>
                <a:ext cx="621042" cy="430298"/>
              </a:xfrm>
              <a:custGeom>
                <a:rect b="b" l="l" r="r" t="t"/>
                <a:pathLst>
                  <a:path extrusionOk="0" h="26615" w="38413">
                    <a:moveTo>
                      <a:pt x="33289" y="1"/>
                    </a:moveTo>
                    <a:lnTo>
                      <a:pt x="32118" y="147"/>
                    </a:lnTo>
                    <a:lnTo>
                      <a:pt x="30888" y="323"/>
                    </a:lnTo>
                    <a:lnTo>
                      <a:pt x="29571" y="557"/>
                    </a:lnTo>
                    <a:lnTo>
                      <a:pt x="28195" y="821"/>
                    </a:lnTo>
                    <a:lnTo>
                      <a:pt x="26731" y="1143"/>
                    </a:lnTo>
                    <a:lnTo>
                      <a:pt x="25209" y="1523"/>
                    </a:lnTo>
                    <a:lnTo>
                      <a:pt x="23628" y="1963"/>
                    </a:lnTo>
                    <a:lnTo>
                      <a:pt x="22017" y="2460"/>
                    </a:lnTo>
                    <a:lnTo>
                      <a:pt x="20348" y="3046"/>
                    </a:lnTo>
                    <a:lnTo>
                      <a:pt x="18621" y="3690"/>
                    </a:lnTo>
                    <a:lnTo>
                      <a:pt x="16894" y="4451"/>
                    </a:lnTo>
                    <a:lnTo>
                      <a:pt x="16015" y="4861"/>
                    </a:lnTo>
                    <a:lnTo>
                      <a:pt x="15137" y="5271"/>
                    </a:lnTo>
                    <a:lnTo>
                      <a:pt x="14229" y="5739"/>
                    </a:lnTo>
                    <a:lnTo>
                      <a:pt x="13351" y="6208"/>
                    </a:lnTo>
                    <a:lnTo>
                      <a:pt x="12443" y="6706"/>
                    </a:lnTo>
                    <a:lnTo>
                      <a:pt x="11565" y="7233"/>
                    </a:lnTo>
                    <a:lnTo>
                      <a:pt x="10658" y="7789"/>
                    </a:lnTo>
                    <a:lnTo>
                      <a:pt x="9750" y="8374"/>
                    </a:lnTo>
                    <a:lnTo>
                      <a:pt x="8872" y="8960"/>
                    </a:lnTo>
                    <a:lnTo>
                      <a:pt x="7964" y="9604"/>
                    </a:lnTo>
                    <a:lnTo>
                      <a:pt x="6764" y="10512"/>
                    </a:lnTo>
                    <a:lnTo>
                      <a:pt x="5651" y="11390"/>
                    </a:lnTo>
                    <a:lnTo>
                      <a:pt x="4568" y="12298"/>
                    </a:lnTo>
                    <a:lnTo>
                      <a:pt x="3543" y="13205"/>
                    </a:lnTo>
                    <a:lnTo>
                      <a:pt x="2577" y="14113"/>
                    </a:lnTo>
                    <a:lnTo>
                      <a:pt x="1669" y="15020"/>
                    </a:lnTo>
                    <a:lnTo>
                      <a:pt x="820" y="15899"/>
                    </a:lnTo>
                    <a:lnTo>
                      <a:pt x="0" y="16777"/>
                    </a:lnTo>
                    <a:lnTo>
                      <a:pt x="9164" y="26614"/>
                    </a:lnTo>
                    <a:lnTo>
                      <a:pt x="38413" y="8023"/>
                    </a:lnTo>
                    <a:lnTo>
                      <a:pt x="33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49"/>
              <p:cNvSpPr/>
              <p:nvPr/>
            </p:nvSpPr>
            <p:spPr>
              <a:xfrm>
                <a:off x="5112077" y="3582946"/>
                <a:ext cx="258470" cy="313375"/>
              </a:xfrm>
              <a:custGeom>
                <a:rect b="b" l="l" r="r" t="t"/>
                <a:pathLst>
                  <a:path extrusionOk="0" h="19383" w="15987">
                    <a:moveTo>
                      <a:pt x="7789" y="1"/>
                    </a:moveTo>
                    <a:lnTo>
                      <a:pt x="7115" y="1494"/>
                    </a:lnTo>
                    <a:lnTo>
                      <a:pt x="6383" y="3046"/>
                    </a:lnTo>
                    <a:lnTo>
                      <a:pt x="5593" y="4597"/>
                    </a:lnTo>
                    <a:lnTo>
                      <a:pt x="4744" y="6178"/>
                    </a:lnTo>
                    <a:lnTo>
                      <a:pt x="3573" y="8257"/>
                    </a:lnTo>
                    <a:lnTo>
                      <a:pt x="2372" y="10219"/>
                    </a:lnTo>
                    <a:lnTo>
                      <a:pt x="1201" y="12034"/>
                    </a:lnTo>
                    <a:lnTo>
                      <a:pt x="1" y="13732"/>
                    </a:lnTo>
                    <a:lnTo>
                      <a:pt x="4978" y="16543"/>
                    </a:lnTo>
                    <a:lnTo>
                      <a:pt x="9955" y="19383"/>
                    </a:lnTo>
                    <a:lnTo>
                      <a:pt x="11214" y="16191"/>
                    </a:lnTo>
                    <a:lnTo>
                      <a:pt x="13410" y="10629"/>
                    </a:lnTo>
                    <a:lnTo>
                      <a:pt x="13556" y="10189"/>
                    </a:lnTo>
                    <a:lnTo>
                      <a:pt x="15986" y="3983"/>
                    </a:lnTo>
                    <a:lnTo>
                      <a:pt x="12473" y="2284"/>
                    </a:lnTo>
                    <a:lnTo>
                      <a:pt x="9253" y="703"/>
                    </a:lnTo>
                    <a:lnTo>
                      <a:pt x="7789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49"/>
              <p:cNvSpPr/>
              <p:nvPr/>
            </p:nvSpPr>
            <p:spPr>
              <a:xfrm>
                <a:off x="5189713" y="3594312"/>
                <a:ext cx="180833" cy="250418"/>
              </a:xfrm>
              <a:custGeom>
                <a:rect b="b" l="l" r="r" t="t"/>
                <a:pathLst>
                  <a:path extrusionOk="0" h="15489" w="11185">
                    <a:moveTo>
                      <a:pt x="4451" y="0"/>
                    </a:moveTo>
                    <a:lnTo>
                      <a:pt x="4129" y="205"/>
                    </a:lnTo>
                    <a:lnTo>
                      <a:pt x="3631" y="586"/>
                    </a:lnTo>
                    <a:lnTo>
                      <a:pt x="3309" y="850"/>
                    </a:lnTo>
                    <a:lnTo>
                      <a:pt x="2987" y="1142"/>
                    </a:lnTo>
                    <a:lnTo>
                      <a:pt x="2635" y="1464"/>
                    </a:lnTo>
                    <a:lnTo>
                      <a:pt x="2284" y="1845"/>
                    </a:lnTo>
                    <a:lnTo>
                      <a:pt x="1933" y="2284"/>
                    </a:lnTo>
                    <a:lnTo>
                      <a:pt x="1581" y="2753"/>
                    </a:lnTo>
                    <a:lnTo>
                      <a:pt x="1259" y="3250"/>
                    </a:lnTo>
                    <a:lnTo>
                      <a:pt x="937" y="3807"/>
                    </a:lnTo>
                    <a:lnTo>
                      <a:pt x="674" y="4421"/>
                    </a:lnTo>
                    <a:lnTo>
                      <a:pt x="410" y="5066"/>
                    </a:lnTo>
                    <a:lnTo>
                      <a:pt x="235" y="5739"/>
                    </a:lnTo>
                    <a:lnTo>
                      <a:pt x="88" y="6500"/>
                    </a:lnTo>
                    <a:lnTo>
                      <a:pt x="30" y="6822"/>
                    </a:lnTo>
                    <a:lnTo>
                      <a:pt x="0" y="7525"/>
                    </a:lnTo>
                    <a:lnTo>
                      <a:pt x="0" y="7964"/>
                    </a:lnTo>
                    <a:lnTo>
                      <a:pt x="30" y="8432"/>
                    </a:lnTo>
                    <a:lnTo>
                      <a:pt x="59" y="8989"/>
                    </a:lnTo>
                    <a:lnTo>
                      <a:pt x="147" y="9545"/>
                    </a:lnTo>
                    <a:lnTo>
                      <a:pt x="264" y="10160"/>
                    </a:lnTo>
                    <a:lnTo>
                      <a:pt x="410" y="10745"/>
                    </a:lnTo>
                    <a:lnTo>
                      <a:pt x="644" y="11389"/>
                    </a:lnTo>
                    <a:lnTo>
                      <a:pt x="908" y="11975"/>
                    </a:lnTo>
                    <a:lnTo>
                      <a:pt x="1084" y="12297"/>
                    </a:lnTo>
                    <a:lnTo>
                      <a:pt x="1259" y="12590"/>
                    </a:lnTo>
                    <a:lnTo>
                      <a:pt x="1464" y="12883"/>
                    </a:lnTo>
                    <a:lnTo>
                      <a:pt x="1669" y="13146"/>
                    </a:lnTo>
                    <a:lnTo>
                      <a:pt x="1903" y="13439"/>
                    </a:lnTo>
                    <a:lnTo>
                      <a:pt x="2167" y="13702"/>
                    </a:lnTo>
                    <a:lnTo>
                      <a:pt x="2460" y="13937"/>
                    </a:lnTo>
                    <a:lnTo>
                      <a:pt x="2752" y="14200"/>
                    </a:lnTo>
                    <a:lnTo>
                      <a:pt x="3279" y="14522"/>
                    </a:lnTo>
                    <a:lnTo>
                      <a:pt x="3777" y="14815"/>
                    </a:lnTo>
                    <a:lnTo>
                      <a:pt x="4304" y="15049"/>
                    </a:lnTo>
                    <a:lnTo>
                      <a:pt x="4773" y="15196"/>
                    </a:lnTo>
                    <a:lnTo>
                      <a:pt x="5241" y="15342"/>
                    </a:lnTo>
                    <a:lnTo>
                      <a:pt x="5680" y="15401"/>
                    </a:lnTo>
                    <a:lnTo>
                      <a:pt x="6061" y="15459"/>
                    </a:lnTo>
                    <a:lnTo>
                      <a:pt x="6412" y="15488"/>
                    </a:lnTo>
                    <a:lnTo>
                      <a:pt x="8608" y="9926"/>
                    </a:lnTo>
                    <a:lnTo>
                      <a:pt x="8754" y="9486"/>
                    </a:lnTo>
                    <a:lnTo>
                      <a:pt x="11184" y="3280"/>
                    </a:lnTo>
                    <a:lnTo>
                      <a:pt x="7671" y="1581"/>
                    </a:lnTo>
                    <a:lnTo>
                      <a:pt x="4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49"/>
              <p:cNvSpPr/>
              <p:nvPr/>
            </p:nvSpPr>
            <p:spPr>
              <a:xfrm>
                <a:off x="4677074" y="4304324"/>
                <a:ext cx="621042" cy="430298"/>
              </a:xfrm>
              <a:custGeom>
                <a:rect b="b" l="l" r="r" t="t"/>
                <a:pathLst>
                  <a:path extrusionOk="0" h="26615" w="38413">
                    <a:moveTo>
                      <a:pt x="5154" y="1"/>
                    </a:moveTo>
                    <a:lnTo>
                      <a:pt x="1" y="8023"/>
                    </a:lnTo>
                    <a:lnTo>
                      <a:pt x="29249" y="26614"/>
                    </a:lnTo>
                    <a:lnTo>
                      <a:pt x="38413" y="16777"/>
                    </a:lnTo>
                    <a:lnTo>
                      <a:pt x="37593" y="15899"/>
                    </a:lnTo>
                    <a:lnTo>
                      <a:pt x="36744" y="15020"/>
                    </a:lnTo>
                    <a:lnTo>
                      <a:pt x="35837" y="14113"/>
                    </a:lnTo>
                    <a:lnTo>
                      <a:pt x="34870" y="13205"/>
                    </a:lnTo>
                    <a:lnTo>
                      <a:pt x="33846" y="12298"/>
                    </a:lnTo>
                    <a:lnTo>
                      <a:pt x="32762" y="11390"/>
                    </a:lnTo>
                    <a:lnTo>
                      <a:pt x="31650" y="10512"/>
                    </a:lnTo>
                    <a:lnTo>
                      <a:pt x="30449" y="9604"/>
                    </a:lnTo>
                    <a:lnTo>
                      <a:pt x="29542" y="8960"/>
                    </a:lnTo>
                    <a:lnTo>
                      <a:pt x="28663" y="8374"/>
                    </a:lnTo>
                    <a:lnTo>
                      <a:pt x="27756" y="7789"/>
                    </a:lnTo>
                    <a:lnTo>
                      <a:pt x="26848" y="7233"/>
                    </a:lnTo>
                    <a:lnTo>
                      <a:pt x="25970" y="6706"/>
                    </a:lnTo>
                    <a:lnTo>
                      <a:pt x="25062" y="6208"/>
                    </a:lnTo>
                    <a:lnTo>
                      <a:pt x="24184" y="5739"/>
                    </a:lnTo>
                    <a:lnTo>
                      <a:pt x="23276" y="5271"/>
                    </a:lnTo>
                    <a:lnTo>
                      <a:pt x="22398" y="4861"/>
                    </a:lnTo>
                    <a:lnTo>
                      <a:pt x="21520" y="4451"/>
                    </a:lnTo>
                    <a:lnTo>
                      <a:pt x="19792" y="3690"/>
                    </a:lnTo>
                    <a:lnTo>
                      <a:pt x="18065" y="3046"/>
                    </a:lnTo>
                    <a:lnTo>
                      <a:pt x="16396" y="2460"/>
                    </a:lnTo>
                    <a:lnTo>
                      <a:pt x="14786" y="1963"/>
                    </a:lnTo>
                    <a:lnTo>
                      <a:pt x="13205" y="1523"/>
                    </a:lnTo>
                    <a:lnTo>
                      <a:pt x="11682" y="1143"/>
                    </a:lnTo>
                    <a:lnTo>
                      <a:pt x="10219" y="821"/>
                    </a:lnTo>
                    <a:lnTo>
                      <a:pt x="8843" y="557"/>
                    </a:lnTo>
                    <a:lnTo>
                      <a:pt x="7525" y="323"/>
                    </a:lnTo>
                    <a:lnTo>
                      <a:pt x="6295" y="147"/>
                    </a:lnTo>
                    <a:lnTo>
                      <a:pt x="51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49"/>
              <p:cNvSpPr/>
              <p:nvPr/>
            </p:nvSpPr>
            <p:spPr>
              <a:xfrm>
                <a:off x="4666662" y="4304324"/>
                <a:ext cx="513593" cy="466271"/>
              </a:xfrm>
              <a:custGeom>
                <a:rect b="b" l="l" r="r" t="t"/>
                <a:pathLst>
                  <a:path extrusionOk="0" h="28840" w="31767">
                    <a:moveTo>
                      <a:pt x="5798" y="1"/>
                    </a:moveTo>
                    <a:lnTo>
                      <a:pt x="5446" y="118"/>
                    </a:lnTo>
                    <a:lnTo>
                      <a:pt x="5007" y="323"/>
                    </a:lnTo>
                    <a:lnTo>
                      <a:pt x="4421" y="616"/>
                    </a:lnTo>
                    <a:lnTo>
                      <a:pt x="3777" y="1026"/>
                    </a:lnTo>
                    <a:lnTo>
                      <a:pt x="3426" y="1260"/>
                    </a:lnTo>
                    <a:lnTo>
                      <a:pt x="3075" y="1523"/>
                    </a:lnTo>
                    <a:lnTo>
                      <a:pt x="2723" y="1816"/>
                    </a:lnTo>
                    <a:lnTo>
                      <a:pt x="2372" y="2167"/>
                    </a:lnTo>
                    <a:lnTo>
                      <a:pt x="2050" y="2519"/>
                    </a:lnTo>
                    <a:lnTo>
                      <a:pt x="1699" y="2929"/>
                    </a:lnTo>
                    <a:lnTo>
                      <a:pt x="1406" y="3368"/>
                    </a:lnTo>
                    <a:lnTo>
                      <a:pt x="1084" y="3866"/>
                    </a:lnTo>
                    <a:lnTo>
                      <a:pt x="791" y="4451"/>
                    </a:lnTo>
                    <a:lnTo>
                      <a:pt x="528" y="5037"/>
                    </a:lnTo>
                    <a:lnTo>
                      <a:pt x="323" y="5622"/>
                    </a:lnTo>
                    <a:lnTo>
                      <a:pt x="176" y="6208"/>
                    </a:lnTo>
                    <a:lnTo>
                      <a:pt x="88" y="6764"/>
                    </a:lnTo>
                    <a:lnTo>
                      <a:pt x="30" y="7291"/>
                    </a:lnTo>
                    <a:lnTo>
                      <a:pt x="1" y="7818"/>
                    </a:lnTo>
                    <a:lnTo>
                      <a:pt x="1" y="8316"/>
                    </a:lnTo>
                    <a:lnTo>
                      <a:pt x="1" y="8755"/>
                    </a:lnTo>
                    <a:lnTo>
                      <a:pt x="59" y="9194"/>
                    </a:lnTo>
                    <a:lnTo>
                      <a:pt x="176" y="9897"/>
                    </a:lnTo>
                    <a:lnTo>
                      <a:pt x="293" y="10453"/>
                    </a:lnTo>
                    <a:lnTo>
                      <a:pt x="381" y="10746"/>
                    </a:lnTo>
                    <a:lnTo>
                      <a:pt x="1552" y="12151"/>
                    </a:lnTo>
                    <a:lnTo>
                      <a:pt x="2694" y="13439"/>
                    </a:lnTo>
                    <a:lnTo>
                      <a:pt x="3836" y="14640"/>
                    </a:lnTo>
                    <a:lnTo>
                      <a:pt x="4919" y="15723"/>
                    </a:lnTo>
                    <a:lnTo>
                      <a:pt x="6002" y="16718"/>
                    </a:lnTo>
                    <a:lnTo>
                      <a:pt x="6998" y="17597"/>
                    </a:lnTo>
                    <a:lnTo>
                      <a:pt x="7964" y="18387"/>
                    </a:lnTo>
                    <a:lnTo>
                      <a:pt x="8842" y="19090"/>
                    </a:lnTo>
                    <a:lnTo>
                      <a:pt x="9984" y="19939"/>
                    </a:lnTo>
                    <a:lnTo>
                      <a:pt x="11097" y="20730"/>
                    </a:lnTo>
                    <a:lnTo>
                      <a:pt x="12180" y="21461"/>
                    </a:lnTo>
                    <a:lnTo>
                      <a:pt x="13263" y="22135"/>
                    </a:lnTo>
                    <a:lnTo>
                      <a:pt x="14317" y="22779"/>
                    </a:lnTo>
                    <a:lnTo>
                      <a:pt x="15371" y="23364"/>
                    </a:lnTo>
                    <a:lnTo>
                      <a:pt x="16367" y="23891"/>
                    </a:lnTo>
                    <a:lnTo>
                      <a:pt x="17333" y="24389"/>
                    </a:lnTo>
                    <a:lnTo>
                      <a:pt x="18241" y="24828"/>
                    </a:lnTo>
                    <a:lnTo>
                      <a:pt x="19148" y="25238"/>
                    </a:lnTo>
                    <a:lnTo>
                      <a:pt x="20788" y="25941"/>
                    </a:lnTo>
                    <a:lnTo>
                      <a:pt x="22222" y="26526"/>
                    </a:lnTo>
                    <a:lnTo>
                      <a:pt x="23423" y="26966"/>
                    </a:lnTo>
                    <a:lnTo>
                      <a:pt x="25179" y="27610"/>
                    </a:lnTo>
                    <a:lnTo>
                      <a:pt x="26790" y="28107"/>
                    </a:lnTo>
                    <a:lnTo>
                      <a:pt x="28195" y="28517"/>
                    </a:lnTo>
                    <a:lnTo>
                      <a:pt x="29395" y="28839"/>
                    </a:lnTo>
                    <a:lnTo>
                      <a:pt x="31767" y="25648"/>
                    </a:lnTo>
                    <a:lnTo>
                      <a:pt x="57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49"/>
              <p:cNvSpPr/>
              <p:nvPr/>
            </p:nvSpPr>
            <p:spPr>
              <a:xfrm>
                <a:off x="5089831" y="4663129"/>
                <a:ext cx="219652" cy="232893"/>
              </a:xfrm>
              <a:custGeom>
                <a:rect b="b" l="l" r="r" t="t"/>
                <a:pathLst>
                  <a:path extrusionOk="0" h="14405" w="13586">
                    <a:moveTo>
                      <a:pt x="3397" y="0"/>
                    </a:moveTo>
                    <a:lnTo>
                      <a:pt x="1" y="6500"/>
                    </a:lnTo>
                    <a:lnTo>
                      <a:pt x="879" y="6968"/>
                    </a:lnTo>
                    <a:lnTo>
                      <a:pt x="1640" y="7437"/>
                    </a:lnTo>
                    <a:lnTo>
                      <a:pt x="2314" y="7876"/>
                    </a:lnTo>
                    <a:lnTo>
                      <a:pt x="2929" y="8286"/>
                    </a:lnTo>
                    <a:lnTo>
                      <a:pt x="3456" y="8667"/>
                    </a:lnTo>
                    <a:lnTo>
                      <a:pt x="3924" y="9018"/>
                    </a:lnTo>
                    <a:lnTo>
                      <a:pt x="4305" y="9369"/>
                    </a:lnTo>
                    <a:lnTo>
                      <a:pt x="4656" y="9721"/>
                    </a:lnTo>
                    <a:lnTo>
                      <a:pt x="4919" y="10013"/>
                    </a:lnTo>
                    <a:lnTo>
                      <a:pt x="5154" y="10306"/>
                    </a:lnTo>
                    <a:lnTo>
                      <a:pt x="5329" y="10599"/>
                    </a:lnTo>
                    <a:lnTo>
                      <a:pt x="5446" y="10862"/>
                    </a:lnTo>
                    <a:lnTo>
                      <a:pt x="5534" y="11097"/>
                    </a:lnTo>
                    <a:lnTo>
                      <a:pt x="5564" y="11331"/>
                    </a:lnTo>
                    <a:lnTo>
                      <a:pt x="5593" y="11536"/>
                    </a:lnTo>
                    <a:lnTo>
                      <a:pt x="5564" y="11741"/>
                    </a:lnTo>
                    <a:lnTo>
                      <a:pt x="5534" y="11946"/>
                    </a:lnTo>
                    <a:lnTo>
                      <a:pt x="5476" y="12151"/>
                    </a:lnTo>
                    <a:lnTo>
                      <a:pt x="5329" y="12619"/>
                    </a:lnTo>
                    <a:lnTo>
                      <a:pt x="5300" y="12883"/>
                    </a:lnTo>
                    <a:lnTo>
                      <a:pt x="5300" y="13117"/>
                    </a:lnTo>
                    <a:lnTo>
                      <a:pt x="5329" y="13351"/>
                    </a:lnTo>
                    <a:lnTo>
                      <a:pt x="5446" y="13585"/>
                    </a:lnTo>
                    <a:lnTo>
                      <a:pt x="5593" y="13790"/>
                    </a:lnTo>
                    <a:lnTo>
                      <a:pt x="5768" y="13937"/>
                    </a:lnTo>
                    <a:lnTo>
                      <a:pt x="5973" y="14054"/>
                    </a:lnTo>
                    <a:lnTo>
                      <a:pt x="6178" y="14141"/>
                    </a:lnTo>
                    <a:lnTo>
                      <a:pt x="6442" y="14229"/>
                    </a:lnTo>
                    <a:lnTo>
                      <a:pt x="6676" y="14288"/>
                    </a:lnTo>
                    <a:lnTo>
                      <a:pt x="7145" y="14346"/>
                    </a:lnTo>
                    <a:lnTo>
                      <a:pt x="7408" y="14376"/>
                    </a:lnTo>
                    <a:lnTo>
                      <a:pt x="7789" y="14405"/>
                    </a:lnTo>
                    <a:lnTo>
                      <a:pt x="8257" y="14405"/>
                    </a:lnTo>
                    <a:lnTo>
                      <a:pt x="8843" y="14376"/>
                    </a:lnTo>
                    <a:lnTo>
                      <a:pt x="9135" y="14346"/>
                    </a:lnTo>
                    <a:lnTo>
                      <a:pt x="9457" y="14259"/>
                    </a:lnTo>
                    <a:lnTo>
                      <a:pt x="9809" y="14200"/>
                    </a:lnTo>
                    <a:lnTo>
                      <a:pt x="10131" y="14083"/>
                    </a:lnTo>
                    <a:lnTo>
                      <a:pt x="10482" y="13937"/>
                    </a:lnTo>
                    <a:lnTo>
                      <a:pt x="10804" y="13761"/>
                    </a:lnTo>
                    <a:lnTo>
                      <a:pt x="11156" y="13585"/>
                    </a:lnTo>
                    <a:lnTo>
                      <a:pt x="11478" y="13351"/>
                    </a:lnTo>
                    <a:lnTo>
                      <a:pt x="11829" y="13029"/>
                    </a:lnTo>
                    <a:lnTo>
                      <a:pt x="12151" y="12707"/>
                    </a:lnTo>
                    <a:lnTo>
                      <a:pt x="12444" y="12385"/>
                    </a:lnTo>
                    <a:lnTo>
                      <a:pt x="12678" y="12004"/>
                    </a:lnTo>
                    <a:lnTo>
                      <a:pt x="12912" y="11594"/>
                    </a:lnTo>
                    <a:lnTo>
                      <a:pt x="13117" y="11184"/>
                    </a:lnTo>
                    <a:lnTo>
                      <a:pt x="13264" y="10745"/>
                    </a:lnTo>
                    <a:lnTo>
                      <a:pt x="13410" y="10306"/>
                    </a:lnTo>
                    <a:lnTo>
                      <a:pt x="13498" y="9838"/>
                    </a:lnTo>
                    <a:lnTo>
                      <a:pt x="13556" y="9340"/>
                    </a:lnTo>
                    <a:lnTo>
                      <a:pt x="13586" y="8872"/>
                    </a:lnTo>
                    <a:lnTo>
                      <a:pt x="13556" y="8374"/>
                    </a:lnTo>
                    <a:lnTo>
                      <a:pt x="13498" y="7876"/>
                    </a:lnTo>
                    <a:lnTo>
                      <a:pt x="13410" y="7378"/>
                    </a:lnTo>
                    <a:lnTo>
                      <a:pt x="13293" y="6881"/>
                    </a:lnTo>
                    <a:lnTo>
                      <a:pt x="13146" y="6383"/>
                    </a:lnTo>
                    <a:lnTo>
                      <a:pt x="12444" y="6178"/>
                    </a:lnTo>
                    <a:lnTo>
                      <a:pt x="11712" y="5944"/>
                    </a:lnTo>
                    <a:lnTo>
                      <a:pt x="10980" y="5651"/>
                    </a:lnTo>
                    <a:lnTo>
                      <a:pt x="10219" y="5329"/>
                    </a:lnTo>
                    <a:lnTo>
                      <a:pt x="9604" y="5036"/>
                    </a:lnTo>
                    <a:lnTo>
                      <a:pt x="9018" y="4743"/>
                    </a:lnTo>
                    <a:lnTo>
                      <a:pt x="8462" y="4421"/>
                    </a:lnTo>
                    <a:lnTo>
                      <a:pt x="7935" y="4099"/>
                    </a:lnTo>
                    <a:lnTo>
                      <a:pt x="7408" y="3748"/>
                    </a:lnTo>
                    <a:lnTo>
                      <a:pt x="6940" y="3397"/>
                    </a:lnTo>
                    <a:lnTo>
                      <a:pt x="6471" y="3045"/>
                    </a:lnTo>
                    <a:lnTo>
                      <a:pt x="6032" y="2694"/>
                    </a:lnTo>
                    <a:lnTo>
                      <a:pt x="5241" y="1991"/>
                    </a:lnTo>
                    <a:lnTo>
                      <a:pt x="4539" y="1289"/>
                    </a:lnTo>
                    <a:lnTo>
                      <a:pt x="3924" y="615"/>
                    </a:lnTo>
                    <a:lnTo>
                      <a:pt x="33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49"/>
              <p:cNvSpPr/>
              <p:nvPr/>
            </p:nvSpPr>
            <p:spPr>
              <a:xfrm>
                <a:off x="5116814" y="4304324"/>
                <a:ext cx="513593" cy="466271"/>
              </a:xfrm>
              <a:custGeom>
                <a:rect b="b" l="l" r="r" t="t"/>
                <a:pathLst>
                  <a:path extrusionOk="0" h="28840" w="31767">
                    <a:moveTo>
                      <a:pt x="25999" y="1"/>
                    </a:moveTo>
                    <a:lnTo>
                      <a:pt x="1" y="25648"/>
                    </a:lnTo>
                    <a:lnTo>
                      <a:pt x="2372" y="28839"/>
                    </a:lnTo>
                    <a:lnTo>
                      <a:pt x="3572" y="28517"/>
                    </a:lnTo>
                    <a:lnTo>
                      <a:pt x="5007" y="28107"/>
                    </a:lnTo>
                    <a:lnTo>
                      <a:pt x="6588" y="27610"/>
                    </a:lnTo>
                    <a:lnTo>
                      <a:pt x="8345" y="26966"/>
                    </a:lnTo>
                    <a:lnTo>
                      <a:pt x="9545" y="26526"/>
                    </a:lnTo>
                    <a:lnTo>
                      <a:pt x="10980" y="25941"/>
                    </a:lnTo>
                    <a:lnTo>
                      <a:pt x="12619" y="25238"/>
                    </a:lnTo>
                    <a:lnTo>
                      <a:pt x="13527" y="24828"/>
                    </a:lnTo>
                    <a:lnTo>
                      <a:pt x="14434" y="24389"/>
                    </a:lnTo>
                    <a:lnTo>
                      <a:pt x="15401" y="23891"/>
                    </a:lnTo>
                    <a:lnTo>
                      <a:pt x="16425" y="23364"/>
                    </a:lnTo>
                    <a:lnTo>
                      <a:pt x="17450" y="22779"/>
                    </a:lnTo>
                    <a:lnTo>
                      <a:pt x="18504" y="22135"/>
                    </a:lnTo>
                    <a:lnTo>
                      <a:pt x="19587" y="21461"/>
                    </a:lnTo>
                    <a:lnTo>
                      <a:pt x="20671" y="20730"/>
                    </a:lnTo>
                    <a:lnTo>
                      <a:pt x="21783" y="19939"/>
                    </a:lnTo>
                    <a:lnTo>
                      <a:pt x="22925" y="19090"/>
                    </a:lnTo>
                    <a:lnTo>
                      <a:pt x="23803" y="18387"/>
                    </a:lnTo>
                    <a:lnTo>
                      <a:pt x="24770" y="17597"/>
                    </a:lnTo>
                    <a:lnTo>
                      <a:pt x="25765" y="16718"/>
                    </a:lnTo>
                    <a:lnTo>
                      <a:pt x="26848" y="15723"/>
                    </a:lnTo>
                    <a:lnTo>
                      <a:pt x="27931" y="14640"/>
                    </a:lnTo>
                    <a:lnTo>
                      <a:pt x="29073" y="13439"/>
                    </a:lnTo>
                    <a:lnTo>
                      <a:pt x="30215" y="12151"/>
                    </a:lnTo>
                    <a:lnTo>
                      <a:pt x="31386" y="10746"/>
                    </a:lnTo>
                    <a:lnTo>
                      <a:pt x="31474" y="10453"/>
                    </a:lnTo>
                    <a:lnTo>
                      <a:pt x="31591" y="9897"/>
                    </a:lnTo>
                    <a:lnTo>
                      <a:pt x="31708" y="9194"/>
                    </a:lnTo>
                    <a:lnTo>
                      <a:pt x="31767" y="8755"/>
                    </a:lnTo>
                    <a:lnTo>
                      <a:pt x="31767" y="8316"/>
                    </a:lnTo>
                    <a:lnTo>
                      <a:pt x="31767" y="7818"/>
                    </a:lnTo>
                    <a:lnTo>
                      <a:pt x="31738" y="7291"/>
                    </a:lnTo>
                    <a:lnTo>
                      <a:pt x="31679" y="6764"/>
                    </a:lnTo>
                    <a:lnTo>
                      <a:pt x="31591" y="6208"/>
                    </a:lnTo>
                    <a:lnTo>
                      <a:pt x="31445" y="5622"/>
                    </a:lnTo>
                    <a:lnTo>
                      <a:pt x="31240" y="5037"/>
                    </a:lnTo>
                    <a:lnTo>
                      <a:pt x="30976" y="4451"/>
                    </a:lnTo>
                    <a:lnTo>
                      <a:pt x="30684" y="3866"/>
                    </a:lnTo>
                    <a:lnTo>
                      <a:pt x="30391" y="3368"/>
                    </a:lnTo>
                    <a:lnTo>
                      <a:pt x="30069" y="2929"/>
                    </a:lnTo>
                    <a:lnTo>
                      <a:pt x="29717" y="2519"/>
                    </a:lnTo>
                    <a:lnTo>
                      <a:pt x="29395" y="2167"/>
                    </a:lnTo>
                    <a:lnTo>
                      <a:pt x="29044" y="1816"/>
                    </a:lnTo>
                    <a:lnTo>
                      <a:pt x="28693" y="1523"/>
                    </a:lnTo>
                    <a:lnTo>
                      <a:pt x="28341" y="1260"/>
                    </a:lnTo>
                    <a:lnTo>
                      <a:pt x="27990" y="1026"/>
                    </a:lnTo>
                    <a:lnTo>
                      <a:pt x="27346" y="616"/>
                    </a:lnTo>
                    <a:lnTo>
                      <a:pt x="26790" y="323"/>
                    </a:lnTo>
                    <a:lnTo>
                      <a:pt x="26321" y="118"/>
                    </a:lnTo>
                    <a:lnTo>
                      <a:pt x="259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49"/>
              <p:cNvSpPr/>
              <p:nvPr/>
            </p:nvSpPr>
            <p:spPr>
              <a:xfrm>
                <a:off x="4988072" y="4663129"/>
                <a:ext cx="219167" cy="232893"/>
              </a:xfrm>
              <a:custGeom>
                <a:rect b="b" l="l" r="r" t="t"/>
                <a:pathLst>
                  <a:path extrusionOk="0" h="14405" w="13556">
                    <a:moveTo>
                      <a:pt x="10159" y="0"/>
                    </a:moveTo>
                    <a:lnTo>
                      <a:pt x="9632" y="615"/>
                    </a:lnTo>
                    <a:lnTo>
                      <a:pt x="9018" y="1289"/>
                    </a:lnTo>
                    <a:lnTo>
                      <a:pt x="8315" y="1991"/>
                    </a:lnTo>
                    <a:lnTo>
                      <a:pt x="7524" y="2694"/>
                    </a:lnTo>
                    <a:lnTo>
                      <a:pt x="7085" y="3045"/>
                    </a:lnTo>
                    <a:lnTo>
                      <a:pt x="6646" y="3397"/>
                    </a:lnTo>
                    <a:lnTo>
                      <a:pt x="6148" y="3748"/>
                    </a:lnTo>
                    <a:lnTo>
                      <a:pt x="5651" y="4099"/>
                    </a:lnTo>
                    <a:lnTo>
                      <a:pt x="5094" y="4421"/>
                    </a:lnTo>
                    <a:lnTo>
                      <a:pt x="4538" y="4743"/>
                    </a:lnTo>
                    <a:lnTo>
                      <a:pt x="3953" y="5036"/>
                    </a:lnTo>
                    <a:lnTo>
                      <a:pt x="3338" y="5329"/>
                    </a:lnTo>
                    <a:lnTo>
                      <a:pt x="2577" y="5651"/>
                    </a:lnTo>
                    <a:lnTo>
                      <a:pt x="1845" y="5944"/>
                    </a:lnTo>
                    <a:lnTo>
                      <a:pt x="1113" y="6178"/>
                    </a:lnTo>
                    <a:lnTo>
                      <a:pt x="439" y="6383"/>
                    </a:lnTo>
                    <a:lnTo>
                      <a:pt x="264" y="6881"/>
                    </a:lnTo>
                    <a:lnTo>
                      <a:pt x="146" y="7378"/>
                    </a:lnTo>
                    <a:lnTo>
                      <a:pt x="59" y="7876"/>
                    </a:lnTo>
                    <a:lnTo>
                      <a:pt x="0" y="8374"/>
                    </a:lnTo>
                    <a:lnTo>
                      <a:pt x="0" y="8872"/>
                    </a:lnTo>
                    <a:lnTo>
                      <a:pt x="0" y="9340"/>
                    </a:lnTo>
                    <a:lnTo>
                      <a:pt x="59" y="9838"/>
                    </a:lnTo>
                    <a:lnTo>
                      <a:pt x="176" y="10306"/>
                    </a:lnTo>
                    <a:lnTo>
                      <a:pt x="293" y="10745"/>
                    </a:lnTo>
                    <a:lnTo>
                      <a:pt x="439" y="11184"/>
                    </a:lnTo>
                    <a:lnTo>
                      <a:pt x="644" y="11594"/>
                    </a:lnTo>
                    <a:lnTo>
                      <a:pt x="878" y="12004"/>
                    </a:lnTo>
                    <a:lnTo>
                      <a:pt x="1142" y="12385"/>
                    </a:lnTo>
                    <a:lnTo>
                      <a:pt x="1405" y="12707"/>
                    </a:lnTo>
                    <a:lnTo>
                      <a:pt x="1727" y="13029"/>
                    </a:lnTo>
                    <a:lnTo>
                      <a:pt x="2079" y="13351"/>
                    </a:lnTo>
                    <a:lnTo>
                      <a:pt x="2401" y="13585"/>
                    </a:lnTo>
                    <a:lnTo>
                      <a:pt x="2752" y="13761"/>
                    </a:lnTo>
                    <a:lnTo>
                      <a:pt x="3074" y="13937"/>
                    </a:lnTo>
                    <a:lnTo>
                      <a:pt x="3426" y="14083"/>
                    </a:lnTo>
                    <a:lnTo>
                      <a:pt x="3777" y="14200"/>
                    </a:lnTo>
                    <a:lnTo>
                      <a:pt x="4099" y="14259"/>
                    </a:lnTo>
                    <a:lnTo>
                      <a:pt x="4421" y="14346"/>
                    </a:lnTo>
                    <a:lnTo>
                      <a:pt x="4714" y="14376"/>
                    </a:lnTo>
                    <a:lnTo>
                      <a:pt x="5299" y="14405"/>
                    </a:lnTo>
                    <a:lnTo>
                      <a:pt x="5768" y="14405"/>
                    </a:lnTo>
                    <a:lnTo>
                      <a:pt x="6148" y="14376"/>
                    </a:lnTo>
                    <a:lnTo>
                      <a:pt x="6412" y="14346"/>
                    </a:lnTo>
                    <a:lnTo>
                      <a:pt x="6880" y="14288"/>
                    </a:lnTo>
                    <a:lnTo>
                      <a:pt x="7144" y="14229"/>
                    </a:lnTo>
                    <a:lnTo>
                      <a:pt x="7378" y="14141"/>
                    </a:lnTo>
                    <a:lnTo>
                      <a:pt x="7583" y="14054"/>
                    </a:lnTo>
                    <a:lnTo>
                      <a:pt x="7788" y="13937"/>
                    </a:lnTo>
                    <a:lnTo>
                      <a:pt x="7964" y="13790"/>
                    </a:lnTo>
                    <a:lnTo>
                      <a:pt x="8110" y="13585"/>
                    </a:lnTo>
                    <a:lnTo>
                      <a:pt x="8227" y="13351"/>
                    </a:lnTo>
                    <a:lnTo>
                      <a:pt x="8256" y="13117"/>
                    </a:lnTo>
                    <a:lnTo>
                      <a:pt x="8256" y="12883"/>
                    </a:lnTo>
                    <a:lnTo>
                      <a:pt x="8227" y="12619"/>
                    </a:lnTo>
                    <a:lnTo>
                      <a:pt x="8081" y="12151"/>
                    </a:lnTo>
                    <a:lnTo>
                      <a:pt x="8022" y="11946"/>
                    </a:lnTo>
                    <a:lnTo>
                      <a:pt x="7993" y="11741"/>
                    </a:lnTo>
                    <a:lnTo>
                      <a:pt x="7964" y="11536"/>
                    </a:lnTo>
                    <a:lnTo>
                      <a:pt x="7993" y="11331"/>
                    </a:lnTo>
                    <a:lnTo>
                      <a:pt x="8022" y="11097"/>
                    </a:lnTo>
                    <a:lnTo>
                      <a:pt x="8110" y="10862"/>
                    </a:lnTo>
                    <a:lnTo>
                      <a:pt x="8256" y="10599"/>
                    </a:lnTo>
                    <a:lnTo>
                      <a:pt x="8403" y="10306"/>
                    </a:lnTo>
                    <a:lnTo>
                      <a:pt x="8637" y="10013"/>
                    </a:lnTo>
                    <a:lnTo>
                      <a:pt x="8900" y="9721"/>
                    </a:lnTo>
                    <a:lnTo>
                      <a:pt x="9252" y="9369"/>
                    </a:lnTo>
                    <a:lnTo>
                      <a:pt x="9632" y="9018"/>
                    </a:lnTo>
                    <a:lnTo>
                      <a:pt x="10101" y="8667"/>
                    </a:lnTo>
                    <a:lnTo>
                      <a:pt x="10628" y="8286"/>
                    </a:lnTo>
                    <a:lnTo>
                      <a:pt x="11243" y="7876"/>
                    </a:lnTo>
                    <a:lnTo>
                      <a:pt x="11916" y="7437"/>
                    </a:lnTo>
                    <a:lnTo>
                      <a:pt x="12707" y="6968"/>
                    </a:lnTo>
                    <a:lnTo>
                      <a:pt x="13556" y="6500"/>
                    </a:lnTo>
                    <a:lnTo>
                      <a:pt x="10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49"/>
              <p:cNvSpPr/>
              <p:nvPr/>
            </p:nvSpPr>
            <p:spPr>
              <a:xfrm>
                <a:off x="4920379" y="3752883"/>
                <a:ext cx="590744" cy="762104"/>
              </a:xfrm>
              <a:custGeom>
                <a:rect b="b" l="l" r="r" t="t"/>
                <a:pathLst>
                  <a:path extrusionOk="0" h="47138" w="36539">
                    <a:moveTo>
                      <a:pt x="14024" y="0"/>
                    </a:moveTo>
                    <a:lnTo>
                      <a:pt x="13029" y="147"/>
                    </a:lnTo>
                    <a:lnTo>
                      <a:pt x="11975" y="352"/>
                    </a:lnTo>
                    <a:lnTo>
                      <a:pt x="10862" y="615"/>
                    </a:lnTo>
                    <a:lnTo>
                      <a:pt x="9691" y="937"/>
                    </a:lnTo>
                    <a:lnTo>
                      <a:pt x="8491" y="1318"/>
                    </a:lnTo>
                    <a:lnTo>
                      <a:pt x="7261" y="1786"/>
                    </a:lnTo>
                    <a:lnTo>
                      <a:pt x="6646" y="2021"/>
                    </a:lnTo>
                    <a:lnTo>
                      <a:pt x="6002" y="2313"/>
                    </a:lnTo>
                    <a:lnTo>
                      <a:pt x="5358" y="2606"/>
                    </a:lnTo>
                    <a:lnTo>
                      <a:pt x="4714" y="2958"/>
                    </a:lnTo>
                    <a:lnTo>
                      <a:pt x="4070" y="3309"/>
                    </a:lnTo>
                    <a:lnTo>
                      <a:pt x="3426" y="3689"/>
                    </a:lnTo>
                    <a:lnTo>
                      <a:pt x="2811" y="4070"/>
                    </a:lnTo>
                    <a:lnTo>
                      <a:pt x="2225" y="4451"/>
                    </a:lnTo>
                    <a:lnTo>
                      <a:pt x="0" y="36568"/>
                    </a:lnTo>
                    <a:lnTo>
                      <a:pt x="293" y="37125"/>
                    </a:lnTo>
                    <a:lnTo>
                      <a:pt x="586" y="37652"/>
                    </a:lnTo>
                    <a:lnTo>
                      <a:pt x="967" y="38266"/>
                    </a:lnTo>
                    <a:lnTo>
                      <a:pt x="1464" y="38998"/>
                    </a:lnTo>
                    <a:lnTo>
                      <a:pt x="2050" y="39818"/>
                    </a:lnTo>
                    <a:lnTo>
                      <a:pt x="2752" y="40667"/>
                    </a:lnTo>
                    <a:lnTo>
                      <a:pt x="3572" y="41545"/>
                    </a:lnTo>
                    <a:lnTo>
                      <a:pt x="4011" y="41985"/>
                    </a:lnTo>
                    <a:lnTo>
                      <a:pt x="4480" y="42453"/>
                    </a:lnTo>
                    <a:lnTo>
                      <a:pt x="4978" y="42892"/>
                    </a:lnTo>
                    <a:lnTo>
                      <a:pt x="5505" y="43331"/>
                    </a:lnTo>
                    <a:lnTo>
                      <a:pt x="6061" y="43741"/>
                    </a:lnTo>
                    <a:lnTo>
                      <a:pt x="6646" y="44151"/>
                    </a:lnTo>
                    <a:lnTo>
                      <a:pt x="7261" y="44561"/>
                    </a:lnTo>
                    <a:lnTo>
                      <a:pt x="7876" y="44942"/>
                    </a:lnTo>
                    <a:lnTo>
                      <a:pt x="8549" y="45293"/>
                    </a:lnTo>
                    <a:lnTo>
                      <a:pt x="9252" y="45644"/>
                    </a:lnTo>
                    <a:lnTo>
                      <a:pt x="9984" y="45966"/>
                    </a:lnTo>
                    <a:lnTo>
                      <a:pt x="10745" y="46230"/>
                    </a:lnTo>
                    <a:lnTo>
                      <a:pt x="11536" y="46493"/>
                    </a:lnTo>
                    <a:lnTo>
                      <a:pt x="12326" y="46698"/>
                    </a:lnTo>
                    <a:lnTo>
                      <a:pt x="13175" y="46874"/>
                    </a:lnTo>
                    <a:lnTo>
                      <a:pt x="14054" y="46991"/>
                    </a:lnTo>
                    <a:lnTo>
                      <a:pt x="14756" y="47079"/>
                    </a:lnTo>
                    <a:lnTo>
                      <a:pt x="15430" y="47108"/>
                    </a:lnTo>
                    <a:lnTo>
                      <a:pt x="16103" y="47137"/>
                    </a:lnTo>
                    <a:lnTo>
                      <a:pt x="16776" y="47137"/>
                    </a:lnTo>
                    <a:lnTo>
                      <a:pt x="17450" y="47108"/>
                    </a:lnTo>
                    <a:lnTo>
                      <a:pt x="18123" y="47050"/>
                    </a:lnTo>
                    <a:lnTo>
                      <a:pt x="18767" y="46962"/>
                    </a:lnTo>
                    <a:lnTo>
                      <a:pt x="19441" y="46845"/>
                    </a:lnTo>
                    <a:lnTo>
                      <a:pt x="20085" y="46698"/>
                    </a:lnTo>
                    <a:lnTo>
                      <a:pt x="20758" y="46552"/>
                    </a:lnTo>
                    <a:lnTo>
                      <a:pt x="21402" y="46376"/>
                    </a:lnTo>
                    <a:lnTo>
                      <a:pt x="22017" y="46142"/>
                    </a:lnTo>
                    <a:lnTo>
                      <a:pt x="22661" y="45937"/>
                    </a:lnTo>
                    <a:lnTo>
                      <a:pt x="23276" y="45674"/>
                    </a:lnTo>
                    <a:lnTo>
                      <a:pt x="23891" y="45381"/>
                    </a:lnTo>
                    <a:lnTo>
                      <a:pt x="24476" y="45088"/>
                    </a:lnTo>
                    <a:lnTo>
                      <a:pt x="25091" y="44766"/>
                    </a:lnTo>
                    <a:lnTo>
                      <a:pt x="25648" y="44415"/>
                    </a:lnTo>
                    <a:lnTo>
                      <a:pt x="26233" y="44063"/>
                    </a:lnTo>
                    <a:lnTo>
                      <a:pt x="26789" y="43683"/>
                    </a:lnTo>
                    <a:lnTo>
                      <a:pt x="27316" y="43273"/>
                    </a:lnTo>
                    <a:lnTo>
                      <a:pt x="27873" y="42834"/>
                    </a:lnTo>
                    <a:lnTo>
                      <a:pt x="28370" y="42395"/>
                    </a:lnTo>
                    <a:lnTo>
                      <a:pt x="28868" y="41926"/>
                    </a:lnTo>
                    <a:lnTo>
                      <a:pt x="29366" y="41428"/>
                    </a:lnTo>
                    <a:lnTo>
                      <a:pt x="29834" y="40931"/>
                    </a:lnTo>
                    <a:lnTo>
                      <a:pt x="30273" y="40404"/>
                    </a:lnTo>
                    <a:lnTo>
                      <a:pt x="30713" y="39847"/>
                    </a:lnTo>
                    <a:lnTo>
                      <a:pt x="31152" y="39291"/>
                    </a:lnTo>
                    <a:lnTo>
                      <a:pt x="31532" y="38706"/>
                    </a:lnTo>
                    <a:lnTo>
                      <a:pt x="31913" y="38120"/>
                    </a:lnTo>
                    <a:lnTo>
                      <a:pt x="32264" y="37505"/>
                    </a:lnTo>
                    <a:lnTo>
                      <a:pt x="32879" y="31855"/>
                    </a:lnTo>
                    <a:lnTo>
                      <a:pt x="33523" y="26116"/>
                    </a:lnTo>
                    <a:lnTo>
                      <a:pt x="34226" y="20348"/>
                    </a:lnTo>
                    <a:lnTo>
                      <a:pt x="35016" y="14493"/>
                    </a:lnTo>
                    <a:lnTo>
                      <a:pt x="35748" y="9282"/>
                    </a:lnTo>
                    <a:lnTo>
                      <a:pt x="36539" y="4158"/>
                    </a:lnTo>
                    <a:lnTo>
                      <a:pt x="35661" y="3543"/>
                    </a:lnTo>
                    <a:lnTo>
                      <a:pt x="35163" y="3221"/>
                    </a:lnTo>
                    <a:lnTo>
                      <a:pt x="34636" y="2899"/>
                    </a:lnTo>
                    <a:lnTo>
                      <a:pt x="34080" y="2606"/>
                    </a:lnTo>
                    <a:lnTo>
                      <a:pt x="33494" y="2284"/>
                    </a:lnTo>
                    <a:lnTo>
                      <a:pt x="32879" y="1991"/>
                    </a:lnTo>
                    <a:lnTo>
                      <a:pt x="32235" y="1699"/>
                    </a:lnTo>
                    <a:lnTo>
                      <a:pt x="31210" y="1318"/>
                    </a:lnTo>
                    <a:lnTo>
                      <a:pt x="30215" y="996"/>
                    </a:lnTo>
                    <a:lnTo>
                      <a:pt x="29278" y="732"/>
                    </a:lnTo>
                    <a:lnTo>
                      <a:pt x="28370" y="498"/>
                    </a:lnTo>
                    <a:lnTo>
                      <a:pt x="27492" y="352"/>
                    </a:lnTo>
                    <a:lnTo>
                      <a:pt x="26702" y="235"/>
                    </a:lnTo>
                    <a:lnTo>
                      <a:pt x="25940" y="147"/>
                    </a:lnTo>
                    <a:lnTo>
                      <a:pt x="25267" y="118"/>
                    </a:lnTo>
                    <a:lnTo>
                      <a:pt x="24857" y="732"/>
                    </a:lnTo>
                    <a:lnTo>
                      <a:pt x="24447" y="1318"/>
                    </a:lnTo>
                    <a:lnTo>
                      <a:pt x="23979" y="1845"/>
                    </a:lnTo>
                    <a:lnTo>
                      <a:pt x="23481" y="2313"/>
                    </a:lnTo>
                    <a:lnTo>
                      <a:pt x="22983" y="2753"/>
                    </a:lnTo>
                    <a:lnTo>
                      <a:pt x="22427" y="3104"/>
                    </a:lnTo>
                    <a:lnTo>
                      <a:pt x="21900" y="3426"/>
                    </a:lnTo>
                    <a:lnTo>
                      <a:pt x="21344" y="3689"/>
                    </a:lnTo>
                    <a:lnTo>
                      <a:pt x="20758" y="3894"/>
                    </a:lnTo>
                    <a:lnTo>
                      <a:pt x="20202" y="4070"/>
                    </a:lnTo>
                    <a:lnTo>
                      <a:pt x="19646" y="4158"/>
                    </a:lnTo>
                    <a:lnTo>
                      <a:pt x="19089" y="4216"/>
                    </a:lnTo>
                    <a:lnTo>
                      <a:pt x="18533" y="4187"/>
                    </a:lnTo>
                    <a:lnTo>
                      <a:pt x="18006" y="4129"/>
                    </a:lnTo>
                    <a:lnTo>
                      <a:pt x="17479" y="3982"/>
                    </a:lnTo>
                    <a:lnTo>
                      <a:pt x="16981" y="3807"/>
                    </a:lnTo>
                    <a:lnTo>
                      <a:pt x="16601" y="3602"/>
                    </a:lnTo>
                    <a:lnTo>
                      <a:pt x="16279" y="3397"/>
                    </a:lnTo>
                    <a:lnTo>
                      <a:pt x="15957" y="3162"/>
                    </a:lnTo>
                    <a:lnTo>
                      <a:pt x="15664" y="2899"/>
                    </a:lnTo>
                    <a:lnTo>
                      <a:pt x="15400" y="2606"/>
                    </a:lnTo>
                    <a:lnTo>
                      <a:pt x="15166" y="2313"/>
                    </a:lnTo>
                    <a:lnTo>
                      <a:pt x="14961" y="2050"/>
                    </a:lnTo>
                    <a:lnTo>
                      <a:pt x="14786" y="1757"/>
                    </a:lnTo>
                    <a:lnTo>
                      <a:pt x="14493" y="1201"/>
                    </a:lnTo>
                    <a:lnTo>
                      <a:pt x="14259" y="674"/>
                    </a:lnTo>
                    <a:lnTo>
                      <a:pt x="14112" y="264"/>
                    </a:lnTo>
                    <a:lnTo>
                      <a:pt x="1402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49"/>
              <p:cNvSpPr/>
              <p:nvPr/>
            </p:nvSpPr>
            <p:spPr>
              <a:xfrm>
                <a:off x="5154210" y="3289005"/>
                <a:ext cx="410412" cy="519753"/>
              </a:xfrm>
              <a:custGeom>
                <a:rect b="b" l="l" r="r" t="t"/>
                <a:pathLst>
                  <a:path extrusionOk="0" h="32148" w="25385">
                    <a:moveTo>
                      <a:pt x="10716" y="0"/>
                    </a:moveTo>
                    <a:lnTo>
                      <a:pt x="10043" y="30"/>
                    </a:lnTo>
                    <a:lnTo>
                      <a:pt x="9340" y="147"/>
                    </a:lnTo>
                    <a:lnTo>
                      <a:pt x="8696" y="293"/>
                    </a:lnTo>
                    <a:lnTo>
                      <a:pt x="8052" y="527"/>
                    </a:lnTo>
                    <a:lnTo>
                      <a:pt x="7437" y="762"/>
                    </a:lnTo>
                    <a:lnTo>
                      <a:pt x="6852" y="1084"/>
                    </a:lnTo>
                    <a:lnTo>
                      <a:pt x="6295" y="1435"/>
                    </a:lnTo>
                    <a:lnTo>
                      <a:pt x="5739" y="1845"/>
                    </a:lnTo>
                    <a:lnTo>
                      <a:pt x="5241" y="2255"/>
                    </a:lnTo>
                    <a:lnTo>
                      <a:pt x="4773" y="2753"/>
                    </a:lnTo>
                    <a:lnTo>
                      <a:pt x="4363" y="3250"/>
                    </a:lnTo>
                    <a:lnTo>
                      <a:pt x="3982" y="3806"/>
                    </a:lnTo>
                    <a:lnTo>
                      <a:pt x="3631" y="4392"/>
                    </a:lnTo>
                    <a:lnTo>
                      <a:pt x="3338" y="4978"/>
                    </a:lnTo>
                    <a:lnTo>
                      <a:pt x="3075" y="5622"/>
                    </a:lnTo>
                    <a:lnTo>
                      <a:pt x="2870" y="6295"/>
                    </a:lnTo>
                    <a:lnTo>
                      <a:pt x="1" y="17655"/>
                    </a:lnTo>
                    <a:lnTo>
                      <a:pt x="1" y="18357"/>
                    </a:lnTo>
                    <a:lnTo>
                      <a:pt x="30" y="19324"/>
                    </a:lnTo>
                    <a:lnTo>
                      <a:pt x="88" y="19880"/>
                    </a:lnTo>
                    <a:lnTo>
                      <a:pt x="176" y="20495"/>
                    </a:lnTo>
                    <a:lnTo>
                      <a:pt x="293" y="21168"/>
                    </a:lnTo>
                    <a:lnTo>
                      <a:pt x="440" y="21871"/>
                    </a:lnTo>
                    <a:lnTo>
                      <a:pt x="645" y="22603"/>
                    </a:lnTo>
                    <a:lnTo>
                      <a:pt x="879" y="23364"/>
                    </a:lnTo>
                    <a:lnTo>
                      <a:pt x="1172" y="24125"/>
                    </a:lnTo>
                    <a:lnTo>
                      <a:pt x="1523" y="24916"/>
                    </a:lnTo>
                    <a:lnTo>
                      <a:pt x="1933" y="25706"/>
                    </a:lnTo>
                    <a:lnTo>
                      <a:pt x="2401" y="26497"/>
                    </a:lnTo>
                    <a:lnTo>
                      <a:pt x="2958" y="27287"/>
                    </a:lnTo>
                    <a:lnTo>
                      <a:pt x="3250" y="27697"/>
                    </a:lnTo>
                    <a:lnTo>
                      <a:pt x="3572" y="28078"/>
                    </a:lnTo>
                    <a:lnTo>
                      <a:pt x="4187" y="28780"/>
                    </a:lnTo>
                    <a:lnTo>
                      <a:pt x="4831" y="29395"/>
                    </a:lnTo>
                    <a:lnTo>
                      <a:pt x="5475" y="29951"/>
                    </a:lnTo>
                    <a:lnTo>
                      <a:pt x="6120" y="30449"/>
                    </a:lnTo>
                    <a:lnTo>
                      <a:pt x="6734" y="30859"/>
                    </a:lnTo>
                    <a:lnTo>
                      <a:pt x="7320" y="31240"/>
                    </a:lnTo>
                    <a:lnTo>
                      <a:pt x="7876" y="31532"/>
                    </a:lnTo>
                    <a:lnTo>
                      <a:pt x="8374" y="31796"/>
                    </a:lnTo>
                    <a:lnTo>
                      <a:pt x="8959" y="31913"/>
                    </a:lnTo>
                    <a:lnTo>
                      <a:pt x="9545" y="32030"/>
                    </a:lnTo>
                    <a:lnTo>
                      <a:pt x="10131" y="32089"/>
                    </a:lnTo>
                    <a:lnTo>
                      <a:pt x="10716" y="32147"/>
                    </a:lnTo>
                    <a:lnTo>
                      <a:pt x="11858" y="32147"/>
                    </a:lnTo>
                    <a:lnTo>
                      <a:pt x="12444" y="32089"/>
                    </a:lnTo>
                    <a:lnTo>
                      <a:pt x="13000" y="32030"/>
                    </a:lnTo>
                    <a:lnTo>
                      <a:pt x="13556" y="31913"/>
                    </a:lnTo>
                    <a:lnTo>
                      <a:pt x="14112" y="31796"/>
                    </a:lnTo>
                    <a:lnTo>
                      <a:pt x="14639" y="31650"/>
                    </a:lnTo>
                    <a:lnTo>
                      <a:pt x="15196" y="31474"/>
                    </a:lnTo>
                    <a:lnTo>
                      <a:pt x="15693" y="31269"/>
                    </a:lnTo>
                    <a:lnTo>
                      <a:pt x="16220" y="31035"/>
                    </a:lnTo>
                    <a:lnTo>
                      <a:pt x="16718" y="30800"/>
                    </a:lnTo>
                    <a:lnTo>
                      <a:pt x="17187" y="30537"/>
                    </a:lnTo>
                    <a:lnTo>
                      <a:pt x="17684" y="30215"/>
                    </a:lnTo>
                    <a:lnTo>
                      <a:pt x="18123" y="29922"/>
                    </a:lnTo>
                    <a:lnTo>
                      <a:pt x="18563" y="29571"/>
                    </a:lnTo>
                    <a:lnTo>
                      <a:pt x="19002" y="29219"/>
                    </a:lnTo>
                    <a:lnTo>
                      <a:pt x="19412" y="28810"/>
                    </a:lnTo>
                    <a:lnTo>
                      <a:pt x="19792" y="28429"/>
                    </a:lnTo>
                    <a:lnTo>
                      <a:pt x="20173" y="27990"/>
                    </a:lnTo>
                    <a:lnTo>
                      <a:pt x="20524" y="27551"/>
                    </a:lnTo>
                    <a:lnTo>
                      <a:pt x="20846" y="27082"/>
                    </a:lnTo>
                    <a:lnTo>
                      <a:pt x="21168" y="26614"/>
                    </a:lnTo>
                    <a:lnTo>
                      <a:pt x="21461" y="26116"/>
                    </a:lnTo>
                    <a:lnTo>
                      <a:pt x="21725" y="25618"/>
                    </a:lnTo>
                    <a:lnTo>
                      <a:pt x="21959" y="25062"/>
                    </a:lnTo>
                    <a:lnTo>
                      <a:pt x="22164" y="24535"/>
                    </a:lnTo>
                    <a:lnTo>
                      <a:pt x="22369" y="23979"/>
                    </a:lnTo>
                    <a:lnTo>
                      <a:pt x="22515" y="23393"/>
                    </a:lnTo>
                    <a:lnTo>
                      <a:pt x="22749" y="22544"/>
                    </a:lnTo>
                    <a:lnTo>
                      <a:pt x="23071" y="21256"/>
                    </a:lnTo>
                    <a:lnTo>
                      <a:pt x="23101" y="21110"/>
                    </a:lnTo>
                    <a:lnTo>
                      <a:pt x="23335" y="20231"/>
                    </a:lnTo>
                    <a:lnTo>
                      <a:pt x="25062" y="13527"/>
                    </a:lnTo>
                    <a:lnTo>
                      <a:pt x="25150" y="13058"/>
                    </a:lnTo>
                    <a:lnTo>
                      <a:pt x="25238" y="12619"/>
                    </a:lnTo>
                    <a:lnTo>
                      <a:pt x="25296" y="12151"/>
                    </a:lnTo>
                    <a:lnTo>
                      <a:pt x="25355" y="11682"/>
                    </a:lnTo>
                    <a:lnTo>
                      <a:pt x="25384" y="11243"/>
                    </a:lnTo>
                    <a:lnTo>
                      <a:pt x="25384" y="10775"/>
                    </a:lnTo>
                    <a:lnTo>
                      <a:pt x="25355" y="10306"/>
                    </a:lnTo>
                    <a:lnTo>
                      <a:pt x="25326" y="9867"/>
                    </a:lnTo>
                    <a:lnTo>
                      <a:pt x="25267" y="9428"/>
                    </a:lnTo>
                    <a:lnTo>
                      <a:pt x="25179" y="8989"/>
                    </a:lnTo>
                    <a:lnTo>
                      <a:pt x="25091" y="8549"/>
                    </a:lnTo>
                    <a:lnTo>
                      <a:pt x="24974" y="8110"/>
                    </a:lnTo>
                    <a:lnTo>
                      <a:pt x="24828" y="7671"/>
                    </a:lnTo>
                    <a:lnTo>
                      <a:pt x="24682" y="7261"/>
                    </a:lnTo>
                    <a:lnTo>
                      <a:pt x="24506" y="6851"/>
                    </a:lnTo>
                    <a:lnTo>
                      <a:pt x="24330" y="6441"/>
                    </a:lnTo>
                    <a:lnTo>
                      <a:pt x="24125" y="6061"/>
                    </a:lnTo>
                    <a:lnTo>
                      <a:pt x="23891" y="5651"/>
                    </a:lnTo>
                    <a:lnTo>
                      <a:pt x="23657" y="5300"/>
                    </a:lnTo>
                    <a:lnTo>
                      <a:pt x="23393" y="4919"/>
                    </a:lnTo>
                    <a:lnTo>
                      <a:pt x="23130" y="4568"/>
                    </a:lnTo>
                    <a:lnTo>
                      <a:pt x="22837" y="4216"/>
                    </a:lnTo>
                    <a:lnTo>
                      <a:pt x="22544" y="3894"/>
                    </a:lnTo>
                    <a:lnTo>
                      <a:pt x="22222" y="3572"/>
                    </a:lnTo>
                    <a:lnTo>
                      <a:pt x="21871" y="3279"/>
                    </a:lnTo>
                    <a:lnTo>
                      <a:pt x="21520" y="2987"/>
                    </a:lnTo>
                    <a:lnTo>
                      <a:pt x="21168" y="2694"/>
                    </a:lnTo>
                    <a:lnTo>
                      <a:pt x="20788" y="2460"/>
                    </a:lnTo>
                    <a:lnTo>
                      <a:pt x="20407" y="2196"/>
                    </a:lnTo>
                    <a:lnTo>
                      <a:pt x="19997" y="1991"/>
                    </a:lnTo>
                    <a:lnTo>
                      <a:pt x="19587" y="1757"/>
                    </a:lnTo>
                    <a:lnTo>
                      <a:pt x="19148" y="1581"/>
                    </a:lnTo>
                    <a:lnTo>
                      <a:pt x="18387" y="1289"/>
                    </a:lnTo>
                    <a:lnTo>
                      <a:pt x="17596" y="996"/>
                    </a:lnTo>
                    <a:lnTo>
                      <a:pt x="16747" y="732"/>
                    </a:lnTo>
                    <a:lnTo>
                      <a:pt x="15898" y="527"/>
                    </a:lnTo>
                    <a:lnTo>
                      <a:pt x="15196" y="381"/>
                    </a:lnTo>
                    <a:lnTo>
                      <a:pt x="14522" y="264"/>
                    </a:lnTo>
                    <a:lnTo>
                      <a:pt x="13849" y="176"/>
                    </a:lnTo>
                    <a:lnTo>
                      <a:pt x="13205" y="88"/>
                    </a:lnTo>
                    <a:lnTo>
                      <a:pt x="12561" y="30"/>
                    </a:lnTo>
                    <a:lnTo>
                      <a:pt x="11917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49"/>
              <p:cNvSpPr/>
              <p:nvPr/>
            </p:nvSpPr>
            <p:spPr>
              <a:xfrm>
                <a:off x="5352536" y="3712642"/>
                <a:ext cx="51623" cy="20371"/>
              </a:xfrm>
              <a:custGeom>
                <a:rect b="b" l="l" r="r" t="t"/>
                <a:pathLst>
                  <a:path extrusionOk="0" h="1260" w="3193">
                    <a:moveTo>
                      <a:pt x="1" y="1"/>
                    </a:moveTo>
                    <a:lnTo>
                      <a:pt x="118" y="206"/>
                    </a:lnTo>
                    <a:lnTo>
                      <a:pt x="264" y="381"/>
                    </a:lnTo>
                    <a:lnTo>
                      <a:pt x="411" y="557"/>
                    </a:lnTo>
                    <a:lnTo>
                      <a:pt x="645" y="733"/>
                    </a:lnTo>
                    <a:lnTo>
                      <a:pt x="908" y="938"/>
                    </a:lnTo>
                    <a:lnTo>
                      <a:pt x="1201" y="1084"/>
                    </a:lnTo>
                    <a:lnTo>
                      <a:pt x="1553" y="1201"/>
                    </a:lnTo>
                    <a:lnTo>
                      <a:pt x="1845" y="1231"/>
                    </a:lnTo>
                    <a:lnTo>
                      <a:pt x="2109" y="1260"/>
                    </a:lnTo>
                    <a:lnTo>
                      <a:pt x="2372" y="1231"/>
                    </a:lnTo>
                    <a:lnTo>
                      <a:pt x="2607" y="1201"/>
                    </a:lnTo>
                    <a:lnTo>
                      <a:pt x="2958" y="1084"/>
                    </a:lnTo>
                    <a:lnTo>
                      <a:pt x="3192" y="99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49"/>
              <p:cNvSpPr/>
              <p:nvPr/>
            </p:nvSpPr>
            <p:spPr>
              <a:xfrm>
                <a:off x="5308528" y="3748615"/>
                <a:ext cx="67693" cy="31268"/>
              </a:xfrm>
              <a:custGeom>
                <a:rect b="b" l="l" r="r" t="t"/>
                <a:pathLst>
                  <a:path extrusionOk="0" h="1934" w="4187">
                    <a:moveTo>
                      <a:pt x="234" y="1"/>
                    </a:moveTo>
                    <a:lnTo>
                      <a:pt x="117" y="30"/>
                    </a:lnTo>
                    <a:lnTo>
                      <a:pt x="59" y="118"/>
                    </a:lnTo>
                    <a:lnTo>
                      <a:pt x="0" y="206"/>
                    </a:lnTo>
                    <a:lnTo>
                      <a:pt x="0" y="323"/>
                    </a:lnTo>
                    <a:lnTo>
                      <a:pt x="59" y="411"/>
                    </a:lnTo>
                    <a:lnTo>
                      <a:pt x="264" y="704"/>
                    </a:lnTo>
                    <a:lnTo>
                      <a:pt x="498" y="967"/>
                    </a:lnTo>
                    <a:lnTo>
                      <a:pt x="761" y="1201"/>
                    </a:lnTo>
                    <a:lnTo>
                      <a:pt x="1054" y="1406"/>
                    </a:lnTo>
                    <a:lnTo>
                      <a:pt x="1288" y="1553"/>
                    </a:lnTo>
                    <a:lnTo>
                      <a:pt x="1552" y="1670"/>
                    </a:lnTo>
                    <a:lnTo>
                      <a:pt x="1786" y="1758"/>
                    </a:lnTo>
                    <a:lnTo>
                      <a:pt x="2049" y="1816"/>
                    </a:lnTo>
                    <a:lnTo>
                      <a:pt x="2518" y="1904"/>
                    </a:lnTo>
                    <a:lnTo>
                      <a:pt x="2986" y="1933"/>
                    </a:lnTo>
                    <a:lnTo>
                      <a:pt x="3279" y="1933"/>
                    </a:lnTo>
                    <a:lnTo>
                      <a:pt x="3572" y="1904"/>
                    </a:lnTo>
                    <a:lnTo>
                      <a:pt x="3982" y="1816"/>
                    </a:lnTo>
                    <a:lnTo>
                      <a:pt x="4070" y="1787"/>
                    </a:lnTo>
                    <a:lnTo>
                      <a:pt x="4128" y="1699"/>
                    </a:lnTo>
                    <a:lnTo>
                      <a:pt x="4187" y="1611"/>
                    </a:lnTo>
                    <a:lnTo>
                      <a:pt x="4157" y="1494"/>
                    </a:lnTo>
                    <a:lnTo>
                      <a:pt x="4128" y="1406"/>
                    </a:lnTo>
                    <a:lnTo>
                      <a:pt x="4070" y="1318"/>
                    </a:lnTo>
                    <a:lnTo>
                      <a:pt x="3953" y="1289"/>
                    </a:lnTo>
                    <a:lnTo>
                      <a:pt x="3835" y="1289"/>
                    </a:lnTo>
                    <a:lnTo>
                      <a:pt x="3426" y="1377"/>
                    </a:lnTo>
                    <a:lnTo>
                      <a:pt x="3133" y="1406"/>
                    </a:lnTo>
                    <a:lnTo>
                      <a:pt x="2811" y="1406"/>
                    </a:lnTo>
                    <a:lnTo>
                      <a:pt x="2459" y="1377"/>
                    </a:lnTo>
                    <a:lnTo>
                      <a:pt x="2079" y="1289"/>
                    </a:lnTo>
                    <a:lnTo>
                      <a:pt x="1698" y="1143"/>
                    </a:lnTo>
                    <a:lnTo>
                      <a:pt x="1347" y="938"/>
                    </a:lnTo>
                    <a:lnTo>
                      <a:pt x="1113" y="762"/>
                    </a:lnTo>
                    <a:lnTo>
                      <a:pt x="878" y="587"/>
                    </a:lnTo>
                    <a:lnTo>
                      <a:pt x="673" y="352"/>
                    </a:lnTo>
                    <a:lnTo>
                      <a:pt x="498" y="118"/>
                    </a:lnTo>
                    <a:lnTo>
                      <a:pt x="410" y="30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49"/>
              <p:cNvSpPr/>
              <p:nvPr/>
            </p:nvSpPr>
            <p:spPr>
              <a:xfrm>
                <a:off x="5190182" y="3249718"/>
                <a:ext cx="439756" cy="310060"/>
              </a:xfrm>
              <a:custGeom>
                <a:rect b="b" l="l" r="r" t="t"/>
                <a:pathLst>
                  <a:path extrusionOk="0" h="19178" w="27200">
                    <a:moveTo>
                      <a:pt x="12707" y="0"/>
                    </a:moveTo>
                    <a:lnTo>
                      <a:pt x="12151" y="59"/>
                    </a:lnTo>
                    <a:lnTo>
                      <a:pt x="11565" y="147"/>
                    </a:lnTo>
                    <a:lnTo>
                      <a:pt x="10892" y="264"/>
                    </a:lnTo>
                    <a:lnTo>
                      <a:pt x="10219" y="440"/>
                    </a:lnTo>
                    <a:lnTo>
                      <a:pt x="9487" y="674"/>
                    </a:lnTo>
                    <a:lnTo>
                      <a:pt x="8755" y="937"/>
                    </a:lnTo>
                    <a:lnTo>
                      <a:pt x="7993" y="1259"/>
                    </a:lnTo>
                    <a:lnTo>
                      <a:pt x="7261" y="1611"/>
                    </a:lnTo>
                    <a:lnTo>
                      <a:pt x="6500" y="2021"/>
                    </a:lnTo>
                    <a:lnTo>
                      <a:pt x="5768" y="2489"/>
                    </a:lnTo>
                    <a:lnTo>
                      <a:pt x="5036" y="2987"/>
                    </a:lnTo>
                    <a:lnTo>
                      <a:pt x="4568" y="3338"/>
                    </a:lnTo>
                    <a:lnTo>
                      <a:pt x="4041" y="3777"/>
                    </a:lnTo>
                    <a:lnTo>
                      <a:pt x="3455" y="4246"/>
                    </a:lnTo>
                    <a:lnTo>
                      <a:pt x="2899" y="4831"/>
                    </a:lnTo>
                    <a:lnTo>
                      <a:pt x="2606" y="5153"/>
                    </a:lnTo>
                    <a:lnTo>
                      <a:pt x="2314" y="5505"/>
                    </a:lnTo>
                    <a:lnTo>
                      <a:pt x="2050" y="5856"/>
                    </a:lnTo>
                    <a:lnTo>
                      <a:pt x="1787" y="6236"/>
                    </a:lnTo>
                    <a:lnTo>
                      <a:pt x="1523" y="6646"/>
                    </a:lnTo>
                    <a:lnTo>
                      <a:pt x="1289" y="7086"/>
                    </a:lnTo>
                    <a:lnTo>
                      <a:pt x="1055" y="7554"/>
                    </a:lnTo>
                    <a:lnTo>
                      <a:pt x="850" y="8052"/>
                    </a:lnTo>
                    <a:lnTo>
                      <a:pt x="703" y="8491"/>
                    </a:lnTo>
                    <a:lnTo>
                      <a:pt x="469" y="9164"/>
                    </a:lnTo>
                    <a:lnTo>
                      <a:pt x="264" y="10013"/>
                    </a:lnTo>
                    <a:lnTo>
                      <a:pt x="147" y="10511"/>
                    </a:lnTo>
                    <a:lnTo>
                      <a:pt x="59" y="11009"/>
                    </a:lnTo>
                    <a:lnTo>
                      <a:pt x="30" y="11565"/>
                    </a:lnTo>
                    <a:lnTo>
                      <a:pt x="1" y="12121"/>
                    </a:lnTo>
                    <a:lnTo>
                      <a:pt x="1" y="12678"/>
                    </a:lnTo>
                    <a:lnTo>
                      <a:pt x="59" y="13234"/>
                    </a:lnTo>
                    <a:lnTo>
                      <a:pt x="176" y="13790"/>
                    </a:lnTo>
                    <a:lnTo>
                      <a:pt x="323" y="14317"/>
                    </a:lnTo>
                    <a:lnTo>
                      <a:pt x="440" y="14581"/>
                    </a:lnTo>
                    <a:lnTo>
                      <a:pt x="557" y="14844"/>
                    </a:lnTo>
                    <a:lnTo>
                      <a:pt x="703" y="15108"/>
                    </a:lnTo>
                    <a:lnTo>
                      <a:pt x="879" y="15342"/>
                    </a:lnTo>
                    <a:lnTo>
                      <a:pt x="1172" y="15722"/>
                    </a:lnTo>
                    <a:lnTo>
                      <a:pt x="1465" y="16015"/>
                    </a:lnTo>
                    <a:lnTo>
                      <a:pt x="1816" y="16249"/>
                    </a:lnTo>
                    <a:lnTo>
                      <a:pt x="2196" y="16425"/>
                    </a:lnTo>
                    <a:lnTo>
                      <a:pt x="2636" y="16572"/>
                    </a:lnTo>
                    <a:lnTo>
                      <a:pt x="3133" y="16689"/>
                    </a:lnTo>
                    <a:lnTo>
                      <a:pt x="3690" y="16806"/>
                    </a:lnTo>
                    <a:lnTo>
                      <a:pt x="4334" y="16864"/>
                    </a:lnTo>
                    <a:lnTo>
                      <a:pt x="5856" y="17040"/>
                    </a:lnTo>
                    <a:lnTo>
                      <a:pt x="7818" y="17274"/>
                    </a:lnTo>
                    <a:lnTo>
                      <a:pt x="8960" y="17421"/>
                    </a:lnTo>
                    <a:lnTo>
                      <a:pt x="10248" y="17625"/>
                    </a:lnTo>
                    <a:lnTo>
                      <a:pt x="11682" y="17889"/>
                    </a:lnTo>
                    <a:lnTo>
                      <a:pt x="13234" y="18182"/>
                    </a:lnTo>
                    <a:lnTo>
                      <a:pt x="15518" y="18709"/>
                    </a:lnTo>
                    <a:lnTo>
                      <a:pt x="16543" y="18914"/>
                    </a:lnTo>
                    <a:lnTo>
                      <a:pt x="17479" y="19089"/>
                    </a:lnTo>
                    <a:lnTo>
                      <a:pt x="18270" y="19177"/>
                    </a:lnTo>
                    <a:lnTo>
                      <a:pt x="18914" y="19177"/>
                    </a:lnTo>
                    <a:lnTo>
                      <a:pt x="19178" y="19119"/>
                    </a:lnTo>
                    <a:lnTo>
                      <a:pt x="19382" y="19060"/>
                    </a:lnTo>
                    <a:lnTo>
                      <a:pt x="19558" y="18943"/>
                    </a:lnTo>
                    <a:lnTo>
                      <a:pt x="19675" y="18797"/>
                    </a:lnTo>
                    <a:lnTo>
                      <a:pt x="19734" y="18650"/>
                    </a:lnTo>
                    <a:lnTo>
                      <a:pt x="19734" y="18475"/>
                    </a:lnTo>
                    <a:lnTo>
                      <a:pt x="19734" y="18270"/>
                    </a:lnTo>
                    <a:lnTo>
                      <a:pt x="19675" y="18065"/>
                    </a:lnTo>
                    <a:lnTo>
                      <a:pt x="19587" y="17860"/>
                    </a:lnTo>
                    <a:lnTo>
                      <a:pt x="19500" y="17655"/>
                    </a:lnTo>
                    <a:lnTo>
                      <a:pt x="19265" y="17245"/>
                    </a:lnTo>
                    <a:lnTo>
                      <a:pt x="18797" y="16513"/>
                    </a:lnTo>
                    <a:lnTo>
                      <a:pt x="18680" y="16249"/>
                    </a:lnTo>
                    <a:lnTo>
                      <a:pt x="18651" y="16162"/>
                    </a:lnTo>
                    <a:lnTo>
                      <a:pt x="18680" y="16132"/>
                    </a:lnTo>
                    <a:lnTo>
                      <a:pt x="18709" y="16103"/>
                    </a:lnTo>
                    <a:lnTo>
                      <a:pt x="18768" y="16103"/>
                    </a:lnTo>
                    <a:lnTo>
                      <a:pt x="18855" y="16162"/>
                    </a:lnTo>
                    <a:lnTo>
                      <a:pt x="19148" y="16396"/>
                    </a:lnTo>
                    <a:lnTo>
                      <a:pt x="19558" y="16806"/>
                    </a:lnTo>
                    <a:lnTo>
                      <a:pt x="20056" y="17245"/>
                    </a:lnTo>
                    <a:lnTo>
                      <a:pt x="20319" y="17508"/>
                    </a:lnTo>
                    <a:lnTo>
                      <a:pt x="20612" y="17743"/>
                    </a:lnTo>
                    <a:lnTo>
                      <a:pt x="20934" y="17948"/>
                    </a:lnTo>
                    <a:lnTo>
                      <a:pt x="21256" y="18152"/>
                    </a:lnTo>
                    <a:lnTo>
                      <a:pt x="21608" y="18299"/>
                    </a:lnTo>
                    <a:lnTo>
                      <a:pt x="21959" y="18445"/>
                    </a:lnTo>
                    <a:lnTo>
                      <a:pt x="22310" y="18504"/>
                    </a:lnTo>
                    <a:lnTo>
                      <a:pt x="22691" y="18533"/>
                    </a:lnTo>
                    <a:lnTo>
                      <a:pt x="22896" y="18504"/>
                    </a:lnTo>
                    <a:lnTo>
                      <a:pt x="23130" y="18475"/>
                    </a:lnTo>
                    <a:lnTo>
                      <a:pt x="23364" y="18416"/>
                    </a:lnTo>
                    <a:lnTo>
                      <a:pt x="23569" y="18328"/>
                    </a:lnTo>
                    <a:lnTo>
                      <a:pt x="24008" y="18123"/>
                    </a:lnTo>
                    <a:lnTo>
                      <a:pt x="24447" y="17830"/>
                    </a:lnTo>
                    <a:lnTo>
                      <a:pt x="24887" y="17479"/>
                    </a:lnTo>
                    <a:lnTo>
                      <a:pt x="25297" y="17069"/>
                    </a:lnTo>
                    <a:lnTo>
                      <a:pt x="25677" y="16630"/>
                    </a:lnTo>
                    <a:lnTo>
                      <a:pt x="26028" y="16132"/>
                    </a:lnTo>
                    <a:lnTo>
                      <a:pt x="26351" y="15605"/>
                    </a:lnTo>
                    <a:lnTo>
                      <a:pt x="26614" y="15049"/>
                    </a:lnTo>
                    <a:lnTo>
                      <a:pt x="26848" y="14493"/>
                    </a:lnTo>
                    <a:lnTo>
                      <a:pt x="27024" y="13907"/>
                    </a:lnTo>
                    <a:lnTo>
                      <a:pt x="27141" y="13322"/>
                    </a:lnTo>
                    <a:lnTo>
                      <a:pt x="27200" y="12736"/>
                    </a:lnTo>
                    <a:lnTo>
                      <a:pt x="27200" y="12443"/>
                    </a:lnTo>
                    <a:lnTo>
                      <a:pt x="27170" y="12151"/>
                    </a:lnTo>
                    <a:lnTo>
                      <a:pt x="27141" y="11858"/>
                    </a:lnTo>
                    <a:lnTo>
                      <a:pt x="27082" y="11594"/>
                    </a:lnTo>
                    <a:lnTo>
                      <a:pt x="26995" y="11302"/>
                    </a:lnTo>
                    <a:lnTo>
                      <a:pt x="26878" y="11038"/>
                    </a:lnTo>
                    <a:lnTo>
                      <a:pt x="26760" y="10775"/>
                    </a:lnTo>
                    <a:lnTo>
                      <a:pt x="26614" y="10511"/>
                    </a:lnTo>
                    <a:lnTo>
                      <a:pt x="26292" y="10043"/>
                    </a:lnTo>
                    <a:lnTo>
                      <a:pt x="25941" y="9574"/>
                    </a:lnTo>
                    <a:lnTo>
                      <a:pt x="25531" y="9164"/>
                    </a:lnTo>
                    <a:lnTo>
                      <a:pt x="25092" y="8784"/>
                    </a:lnTo>
                    <a:lnTo>
                      <a:pt x="24652" y="8403"/>
                    </a:lnTo>
                    <a:lnTo>
                      <a:pt x="24213" y="8052"/>
                    </a:lnTo>
                    <a:lnTo>
                      <a:pt x="23393" y="7408"/>
                    </a:lnTo>
                    <a:lnTo>
                      <a:pt x="23042" y="7115"/>
                    </a:lnTo>
                    <a:lnTo>
                      <a:pt x="22720" y="6822"/>
                    </a:lnTo>
                    <a:lnTo>
                      <a:pt x="22486" y="6559"/>
                    </a:lnTo>
                    <a:lnTo>
                      <a:pt x="22398" y="6412"/>
                    </a:lnTo>
                    <a:lnTo>
                      <a:pt x="22339" y="6266"/>
                    </a:lnTo>
                    <a:lnTo>
                      <a:pt x="22281" y="6149"/>
                    </a:lnTo>
                    <a:lnTo>
                      <a:pt x="22252" y="6002"/>
                    </a:lnTo>
                    <a:lnTo>
                      <a:pt x="22252" y="5885"/>
                    </a:lnTo>
                    <a:lnTo>
                      <a:pt x="22281" y="5739"/>
                    </a:lnTo>
                    <a:lnTo>
                      <a:pt x="22339" y="5622"/>
                    </a:lnTo>
                    <a:lnTo>
                      <a:pt x="22398" y="5534"/>
                    </a:lnTo>
                    <a:lnTo>
                      <a:pt x="22574" y="5358"/>
                    </a:lnTo>
                    <a:lnTo>
                      <a:pt x="22779" y="5241"/>
                    </a:lnTo>
                    <a:lnTo>
                      <a:pt x="22984" y="5124"/>
                    </a:lnTo>
                    <a:lnTo>
                      <a:pt x="23189" y="5036"/>
                    </a:lnTo>
                    <a:lnTo>
                      <a:pt x="23393" y="4919"/>
                    </a:lnTo>
                    <a:lnTo>
                      <a:pt x="23452" y="4831"/>
                    </a:lnTo>
                    <a:lnTo>
                      <a:pt x="23540" y="4743"/>
                    </a:lnTo>
                    <a:lnTo>
                      <a:pt x="23569" y="4656"/>
                    </a:lnTo>
                    <a:lnTo>
                      <a:pt x="23598" y="4538"/>
                    </a:lnTo>
                    <a:lnTo>
                      <a:pt x="23598" y="4333"/>
                    </a:lnTo>
                    <a:lnTo>
                      <a:pt x="23569" y="4129"/>
                    </a:lnTo>
                    <a:lnTo>
                      <a:pt x="23452" y="3894"/>
                    </a:lnTo>
                    <a:lnTo>
                      <a:pt x="23276" y="3631"/>
                    </a:lnTo>
                    <a:lnTo>
                      <a:pt x="23071" y="3397"/>
                    </a:lnTo>
                    <a:lnTo>
                      <a:pt x="22837" y="3133"/>
                    </a:lnTo>
                    <a:lnTo>
                      <a:pt x="22544" y="2899"/>
                    </a:lnTo>
                    <a:lnTo>
                      <a:pt x="22222" y="2665"/>
                    </a:lnTo>
                    <a:lnTo>
                      <a:pt x="21842" y="2430"/>
                    </a:lnTo>
                    <a:lnTo>
                      <a:pt x="21461" y="2225"/>
                    </a:lnTo>
                    <a:lnTo>
                      <a:pt x="21051" y="2021"/>
                    </a:lnTo>
                    <a:lnTo>
                      <a:pt x="20612" y="1845"/>
                    </a:lnTo>
                    <a:lnTo>
                      <a:pt x="20173" y="1728"/>
                    </a:lnTo>
                    <a:lnTo>
                      <a:pt x="19705" y="1611"/>
                    </a:lnTo>
                    <a:lnTo>
                      <a:pt x="19207" y="1552"/>
                    </a:lnTo>
                    <a:lnTo>
                      <a:pt x="18738" y="1523"/>
                    </a:lnTo>
                    <a:lnTo>
                      <a:pt x="18328" y="1523"/>
                    </a:lnTo>
                    <a:lnTo>
                      <a:pt x="17948" y="1581"/>
                    </a:lnTo>
                    <a:lnTo>
                      <a:pt x="17567" y="1640"/>
                    </a:lnTo>
                    <a:lnTo>
                      <a:pt x="17187" y="1728"/>
                    </a:lnTo>
                    <a:lnTo>
                      <a:pt x="16513" y="1933"/>
                    </a:lnTo>
                    <a:lnTo>
                      <a:pt x="15928" y="2138"/>
                    </a:lnTo>
                    <a:lnTo>
                      <a:pt x="15401" y="2313"/>
                    </a:lnTo>
                    <a:lnTo>
                      <a:pt x="14991" y="2460"/>
                    </a:lnTo>
                    <a:lnTo>
                      <a:pt x="14639" y="2460"/>
                    </a:lnTo>
                    <a:lnTo>
                      <a:pt x="14493" y="2401"/>
                    </a:lnTo>
                    <a:lnTo>
                      <a:pt x="14376" y="2313"/>
                    </a:lnTo>
                    <a:lnTo>
                      <a:pt x="14317" y="2225"/>
                    </a:lnTo>
                    <a:lnTo>
                      <a:pt x="14288" y="2138"/>
                    </a:lnTo>
                    <a:lnTo>
                      <a:pt x="14259" y="2050"/>
                    </a:lnTo>
                    <a:lnTo>
                      <a:pt x="14288" y="1933"/>
                    </a:lnTo>
                    <a:lnTo>
                      <a:pt x="14317" y="1698"/>
                    </a:lnTo>
                    <a:lnTo>
                      <a:pt x="14405" y="1464"/>
                    </a:lnTo>
                    <a:lnTo>
                      <a:pt x="14464" y="1230"/>
                    </a:lnTo>
                    <a:lnTo>
                      <a:pt x="14522" y="967"/>
                    </a:lnTo>
                    <a:lnTo>
                      <a:pt x="14522" y="732"/>
                    </a:lnTo>
                    <a:lnTo>
                      <a:pt x="14493" y="615"/>
                    </a:lnTo>
                    <a:lnTo>
                      <a:pt x="14464" y="527"/>
                    </a:lnTo>
                    <a:lnTo>
                      <a:pt x="14376" y="410"/>
                    </a:lnTo>
                    <a:lnTo>
                      <a:pt x="14259" y="322"/>
                    </a:lnTo>
                    <a:lnTo>
                      <a:pt x="14142" y="235"/>
                    </a:lnTo>
                    <a:lnTo>
                      <a:pt x="13995" y="176"/>
                    </a:lnTo>
                    <a:lnTo>
                      <a:pt x="13644" y="59"/>
                    </a:lnTo>
                    <a:lnTo>
                      <a:pt x="13205" y="30"/>
                    </a:lnTo>
                    <a:lnTo>
                      <a:pt x="127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49"/>
              <p:cNvSpPr/>
              <p:nvPr/>
            </p:nvSpPr>
            <p:spPr>
              <a:xfrm>
                <a:off x="4678028" y="3842338"/>
                <a:ext cx="407567" cy="444024"/>
              </a:xfrm>
              <a:custGeom>
                <a:rect b="b" l="l" r="r" t="t"/>
                <a:pathLst>
                  <a:path extrusionOk="0" h="27464" w="25209">
                    <a:moveTo>
                      <a:pt x="17391" y="1"/>
                    </a:moveTo>
                    <a:lnTo>
                      <a:pt x="16044" y="1055"/>
                    </a:lnTo>
                    <a:lnTo>
                      <a:pt x="14727" y="2168"/>
                    </a:lnTo>
                    <a:lnTo>
                      <a:pt x="13380" y="3339"/>
                    </a:lnTo>
                    <a:lnTo>
                      <a:pt x="12063" y="4598"/>
                    </a:lnTo>
                    <a:lnTo>
                      <a:pt x="11653" y="4949"/>
                    </a:lnTo>
                    <a:lnTo>
                      <a:pt x="11272" y="5300"/>
                    </a:lnTo>
                    <a:lnTo>
                      <a:pt x="10482" y="6091"/>
                    </a:lnTo>
                    <a:lnTo>
                      <a:pt x="9720" y="6881"/>
                    </a:lnTo>
                    <a:lnTo>
                      <a:pt x="8286" y="8404"/>
                    </a:lnTo>
                    <a:lnTo>
                      <a:pt x="7027" y="9868"/>
                    </a:lnTo>
                    <a:lnTo>
                      <a:pt x="5826" y="11331"/>
                    </a:lnTo>
                    <a:lnTo>
                      <a:pt x="4714" y="12795"/>
                    </a:lnTo>
                    <a:lnTo>
                      <a:pt x="3631" y="14230"/>
                    </a:lnTo>
                    <a:lnTo>
                      <a:pt x="2635" y="15665"/>
                    </a:lnTo>
                    <a:lnTo>
                      <a:pt x="1698" y="17070"/>
                    </a:lnTo>
                    <a:lnTo>
                      <a:pt x="820" y="18475"/>
                    </a:lnTo>
                    <a:lnTo>
                      <a:pt x="0" y="19851"/>
                    </a:lnTo>
                    <a:lnTo>
                      <a:pt x="5651" y="27463"/>
                    </a:lnTo>
                    <a:lnTo>
                      <a:pt x="10804" y="22311"/>
                    </a:lnTo>
                    <a:lnTo>
                      <a:pt x="15898" y="17158"/>
                    </a:lnTo>
                    <a:lnTo>
                      <a:pt x="25208" y="7789"/>
                    </a:lnTo>
                    <a:lnTo>
                      <a:pt x="25208" y="7525"/>
                    </a:lnTo>
                    <a:lnTo>
                      <a:pt x="25208" y="7145"/>
                    </a:lnTo>
                    <a:lnTo>
                      <a:pt x="25150" y="6706"/>
                    </a:lnTo>
                    <a:lnTo>
                      <a:pt x="25062" y="6149"/>
                    </a:lnTo>
                    <a:lnTo>
                      <a:pt x="24886" y="5534"/>
                    </a:lnTo>
                    <a:lnTo>
                      <a:pt x="24769" y="5212"/>
                    </a:lnTo>
                    <a:lnTo>
                      <a:pt x="24652" y="4861"/>
                    </a:lnTo>
                    <a:lnTo>
                      <a:pt x="24476" y="4510"/>
                    </a:lnTo>
                    <a:lnTo>
                      <a:pt x="24271" y="4158"/>
                    </a:lnTo>
                    <a:lnTo>
                      <a:pt x="24066" y="3807"/>
                    </a:lnTo>
                    <a:lnTo>
                      <a:pt x="23803" y="3426"/>
                    </a:lnTo>
                    <a:lnTo>
                      <a:pt x="23510" y="3075"/>
                    </a:lnTo>
                    <a:lnTo>
                      <a:pt x="23188" y="2724"/>
                    </a:lnTo>
                    <a:lnTo>
                      <a:pt x="22866" y="2372"/>
                    </a:lnTo>
                    <a:lnTo>
                      <a:pt x="22515" y="2080"/>
                    </a:lnTo>
                    <a:lnTo>
                      <a:pt x="22134" y="1787"/>
                    </a:lnTo>
                    <a:lnTo>
                      <a:pt x="21754" y="1494"/>
                    </a:lnTo>
                    <a:lnTo>
                      <a:pt x="21373" y="1231"/>
                    </a:lnTo>
                    <a:lnTo>
                      <a:pt x="20963" y="996"/>
                    </a:lnTo>
                    <a:lnTo>
                      <a:pt x="20524" y="791"/>
                    </a:lnTo>
                    <a:lnTo>
                      <a:pt x="20085" y="616"/>
                    </a:lnTo>
                    <a:lnTo>
                      <a:pt x="19646" y="440"/>
                    </a:lnTo>
                    <a:lnTo>
                      <a:pt x="19206" y="294"/>
                    </a:lnTo>
                    <a:lnTo>
                      <a:pt x="18767" y="206"/>
                    </a:lnTo>
                    <a:lnTo>
                      <a:pt x="18299" y="89"/>
                    </a:lnTo>
                    <a:lnTo>
                      <a:pt x="17830" y="30"/>
                    </a:lnTo>
                    <a:lnTo>
                      <a:pt x="17391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49"/>
              <p:cNvSpPr/>
              <p:nvPr/>
            </p:nvSpPr>
            <p:spPr>
              <a:xfrm>
                <a:off x="4811976" y="3916660"/>
                <a:ext cx="140124" cy="203080"/>
              </a:xfrm>
              <a:custGeom>
                <a:rect b="b" l="l" r="r" t="t"/>
                <a:pathLst>
                  <a:path extrusionOk="0" h="12561" w="8667">
                    <a:moveTo>
                      <a:pt x="3778" y="1"/>
                    </a:moveTo>
                    <a:lnTo>
                      <a:pt x="3368" y="352"/>
                    </a:lnTo>
                    <a:lnTo>
                      <a:pt x="2987" y="703"/>
                    </a:lnTo>
                    <a:lnTo>
                      <a:pt x="2197" y="1494"/>
                    </a:lnTo>
                    <a:lnTo>
                      <a:pt x="1435" y="2284"/>
                    </a:lnTo>
                    <a:lnTo>
                      <a:pt x="1" y="3807"/>
                    </a:lnTo>
                    <a:lnTo>
                      <a:pt x="7613" y="12561"/>
                    </a:lnTo>
                    <a:lnTo>
                      <a:pt x="8140" y="10072"/>
                    </a:lnTo>
                    <a:lnTo>
                      <a:pt x="8667" y="7613"/>
                    </a:lnTo>
                    <a:lnTo>
                      <a:pt x="37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49"/>
              <p:cNvSpPr/>
              <p:nvPr/>
            </p:nvSpPr>
            <p:spPr>
              <a:xfrm>
                <a:off x="4818605" y="3773707"/>
                <a:ext cx="273134" cy="350770"/>
              </a:xfrm>
              <a:custGeom>
                <a:rect b="b" l="l" r="r" t="t"/>
                <a:pathLst>
                  <a:path extrusionOk="0" h="21696" w="16894">
                    <a:moveTo>
                      <a:pt x="14844" y="1"/>
                    </a:moveTo>
                    <a:lnTo>
                      <a:pt x="13761" y="235"/>
                    </a:lnTo>
                    <a:lnTo>
                      <a:pt x="12649" y="528"/>
                    </a:lnTo>
                    <a:lnTo>
                      <a:pt x="11595" y="850"/>
                    </a:lnTo>
                    <a:lnTo>
                      <a:pt x="10570" y="1230"/>
                    </a:lnTo>
                    <a:lnTo>
                      <a:pt x="9604" y="1611"/>
                    </a:lnTo>
                    <a:lnTo>
                      <a:pt x="8667" y="2050"/>
                    </a:lnTo>
                    <a:lnTo>
                      <a:pt x="7759" y="2489"/>
                    </a:lnTo>
                    <a:lnTo>
                      <a:pt x="6881" y="2958"/>
                    </a:lnTo>
                    <a:lnTo>
                      <a:pt x="6032" y="3455"/>
                    </a:lnTo>
                    <a:lnTo>
                      <a:pt x="5241" y="3982"/>
                    </a:lnTo>
                    <a:lnTo>
                      <a:pt x="4480" y="4509"/>
                    </a:lnTo>
                    <a:lnTo>
                      <a:pt x="3748" y="5036"/>
                    </a:lnTo>
                    <a:lnTo>
                      <a:pt x="3046" y="5593"/>
                    </a:lnTo>
                    <a:lnTo>
                      <a:pt x="2372" y="6149"/>
                    </a:lnTo>
                    <a:lnTo>
                      <a:pt x="1728" y="6676"/>
                    </a:lnTo>
                    <a:lnTo>
                      <a:pt x="1113" y="7232"/>
                    </a:lnTo>
                    <a:lnTo>
                      <a:pt x="557" y="7789"/>
                    </a:lnTo>
                    <a:lnTo>
                      <a:pt x="1" y="8345"/>
                    </a:lnTo>
                    <a:lnTo>
                      <a:pt x="7379" y="21695"/>
                    </a:lnTo>
                    <a:lnTo>
                      <a:pt x="16835" y="12239"/>
                    </a:lnTo>
                    <a:lnTo>
                      <a:pt x="16894" y="11185"/>
                    </a:lnTo>
                    <a:lnTo>
                      <a:pt x="16894" y="10043"/>
                    </a:lnTo>
                    <a:lnTo>
                      <a:pt x="16865" y="8843"/>
                    </a:lnTo>
                    <a:lnTo>
                      <a:pt x="16777" y="7554"/>
                    </a:lnTo>
                    <a:lnTo>
                      <a:pt x="16630" y="6413"/>
                    </a:lnTo>
                    <a:lnTo>
                      <a:pt x="16455" y="5300"/>
                    </a:lnTo>
                    <a:lnTo>
                      <a:pt x="16220" y="4275"/>
                    </a:lnTo>
                    <a:lnTo>
                      <a:pt x="15986" y="3309"/>
                    </a:lnTo>
                    <a:lnTo>
                      <a:pt x="15723" y="2372"/>
                    </a:lnTo>
                    <a:lnTo>
                      <a:pt x="15430" y="1523"/>
                    </a:lnTo>
                    <a:lnTo>
                      <a:pt x="15137" y="733"/>
                    </a:lnTo>
                    <a:lnTo>
                      <a:pt x="148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49"/>
              <p:cNvSpPr/>
              <p:nvPr/>
            </p:nvSpPr>
            <p:spPr>
              <a:xfrm>
                <a:off x="5438224" y="3647794"/>
                <a:ext cx="66756" cy="43103"/>
              </a:xfrm>
              <a:custGeom>
                <a:rect b="b" l="l" r="r" t="t"/>
                <a:pathLst>
                  <a:path extrusionOk="0" h="2666" w="4129">
                    <a:moveTo>
                      <a:pt x="293" y="1"/>
                    </a:moveTo>
                    <a:lnTo>
                      <a:pt x="205" y="30"/>
                    </a:lnTo>
                    <a:lnTo>
                      <a:pt x="117" y="89"/>
                    </a:lnTo>
                    <a:lnTo>
                      <a:pt x="29" y="147"/>
                    </a:lnTo>
                    <a:lnTo>
                      <a:pt x="0" y="264"/>
                    </a:lnTo>
                    <a:lnTo>
                      <a:pt x="0" y="469"/>
                    </a:lnTo>
                    <a:lnTo>
                      <a:pt x="0" y="674"/>
                    </a:lnTo>
                    <a:lnTo>
                      <a:pt x="59" y="879"/>
                    </a:lnTo>
                    <a:lnTo>
                      <a:pt x="88" y="1084"/>
                    </a:lnTo>
                    <a:lnTo>
                      <a:pt x="176" y="1289"/>
                    </a:lnTo>
                    <a:lnTo>
                      <a:pt x="234" y="1465"/>
                    </a:lnTo>
                    <a:lnTo>
                      <a:pt x="351" y="1640"/>
                    </a:lnTo>
                    <a:lnTo>
                      <a:pt x="469" y="1816"/>
                    </a:lnTo>
                    <a:lnTo>
                      <a:pt x="586" y="1962"/>
                    </a:lnTo>
                    <a:lnTo>
                      <a:pt x="732" y="2109"/>
                    </a:lnTo>
                    <a:lnTo>
                      <a:pt x="878" y="2226"/>
                    </a:lnTo>
                    <a:lnTo>
                      <a:pt x="1054" y="2343"/>
                    </a:lnTo>
                    <a:lnTo>
                      <a:pt x="1201" y="2460"/>
                    </a:lnTo>
                    <a:lnTo>
                      <a:pt x="1405" y="2519"/>
                    </a:lnTo>
                    <a:lnTo>
                      <a:pt x="1581" y="2607"/>
                    </a:lnTo>
                    <a:lnTo>
                      <a:pt x="1786" y="2636"/>
                    </a:lnTo>
                    <a:lnTo>
                      <a:pt x="2137" y="2665"/>
                    </a:lnTo>
                    <a:lnTo>
                      <a:pt x="2430" y="2636"/>
                    </a:lnTo>
                    <a:lnTo>
                      <a:pt x="2723" y="2577"/>
                    </a:lnTo>
                    <a:lnTo>
                      <a:pt x="3016" y="2489"/>
                    </a:lnTo>
                    <a:lnTo>
                      <a:pt x="3279" y="2343"/>
                    </a:lnTo>
                    <a:lnTo>
                      <a:pt x="3513" y="2138"/>
                    </a:lnTo>
                    <a:lnTo>
                      <a:pt x="3748" y="1933"/>
                    </a:lnTo>
                    <a:lnTo>
                      <a:pt x="3923" y="1699"/>
                    </a:lnTo>
                    <a:lnTo>
                      <a:pt x="4099" y="1406"/>
                    </a:lnTo>
                    <a:lnTo>
                      <a:pt x="4128" y="1318"/>
                    </a:lnTo>
                    <a:lnTo>
                      <a:pt x="4099" y="1201"/>
                    </a:lnTo>
                    <a:lnTo>
                      <a:pt x="4070" y="1113"/>
                    </a:lnTo>
                    <a:lnTo>
                      <a:pt x="3982" y="1055"/>
                    </a:lnTo>
                    <a:lnTo>
                      <a:pt x="3865" y="1026"/>
                    </a:lnTo>
                    <a:lnTo>
                      <a:pt x="3777" y="1055"/>
                    </a:lnTo>
                    <a:lnTo>
                      <a:pt x="3689" y="1084"/>
                    </a:lnTo>
                    <a:lnTo>
                      <a:pt x="3631" y="1172"/>
                    </a:lnTo>
                    <a:lnTo>
                      <a:pt x="3484" y="1406"/>
                    </a:lnTo>
                    <a:lnTo>
                      <a:pt x="3309" y="1611"/>
                    </a:lnTo>
                    <a:lnTo>
                      <a:pt x="3104" y="1787"/>
                    </a:lnTo>
                    <a:lnTo>
                      <a:pt x="2869" y="1933"/>
                    </a:lnTo>
                    <a:lnTo>
                      <a:pt x="2635" y="2050"/>
                    </a:lnTo>
                    <a:lnTo>
                      <a:pt x="2401" y="2109"/>
                    </a:lnTo>
                    <a:lnTo>
                      <a:pt x="2137" y="2138"/>
                    </a:lnTo>
                    <a:lnTo>
                      <a:pt x="1874" y="2109"/>
                    </a:lnTo>
                    <a:lnTo>
                      <a:pt x="1581" y="2021"/>
                    </a:lnTo>
                    <a:lnTo>
                      <a:pt x="1318" y="1904"/>
                    </a:lnTo>
                    <a:lnTo>
                      <a:pt x="1083" y="1699"/>
                    </a:lnTo>
                    <a:lnTo>
                      <a:pt x="878" y="1494"/>
                    </a:lnTo>
                    <a:lnTo>
                      <a:pt x="732" y="1231"/>
                    </a:lnTo>
                    <a:lnTo>
                      <a:pt x="615" y="938"/>
                    </a:lnTo>
                    <a:lnTo>
                      <a:pt x="556" y="616"/>
                    </a:lnTo>
                    <a:lnTo>
                      <a:pt x="556" y="294"/>
                    </a:lnTo>
                    <a:lnTo>
                      <a:pt x="527" y="206"/>
                    </a:lnTo>
                    <a:lnTo>
                      <a:pt x="469" y="89"/>
                    </a:lnTo>
                    <a:lnTo>
                      <a:pt x="410" y="30"/>
                    </a:lnTo>
                    <a:lnTo>
                      <a:pt x="2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49"/>
              <p:cNvSpPr/>
              <p:nvPr/>
            </p:nvSpPr>
            <p:spPr>
              <a:xfrm>
                <a:off x="5308997" y="3612775"/>
                <a:ext cx="66756" cy="43086"/>
              </a:xfrm>
              <a:custGeom>
                <a:rect b="b" l="l" r="r" t="t"/>
                <a:pathLst>
                  <a:path extrusionOk="0" h="2665" w="4129">
                    <a:moveTo>
                      <a:pt x="205" y="0"/>
                    </a:moveTo>
                    <a:lnTo>
                      <a:pt x="117" y="59"/>
                    </a:lnTo>
                    <a:lnTo>
                      <a:pt x="30" y="147"/>
                    </a:lnTo>
                    <a:lnTo>
                      <a:pt x="0" y="235"/>
                    </a:lnTo>
                    <a:lnTo>
                      <a:pt x="0" y="469"/>
                    </a:lnTo>
                    <a:lnTo>
                      <a:pt x="30" y="674"/>
                    </a:lnTo>
                    <a:lnTo>
                      <a:pt x="59" y="879"/>
                    </a:lnTo>
                    <a:lnTo>
                      <a:pt x="88" y="1084"/>
                    </a:lnTo>
                    <a:lnTo>
                      <a:pt x="176" y="1259"/>
                    </a:lnTo>
                    <a:lnTo>
                      <a:pt x="235" y="1464"/>
                    </a:lnTo>
                    <a:lnTo>
                      <a:pt x="352" y="1640"/>
                    </a:lnTo>
                    <a:lnTo>
                      <a:pt x="469" y="1786"/>
                    </a:lnTo>
                    <a:lnTo>
                      <a:pt x="586" y="1962"/>
                    </a:lnTo>
                    <a:lnTo>
                      <a:pt x="732" y="2108"/>
                    </a:lnTo>
                    <a:lnTo>
                      <a:pt x="879" y="2225"/>
                    </a:lnTo>
                    <a:lnTo>
                      <a:pt x="1054" y="2343"/>
                    </a:lnTo>
                    <a:lnTo>
                      <a:pt x="1230" y="2430"/>
                    </a:lnTo>
                    <a:lnTo>
                      <a:pt x="1406" y="2518"/>
                    </a:lnTo>
                    <a:lnTo>
                      <a:pt x="1581" y="2577"/>
                    </a:lnTo>
                    <a:lnTo>
                      <a:pt x="1786" y="2635"/>
                    </a:lnTo>
                    <a:lnTo>
                      <a:pt x="2138" y="2665"/>
                    </a:lnTo>
                    <a:lnTo>
                      <a:pt x="2430" y="2635"/>
                    </a:lnTo>
                    <a:lnTo>
                      <a:pt x="2723" y="2577"/>
                    </a:lnTo>
                    <a:lnTo>
                      <a:pt x="3016" y="2460"/>
                    </a:lnTo>
                    <a:lnTo>
                      <a:pt x="3279" y="2313"/>
                    </a:lnTo>
                    <a:lnTo>
                      <a:pt x="3514" y="2138"/>
                    </a:lnTo>
                    <a:lnTo>
                      <a:pt x="3748" y="1933"/>
                    </a:lnTo>
                    <a:lnTo>
                      <a:pt x="3924" y="1669"/>
                    </a:lnTo>
                    <a:lnTo>
                      <a:pt x="4099" y="1406"/>
                    </a:lnTo>
                    <a:lnTo>
                      <a:pt x="4128" y="1318"/>
                    </a:lnTo>
                    <a:lnTo>
                      <a:pt x="4099" y="1201"/>
                    </a:lnTo>
                    <a:lnTo>
                      <a:pt x="4070" y="1113"/>
                    </a:lnTo>
                    <a:lnTo>
                      <a:pt x="3982" y="1054"/>
                    </a:lnTo>
                    <a:lnTo>
                      <a:pt x="3865" y="1025"/>
                    </a:lnTo>
                    <a:lnTo>
                      <a:pt x="3777" y="1025"/>
                    </a:lnTo>
                    <a:lnTo>
                      <a:pt x="3689" y="1084"/>
                    </a:lnTo>
                    <a:lnTo>
                      <a:pt x="3631" y="1171"/>
                    </a:lnTo>
                    <a:lnTo>
                      <a:pt x="3484" y="1406"/>
                    </a:lnTo>
                    <a:lnTo>
                      <a:pt x="3309" y="1611"/>
                    </a:lnTo>
                    <a:lnTo>
                      <a:pt x="3104" y="1786"/>
                    </a:lnTo>
                    <a:lnTo>
                      <a:pt x="2899" y="1933"/>
                    </a:lnTo>
                    <a:lnTo>
                      <a:pt x="2635" y="2020"/>
                    </a:lnTo>
                    <a:lnTo>
                      <a:pt x="2401" y="2108"/>
                    </a:lnTo>
                    <a:lnTo>
                      <a:pt x="1874" y="2108"/>
                    </a:lnTo>
                    <a:lnTo>
                      <a:pt x="1581" y="2020"/>
                    </a:lnTo>
                    <a:lnTo>
                      <a:pt x="1318" y="1874"/>
                    </a:lnTo>
                    <a:lnTo>
                      <a:pt x="1084" y="1698"/>
                    </a:lnTo>
                    <a:lnTo>
                      <a:pt x="879" y="1464"/>
                    </a:lnTo>
                    <a:lnTo>
                      <a:pt x="732" y="1201"/>
                    </a:lnTo>
                    <a:lnTo>
                      <a:pt x="615" y="908"/>
                    </a:lnTo>
                    <a:lnTo>
                      <a:pt x="557" y="615"/>
                    </a:lnTo>
                    <a:lnTo>
                      <a:pt x="557" y="293"/>
                    </a:lnTo>
                    <a:lnTo>
                      <a:pt x="527" y="176"/>
                    </a:lnTo>
                    <a:lnTo>
                      <a:pt x="498" y="88"/>
                    </a:lnTo>
                    <a:lnTo>
                      <a:pt x="410" y="30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49"/>
              <p:cNvSpPr/>
              <p:nvPr/>
            </p:nvSpPr>
            <p:spPr>
              <a:xfrm>
                <a:off x="5307106" y="3555963"/>
                <a:ext cx="90425" cy="21325"/>
              </a:xfrm>
              <a:custGeom>
                <a:rect b="b" l="l" r="r" t="t"/>
                <a:pathLst>
                  <a:path extrusionOk="0" h="1319" w="5593">
                    <a:moveTo>
                      <a:pt x="1610" y="1"/>
                    </a:moveTo>
                    <a:lnTo>
                      <a:pt x="849" y="89"/>
                    </a:lnTo>
                    <a:lnTo>
                      <a:pt x="527" y="147"/>
                    </a:lnTo>
                    <a:lnTo>
                      <a:pt x="264" y="235"/>
                    </a:lnTo>
                    <a:lnTo>
                      <a:pt x="88" y="323"/>
                    </a:lnTo>
                    <a:lnTo>
                      <a:pt x="29" y="382"/>
                    </a:lnTo>
                    <a:lnTo>
                      <a:pt x="0" y="440"/>
                    </a:lnTo>
                    <a:lnTo>
                      <a:pt x="29" y="499"/>
                    </a:lnTo>
                    <a:lnTo>
                      <a:pt x="59" y="557"/>
                    </a:lnTo>
                    <a:lnTo>
                      <a:pt x="234" y="704"/>
                    </a:lnTo>
                    <a:lnTo>
                      <a:pt x="498" y="821"/>
                    </a:lnTo>
                    <a:lnTo>
                      <a:pt x="849" y="967"/>
                    </a:lnTo>
                    <a:lnTo>
                      <a:pt x="1288" y="1084"/>
                    </a:lnTo>
                    <a:lnTo>
                      <a:pt x="1728" y="1172"/>
                    </a:lnTo>
                    <a:lnTo>
                      <a:pt x="2225" y="1260"/>
                    </a:lnTo>
                    <a:lnTo>
                      <a:pt x="2723" y="1289"/>
                    </a:lnTo>
                    <a:lnTo>
                      <a:pt x="3221" y="1318"/>
                    </a:lnTo>
                    <a:lnTo>
                      <a:pt x="3748" y="1289"/>
                    </a:lnTo>
                    <a:lnTo>
                      <a:pt x="4216" y="1231"/>
                    </a:lnTo>
                    <a:lnTo>
                      <a:pt x="4655" y="1172"/>
                    </a:lnTo>
                    <a:lnTo>
                      <a:pt x="5036" y="1055"/>
                    </a:lnTo>
                    <a:lnTo>
                      <a:pt x="5329" y="967"/>
                    </a:lnTo>
                    <a:lnTo>
                      <a:pt x="5504" y="850"/>
                    </a:lnTo>
                    <a:lnTo>
                      <a:pt x="5563" y="791"/>
                    </a:lnTo>
                    <a:lnTo>
                      <a:pt x="5592" y="733"/>
                    </a:lnTo>
                    <a:lnTo>
                      <a:pt x="5563" y="645"/>
                    </a:lnTo>
                    <a:lnTo>
                      <a:pt x="5504" y="587"/>
                    </a:lnTo>
                    <a:lnTo>
                      <a:pt x="5417" y="528"/>
                    </a:lnTo>
                    <a:lnTo>
                      <a:pt x="5299" y="469"/>
                    </a:lnTo>
                    <a:lnTo>
                      <a:pt x="4948" y="323"/>
                    </a:lnTo>
                    <a:lnTo>
                      <a:pt x="4509" y="235"/>
                    </a:lnTo>
                    <a:lnTo>
                      <a:pt x="4011" y="118"/>
                    </a:lnTo>
                    <a:lnTo>
                      <a:pt x="3484" y="60"/>
                    </a:lnTo>
                    <a:lnTo>
                      <a:pt x="28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49"/>
              <p:cNvSpPr/>
              <p:nvPr/>
            </p:nvSpPr>
            <p:spPr>
              <a:xfrm>
                <a:off x="5460471" y="3589106"/>
                <a:ext cx="71008" cy="43555"/>
              </a:xfrm>
              <a:custGeom>
                <a:rect b="b" l="l" r="r" t="t"/>
                <a:pathLst>
                  <a:path extrusionOk="0" h="2694" w="4392">
                    <a:moveTo>
                      <a:pt x="322" y="0"/>
                    </a:moveTo>
                    <a:lnTo>
                      <a:pt x="117" y="59"/>
                    </a:lnTo>
                    <a:lnTo>
                      <a:pt x="59" y="88"/>
                    </a:lnTo>
                    <a:lnTo>
                      <a:pt x="0" y="147"/>
                    </a:lnTo>
                    <a:lnTo>
                      <a:pt x="0" y="235"/>
                    </a:lnTo>
                    <a:lnTo>
                      <a:pt x="0" y="322"/>
                    </a:lnTo>
                    <a:lnTo>
                      <a:pt x="29" y="440"/>
                    </a:lnTo>
                    <a:lnTo>
                      <a:pt x="88" y="527"/>
                    </a:lnTo>
                    <a:lnTo>
                      <a:pt x="293" y="791"/>
                    </a:lnTo>
                    <a:lnTo>
                      <a:pt x="586" y="1084"/>
                    </a:lnTo>
                    <a:lnTo>
                      <a:pt x="937" y="1347"/>
                    </a:lnTo>
                    <a:lnTo>
                      <a:pt x="1347" y="1640"/>
                    </a:lnTo>
                    <a:lnTo>
                      <a:pt x="1757" y="1903"/>
                    </a:lnTo>
                    <a:lnTo>
                      <a:pt x="2225" y="2138"/>
                    </a:lnTo>
                    <a:lnTo>
                      <a:pt x="2694" y="2313"/>
                    </a:lnTo>
                    <a:lnTo>
                      <a:pt x="3191" y="2489"/>
                    </a:lnTo>
                    <a:lnTo>
                      <a:pt x="3689" y="2635"/>
                    </a:lnTo>
                    <a:lnTo>
                      <a:pt x="4128" y="2694"/>
                    </a:lnTo>
                    <a:lnTo>
                      <a:pt x="4158" y="2548"/>
                    </a:lnTo>
                    <a:lnTo>
                      <a:pt x="4392" y="1669"/>
                    </a:lnTo>
                    <a:lnTo>
                      <a:pt x="4011" y="1376"/>
                    </a:lnTo>
                    <a:lnTo>
                      <a:pt x="3543" y="1054"/>
                    </a:lnTo>
                    <a:lnTo>
                      <a:pt x="3045" y="762"/>
                    </a:lnTo>
                    <a:lnTo>
                      <a:pt x="2547" y="527"/>
                    </a:lnTo>
                    <a:lnTo>
                      <a:pt x="2137" y="381"/>
                    </a:lnTo>
                    <a:lnTo>
                      <a:pt x="1757" y="235"/>
                    </a:lnTo>
                    <a:lnTo>
                      <a:pt x="1347" y="147"/>
                    </a:lnTo>
                    <a:lnTo>
                      <a:pt x="966" y="59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49"/>
              <p:cNvSpPr/>
              <p:nvPr/>
            </p:nvSpPr>
            <p:spPr>
              <a:xfrm>
                <a:off x="5120597" y="3428175"/>
                <a:ext cx="104636" cy="122129"/>
              </a:xfrm>
              <a:custGeom>
                <a:rect b="b" l="l" r="r" t="t"/>
                <a:pathLst>
                  <a:path extrusionOk="0" h="7554" w="6472">
                    <a:moveTo>
                      <a:pt x="3221" y="0"/>
                    </a:moveTo>
                    <a:lnTo>
                      <a:pt x="2899" y="59"/>
                    </a:lnTo>
                    <a:lnTo>
                      <a:pt x="2577" y="146"/>
                    </a:lnTo>
                    <a:lnTo>
                      <a:pt x="2284" y="264"/>
                    </a:lnTo>
                    <a:lnTo>
                      <a:pt x="1992" y="410"/>
                    </a:lnTo>
                    <a:lnTo>
                      <a:pt x="1699" y="615"/>
                    </a:lnTo>
                    <a:lnTo>
                      <a:pt x="1435" y="820"/>
                    </a:lnTo>
                    <a:lnTo>
                      <a:pt x="1201" y="1054"/>
                    </a:lnTo>
                    <a:lnTo>
                      <a:pt x="967" y="1318"/>
                    </a:lnTo>
                    <a:lnTo>
                      <a:pt x="762" y="1610"/>
                    </a:lnTo>
                    <a:lnTo>
                      <a:pt x="557" y="1932"/>
                    </a:lnTo>
                    <a:lnTo>
                      <a:pt x="381" y="2254"/>
                    </a:lnTo>
                    <a:lnTo>
                      <a:pt x="264" y="2606"/>
                    </a:lnTo>
                    <a:lnTo>
                      <a:pt x="147" y="2986"/>
                    </a:lnTo>
                    <a:lnTo>
                      <a:pt x="59" y="3367"/>
                    </a:lnTo>
                    <a:lnTo>
                      <a:pt x="1" y="3748"/>
                    </a:lnTo>
                    <a:lnTo>
                      <a:pt x="1" y="4128"/>
                    </a:lnTo>
                    <a:lnTo>
                      <a:pt x="30" y="4509"/>
                    </a:lnTo>
                    <a:lnTo>
                      <a:pt x="59" y="4860"/>
                    </a:lnTo>
                    <a:lnTo>
                      <a:pt x="147" y="5182"/>
                    </a:lnTo>
                    <a:lnTo>
                      <a:pt x="235" y="5534"/>
                    </a:lnTo>
                    <a:lnTo>
                      <a:pt x="381" y="5856"/>
                    </a:lnTo>
                    <a:lnTo>
                      <a:pt x="528" y="6148"/>
                    </a:lnTo>
                    <a:lnTo>
                      <a:pt x="733" y="6412"/>
                    </a:lnTo>
                    <a:lnTo>
                      <a:pt x="938" y="6646"/>
                    </a:lnTo>
                    <a:lnTo>
                      <a:pt x="1172" y="6880"/>
                    </a:lnTo>
                    <a:lnTo>
                      <a:pt x="1406" y="7085"/>
                    </a:lnTo>
                    <a:lnTo>
                      <a:pt x="1670" y="7261"/>
                    </a:lnTo>
                    <a:lnTo>
                      <a:pt x="1962" y="7378"/>
                    </a:lnTo>
                    <a:lnTo>
                      <a:pt x="2284" y="7495"/>
                    </a:lnTo>
                    <a:lnTo>
                      <a:pt x="2607" y="7554"/>
                    </a:lnTo>
                    <a:lnTo>
                      <a:pt x="3251" y="7554"/>
                    </a:lnTo>
                    <a:lnTo>
                      <a:pt x="3573" y="7495"/>
                    </a:lnTo>
                    <a:lnTo>
                      <a:pt x="3865" y="7407"/>
                    </a:lnTo>
                    <a:lnTo>
                      <a:pt x="4188" y="7290"/>
                    </a:lnTo>
                    <a:lnTo>
                      <a:pt x="4480" y="7144"/>
                    </a:lnTo>
                    <a:lnTo>
                      <a:pt x="4744" y="6968"/>
                    </a:lnTo>
                    <a:lnTo>
                      <a:pt x="5007" y="6734"/>
                    </a:lnTo>
                    <a:lnTo>
                      <a:pt x="5271" y="6500"/>
                    </a:lnTo>
                    <a:lnTo>
                      <a:pt x="5505" y="6236"/>
                    </a:lnTo>
                    <a:lnTo>
                      <a:pt x="5710" y="5943"/>
                    </a:lnTo>
                    <a:lnTo>
                      <a:pt x="5915" y="5621"/>
                    </a:lnTo>
                    <a:lnTo>
                      <a:pt x="6061" y="5299"/>
                    </a:lnTo>
                    <a:lnTo>
                      <a:pt x="6208" y="4948"/>
                    </a:lnTo>
                    <a:lnTo>
                      <a:pt x="6325" y="4567"/>
                    </a:lnTo>
                    <a:lnTo>
                      <a:pt x="6413" y="4187"/>
                    </a:lnTo>
                    <a:lnTo>
                      <a:pt x="6442" y="3806"/>
                    </a:lnTo>
                    <a:lnTo>
                      <a:pt x="6471" y="3426"/>
                    </a:lnTo>
                    <a:lnTo>
                      <a:pt x="6442" y="3074"/>
                    </a:lnTo>
                    <a:lnTo>
                      <a:pt x="6383" y="2694"/>
                    </a:lnTo>
                    <a:lnTo>
                      <a:pt x="6325" y="2372"/>
                    </a:lnTo>
                    <a:lnTo>
                      <a:pt x="6208" y="2020"/>
                    </a:lnTo>
                    <a:lnTo>
                      <a:pt x="6091" y="1727"/>
                    </a:lnTo>
                    <a:lnTo>
                      <a:pt x="5915" y="1435"/>
                    </a:lnTo>
                    <a:lnTo>
                      <a:pt x="5739" y="1142"/>
                    </a:lnTo>
                    <a:lnTo>
                      <a:pt x="5534" y="908"/>
                    </a:lnTo>
                    <a:lnTo>
                      <a:pt x="5300" y="673"/>
                    </a:lnTo>
                    <a:lnTo>
                      <a:pt x="5037" y="468"/>
                    </a:lnTo>
                    <a:lnTo>
                      <a:pt x="4773" y="322"/>
                    </a:lnTo>
                    <a:lnTo>
                      <a:pt x="4480" y="176"/>
                    </a:lnTo>
                    <a:lnTo>
                      <a:pt x="4188" y="88"/>
                    </a:lnTo>
                    <a:lnTo>
                      <a:pt x="3865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49"/>
              <p:cNvSpPr/>
              <p:nvPr/>
            </p:nvSpPr>
            <p:spPr>
              <a:xfrm>
                <a:off x="5160369" y="3448045"/>
                <a:ext cx="9474" cy="72447"/>
              </a:xfrm>
              <a:custGeom>
                <a:rect b="b" l="l" r="r" t="t"/>
                <a:pathLst>
                  <a:path extrusionOk="0" h="4481" w="586">
                    <a:moveTo>
                      <a:pt x="322" y="1"/>
                    </a:moveTo>
                    <a:lnTo>
                      <a:pt x="234" y="30"/>
                    </a:lnTo>
                    <a:lnTo>
                      <a:pt x="147" y="89"/>
                    </a:lnTo>
                    <a:lnTo>
                      <a:pt x="88" y="147"/>
                    </a:lnTo>
                    <a:lnTo>
                      <a:pt x="59" y="264"/>
                    </a:lnTo>
                    <a:lnTo>
                      <a:pt x="0" y="4217"/>
                    </a:lnTo>
                    <a:lnTo>
                      <a:pt x="29" y="4334"/>
                    </a:lnTo>
                    <a:lnTo>
                      <a:pt x="88" y="4422"/>
                    </a:lnTo>
                    <a:lnTo>
                      <a:pt x="147" y="4480"/>
                    </a:lnTo>
                    <a:lnTo>
                      <a:pt x="381" y="4480"/>
                    </a:lnTo>
                    <a:lnTo>
                      <a:pt x="469" y="4422"/>
                    </a:lnTo>
                    <a:lnTo>
                      <a:pt x="527" y="4334"/>
                    </a:lnTo>
                    <a:lnTo>
                      <a:pt x="527" y="4217"/>
                    </a:lnTo>
                    <a:lnTo>
                      <a:pt x="586" y="264"/>
                    </a:lnTo>
                    <a:lnTo>
                      <a:pt x="586" y="176"/>
                    </a:lnTo>
                    <a:lnTo>
                      <a:pt x="527" y="89"/>
                    </a:lnTo>
                    <a:lnTo>
                      <a:pt x="439" y="30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49"/>
              <p:cNvSpPr/>
              <p:nvPr/>
            </p:nvSpPr>
            <p:spPr>
              <a:xfrm>
                <a:off x="5162730" y="3457034"/>
                <a:ext cx="30783" cy="32691"/>
              </a:xfrm>
              <a:custGeom>
                <a:rect b="b" l="l" r="r" t="t"/>
                <a:pathLst>
                  <a:path extrusionOk="0" h="2022" w="1904">
                    <a:moveTo>
                      <a:pt x="1611" y="1"/>
                    </a:moveTo>
                    <a:lnTo>
                      <a:pt x="1523" y="30"/>
                    </a:lnTo>
                    <a:lnTo>
                      <a:pt x="1435" y="89"/>
                    </a:lnTo>
                    <a:lnTo>
                      <a:pt x="59" y="1553"/>
                    </a:lnTo>
                    <a:lnTo>
                      <a:pt x="30" y="1641"/>
                    </a:lnTo>
                    <a:lnTo>
                      <a:pt x="1" y="1758"/>
                    </a:lnTo>
                    <a:lnTo>
                      <a:pt x="30" y="1845"/>
                    </a:lnTo>
                    <a:lnTo>
                      <a:pt x="88" y="1933"/>
                    </a:lnTo>
                    <a:lnTo>
                      <a:pt x="176" y="1992"/>
                    </a:lnTo>
                    <a:lnTo>
                      <a:pt x="264" y="2021"/>
                    </a:lnTo>
                    <a:lnTo>
                      <a:pt x="381" y="1992"/>
                    </a:lnTo>
                    <a:lnTo>
                      <a:pt x="469" y="1933"/>
                    </a:lnTo>
                    <a:lnTo>
                      <a:pt x="1816" y="440"/>
                    </a:lnTo>
                    <a:lnTo>
                      <a:pt x="1874" y="352"/>
                    </a:lnTo>
                    <a:lnTo>
                      <a:pt x="1904" y="264"/>
                    </a:lnTo>
                    <a:lnTo>
                      <a:pt x="1874" y="147"/>
                    </a:lnTo>
                    <a:lnTo>
                      <a:pt x="1816" y="60"/>
                    </a:lnTo>
                    <a:lnTo>
                      <a:pt x="17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49"/>
              <p:cNvSpPr/>
              <p:nvPr/>
            </p:nvSpPr>
            <p:spPr>
              <a:xfrm>
                <a:off x="5124397" y="4232864"/>
                <a:ext cx="720909" cy="316204"/>
              </a:xfrm>
              <a:custGeom>
                <a:rect b="b" l="l" r="r" t="t"/>
                <a:pathLst>
                  <a:path extrusionOk="0" h="19558" w="44590">
                    <a:moveTo>
                      <a:pt x="27580" y="0"/>
                    </a:moveTo>
                    <a:lnTo>
                      <a:pt x="26613" y="29"/>
                    </a:lnTo>
                    <a:lnTo>
                      <a:pt x="25677" y="88"/>
                    </a:lnTo>
                    <a:lnTo>
                      <a:pt x="24710" y="146"/>
                    </a:lnTo>
                    <a:lnTo>
                      <a:pt x="23744" y="264"/>
                    </a:lnTo>
                    <a:lnTo>
                      <a:pt x="22807" y="381"/>
                    </a:lnTo>
                    <a:lnTo>
                      <a:pt x="21870" y="527"/>
                    </a:lnTo>
                    <a:lnTo>
                      <a:pt x="20026" y="849"/>
                    </a:lnTo>
                    <a:lnTo>
                      <a:pt x="18269" y="1200"/>
                    </a:lnTo>
                    <a:lnTo>
                      <a:pt x="16571" y="1610"/>
                    </a:lnTo>
                    <a:lnTo>
                      <a:pt x="14990" y="2020"/>
                    </a:lnTo>
                    <a:lnTo>
                      <a:pt x="12238" y="2781"/>
                    </a:lnTo>
                    <a:lnTo>
                      <a:pt x="10599" y="3250"/>
                    </a:lnTo>
                    <a:lnTo>
                      <a:pt x="9135" y="3748"/>
                    </a:lnTo>
                    <a:lnTo>
                      <a:pt x="7876" y="4187"/>
                    </a:lnTo>
                    <a:lnTo>
                      <a:pt x="6851" y="4597"/>
                    </a:lnTo>
                    <a:lnTo>
                      <a:pt x="0" y="19557"/>
                    </a:lnTo>
                    <a:lnTo>
                      <a:pt x="44590" y="16308"/>
                    </a:lnTo>
                    <a:lnTo>
                      <a:pt x="44561" y="15576"/>
                    </a:lnTo>
                    <a:lnTo>
                      <a:pt x="44502" y="14873"/>
                    </a:lnTo>
                    <a:lnTo>
                      <a:pt x="44414" y="14200"/>
                    </a:lnTo>
                    <a:lnTo>
                      <a:pt x="44326" y="13526"/>
                    </a:lnTo>
                    <a:lnTo>
                      <a:pt x="44121" y="12297"/>
                    </a:lnTo>
                    <a:lnTo>
                      <a:pt x="43858" y="11126"/>
                    </a:lnTo>
                    <a:lnTo>
                      <a:pt x="43536" y="10072"/>
                    </a:lnTo>
                    <a:lnTo>
                      <a:pt x="43214" y="9105"/>
                    </a:lnTo>
                    <a:lnTo>
                      <a:pt x="42833" y="8227"/>
                    </a:lnTo>
                    <a:lnTo>
                      <a:pt x="42453" y="7437"/>
                    </a:lnTo>
                    <a:lnTo>
                      <a:pt x="42072" y="6734"/>
                    </a:lnTo>
                    <a:lnTo>
                      <a:pt x="41662" y="6090"/>
                    </a:lnTo>
                    <a:lnTo>
                      <a:pt x="41282" y="5533"/>
                    </a:lnTo>
                    <a:lnTo>
                      <a:pt x="40901" y="5036"/>
                    </a:lnTo>
                    <a:lnTo>
                      <a:pt x="40550" y="4597"/>
                    </a:lnTo>
                    <a:lnTo>
                      <a:pt x="40198" y="4245"/>
                    </a:lnTo>
                    <a:lnTo>
                      <a:pt x="39642" y="3718"/>
                    </a:lnTo>
                    <a:lnTo>
                      <a:pt x="38939" y="3133"/>
                    </a:lnTo>
                    <a:lnTo>
                      <a:pt x="38207" y="2606"/>
                    </a:lnTo>
                    <a:lnTo>
                      <a:pt x="37446" y="2108"/>
                    </a:lnTo>
                    <a:lnTo>
                      <a:pt x="36626" y="1698"/>
                    </a:lnTo>
                    <a:lnTo>
                      <a:pt x="35807" y="1347"/>
                    </a:lnTo>
                    <a:lnTo>
                      <a:pt x="34958" y="1025"/>
                    </a:lnTo>
                    <a:lnTo>
                      <a:pt x="34079" y="761"/>
                    </a:lnTo>
                    <a:lnTo>
                      <a:pt x="33201" y="527"/>
                    </a:lnTo>
                    <a:lnTo>
                      <a:pt x="32293" y="351"/>
                    </a:lnTo>
                    <a:lnTo>
                      <a:pt x="31386" y="205"/>
                    </a:lnTo>
                    <a:lnTo>
                      <a:pt x="30449" y="88"/>
                    </a:lnTo>
                    <a:lnTo>
                      <a:pt x="29483" y="29"/>
                    </a:lnTo>
                    <a:lnTo>
                      <a:pt x="285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49"/>
              <p:cNvSpPr/>
              <p:nvPr/>
            </p:nvSpPr>
            <p:spPr>
              <a:xfrm>
                <a:off x="4854108" y="4496507"/>
                <a:ext cx="1193792" cy="371594"/>
              </a:xfrm>
              <a:custGeom>
                <a:rect b="b" l="l" r="r" t="t"/>
                <a:pathLst>
                  <a:path extrusionOk="0" h="22984" w="73839">
                    <a:moveTo>
                      <a:pt x="26145" y="1"/>
                    </a:moveTo>
                    <a:lnTo>
                      <a:pt x="24974" y="147"/>
                    </a:lnTo>
                    <a:lnTo>
                      <a:pt x="24301" y="235"/>
                    </a:lnTo>
                    <a:lnTo>
                      <a:pt x="23569" y="381"/>
                    </a:lnTo>
                    <a:lnTo>
                      <a:pt x="22808" y="528"/>
                    </a:lnTo>
                    <a:lnTo>
                      <a:pt x="21988" y="703"/>
                    </a:lnTo>
                    <a:lnTo>
                      <a:pt x="21139" y="938"/>
                    </a:lnTo>
                    <a:lnTo>
                      <a:pt x="20261" y="1230"/>
                    </a:lnTo>
                    <a:lnTo>
                      <a:pt x="19324" y="1523"/>
                    </a:lnTo>
                    <a:lnTo>
                      <a:pt x="18328" y="1904"/>
                    </a:lnTo>
                    <a:lnTo>
                      <a:pt x="17684" y="2167"/>
                    </a:lnTo>
                    <a:lnTo>
                      <a:pt x="17069" y="2460"/>
                    </a:lnTo>
                    <a:lnTo>
                      <a:pt x="16162" y="2928"/>
                    </a:lnTo>
                    <a:lnTo>
                      <a:pt x="15371" y="3397"/>
                    </a:lnTo>
                    <a:lnTo>
                      <a:pt x="14639" y="3895"/>
                    </a:lnTo>
                    <a:lnTo>
                      <a:pt x="13878" y="4392"/>
                    </a:lnTo>
                    <a:lnTo>
                      <a:pt x="13117" y="4919"/>
                    </a:lnTo>
                    <a:lnTo>
                      <a:pt x="12209" y="5476"/>
                    </a:lnTo>
                    <a:lnTo>
                      <a:pt x="11185" y="6090"/>
                    </a:lnTo>
                    <a:lnTo>
                      <a:pt x="9896" y="6735"/>
                    </a:lnTo>
                    <a:lnTo>
                      <a:pt x="8872" y="7232"/>
                    </a:lnTo>
                    <a:lnTo>
                      <a:pt x="7935" y="7642"/>
                    </a:lnTo>
                    <a:lnTo>
                      <a:pt x="7056" y="7993"/>
                    </a:lnTo>
                    <a:lnTo>
                      <a:pt x="6266" y="8286"/>
                    </a:lnTo>
                    <a:lnTo>
                      <a:pt x="5563" y="8550"/>
                    </a:lnTo>
                    <a:lnTo>
                      <a:pt x="4890" y="8755"/>
                    </a:lnTo>
                    <a:lnTo>
                      <a:pt x="3748" y="9106"/>
                    </a:lnTo>
                    <a:lnTo>
                      <a:pt x="2811" y="9399"/>
                    </a:lnTo>
                    <a:lnTo>
                      <a:pt x="2401" y="9574"/>
                    </a:lnTo>
                    <a:lnTo>
                      <a:pt x="2021" y="9750"/>
                    </a:lnTo>
                    <a:lnTo>
                      <a:pt x="1699" y="9955"/>
                    </a:lnTo>
                    <a:lnTo>
                      <a:pt x="1377" y="10189"/>
                    </a:lnTo>
                    <a:lnTo>
                      <a:pt x="1084" y="10482"/>
                    </a:lnTo>
                    <a:lnTo>
                      <a:pt x="820" y="10833"/>
                    </a:lnTo>
                    <a:lnTo>
                      <a:pt x="674" y="11097"/>
                    </a:lnTo>
                    <a:lnTo>
                      <a:pt x="498" y="11390"/>
                    </a:lnTo>
                    <a:lnTo>
                      <a:pt x="352" y="11712"/>
                    </a:lnTo>
                    <a:lnTo>
                      <a:pt x="235" y="12063"/>
                    </a:lnTo>
                    <a:lnTo>
                      <a:pt x="147" y="12444"/>
                    </a:lnTo>
                    <a:lnTo>
                      <a:pt x="59" y="12854"/>
                    </a:lnTo>
                    <a:lnTo>
                      <a:pt x="30" y="13293"/>
                    </a:lnTo>
                    <a:lnTo>
                      <a:pt x="0" y="13790"/>
                    </a:lnTo>
                    <a:lnTo>
                      <a:pt x="30" y="14171"/>
                    </a:lnTo>
                    <a:lnTo>
                      <a:pt x="59" y="14581"/>
                    </a:lnTo>
                    <a:lnTo>
                      <a:pt x="88" y="15020"/>
                    </a:lnTo>
                    <a:lnTo>
                      <a:pt x="176" y="15459"/>
                    </a:lnTo>
                    <a:lnTo>
                      <a:pt x="264" y="15957"/>
                    </a:lnTo>
                    <a:lnTo>
                      <a:pt x="381" y="16455"/>
                    </a:lnTo>
                    <a:lnTo>
                      <a:pt x="527" y="16982"/>
                    </a:lnTo>
                    <a:lnTo>
                      <a:pt x="703" y="17538"/>
                    </a:lnTo>
                    <a:lnTo>
                      <a:pt x="908" y="18124"/>
                    </a:lnTo>
                    <a:lnTo>
                      <a:pt x="1142" y="18709"/>
                    </a:lnTo>
                    <a:lnTo>
                      <a:pt x="1406" y="19353"/>
                    </a:lnTo>
                    <a:lnTo>
                      <a:pt x="1699" y="20027"/>
                    </a:lnTo>
                    <a:lnTo>
                      <a:pt x="2021" y="20700"/>
                    </a:lnTo>
                    <a:lnTo>
                      <a:pt x="2372" y="21432"/>
                    </a:lnTo>
                    <a:lnTo>
                      <a:pt x="3192" y="22984"/>
                    </a:lnTo>
                    <a:lnTo>
                      <a:pt x="73839" y="22984"/>
                    </a:lnTo>
                    <a:lnTo>
                      <a:pt x="73839" y="12531"/>
                    </a:lnTo>
                    <a:lnTo>
                      <a:pt x="73809" y="11887"/>
                    </a:lnTo>
                    <a:lnTo>
                      <a:pt x="73780" y="11273"/>
                    </a:lnTo>
                    <a:lnTo>
                      <a:pt x="73692" y="10628"/>
                    </a:lnTo>
                    <a:lnTo>
                      <a:pt x="73605" y="10014"/>
                    </a:lnTo>
                    <a:lnTo>
                      <a:pt x="73458" y="9428"/>
                    </a:lnTo>
                    <a:lnTo>
                      <a:pt x="73282" y="8843"/>
                    </a:lnTo>
                    <a:lnTo>
                      <a:pt x="73107" y="8257"/>
                    </a:lnTo>
                    <a:lnTo>
                      <a:pt x="72873" y="7701"/>
                    </a:lnTo>
                    <a:lnTo>
                      <a:pt x="72668" y="7232"/>
                    </a:lnTo>
                    <a:lnTo>
                      <a:pt x="72463" y="6793"/>
                    </a:lnTo>
                    <a:lnTo>
                      <a:pt x="72199" y="6354"/>
                    </a:lnTo>
                    <a:lnTo>
                      <a:pt x="71965" y="5915"/>
                    </a:lnTo>
                    <a:lnTo>
                      <a:pt x="71672" y="5505"/>
                    </a:lnTo>
                    <a:lnTo>
                      <a:pt x="71409" y="5095"/>
                    </a:lnTo>
                    <a:lnTo>
                      <a:pt x="71087" y="4714"/>
                    </a:lnTo>
                    <a:lnTo>
                      <a:pt x="70765" y="4334"/>
                    </a:lnTo>
                    <a:lnTo>
                      <a:pt x="70443" y="3982"/>
                    </a:lnTo>
                    <a:lnTo>
                      <a:pt x="70091" y="3631"/>
                    </a:lnTo>
                    <a:lnTo>
                      <a:pt x="69740" y="3280"/>
                    </a:lnTo>
                    <a:lnTo>
                      <a:pt x="69359" y="2958"/>
                    </a:lnTo>
                    <a:lnTo>
                      <a:pt x="68979" y="2665"/>
                    </a:lnTo>
                    <a:lnTo>
                      <a:pt x="68569" y="2372"/>
                    </a:lnTo>
                    <a:lnTo>
                      <a:pt x="68159" y="2079"/>
                    </a:lnTo>
                    <a:lnTo>
                      <a:pt x="67749" y="1816"/>
                    </a:lnTo>
                    <a:lnTo>
                      <a:pt x="67017" y="1406"/>
                    </a:lnTo>
                    <a:lnTo>
                      <a:pt x="66285" y="1055"/>
                    </a:lnTo>
                    <a:lnTo>
                      <a:pt x="65495" y="733"/>
                    </a:lnTo>
                    <a:lnTo>
                      <a:pt x="64704" y="498"/>
                    </a:lnTo>
                    <a:lnTo>
                      <a:pt x="63884" y="293"/>
                    </a:lnTo>
                    <a:lnTo>
                      <a:pt x="63035" y="147"/>
                    </a:lnTo>
                    <a:lnTo>
                      <a:pt x="62186" y="30"/>
                    </a:lnTo>
                    <a:lnTo>
                      <a:pt x="613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49"/>
              <p:cNvSpPr/>
              <p:nvPr/>
            </p:nvSpPr>
            <p:spPr>
              <a:xfrm>
                <a:off x="5166513" y="4274042"/>
                <a:ext cx="641882" cy="276448"/>
              </a:xfrm>
              <a:custGeom>
                <a:rect b="b" l="l" r="r" t="t"/>
                <a:pathLst>
                  <a:path extrusionOk="0" h="17099" w="39702">
                    <a:moveTo>
                      <a:pt x="24389" y="0"/>
                    </a:moveTo>
                    <a:lnTo>
                      <a:pt x="23335" y="29"/>
                    </a:lnTo>
                    <a:lnTo>
                      <a:pt x="22223" y="59"/>
                    </a:lnTo>
                    <a:lnTo>
                      <a:pt x="21110" y="117"/>
                    </a:lnTo>
                    <a:lnTo>
                      <a:pt x="19939" y="205"/>
                    </a:lnTo>
                    <a:lnTo>
                      <a:pt x="18768" y="293"/>
                    </a:lnTo>
                    <a:lnTo>
                      <a:pt x="17772" y="410"/>
                    </a:lnTo>
                    <a:lnTo>
                      <a:pt x="16806" y="556"/>
                    </a:lnTo>
                    <a:lnTo>
                      <a:pt x="15869" y="703"/>
                    </a:lnTo>
                    <a:lnTo>
                      <a:pt x="14962" y="879"/>
                    </a:lnTo>
                    <a:lnTo>
                      <a:pt x="13176" y="1230"/>
                    </a:lnTo>
                    <a:lnTo>
                      <a:pt x="11507" y="1640"/>
                    </a:lnTo>
                    <a:lnTo>
                      <a:pt x="9926" y="2079"/>
                    </a:lnTo>
                    <a:lnTo>
                      <a:pt x="8462" y="2547"/>
                    </a:lnTo>
                    <a:lnTo>
                      <a:pt x="7086" y="3016"/>
                    </a:lnTo>
                    <a:lnTo>
                      <a:pt x="5827" y="3484"/>
                    </a:lnTo>
                    <a:lnTo>
                      <a:pt x="1" y="17098"/>
                    </a:lnTo>
                    <a:lnTo>
                      <a:pt x="1" y="17098"/>
                    </a:lnTo>
                    <a:lnTo>
                      <a:pt x="4539" y="16630"/>
                    </a:lnTo>
                    <a:lnTo>
                      <a:pt x="9135" y="16161"/>
                    </a:lnTo>
                    <a:lnTo>
                      <a:pt x="13761" y="15722"/>
                    </a:lnTo>
                    <a:lnTo>
                      <a:pt x="18446" y="15312"/>
                    </a:lnTo>
                    <a:lnTo>
                      <a:pt x="23833" y="14873"/>
                    </a:lnTo>
                    <a:lnTo>
                      <a:pt x="29191" y="14463"/>
                    </a:lnTo>
                    <a:lnTo>
                      <a:pt x="34461" y="14083"/>
                    </a:lnTo>
                    <a:lnTo>
                      <a:pt x="39701" y="13761"/>
                    </a:lnTo>
                    <a:lnTo>
                      <a:pt x="34139" y="996"/>
                    </a:lnTo>
                    <a:lnTo>
                      <a:pt x="32675" y="732"/>
                    </a:lnTo>
                    <a:lnTo>
                      <a:pt x="31064" y="469"/>
                    </a:lnTo>
                    <a:lnTo>
                      <a:pt x="29308" y="264"/>
                    </a:lnTo>
                    <a:lnTo>
                      <a:pt x="28400" y="176"/>
                    </a:lnTo>
                    <a:lnTo>
                      <a:pt x="27434" y="117"/>
                    </a:lnTo>
                    <a:lnTo>
                      <a:pt x="26438" y="59"/>
                    </a:lnTo>
                    <a:lnTo>
                      <a:pt x="25443" y="29"/>
                    </a:lnTo>
                    <a:lnTo>
                      <a:pt x="2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49"/>
              <p:cNvSpPr/>
              <p:nvPr/>
            </p:nvSpPr>
            <p:spPr>
              <a:xfrm>
                <a:off x="5590635" y="4248482"/>
                <a:ext cx="43086" cy="317627"/>
              </a:xfrm>
              <a:custGeom>
                <a:rect b="b" l="l" r="r" t="t"/>
                <a:pathLst>
                  <a:path extrusionOk="0" h="19646" w="2665">
                    <a:moveTo>
                      <a:pt x="1" y="0"/>
                    </a:moveTo>
                    <a:lnTo>
                      <a:pt x="1" y="19645"/>
                    </a:lnTo>
                    <a:lnTo>
                      <a:pt x="2665" y="19645"/>
                    </a:lnTo>
                    <a:lnTo>
                      <a:pt x="266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49"/>
              <p:cNvSpPr/>
              <p:nvPr/>
            </p:nvSpPr>
            <p:spPr>
              <a:xfrm>
                <a:off x="4983804" y="4634723"/>
                <a:ext cx="344141" cy="343673"/>
              </a:xfrm>
              <a:custGeom>
                <a:rect b="b" l="l" r="r" t="t"/>
                <a:pathLst>
                  <a:path extrusionOk="0" h="21257" w="21286">
                    <a:moveTo>
                      <a:pt x="10101" y="1"/>
                    </a:moveTo>
                    <a:lnTo>
                      <a:pt x="9545" y="59"/>
                    </a:lnTo>
                    <a:lnTo>
                      <a:pt x="9018" y="118"/>
                    </a:lnTo>
                    <a:lnTo>
                      <a:pt x="8491" y="206"/>
                    </a:lnTo>
                    <a:lnTo>
                      <a:pt x="7993" y="323"/>
                    </a:lnTo>
                    <a:lnTo>
                      <a:pt x="7496" y="469"/>
                    </a:lnTo>
                    <a:lnTo>
                      <a:pt x="6998" y="645"/>
                    </a:lnTo>
                    <a:lnTo>
                      <a:pt x="6500" y="821"/>
                    </a:lnTo>
                    <a:lnTo>
                      <a:pt x="6032" y="1055"/>
                    </a:lnTo>
                    <a:lnTo>
                      <a:pt x="5563" y="1289"/>
                    </a:lnTo>
                    <a:lnTo>
                      <a:pt x="5124" y="1523"/>
                    </a:lnTo>
                    <a:lnTo>
                      <a:pt x="4714" y="1816"/>
                    </a:lnTo>
                    <a:lnTo>
                      <a:pt x="4275" y="2109"/>
                    </a:lnTo>
                    <a:lnTo>
                      <a:pt x="3895" y="2431"/>
                    </a:lnTo>
                    <a:lnTo>
                      <a:pt x="3485" y="2753"/>
                    </a:lnTo>
                    <a:lnTo>
                      <a:pt x="3133" y="3104"/>
                    </a:lnTo>
                    <a:lnTo>
                      <a:pt x="2782" y="3485"/>
                    </a:lnTo>
                    <a:lnTo>
                      <a:pt x="2431" y="3865"/>
                    </a:lnTo>
                    <a:lnTo>
                      <a:pt x="2138" y="4275"/>
                    </a:lnTo>
                    <a:lnTo>
                      <a:pt x="1816" y="4685"/>
                    </a:lnTo>
                    <a:lnTo>
                      <a:pt x="1552" y="5124"/>
                    </a:lnTo>
                    <a:lnTo>
                      <a:pt x="1289" y="5563"/>
                    </a:lnTo>
                    <a:lnTo>
                      <a:pt x="1055" y="6003"/>
                    </a:lnTo>
                    <a:lnTo>
                      <a:pt x="850" y="6500"/>
                    </a:lnTo>
                    <a:lnTo>
                      <a:pt x="645" y="6969"/>
                    </a:lnTo>
                    <a:lnTo>
                      <a:pt x="498" y="7467"/>
                    </a:lnTo>
                    <a:lnTo>
                      <a:pt x="352" y="7964"/>
                    </a:lnTo>
                    <a:lnTo>
                      <a:pt x="235" y="8491"/>
                    </a:lnTo>
                    <a:lnTo>
                      <a:pt x="147" y="9018"/>
                    </a:lnTo>
                    <a:lnTo>
                      <a:pt x="59" y="9545"/>
                    </a:lnTo>
                    <a:lnTo>
                      <a:pt x="30" y="10072"/>
                    </a:lnTo>
                    <a:lnTo>
                      <a:pt x="1" y="10629"/>
                    </a:lnTo>
                    <a:lnTo>
                      <a:pt x="30" y="11185"/>
                    </a:lnTo>
                    <a:lnTo>
                      <a:pt x="59" y="11712"/>
                    </a:lnTo>
                    <a:lnTo>
                      <a:pt x="147" y="12239"/>
                    </a:lnTo>
                    <a:lnTo>
                      <a:pt x="235" y="12766"/>
                    </a:lnTo>
                    <a:lnTo>
                      <a:pt x="352" y="13293"/>
                    </a:lnTo>
                    <a:lnTo>
                      <a:pt x="498" y="13791"/>
                    </a:lnTo>
                    <a:lnTo>
                      <a:pt x="645" y="14288"/>
                    </a:lnTo>
                    <a:lnTo>
                      <a:pt x="850" y="14757"/>
                    </a:lnTo>
                    <a:lnTo>
                      <a:pt x="1055" y="15225"/>
                    </a:lnTo>
                    <a:lnTo>
                      <a:pt x="1289" y="15694"/>
                    </a:lnTo>
                    <a:lnTo>
                      <a:pt x="1552" y="16133"/>
                    </a:lnTo>
                    <a:lnTo>
                      <a:pt x="1816" y="16572"/>
                    </a:lnTo>
                    <a:lnTo>
                      <a:pt x="2138" y="16982"/>
                    </a:lnTo>
                    <a:lnTo>
                      <a:pt x="2431" y="17392"/>
                    </a:lnTo>
                    <a:lnTo>
                      <a:pt x="2782" y="17772"/>
                    </a:lnTo>
                    <a:lnTo>
                      <a:pt x="3133" y="18153"/>
                    </a:lnTo>
                    <a:lnTo>
                      <a:pt x="3485" y="18504"/>
                    </a:lnTo>
                    <a:lnTo>
                      <a:pt x="3895" y="18826"/>
                    </a:lnTo>
                    <a:lnTo>
                      <a:pt x="4275" y="19148"/>
                    </a:lnTo>
                    <a:lnTo>
                      <a:pt x="4714" y="19441"/>
                    </a:lnTo>
                    <a:lnTo>
                      <a:pt x="5124" y="19705"/>
                    </a:lnTo>
                    <a:lnTo>
                      <a:pt x="5563" y="19968"/>
                    </a:lnTo>
                    <a:lnTo>
                      <a:pt x="6032" y="20202"/>
                    </a:lnTo>
                    <a:lnTo>
                      <a:pt x="6500" y="20407"/>
                    </a:lnTo>
                    <a:lnTo>
                      <a:pt x="6998" y="20612"/>
                    </a:lnTo>
                    <a:lnTo>
                      <a:pt x="7496" y="20788"/>
                    </a:lnTo>
                    <a:lnTo>
                      <a:pt x="7993" y="20934"/>
                    </a:lnTo>
                    <a:lnTo>
                      <a:pt x="8491" y="21051"/>
                    </a:lnTo>
                    <a:lnTo>
                      <a:pt x="9018" y="21139"/>
                    </a:lnTo>
                    <a:lnTo>
                      <a:pt x="9545" y="21198"/>
                    </a:lnTo>
                    <a:lnTo>
                      <a:pt x="10101" y="21256"/>
                    </a:lnTo>
                    <a:lnTo>
                      <a:pt x="11185" y="21256"/>
                    </a:lnTo>
                    <a:lnTo>
                      <a:pt x="11741" y="21198"/>
                    </a:lnTo>
                    <a:lnTo>
                      <a:pt x="12268" y="21139"/>
                    </a:lnTo>
                    <a:lnTo>
                      <a:pt x="12795" y="21051"/>
                    </a:lnTo>
                    <a:lnTo>
                      <a:pt x="13293" y="20934"/>
                    </a:lnTo>
                    <a:lnTo>
                      <a:pt x="13820" y="20788"/>
                    </a:lnTo>
                    <a:lnTo>
                      <a:pt x="14288" y="20612"/>
                    </a:lnTo>
                    <a:lnTo>
                      <a:pt x="14786" y="20407"/>
                    </a:lnTo>
                    <a:lnTo>
                      <a:pt x="15254" y="20202"/>
                    </a:lnTo>
                    <a:lnTo>
                      <a:pt x="15723" y="19968"/>
                    </a:lnTo>
                    <a:lnTo>
                      <a:pt x="16162" y="19705"/>
                    </a:lnTo>
                    <a:lnTo>
                      <a:pt x="16601" y="19441"/>
                    </a:lnTo>
                    <a:lnTo>
                      <a:pt x="17011" y="19148"/>
                    </a:lnTo>
                    <a:lnTo>
                      <a:pt x="17421" y="18826"/>
                    </a:lnTo>
                    <a:lnTo>
                      <a:pt x="17801" y="18504"/>
                    </a:lnTo>
                    <a:lnTo>
                      <a:pt x="18153" y="18153"/>
                    </a:lnTo>
                    <a:lnTo>
                      <a:pt x="18504" y="17772"/>
                    </a:lnTo>
                    <a:lnTo>
                      <a:pt x="18855" y="17392"/>
                    </a:lnTo>
                    <a:lnTo>
                      <a:pt x="19177" y="16982"/>
                    </a:lnTo>
                    <a:lnTo>
                      <a:pt x="19470" y="16572"/>
                    </a:lnTo>
                    <a:lnTo>
                      <a:pt x="19734" y="16133"/>
                    </a:lnTo>
                    <a:lnTo>
                      <a:pt x="19997" y="15694"/>
                    </a:lnTo>
                    <a:lnTo>
                      <a:pt x="20231" y="15225"/>
                    </a:lnTo>
                    <a:lnTo>
                      <a:pt x="20436" y="14757"/>
                    </a:lnTo>
                    <a:lnTo>
                      <a:pt x="20641" y="14288"/>
                    </a:lnTo>
                    <a:lnTo>
                      <a:pt x="20788" y="13791"/>
                    </a:lnTo>
                    <a:lnTo>
                      <a:pt x="20934" y="13293"/>
                    </a:lnTo>
                    <a:lnTo>
                      <a:pt x="21051" y="12766"/>
                    </a:lnTo>
                    <a:lnTo>
                      <a:pt x="21168" y="12239"/>
                    </a:lnTo>
                    <a:lnTo>
                      <a:pt x="21227" y="11712"/>
                    </a:lnTo>
                    <a:lnTo>
                      <a:pt x="21256" y="11185"/>
                    </a:lnTo>
                    <a:lnTo>
                      <a:pt x="21285" y="10629"/>
                    </a:lnTo>
                    <a:lnTo>
                      <a:pt x="21256" y="10072"/>
                    </a:lnTo>
                    <a:lnTo>
                      <a:pt x="21227" y="9545"/>
                    </a:lnTo>
                    <a:lnTo>
                      <a:pt x="21168" y="9018"/>
                    </a:lnTo>
                    <a:lnTo>
                      <a:pt x="21051" y="8491"/>
                    </a:lnTo>
                    <a:lnTo>
                      <a:pt x="20934" y="7964"/>
                    </a:lnTo>
                    <a:lnTo>
                      <a:pt x="20788" y="7467"/>
                    </a:lnTo>
                    <a:lnTo>
                      <a:pt x="20641" y="6969"/>
                    </a:lnTo>
                    <a:lnTo>
                      <a:pt x="20436" y="6500"/>
                    </a:lnTo>
                    <a:lnTo>
                      <a:pt x="20231" y="6003"/>
                    </a:lnTo>
                    <a:lnTo>
                      <a:pt x="19997" y="5563"/>
                    </a:lnTo>
                    <a:lnTo>
                      <a:pt x="19734" y="5124"/>
                    </a:lnTo>
                    <a:lnTo>
                      <a:pt x="19470" y="4685"/>
                    </a:lnTo>
                    <a:lnTo>
                      <a:pt x="19177" y="4275"/>
                    </a:lnTo>
                    <a:lnTo>
                      <a:pt x="18855" y="3865"/>
                    </a:lnTo>
                    <a:lnTo>
                      <a:pt x="18504" y="3485"/>
                    </a:lnTo>
                    <a:lnTo>
                      <a:pt x="18153" y="3104"/>
                    </a:lnTo>
                    <a:lnTo>
                      <a:pt x="17801" y="2753"/>
                    </a:lnTo>
                    <a:lnTo>
                      <a:pt x="17421" y="2431"/>
                    </a:lnTo>
                    <a:lnTo>
                      <a:pt x="17011" y="2109"/>
                    </a:lnTo>
                    <a:lnTo>
                      <a:pt x="16601" y="1816"/>
                    </a:lnTo>
                    <a:lnTo>
                      <a:pt x="16162" y="1523"/>
                    </a:lnTo>
                    <a:lnTo>
                      <a:pt x="15723" y="1289"/>
                    </a:lnTo>
                    <a:lnTo>
                      <a:pt x="15254" y="1055"/>
                    </a:lnTo>
                    <a:lnTo>
                      <a:pt x="14786" y="821"/>
                    </a:lnTo>
                    <a:lnTo>
                      <a:pt x="14288" y="645"/>
                    </a:lnTo>
                    <a:lnTo>
                      <a:pt x="13820" y="469"/>
                    </a:lnTo>
                    <a:lnTo>
                      <a:pt x="13293" y="323"/>
                    </a:lnTo>
                    <a:lnTo>
                      <a:pt x="12795" y="206"/>
                    </a:lnTo>
                    <a:lnTo>
                      <a:pt x="12268" y="118"/>
                    </a:lnTo>
                    <a:lnTo>
                      <a:pt x="11741" y="59"/>
                    </a:lnTo>
                    <a:lnTo>
                      <a:pt x="111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49"/>
              <p:cNvSpPr/>
              <p:nvPr/>
            </p:nvSpPr>
            <p:spPr>
              <a:xfrm>
                <a:off x="5079888" y="4730338"/>
                <a:ext cx="151975" cy="151958"/>
              </a:xfrm>
              <a:custGeom>
                <a:rect b="b" l="l" r="r" t="t"/>
                <a:pathLst>
                  <a:path extrusionOk="0" h="9399" w="9400">
                    <a:moveTo>
                      <a:pt x="4715" y="1"/>
                    </a:moveTo>
                    <a:lnTo>
                      <a:pt x="4217" y="30"/>
                    </a:lnTo>
                    <a:lnTo>
                      <a:pt x="3748" y="118"/>
                    </a:lnTo>
                    <a:lnTo>
                      <a:pt x="3309" y="235"/>
                    </a:lnTo>
                    <a:lnTo>
                      <a:pt x="2870" y="381"/>
                    </a:lnTo>
                    <a:lnTo>
                      <a:pt x="2460" y="586"/>
                    </a:lnTo>
                    <a:lnTo>
                      <a:pt x="2080" y="821"/>
                    </a:lnTo>
                    <a:lnTo>
                      <a:pt x="1699" y="1084"/>
                    </a:lnTo>
                    <a:lnTo>
                      <a:pt x="1377" y="1377"/>
                    </a:lnTo>
                    <a:lnTo>
                      <a:pt x="1084" y="1728"/>
                    </a:lnTo>
                    <a:lnTo>
                      <a:pt x="791" y="2080"/>
                    </a:lnTo>
                    <a:lnTo>
                      <a:pt x="557" y="2460"/>
                    </a:lnTo>
                    <a:lnTo>
                      <a:pt x="382" y="2870"/>
                    </a:lnTo>
                    <a:lnTo>
                      <a:pt x="206" y="3309"/>
                    </a:lnTo>
                    <a:lnTo>
                      <a:pt x="89" y="3778"/>
                    </a:lnTo>
                    <a:lnTo>
                      <a:pt x="30" y="4217"/>
                    </a:lnTo>
                    <a:lnTo>
                      <a:pt x="1" y="4715"/>
                    </a:lnTo>
                    <a:lnTo>
                      <a:pt x="30" y="5183"/>
                    </a:lnTo>
                    <a:lnTo>
                      <a:pt x="89" y="5651"/>
                    </a:lnTo>
                    <a:lnTo>
                      <a:pt x="206" y="6120"/>
                    </a:lnTo>
                    <a:lnTo>
                      <a:pt x="382" y="6530"/>
                    </a:lnTo>
                    <a:lnTo>
                      <a:pt x="557" y="6940"/>
                    </a:lnTo>
                    <a:lnTo>
                      <a:pt x="791" y="7350"/>
                    </a:lnTo>
                    <a:lnTo>
                      <a:pt x="1084" y="7701"/>
                    </a:lnTo>
                    <a:lnTo>
                      <a:pt x="1377" y="8023"/>
                    </a:lnTo>
                    <a:lnTo>
                      <a:pt x="1699" y="8345"/>
                    </a:lnTo>
                    <a:lnTo>
                      <a:pt x="2080" y="8608"/>
                    </a:lnTo>
                    <a:lnTo>
                      <a:pt x="2460" y="8843"/>
                    </a:lnTo>
                    <a:lnTo>
                      <a:pt x="2870" y="9048"/>
                    </a:lnTo>
                    <a:lnTo>
                      <a:pt x="3309" y="9194"/>
                    </a:lnTo>
                    <a:lnTo>
                      <a:pt x="3748" y="9311"/>
                    </a:lnTo>
                    <a:lnTo>
                      <a:pt x="4217" y="9399"/>
                    </a:lnTo>
                    <a:lnTo>
                      <a:pt x="5183" y="9399"/>
                    </a:lnTo>
                    <a:lnTo>
                      <a:pt x="5652" y="9311"/>
                    </a:lnTo>
                    <a:lnTo>
                      <a:pt x="6091" y="9194"/>
                    </a:lnTo>
                    <a:lnTo>
                      <a:pt x="6530" y="9048"/>
                    </a:lnTo>
                    <a:lnTo>
                      <a:pt x="6940" y="8843"/>
                    </a:lnTo>
                    <a:lnTo>
                      <a:pt x="7320" y="8608"/>
                    </a:lnTo>
                    <a:lnTo>
                      <a:pt x="7701" y="8345"/>
                    </a:lnTo>
                    <a:lnTo>
                      <a:pt x="8023" y="8023"/>
                    </a:lnTo>
                    <a:lnTo>
                      <a:pt x="8316" y="7701"/>
                    </a:lnTo>
                    <a:lnTo>
                      <a:pt x="8609" y="7350"/>
                    </a:lnTo>
                    <a:lnTo>
                      <a:pt x="8843" y="6940"/>
                    </a:lnTo>
                    <a:lnTo>
                      <a:pt x="9048" y="6530"/>
                    </a:lnTo>
                    <a:lnTo>
                      <a:pt x="9194" y="6120"/>
                    </a:lnTo>
                    <a:lnTo>
                      <a:pt x="9311" y="5651"/>
                    </a:lnTo>
                    <a:lnTo>
                      <a:pt x="9370" y="5183"/>
                    </a:lnTo>
                    <a:lnTo>
                      <a:pt x="9399" y="4715"/>
                    </a:lnTo>
                    <a:lnTo>
                      <a:pt x="9370" y="4217"/>
                    </a:lnTo>
                    <a:lnTo>
                      <a:pt x="9311" y="3778"/>
                    </a:lnTo>
                    <a:lnTo>
                      <a:pt x="9194" y="3309"/>
                    </a:lnTo>
                    <a:lnTo>
                      <a:pt x="9048" y="2870"/>
                    </a:lnTo>
                    <a:lnTo>
                      <a:pt x="8843" y="2460"/>
                    </a:lnTo>
                    <a:lnTo>
                      <a:pt x="8609" y="2080"/>
                    </a:lnTo>
                    <a:lnTo>
                      <a:pt x="8316" y="1728"/>
                    </a:lnTo>
                    <a:lnTo>
                      <a:pt x="8023" y="1377"/>
                    </a:lnTo>
                    <a:lnTo>
                      <a:pt x="7701" y="1084"/>
                    </a:lnTo>
                    <a:lnTo>
                      <a:pt x="7320" y="821"/>
                    </a:lnTo>
                    <a:lnTo>
                      <a:pt x="6940" y="586"/>
                    </a:lnTo>
                    <a:lnTo>
                      <a:pt x="6530" y="381"/>
                    </a:lnTo>
                    <a:lnTo>
                      <a:pt x="6091" y="235"/>
                    </a:lnTo>
                    <a:lnTo>
                      <a:pt x="5652" y="118"/>
                    </a:lnTo>
                    <a:lnTo>
                      <a:pt x="5183" y="30"/>
                    </a:lnTo>
                    <a:lnTo>
                      <a:pt x="471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49"/>
              <p:cNvSpPr/>
              <p:nvPr/>
            </p:nvSpPr>
            <p:spPr>
              <a:xfrm>
                <a:off x="5612413" y="4634723"/>
                <a:ext cx="343656" cy="343673"/>
              </a:xfrm>
              <a:custGeom>
                <a:rect b="b" l="l" r="r" t="t"/>
                <a:pathLst>
                  <a:path extrusionOk="0" h="21257" w="21256">
                    <a:moveTo>
                      <a:pt x="10072" y="1"/>
                    </a:moveTo>
                    <a:lnTo>
                      <a:pt x="9545" y="59"/>
                    </a:lnTo>
                    <a:lnTo>
                      <a:pt x="8989" y="118"/>
                    </a:lnTo>
                    <a:lnTo>
                      <a:pt x="8462" y="206"/>
                    </a:lnTo>
                    <a:lnTo>
                      <a:pt x="7964" y="323"/>
                    </a:lnTo>
                    <a:lnTo>
                      <a:pt x="7466" y="469"/>
                    </a:lnTo>
                    <a:lnTo>
                      <a:pt x="6968" y="645"/>
                    </a:lnTo>
                    <a:lnTo>
                      <a:pt x="6471" y="821"/>
                    </a:lnTo>
                    <a:lnTo>
                      <a:pt x="6002" y="1055"/>
                    </a:lnTo>
                    <a:lnTo>
                      <a:pt x="5563" y="1289"/>
                    </a:lnTo>
                    <a:lnTo>
                      <a:pt x="5095" y="1523"/>
                    </a:lnTo>
                    <a:lnTo>
                      <a:pt x="4685" y="1816"/>
                    </a:lnTo>
                    <a:lnTo>
                      <a:pt x="4246" y="2109"/>
                    </a:lnTo>
                    <a:lnTo>
                      <a:pt x="3865" y="2431"/>
                    </a:lnTo>
                    <a:lnTo>
                      <a:pt x="3484" y="2753"/>
                    </a:lnTo>
                    <a:lnTo>
                      <a:pt x="3104" y="3104"/>
                    </a:lnTo>
                    <a:lnTo>
                      <a:pt x="2752" y="3485"/>
                    </a:lnTo>
                    <a:lnTo>
                      <a:pt x="2401" y="3865"/>
                    </a:lnTo>
                    <a:lnTo>
                      <a:pt x="2108" y="4275"/>
                    </a:lnTo>
                    <a:lnTo>
                      <a:pt x="1816" y="4685"/>
                    </a:lnTo>
                    <a:lnTo>
                      <a:pt x="1523" y="5124"/>
                    </a:lnTo>
                    <a:lnTo>
                      <a:pt x="1259" y="5563"/>
                    </a:lnTo>
                    <a:lnTo>
                      <a:pt x="1025" y="6003"/>
                    </a:lnTo>
                    <a:lnTo>
                      <a:pt x="820" y="6500"/>
                    </a:lnTo>
                    <a:lnTo>
                      <a:pt x="644" y="6969"/>
                    </a:lnTo>
                    <a:lnTo>
                      <a:pt x="469" y="7467"/>
                    </a:lnTo>
                    <a:lnTo>
                      <a:pt x="322" y="7964"/>
                    </a:lnTo>
                    <a:lnTo>
                      <a:pt x="205" y="8491"/>
                    </a:lnTo>
                    <a:lnTo>
                      <a:pt x="117" y="9018"/>
                    </a:lnTo>
                    <a:lnTo>
                      <a:pt x="30" y="9545"/>
                    </a:lnTo>
                    <a:lnTo>
                      <a:pt x="0" y="10072"/>
                    </a:lnTo>
                    <a:lnTo>
                      <a:pt x="0" y="10629"/>
                    </a:lnTo>
                    <a:lnTo>
                      <a:pt x="0" y="11185"/>
                    </a:lnTo>
                    <a:lnTo>
                      <a:pt x="30" y="11712"/>
                    </a:lnTo>
                    <a:lnTo>
                      <a:pt x="117" y="12239"/>
                    </a:lnTo>
                    <a:lnTo>
                      <a:pt x="205" y="12766"/>
                    </a:lnTo>
                    <a:lnTo>
                      <a:pt x="322" y="13293"/>
                    </a:lnTo>
                    <a:lnTo>
                      <a:pt x="469" y="13791"/>
                    </a:lnTo>
                    <a:lnTo>
                      <a:pt x="644" y="14288"/>
                    </a:lnTo>
                    <a:lnTo>
                      <a:pt x="820" y="14757"/>
                    </a:lnTo>
                    <a:lnTo>
                      <a:pt x="1025" y="15225"/>
                    </a:lnTo>
                    <a:lnTo>
                      <a:pt x="1259" y="15694"/>
                    </a:lnTo>
                    <a:lnTo>
                      <a:pt x="1523" y="16133"/>
                    </a:lnTo>
                    <a:lnTo>
                      <a:pt x="1816" y="16572"/>
                    </a:lnTo>
                    <a:lnTo>
                      <a:pt x="2108" y="16982"/>
                    </a:lnTo>
                    <a:lnTo>
                      <a:pt x="2401" y="17392"/>
                    </a:lnTo>
                    <a:lnTo>
                      <a:pt x="2752" y="17772"/>
                    </a:lnTo>
                    <a:lnTo>
                      <a:pt x="3104" y="18153"/>
                    </a:lnTo>
                    <a:lnTo>
                      <a:pt x="3484" y="18504"/>
                    </a:lnTo>
                    <a:lnTo>
                      <a:pt x="3865" y="18826"/>
                    </a:lnTo>
                    <a:lnTo>
                      <a:pt x="4246" y="19148"/>
                    </a:lnTo>
                    <a:lnTo>
                      <a:pt x="4685" y="19441"/>
                    </a:lnTo>
                    <a:lnTo>
                      <a:pt x="5095" y="19705"/>
                    </a:lnTo>
                    <a:lnTo>
                      <a:pt x="5563" y="19968"/>
                    </a:lnTo>
                    <a:lnTo>
                      <a:pt x="6002" y="20202"/>
                    </a:lnTo>
                    <a:lnTo>
                      <a:pt x="6471" y="20407"/>
                    </a:lnTo>
                    <a:lnTo>
                      <a:pt x="6968" y="20612"/>
                    </a:lnTo>
                    <a:lnTo>
                      <a:pt x="7466" y="20788"/>
                    </a:lnTo>
                    <a:lnTo>
                      <a:pt x="7964" y="20934"/>
                    </a:lnTo>
                    <a:lnTo>
                      <a:pt x="8462" y="21051"/>
                    </a:lnTo>
                    <a:lnTo>
                      <a:pt x="8989" y="21139"/>
                    </a:lnTo>
                    <a:lnTo>
                      <a:pt x="9545" y="21198"/>
                    </a:lnTo>
                    <a:lnTo>
                      <a:pt x="10072" y="21256"/>
                    </a:lnTo>
                    <a:lnTo>
                      <a:pt x="11155" y="21256"/>
                    </a:lnTo>
                    <a:lnTo>
                      <a:pt x="11711" y="21198"/>
                    </a:lnTo>
                    <a:lnTo>
                      <a:pt x="12238" y="21139"/>
                    </a:lnTo>
                    <a:lnTo>
                      <a:pt x="12765" y="21051"/>
                    </a:lnTo>
                    <a:lnTo>
                      <a:pt x="13263" y="20934"/>
                    </a:lnTo>
                    <a:lnTo>
                      <a:pt x="13790" y="20788"/>
                    </a:lnTo>
                    <a:lnTo>
                      <a:pt x="14288" y="20612"/>
                    </a:lnTo>
                    <a:lnTo>
                      <a:pt x="14756" y="20407"/>
                    </a:lnTo>
                    <a:lnTo>
                      <a:pt x="15225" y="20202"/>
                    </a:lnTo>
                    <a:lnTo>
                      <a:pt x="15693" y="19968"/>
                    </a:lnTo>
                    <a:lnTo>
                      <a:pt x="16132" y="19705"/>
                    </a:lnTo>
                    <a:lnTo>
                      <a:pt x="16571" y="19441"/>
                    </a:lnTo>
                    <a:lnTo>
                      <a:pt x="16981" y="19148"/>
                    </a:lnTo>
                    <a:lnTo>
                      <a:pt x="17391" y="18826"/>
                    </a:lnTo>
                    <a:lnTo>
                      <a:pt x="17772" y="18504"/>
                    </a:lnTo>
                    <a:lnTo>
                      <a:pt x="18123" y="18153"/>
                    </a:lnTo>
                    <a:lnTo>
                      <a:pt x="18475" y="17772"/>
                    </a:lnTo>
                    <a:lnTo>
                      <a:pt x="18826" y="17392"/>
                    </a:lnTo>
                    <a:lnTo>
                      <a:pt x="19148" y="16982"/>
                    </a:lnTo>
                    <a:lnTo>
                      <a:pt x="19441" y="16572"/>
                    </a:lnTo>
                    <a:lnTo>
                      <a:pt x="19704" y="16133"/>
                    </a:lnTo>
                    <a:lnTo>
                      <a:pt x="19968" y="15694"/>
                    </a:lnTo>
                    <a:lnTo>
                      <a:pt x="20202" y="15225"/>
                    </a:lnTo>
                    <a:lnTo>
                      <a:pt x="20407" y="14757"/>
                    </a:lnTo>
                    <a:lnTo>
                      <a:pt x="20612" y="14288"/>
                    </a:lnTo>
                    <a:lnTo>
                      <a:pt x="20758" y="13791"/>
                    </a:lnTo>
                    <a:lnTo>
                      <a:pt x="20905" y="13293"/>
                    </a:lnTo>
                    <a:lnTo>
                      <a:pt x="21022" y="12766"/>
                    </a:lnTo>
                    <a:lnTo>
                      <a:pt x="21139" y="12239"/>
                    </a:lnTo>
                    <a:lnTo>
                      <a:pt x="21197" y="11712"/>
                    </a:lnTo>
                    <a:lnTo>
                      <a:pt x="21227" y="11185"/>
                    </a:lnTo>
                    <a:lnTo>
                      <a:pt x="21256" y="10629"/>
                    </a:lnTo>
                    <a:lnTo>
                      <a:pt x="21227" y="10072"/>
                    </a:lnTo>
                    <a:lnTo>
                      <a:pt x="21197" y="9545"/>
                    </a:lnTo>
                    <a:lnTo>
                      <a:pt x="21139" y="9018"/>
                    </a:lnTo>
                    <a:lnTo>
                      <a:pt x="21022" y="8491"/>
                    </a:lnTo>
                    <a:lnTo>
                      <a:pt x="20905" y="7964"/>
                    </a:lnTo>
                    <a:lnTo>
                      <a:pt x="20758" y="7467"/>
                    </a:lnTo>
                    <a:lnTo>
                      <a:pt x="20612" y="6969"/>
                    </a:lnTo>
                    <a:lnTo>
                      <a:pt x="20407" y="6500"/>
                    </a:lnTo>
                    <a:lnTo>
                      <a:pt x="20202" y="6003"/>
                    </a:lnTo>
                    <a:lnTo>
                      <a:pt x="19968" y="5563"/>
                    </a:lnTo>
                    <a:lnTo>
                      <a:pt x="19704" y="5124"/>
                    </a:lnTo>
                    <a:lnTo>
                      <a:pt x="19441" y="4685"/>
                    </a:lnTo>
                    <a:lnTo>
                      <a:pt x="19148" y="4275"/>
                    </a:lnTo>
                    <a:lnTo>
                      <a:pt x="18826" y="3865"/>
                    </a:lnTo>
                    <a:lnTo>
                      <a:pt x="18475" y="3485"/>
                    </a:lnTo>
                    <a:lnTo>
                      <a:pt x="18123" y="3104"/>
                    </a:lnTo>
                    <a:lnTo>
                      <a:pt x="17772" y="2753"/>
                    </a:lnTo>
                    <a:lnTo>
                      <a:pt x="17391" y="2431"/>
                    </a:lnTo>
                    <a:lnTo>
                      <a:pt x="16981" y="2109"/>
                    </a:lnTo>
                    <a:lnTo>
                      <a:pt x="16571" y="1816"/>
                    </a:lnTo>
                    <a:lnTo>
                      <a:pt x="16132" y="1523"/>
                    </a:lnTo>
                    <a:lnTo>
                      <a:pt x="15693" y="1289"/>
                    </a:lnTo>
                    <a:lnTo>
                      <a:pt x="15225" y="1055"/>
                    </a:lnTo>
                    <a:lnTo>
                      <a:pt x="14756" y="821"/>
                    </a:lnTo>
                    <a:lnTo>
                      <a:pt x="14288" y="645"/>
                    </a:lnTo>
                    <a:lnTo>
                      <a:pt x="13790" y="469"/>
                    </a:lnTo>
                    <a:lnTo>
                      <a:pt x="13263" y="323"/>
                    </a:lnTo>
                    <a:lnTo>
                      <a:pt x="12765" y="206"/>
                    </a:lnTo>
                    <a:lnTo>
                      <a:pt x="12238" y="118"/>
                    </a:lnTo>
                    <a:lnTo>
                      <a:pt x="11711" y="59"/>
                    </a:lnTo>
                    <a:lnTo>
                      <a:pt x="11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49"/>
              <p:cNvSpPr/>
              <p:nvPr/>
            </p:nvSpPr>
            <p:spPr>
              <a:xfrm>
                <a:off x="5708027" y="4730338"/>
                <a:ext cx="151958" cy="151958"/>
              </a:xfrm>
              <a:custGeom>
                <a:rect b="b" l="l" r="r" t="t"/>
                <a:pathLst>
                  <a:path extrusionOk="0" h="9399" w="9399">
                    <a:moveTo>
                      <a:pt x="4714" y="1"/>
                    </a:moveTo>
                    <a:lnTo>
                      <a:pt x="4216" y="30"/>
                    </a:lnTo>
                    <a:lnTo>
                      <a:pt x="3748" y="118"/>
                    </a:lnTo>
                    <a:lnTo>
                      <a:pt x="3309" y="235"/>
                    </a:lnTo>
                    <a:lnTo>
                      <a:pt x="2870" y="381"/>
                    </a:lnTo>
                    <a:lnTo>
                      <a:pt x="2460" y="586"/>
                    </a:lnTo>
                    <a:lnTo>
                      <a:pt x="2079" y="821"/>
                    </a:lnTo>
                    <a:lnTo>
                      <a:pt x="1728" y="1084"/>
                    </a:lnTo>
                    <a:lnTo>
                      <a:pt x="1376" y="1377"/>
                    </a:lnTo>
                    <a:lnTo>
                      <a:pt x="1084" y="1728"/>
                    </a:lnTo>
                    <a:lnTo>
                      <a:pt x="820" y="2080"/>
                    </a:lnTo>
                    <a:lnTo>
                      <a:pt x="557" y="2460"/>
                    </a:lnTo>
                    <a:lnTo>
                      <a:pt x="381" y="2870"/>
                    </a:lnTo>
                    <a:lnTo>
                      <a:pt x="205" y="3309"/>
                    </a:lnTo>
                    <a:lnTo>
                      <a:pt x="88" y="3778"/>
                    </a:lnTo>
                    <a:lnTo>
                      <a:pt x="30" y="4217"/>
                    </a:lnTo>
                    <a:lnTo>
                      <a:pt x="0" y="4715"/>
                    </a:lnTo>
                    <a:lnTo>
                      <a:pt x="30" y="5183"/>
                    </a:lnTo>
                    <a:lnTo>
                      <a:pt x="88" y="5651"/>
                    </a:lnTo>
                    <a:lnTo>
                      <a:pt x="205" y="6120"/>
                    </a:lnTo>
                    <a:lnTo>
                      <a:pt x="381" y="6530"/>
                    </a:lnTo>
                    <a:lnTo>
                      <a:pt x="557" y="6940"/>
                    </a:lnTo>
                    <a:lnTo>
                      <a:pt x="820" y="7350"/>
                    </a:lnTo>
                    <a:lnTo>
                      <a:pt x="1084" y="7701"/>
                    </a:lnTo>
                    <a:lnTo>
                      <a:pt x="1376" y="8023"/>
                    </a:lnTo>
                    <a:lnTo>
                      <a:pt x="1728" y="8345"/>
                    </a:lnTo>
                    <a:lnTo>
                      <a:pt x="2079" y="8608"/>
                    </a:lnTo>
                    <a:lnTo>
                      <a:pt x="2460" y="8843"/>
                    </a:lnTo>
                    <a:lnTo>
                      <a:pt x="2870" y="9048"/>
                    </a:lnTo>
                    <a:lnTo>
                      <a:pt x="3309" y="9194"/>
                    </a:lnTo>
                    <a:lnTo>
                      <a:pt x="3748" y="9311"/>
                    </a:lnTo>
                    <a:lnTo>
                      <a:pt x="4216" y="9399"/>
                    </a:lnTo>
                    <a:lnTo>
                      <a:pt x="5183" y="9399"/>
                    </a:lnTo>
                    <a:lnTo>
                      <a:pt x="5651" y="9311"/>
                    </a:lnTo>
                    <a:lnTo>
                      <a:pt x="6090" y="9194"/>
                    </a:lnTo>
                    <a:lnTo>
                      <a:pt x="6529" y="9048"/>
                    </a:lnTo>
                    <a:lnTo>
                      <a:pt x="6939" y="8843"/>
                    </a:lnTo>
                    <a:lnTo>
                      <a:pt x="7320" y="8608"/>
                    </a:lnTo>
                    <a:lnTo>
                      <a:pt x="7700" y="8345"/>
                    </a:lnTo>
                    <a:lnTo>
                      <a:pt x="8022" y="8023"/>
                    </a:lnTo>
                    <a:lnTo>
                      <a:pt x="8345" y="7701"/>
                    </a:lnTo>
                    <a:lnTo>
                      <a:pt x="8608" y="7350"/>
                    </a:lnTo>
                    <a:lnTo>
                      <a:pt x="8842" y="6940"/>
                    </a:lnTo>
                    <a:lnTo>
                      <a:pt x="9047" y="6530"/>
                    </a:lnTo>
                    <a:lnTo>
                      <a:pt x="9194" y="6120"/>
                    </a:lnTo>
                    <a:lnTo>
                      <a:pt x="9311" y="5651"/>
                    </a:lnTo>
                    <a:lnTo>
                      <a:pt x="9369" y="5183"/>
                    </a:lnTo>
                    <a:lnTo>
                      <a:pt x="9399" y="4715"/>
                    </a:lnTo>
                    <a:lnTo>
                      <a:pt x="9369" y="4217"/>
                    </a:lnTo>
                    <a:lnTo>
                      <a:pt x="9311" y="3778"/>
                    </a:lnTo>
                    <a:lnTo>
                      <a:pt x="9194" y="3309"/>
                    </a:lnTo>
                    <a:lnTo>
                      <a:pt x="9047" y="2870"/>
                    </a:lnTo>
                    <a:lnTo>
                      <a:pt x="8842" y="2460"/>
                    </a:lnTo>
                    <a:lnTo>
                      <a:pt x="8608" y="2080"/>
                    </a:lnTo>
                    <a:lnTo>
                      <a:pt x="8345" y="1728"/>
                    </a:lnTo>
                    <a:lnTo>
                      <a:pt x="8022" y="1377"/>
                    </a:lnTo>
                    <a:lnTo>
                      <a:pt x="7700" y="1084"/>
                    </a:lnTo>
                    <a:lnTo>
                      <a:pt x="7320" y="821"/>
                    </a:lnTo>
                    <a:lnTo>
                      <a:pt x="6939" y="586"/>
                    </a:lnTo>
                    <a:lnTo>
                      <a:pt x="6529" y="381"/>
                    </a:lnTo>
                    <a:lnTo>
                      <a:pt x="6090" y="235"/>
                    </a:lnTo>
                    <a:lnTo>
                      <a:pt x="5651" y="118"/>
                    </a:lnTo>
                    <a:lnTo>
                      <a:pt x="5183" y="30"/>
                    </a:lnTo>
                    <a:lnTo>
                      <a:pt x="471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49"/>
              <p:cNvSpPr/>
              <p:nvPr/>
            </p:nvSpPr>
            <p:spPr>
              <a:xfrm>
                <a:off x="5023560" y="4439711"/>
                <a:ext cx="96116" cy="114094"/>
              </a:xfrm>
              <a:custGeom>
                <a:rect b="b" l="l" r="r" t="t"/>
                <a:pathLst>
                  <a:path extrusionOk="0" h="7057" w="5945">
                    <a:moveTo>
                      <a:pt x="2694" y="0"/>
                    </a:moveTo>
                    <a:lnTo>
                      <a:pt x="2372" y="59"/>
                    </a:lnTo>
                    <a:lnTo>
                      <a:pt x="2109" y="147"/>
                    </a:lnTo>
                    <a:lnTo>
                      <a:pt x="1816" y="264"/>
                    </a:lnTo>
                    <a:lnTo>
                      <a:pt x="1582" y="410"/>
                    </a:lnTo>
                    <a:lnTo>
                      <a:pt x="1318" y="586"/>
                    </a:lnTo>
                    <a:lnTo>
                      <a:pt x="1084" y="791"/>
                    </a:lnTo>
                    <a:lnTo>
                      <a:pt x="879" y="1025"/>
                    </a:lnTo>
                    <a:lnTo>
                      <a:pt x="704" y="1289"/>
                    </a:lnTo>
                    <a:lnTo>
                      <a:pt x="528" y="1552"/>
                    </a:lnTo>
                    <a:lnTo>
                      <a:pt x="382" y="1845"/>
                    </a:lnTo>
                    <a:lnTo>
                      <a:pt x="235" y="2138"/>
                    </a:lnTo>
                    <a:lnTo>
                      <a:pt x="147" y="2460"/>
                    </a:lnTo>
                    <a:lnTo>
                      <a:pt x="59" y="2811"/>
                    </a:lnTo>
                    <a:lnTo>
                      <a:pt x="30" y="3162"/>
                    </a:lnTo>
                    <a:lnTo>
                      <a:pt x="1" y="3514"/>
                    </a:lnTo>
                    <a:lnTo>
                      <a:pt x="30" y="3894"/>
                    </a:lnTo>
                    <a:lnTo>
                      <a:pt x="59" y="4246"/>
                    </a:lnTo>
                    <a:lnTo>
                      <a:pt x="147" y="4568"/>
                    </a:lnTo>
                    <a:lnTo>
                      <a:pt x="235" y="4890"/>
                    </a:lnTo>
                    <a:lnTo>
                      <a:pt x="382" y="5212"/>
                    </a:lnTo>
                    <a:lnTo>
                      <a:pt x="528" y="5505"/>
                    </a:lnTo>
                    <a:lnTo>
                      <a:pt x="704" y="5768"/>
                    </a:lnTo>
                    <a:lnTo>
                      <a:pt x="879" y="6002"/>
                    </a:lnTo>
                    <a:lnTo>
                      <a:pt x="1084" y="6236"/>
                    </a:lnTo>
                    <a:lnTo>
                      <a:pt x="1318" y="6441"/>
                    </a:lnTo>
                    <a:lnTo>
                      <a:pt x="1582" y="6617"/>
                    </a:lnTo>
                    <a:lnTo>
                      <a:pt x="1816" y="6763"/>
                    </a:lnTo>
                    <a:lnTo>
                      <a:pt x="2109" y="6881"/>
                    </a:lnTo>
                    <a:lnTo>
                      <a:pt x="2372" y="6968"/>
                    </a:lnTo>
                    <a:lnTo>
                      <a:pt x="2694" y="7027"/>
                    </a:lnTo>
                    <a:lnTo>
                      <a:pt x="2987" y="7056"/>
                    </a:lnTo>
                    <a:lnTo>
                      <a:pt x="3280" y="7027"/>
                    </a:lnTo>
                    <a:lnTo>
                      <a:pt x="3573" y="6968"/>
                    </a:lnTo>
                    <a:lnTo>
                      <a:pt x="3866" y="6881"/>
                    </a:lnTo>
                    <a:lnTo>
                      <a:pt x="4129" y="6763"/>
                    </a:lnTo>
                    <a:lnTo>
                      <a:pt x="4393" y="6617"/>
                    </a:lnTo>
                    <a:lnTo>
                      <a:pt x="4656" y="6441"/>
                    </a:lnTo>
                    <a:lnTo>
                      <a:pt x="4861" y="6236"/>
                    </a:lnTo>
                    <a:lnTo>
                      <a:pt x="5095" y="6002"/>
                    </a:lnTo>
                    <a:lnTo>
                      <a:pt x="5271" y="5768"/>
                    </a:lnTo>
                    <a:lnTo>
                      <a:pt x="5447" y="5505"/>
                    </a:lnTo>
                    <a:lnTo>
                      <a:pt x="5593" y="5212"/>
                    </a:lnTo>
                    <a:lnTo>
                      <a:pt x="5710" y="4890"/>
                    </a:lnTo>
                    <a:lnTo>
                      <a:pt x="5827" y="4568"/>
                    </a:lnTo>
                    <a:lnTo>
                      <a:pt x="5886" y="4246"/>
                    </a:lnTo>
                    <a:lnTo>
                      <a:pt x="5944" y="3894"/>
                    </a:lnTo>
                    <a:lnTo>
                      <a:pt x="5944" y="3514"/>
                    </a:lnTo>
                    <a:lnTo>
                      <a:pt x="5944" y="3162"/>
                    </a:lnTo>
                    <a:lnTo>
                      <a:pt x="5886" y="2811"/>
                    </a:lnTo>
                    <a:lnTo>
                      <a:pt x="5827" y="2460"/>
                    </a:lnTo>
                    <a:lnTo>
                      <a:pt x="5710" y="2138"/>
                    </a:lnTo>
                    <a:lnTo>
                      <a:pt x="5593" y="1845"/>
                    </a:lnTo>
                    <a:lnTo>
                      <a:pt x="5447" y="1552"/>
                    </a:lnTo>
                    <a:lnTo>
                      <a:pt x="5271" y="1289"/>
                    </a:lnTo>
                    <a:lnTo>
                      <a:pt x="5095" y="1025"/>
                    </a:lnTo>
                    <a:lnTo>
                      <a:pt x="4861" y="791"/>
                    </a:lnTo>
                    <a:lnTo>
                      <a:pt x="4656" y="586"/>
                    </a:lnTo>
                    <a:lnTo>
                      <a:pt x="4393" y="410"/>
                    </a:lnTo>
                    <a:lnTo>
                      <a:pt x="4129" y="264"/>
                    </a:lnTo>
                    <a:lnTo>
                      <a:pt x="3866" y="147"/>
                    </a:lnTo>
                    <a:lnTo>
                      <a:pt x="3573" y="59"/>
                    </a:lnTo>
                    <a:lnTo>
                      <a:pt x="32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49"/>
              <p:cNvSpPr/>
              <p:nvPr/>
            </p:nvSpPr>
            <p:spPr>
              <a:xfrm>
                <a:off x="5079888" y="4476152"/>
                <a:ext cx="101791" cy="48308"/>
              </a:xfrm>
              <a:custGeom>
                <a:rect b="b" l="l" r="r" t="t"/>
                <a:pathLst>
                  <a:path extrusionOk="0" h="2988" w="6296">
                    <a:moveTo>
                      <a:pt x="3163" y="1"/>
                    </a:moveTo>
                    <a:lnTo>
                      <a:pt x="2519" y="30"/>
                    </a:lnTo>
                    <a:lnTo>
                      <a:pt x="1933" y="118"/>
                    </a:lnTo>
                    <a:lnTo>
                      <a:pt x="1377" y="264"/>
                    </a:lnTo>
                    <a:lnTo>
                      <a:pt x="938" y="440"/>
                    </a:lnTo>
                    <a:lnTo>
                      <a:pt x="733" y="557"/>
                    </a:lnTo>
                    <a:lnTo>
                      <a:pt x="528" y="674"/>
                    </a:lnTo>
                    <a:lnTo>
                      <a:pt x="382" y="791"/>
                    </a:lnTo>
                    <a:lnTo>
                      <a:pt x="235" y="908"/>
                    </a:lnTo>
                    <a:lnTo>
                      <a:pt x="147" y="1055"/>
                    </a:lnTo>
                    <a:lnTo>
                      <a:pt x="59" y="1201"/>
                    </a:lnTo>
                    <a:lnTo>
                      <a:pt x="30" y="1347"/>
                    </a:lnTo>
                    <a:lnTo>
                      <a:pt x="1" y="1494"/>
                    </a:lnTo>
                    <a:lnTo>
                      <a:pt x="30" y="1640"/>
                    </a:lnTo>
                    <a:lnTo>
                      <a:pt x="59" y="1787"/>
                    </a:lnTo>
                    <a:lnTo>
                      <a:pt x="147" y="1933"/>
                    </a:lnTo>
                    <a:lnTo>
                      <a:pt x="235" y="2079"/>
                    </a:lnTo>
                    <a:lnTo>
                      <a:pt x="382" y="2197"/>
                    </a:lnTo>
                    <a:lnTo>
                      <a:pt x="528" y="2314"/>
                    </a:lnTo>
                    <a:lnTo>
                      <a:pt x="733" y="2431"/>
                    </a:lnTo>
                    <a:lnTo>
                      <a:pt x="938" y="2548"/>
                    </a:lnTo>
                    <a:lnTo>
                      <a:pt x="1377" y="2724"/>
                    </a:lnTo>
                    <a:lnTo>
                      <a:pt x="1933" y="2870"/>
                    </a:lnTo>
                    <a:lnTo>
                      <a:pt x="2519" y="2958"/>
                    </a:lnTo>
                    <a:lnTo>
                      <a:pt x="3163" y="2987"/>
                    </a:lnTo>
                    <a:lnTo>
                      <a:pt x="3778" y="2958"/>
                    </a:lnTo>
                    <a:lnTo>
                      <a:pt x="4393" y="2870"/>
                    </a:lnTo>
                    <a:lnTo>
                      <a:pt x="4920" y="2724"/>
                    </a:lnTo>
                    <a:lnTo>
                      <a:pt x="5388" y="2548"/>
                    </a:lnTo>
                    <a:lnTo>
                      <a:pt x="5593" y="2431"/>
                    </a:lnTo>
                    <a:lnTo>
                      <a:pt x="5769" y="2314"/>
                    </a:lnTo>
                    <a:lnTo>
                      <a:pt x="5915" y="2197"/>
                    </a:lnTo>
                    <a:lnTo>
                      <a:pt x="6061" y="2079"/>
                    </a:lnTo>
                    <a:lnTo>
                      <a:pt x="6149" y="1933"/>
                    </a:lnTo>
                    <a:lnTo>
                      <a:pt x="6237" y="1787"/>
                    </a:lnTo>
                    <a:lnTo>
                      <a:pt x="6296" y="1640"/>
                    </a:lnTo>
                    <a:lnTo>
                      <a:pt x="6296" y="1494"/>
                    </a:lnTo>
                    <a:lnTo>
                      <a:pt x="6296" y="1347"/>
                    </a:lnTo>
                    <a:lnTo>
                      <a:pt x="6237" y="1201"/>
                    </a:lnTo>
                    <a:lnTo>
                      <a:pt x="6149" y="1055"/>
                    </a:lnTo>
                    <a:lnTo>
                      <a:pt x="6061" y="908"/>
                    </a:lnTo>
                    <a:lnTo>
                      <a:pt x="5915" y="791"/>
                    </a:lnTo>
                    <a:lnTo>
                      <a:pt x="5769" y="674"/>
                    </a:lnTo>
                    <a:lnTo>
                      <a:pt x="5593" y="557"/>
                    </a:lnTo>
                    <a:lnTo>
                      <a:pt x="5388" y="440"/>
                    </a:lnTo>
                    <a:lnTo>
                      <a:pt x="4920" y="264"/>
                    </a:lnTo>
                    <a:lnTo>
                      <a:pt x="4393" y="118"/>
                    </a:lnTo>
                    <a:lnTo>
                      <a:pt x="3778" y="30"/>
                    </a:lnTo>
                    <a:lnTo>
                      <a:pt x="31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49"/>
              <p:cNvSpPr/>
              <p:nvPr/>
            </p:nvSpPr>
            <p:spPr>
              <a:xfrm>
                <a:off x="5883170" y="4525851"/>
                <a:ext cx="149113" cy="115048"/>
              </a:xfrm>
              <a:custGeom>
                <a:rect b="b" l="l" r="r" t="t"/>
                <a:pathLst>
                  <a:path extrusionOk="0" h="7116" w="9223">
                    <a:moveTo>
                      <a:pt x="4099" y="1"/>
                    </a:moveTo>
                    <a:lnTo>
                      <a:pt x="3660" y="89"/>
                    </a:lnTo>
                    <a:lnTo>
                      <a:pt x="3250" y="206"/>
                    </a:lnTo>
                    <a:lnTo>
                      <a:pt x="2840" y="323"/>
                    </a:lnTo>
                    <a:lnTo>
                      <a:pt x="2459" y="469"/>
                    </a:lnTo>
                    <a:lnTo>
                      <a:pt x="2108" y="645"/>
                    </a:lnTo>
                    <a:lnTo>
                      <a:pt x="1786" y="821"/>
                    </a:lnTo>
                    <a:lnTo>
                      <a:pt x="1464" y="1026"/>
                    </a:lnTo>
                    <a:lnTo>
                      <a:pt x="1171" y="1260"/>
                    </a:lnTo>
                    <a:lnTo>
                      <a:pt x="908" y="1494"/>
                    </a:lnTo>
                    <a:lnTo>
                      <a:pt x="674" y="1758"/>
                    </a:lnTo>
                    <a:lnTo>
                      <a:pt x="498" y="2021"/>
                    </a:lnTo>
                    <a:lnTo>
                      <a:pt x="322" y="2285"/>
                    </a:lnTo>
                    <a:lnTo>
                      <a:pt x="176" y="2577"/>
                    </a:lnTo>
                    <a:lnTo>
                      <a:pt x="88" y="2899"/>
                    </a:lnTo>
                    <a:lnTo>
                      <a:pt x="29" y="3192"/>
                    </a:lnTo>
                    <a:lnTo>
                      <a:pt x="0" y="3514"/>
                    </a:lnTo>
                    <a:lnTo>
                      <a:pt x="29" y="3895"/>
                    </a:lnTo>
                    <a:lnTo>
                      <a:pt x="117" y="4246"/>
                    </a:lnTo>
                    <a:lnTo>
                      <a:pt x="234" y="4597"/>
                    </a:lnTo>
                    <a:lnTo>
                      <a:pt x="410" y="4920"/>
                    </a:lnTo>
                    <a:lnTo>
                      <a:pt x="644" y="5242"/>
                    </a:lnTo>
                    <a:lnTo>
                      <a:pt x="908" y="5534"/>
                    </a:lnTo>
                    <a:lnTo>
                      <a:pt x="1201" y="5798"/>
                    </a:lnTo>
                    <a:lnTo>
                      <a:pt x="1552" y="6061"/>
                    </a:lnTo>
                    <a:lnTo>
                      <a:pt x="1932" y="6296"/>
                    </a:lnTo>
                    <a:lnTo>
                      <a:pt x="2342" y="6501"/>
                    </a:lnTo>
                    <a:lnTo>
                      <a:pt x="2752" y="6676"/>
                    </a:lnTo>
                    <a:lnTo>
                      <a:pt x="3221" y="6823"/>
                    </a:lnTo>
                    <a:lnTo>
                      <a:pt x="3718" y="6940"/>
                    </a:lnTo>
                    <a:lnTo>
                      <a:pt x="4216" y="7028"/>
                    </a:lnTo>
                    <a:lnTo>
                      <a:pt x="4743" y="7086"/>
                    </a:lnTo>
                    <a:lnTo>
                      <a:pt x="5270" y="7115"/>
                    </a:lnTo>
                    <a:lnTo>
                      <a:pt x="5856" y="7086"/>
                    </a:lnTo>
                    <a:lnTo>
                      <a:pt x="6412" y="7028"/>
                    </a:lnTo>
                    <a:lnTo>
                      <a:pt x="6968" y="6940"/>
                    </a:lnTo>
                    <a:lnTo>
                      <a:pt x="7466" y="6793"/>
                    </a:lnTo>
                    <a:lnTo>
                      <a:pt x="7964" y="6618"/>
                    </a:lnTo>
                    <a:lnTo>
                      <a:pt x="8432" y="6383"/>
                    </a:lnTo>
                    <a:lnTo>
                      <a:pt x="8842" y="6149"/>
                    </a:lnTo>
                    <a:lnTo>
                      <a:pt x="9223" y="5886"/>
                    </a:lnTo>
                    <a:lnTo>
                      <a:pt x="9018" y="5417"/>
                    </a:lnTo>
                    <a:lnTo>
                      <a:pt x="8813" y="4978"/>
                    </a:lnTo>
                    <a:lnTo>
                      <a:pt x="8549" y="4539"/>
                    </a:lnTo>
                    <a:lnTo>
                      <a:pt x="8315" y="4100"/>
                    </a:lnTo>
                    <a:lnTo>
                      <a:pt x="8022" y="3690"/>
                    </a:lnTo>
                    <a:lnTo>
                      <a:pt x="7759" y="3280"/>
                    </a:lnTo>
                    <a:lnTo>
                      <a:pt x="7437" y="2899"/>
                    </a:lnTo>
                    <a:lnTo>
                      <a:pt x="7115" y="2519"/>
                    </a:lnTo>
                    <a:lnTo>
                      <a:pt x="6793" y="2167"/>
                    </a:lnTo>
                    <a:lnTo>
                      <a:pt x="6441" y="1816"/>
                    </a:lnTo>
                    <a:lnTo>
                      <a:pt x="6090" y="1465"/>
                    </a:lnTo>
                    <a:lnTo>
                      <a:pt x="5709" y="1143"/>
                    </a:lnTo>
                    <a:lnTo>
                      <a:pt x="5329" y="850"/>
                    </a:lnTo>
                    <a:lnTo>
                      <a:pt x="4919" y="557"/>
                    </a:lnTo>
                    <a:lnTo>
                      <a:pt x="4509" y="264"/>
                    </a:lnTo>
                    <a:lnTo>
                      <a:pt x="409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49"/>
              <p:cNvSpPr/>
              <p:nvPr/>
            </p:nvSpPr>
            <p:spPr>
              <a:xfrm>
                <a:off x="4867366" y="4671181"/>
                <a:ext cx="95631" cy="105574"/>
              </a:xfrm>
              <a:custGeom>
                <a:rect b="b" l="l" r="r" t="t"/>
                <a:pathLst>
                  <a:path extrusionOk="0" h="6530" w="5915">
                    <a:moveTo>
                      <a:pt x="2957" y="0"/>
                    </a:moveTo>
                    <a:lnTo>
                      <a:pt x="2665" y="29"/>
                    </a:lnTo>
                    <a:lnTo>
                      <a:pt x="2372" y="59"/>
                    </a:lnTo>
                    <a:lnTo>
                      <a:pt x="2079" y="146"/>
                    </a:lnTo>
                    <a:lnTo>
                      <a:pt x="1815" y="264"/>
                    </a:lnTo>
                    <a:lnTo>
                      <a:pt x="1552" y="410"/>
                    </a:lnTo>
                    <a:lnTo>
                      <a:pt x="1318" y="556"/>
                    </a:lnTo>
                    <a:lnTo>
                      <a:pt x="1084" y="761"/>
                    </a:lnTo>
                    <a:lnTo>
                      <a:pt x="879" y="966"/>
                    </a:lnTo>
                    <a:lnTo>
                      <a:pt x="674" y="1200"/>
                    </a:lnTo>
                    <a:lnTo>
                      <a:pt x="527" y="1435"/>
                    </a:lnTo>
                    <a:lnTo>
                      <a:pt x="381" y="1698"/>
                    </a:lnTo>
                    <a:lnTo>
                      <a:pt x="234" y="1991"/>
                    </a:lnTo>
                    <a:lnTo>
                      <a:pt x="147" y="2284"/>
                    </a:lnTo>
                    <a:lnTo>
                      <a:pt x="88" y="2606"/>
                    </a:lnTo>
                    <a:lnTo>
                      <a:pt x="30" y="2928"/>
                    </a:lnTo>
                    <a:lnTo>
                      <a:pt x="0" y="3250"/>
                    </a:lnTo>
                    <a:lnTo>
                      <a:pt x="30" y="3601"/>
                    </a:lnTo>
                    <a:lnTo>
                      <a:pt x="88" y="3923"/>
                    </a:lnTo>
                    <a:lnTo>
                      <a:pt x="147" y="4245"/>
                    </a:lnTo>
                    <a:lnTo>
                      <a:pt x="234" y="4538"/>
                    </a:lnTo>
                    <a:lnTo>
                      <a:pt x="381" y="4831"/>
                    </a:lnTo>
                    <a:lnTo>
                      <a:pt x="527" y="5094"/>
                    </a:lnTo>
                    <a:lnTo>
                      <a:pt x="674" y="5329"/>
                    </a:lnTo>
                    <a:lnTo>
                      <a:pt x="879" y="5563"/>
                    </a:lnTo>
                    <a:lnTo>
                      <a:pt x="1084" y="5768"/>
                    </a:lnTo>
                    <a:lnTo>
                      <a:pt x="1318" y="5973"/>
                    </a:lnTo>
                    <a:lnTo>
                      <a:pt x="1552" y="6119"/>
                    </a:lnTo>
                    <a:lnTo>
                      <a:pt x="1815" y="6266"/>
                    </a:lnTo>
                    <a:lnTo>
                      <a:pt x="2079" y="6383"/>
                    </a:lnTo>
                    <a:lnTo>
                      <a:pt x="2372" y="6441"/>
                    </a:lnTo>
                    <a:lnTo>
                      <a:pt x="2665" y="6500"/>
                    </a:lnTo>
                    <a:lnTo>
                      <a:pt x="2957" y="6529"/>
                    </a:lnTo>
                    <a:lnTo>
                      <a:pt x="3250" y="6500"/>
                    </a:lnTo>
                    <a:lnTo>
                      <a:pt x="3543" y="6441"/>
                    </a:lnTo>
                    <a:lnTo>
                      <a:pt x="3836" y="6383"/>
                    </a:lnTo>
                    <a:lnTo>
                      <a:pt x="4099" y="6266"/>
                    </a:lnTo>
                    <a:lnTo>
                      <a:pt x="4363" y="6119"/>
                    </a:lnTo>
                    <a:lnTo>
                      <a:pt x="4597" y="5973"/>
                    </a:lnTo>
                    <a:lnTo>
                      <a:pt x="4831" y="5768"/>
                    </a:lnTo>
                    <a:lnTo>
                      <a:pt x="5036" y="5563"/>
                    </a:lnTo>
                    <a:lnTo>
                      <a:pt x="5241" y="5329"/>
                    </a:lnTo>
                    <a:lnTo>
                      <a:pt x="5387" y="5094"/>
                    </a:lnTo>
                    <a:lnTo>
                      <a:pt x="5534" y="4831"/>
                    </a:lnTo>
                    <a:lnTo>
                      <a:pt x="5680" y="4538"/>
                    </a:lnTo>
                    <a:lnTo>
                      <a:pt x="5768" y="4245"/>
                    </a:lnTo>
                    <a:lnTo>
                      <a:pt x="5856" y="3923"/>
                    </a:lnTo>
                    <a:lnTo>
                      <a:pt x="5885" y="3601"/>
                    </a:lnTo>
                    <a:lnTo>
                      <a:pt x="5914" y="3250"/>
                    </a:lnTo>
                    <a:lnTo>
                      <a:pt x="5885" y="2928"/>
                    </a:lnTo>
                    <a:lnTo>
                      <a:pt x="5856" y="2606"/>
                    </a:lnTo>
                    <a:lnTo>
                      <a:pt x="5768" y="2284"/>
                    </a:lnTo>
                    <a:lnTo>
                      <a:pt x="5680" y="1991"/>
                    </a:lnTo>
                    <a:lnTo>
                      <a:pt x="5534" y="1698"/>
                    </a:lnTo>
                    <a:lnTo>
                      <a:pt x="5387" y="1435"/>
                    </a:lnTo>
                    <a:lnTo>
                      <a:pt x="5241" y="1200"/>
                    </a:lnTo>
                    <a:lnTo>
                      <a:pt x="5036" y="966"/>
                    </a:lnTo>
                    <a:lnTo>
                      <a:pt x="4831" y="761"/>
                    </a:lnTo>
                    <a:lnTo>
                      <a:pt x="4597" y="556"/>
                    </a:lnTo>
                    <a:lnTo>
                      <a:pt x="4363" y="410"/>
                    </a:lnTo>
                    <a:lnTo>
                      <a:pt x="4099" y="264"/>
                    </a:lnTo>
                    <a:lnTo>
                      <a:pt x="3836" y="146"/>
                    </a:lnTo>
                    <a:lnTo>
                      <a:pt x="3543" y="59"/>
                    </a:lnTo>
                    <a:lnTo>
                      <a:pt x="3250" y="29"/>
                    </a:lnTo>
                    <a:lnTo>
                      <a:pt x="29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49"/>
              <p:cNvSpPr/>
              <p:nvPr/>
            </p:nvSpPr>
            <p:spPr>
              <a:xfrm>
                <a:off x="4676606" y="4157119"/>
                <a:ext cx="565183" cy="179411"/>
              </a:xfrm>
              <a:custGeom>
                <a:rect b="b" l="l" r="r" t="t"/>
                <a:pathLst>
                  <a:path extrusionOk="0" h="11097" w="34958">
                    <a:moveTo>
                      <a:pt x="293" y="1"/>
                    </a:moveTo>
                    <a:lnTo>
                      <a:pt x="176" y="498"/>
                    </a:lnTo>
                    <a:lnTo>
                      <a:pt x="88" y="967"/>
                    </a:lnTo>
                    <a:lnTo>
                      <a:pt x="30" y="1464"/>
                    </a:lnTo>
                    <a:lnTo>
                      <a:pt x="0" y="1933"/>
                    </a:lnTo>
                    <a:lnTo>
                      <a:pt x="0" y="2401"/>
                    </a:lnTo>
                    <a:lnTo>
                      <a:pt x="30" y="2870"/>
                    </a:lnTo>
                    <a:lnTo>
                      <a:pt x="88" y="3309"/>
                    </a:lnTo>
                    <a:lnTo>
                      <a:pt x="205" y="3748"/>
                    </a:lnTo>
                    <a:lnTo>
                      <a:pt x="322" y="4158"/>
                    </a:lnTo>
                    <a:lnTo>
                      <a:pt x="469" y="4568"/>
                    </a:lnTo>
                    <a:lnTo>
                      <a:pt x="644" y="4949"/>
                    </a:lnTo>
                    <a:lnTo>
                      <a:pt x="849" y="5329"/>
                    </a:lnTo>
                    <a:lnTo>
                      <a:pt x="1054" y="5651"/>
                    </a:lnTo>
                    <a:lnTo>
                      <a:pt x="1318" y="5973"/>
                    </a:lnTo>
                    <a:lnTo>
                      <a:pt x="1611" y="6295"/>
                    </a:lnTo>
                    <a:lnTo>
                      <a:pt x="1903" y="6559"/>
                    </a:lnTo>
                    <a:lnTo>
                      <a:pt x="2255" y="6793"/>
                    </a:lnTo>
                    <a:lnTo>
                      <a:pt x="2577" y="6998"/>
                    </a:lnTo>
                    <a:lnTo>
                      <a:pt x="2928" y="7174"/>
                    </a:lnTo>
                    <a:lnTo>
                      <a:pt x="3250" y="7320"/>
                    </a:lnTo>
                    <a:lnTo>
                      <a:pt x="3602" y="7408"/>
                    </a:lnTo>
                    <a:lnTo>
                      <a:pt x="3894" y="7496"/>
                    </a:lnTo>
                    <a:lnTo>
                      <a:pt x="4451" y="7584"/>
                    </a:lnTo>
                    <a:lnTo>
                      <a:pt x="5505" y="7964"/>
                    </a:lnTo>
                    <a:lnTo>
                      <a:pt x="6559" y="8345"/>
                    </a:lnTo>
                    <a:lnTo>
                      <a:pt x="7671" y="8696"/>
                    </a:lnTo>
                    <a:lnTo>
                      <a:pt x="8813" y="9047"/>
                    </a:lnTo>
                    <a:lnTo>
                      <a:pt x="9984" y="9369"/>
                    </a:lnTo>
                    <a:lnTo>
                      <a:pt x="11184" y="9691"/>
                    </a:lnTo>
                    <a:lnTo>
                      <a:pt x="12414" y="9955"/>
                    </a:lnTo>
                    <a:lnTo>
                      <a:pt x="13702" y="10218"/>
                    </a:lnTo>
                    <a:lnTo>
                      <a:pt x="15313" y="10511"/>
                    </a:lnTo>
                    <a:lnTo>
                      <a:pt x="16894" y="10716"/>
                    </a:lnTo>
                    <a:lnTo>
                      <a:pt x="18445" y="10892"/>
                    </a:lnTo>
                    <a:lnTo>
                      <a:pt x="19968" y="11009"/>
                    </a:lnTo>
                    <a:lnTo>
                      <a:pt x="21461" y="11068"/>
                    </a:lnTo>
                    <a:lnTo>
                      <a:pt x="22896" y="11097"/>
                    </a:lnTo>
                    <a:lnTo>
                      <a:pt x="24301" y="11068"/>
                    </a:lnTo>
                    <a:lnTo>
                      <a:pt x="25648" y="11009"/>
                    </a:lnTo>
                    <a:lnTo>
                      <a:pt x="26994" y="10921"/>
                    </a:lnTo>
                    <a:lnTo>
                      <a:pt x="28253" y="10804"/>
                    </a:lnTo>
                    <a:lnTo>
                      <a:pt x="29483" y="10658"/>
                    </a:lnTo>
                    <a:lnTo>
                      <a:pt x="30683" y="10482"/>
                    </a:lnTo>
                    <a:lnTo>
                      <a:pt x="31825" y="10277"/>
                    </a:lnTo>
                    <a:lnTo>
                      <a:pt x="32908" y="10072"/>
                    </a:lnTo>
                    <a:lnTo>
                      <a:pt x="33962" y="9838"/>
                    </a:lnTo>
                    <a:lnTo>
                      <a:pt x="34958" y="9604"/>
                    </a:lnTo>
                    <a:lnTo>
                      <a:pt x="34870" y="6412"/>
                    </a:lnTo>
                    <a:lnTo>
                      <a:pt x="34285" y="6442"/>
                    </a:lnTo>
                    <a:lnTo>
                      <a:pt x="33494" y="6442"/>
                    </a:lnTo>
                    <a:lnTo>
                      <a:pt x="32528" y="6412"/>
                    </a:lnTo>
                    <a:lnTo>
                      <a:pt x="31445" y="6325"/>
                    </a:lnTo>
                    <a:lnTo>
                      <a:pt x="30742" y="6266"/>
                    </a:lnTo>
                    <a:lnTo>
                      <a:pt x="30069" y="6178"/>
                    </a:lnTo>
                    <a:lnTo>
                      <a:pt x="29424" y="6061"/>
                    </a:lnTo>
                    <a:lnTo>
                      <a:pt x="28810" y="5915"/>
                    </a:lnTo>
                    <a:lnTo>
                      <a:pt x="28195" y="5768"/>
                    </a:lnTo>
                    <a:lnTo>
                      <a:pt x="27609" y="5622"/>
                    </a:lnTo>
                    <a:lnTo>
                      <a:pt x="26438" y="5271"/>
                    </a:lnTo>
                    <a:lnTo>
                      <a:pt x="25355" y="4890"/>
                    </a:lnTo>
                    <a:lnTo>
                      <a:pt x="24272" y="4451"/>
                    </a:lnTo>
                    <a:lnTo>
                      <a:pt x="23218" y="4012"/>
                    </a:lnTo>
                    <a:lnTo>
                      <a:pt x="22193" y="3543"/>
                    </a:lnTo>
                    <a:lnTo>
                      <a:pt x="20085" y="2636"/>
                    </a:lnTo>
                    <a:lnTo>
                      <a:pt x="19002" y="2167"/>
                    </a:lnTo>
                    <a:lnTo>
                      <a:pt x="17860" y="1757"/>
                    </a:lnTo>
                    <a:lnTo>
                      <a:pt x="16689" y="1377"/>
                    </a:lnTo>
                    <a:lnTo>
                      <a:pt x="15459" y="1025"/>
                    </a:lnTo>
                    <a:lnTo>
                      <a:pt x="14815" y="850"/>
                    </a:lnTo>
                    <a:lnTo>
                      <a:pt x="14141" y="703"/>
                    </a:lnTo>
                    <a:lnTo>
                      <a:pt x="13439" y="586"/>
                    </a:lnTo>
                    <a:lnTo>
                      <a:pt x="12736" y="469"/>
                    </a:lnTo>
                    <a:lnTo>
                      <a:pt x="11916" y="381"/>
                    </a:lnTo>
                    <a:lnTo>
                      <a:pt x="10862" y="264"/>
                    </a:lnTo>
                    <a:lnTo>
                      <a:pt x="10072" y="235"/>
                    </a:lnTo>
                    <a:lnTo>
                      <a:pt x="9369" y="206"/>
                    </a:lnTo>
                    <a:lnTo>
                      <a:pt x="8198" y="235"/>
                    </a:lnTo>
                    <a:lnTo>
                      <a:pt x="293" y="1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49"/>
              <p:cNvSpPr/>
              <p:nvPr/>
            </p:nvSpPr>
            <p:spPr>
              <a:xfrm>
                <a:off x="5213852" y="4239961"/>
                <a:ext cx="274088" cy="89002"/>
              </a:xfrm>
              <a:custGeom>
                <a:rect b="b" l="l" r="r" t="t"/>
                <a:pathLst>
                  <a:path extrusionOk="0" h="5505" w="16953">
                    <a:moveTo>
                      <a:pt x="13205" y="0"/>
                    </a:moveTo>
                    <a:lnTo>
                      <a:pt x="12356" y="29"/>
                    </a:lnTo>
                    <a:lnTo>
                      <a:pt x="10570" y="117"/>
                    </a:lnTo>
                    <a:lnTo>
                      <a:pt x="8930" y="234"/>
                    </a:lnTo>
                    <a:lnTo>
                      <a:pt x="6617" y="410"/>
                    </a:lnTo>
                    <a:lnTo>
                      <a:pt x="4626" y="644"/>
                    </a:lnTo>
                    <a:lnTo>
                      <a:pt x="2840" y="879"/>
                    </a:lnTo>
                    <a:lnTo>
                      <a:pt x="1289" y="1083"/>
                    </a:lnTo>
                    <a:lnTo>
                      <a:pt x="1" y="1318"/>
                    </a:lnTo>
                    <a:lnTo>
                      <a:pt x="30" y="2020"/>
                    </a:lnTo>
                    <a:lnTo>
                      <a:pt x="118" y="2606"/>
                    </a:lnTo>
                    <a:lnTo>
                      <a:pt x="235" y="3133"/>
                    </a:lnTo>
                    <a:lnTo>
                      <a:pt x="381" y="3572"/>
                    </a:lnTo>
                    <a:lnTo>
                      <a:pt x="557" y="3923"/>
                    </a:lnTo>
                    <a:lnTo>
                      <a:pt x="732" y="4216"/>
                    </a:lnTo>
                    <a:lnTo>
                      <a:pt x="937" y="4450"/>
                    </a:lnTo>
                    <a:lnTo>
                      <a:pt x="1113" y="4626"/>
                    </a:lnTo>
                    <a:lnTo>
                      <a:pt x="1318" y="4802"/>
                    </a:lnTo>
                    <a:lnTo>
                      <a:pt x="1552" y="4977"/>
                    </a:lnTo>
                    <a:lnTo>
                      <a:pt x="1786" y="5094"/>
                    </a:lnTo>
                    <a:lnTo>
                      <a:pt x="2050" y="5212"/>
                    </a:lnTo>
                    <a:lnTo>
                      <a:pt x="2313" y="5299"/>
                    </a:lnTo>
                    <a:lnTo>
                      <a:pt x="2606" y="5387"/>
                    </a:lnTo>
                    <a:lnTo>
                      <a:pt x="2899" y="5446"/>
                    </a:lnTo>
                    <a:lnTo>
                      <a:pt x="3192" y="5475"/>
                    </a:lnTo>
                    <a:lnTo>
                      <a:pt x="3514" y="5504"/>
                    </a:lnTo>
                    <a:lnTo>
                      <a:pt x="3865" y="5504"/>
                    </a:lnTo>
                    <a:lnTo>
                      <a:pt x="4539" y="5446"/>
                    </a:lnTo>
                    <a:lnTo>
                      <a:pt x="5300" y="5329"/>
                    </a:lnTo>
                    <a:lnTo>
                      <a:pt x="6061" y="5182"/>
                    </a:lnTo>
                    <a:lnTo>
                      <a:pt x="6881" y="4977"/>
                    </a:lnTo>
                    <a:lnTo>
                      <a:pt x="7701" y="4714"/>
                    </a:lnTo>
                    <a:lnTo>
                      <a:pt x="8550" y="4421"/>
                    </a:lnTo>
                    <a:lnTo>
                      <a:pt x="9428" y="4128"/>
                    </a:lnTo>
                    <a:lnTo>
                      <a:pt x="11243" y="3426"/>
                    </a:lnTo>
                    <a:lnTo>
                      <a:pt x="13088" y="2664"/>
                    </a:lnTo>
                    <a:lnTo>
                      <a:pt x="14610" y="2050"/>
                    </a:lnTo>
                    <a:lnTo>
                      <a:pt x="15283" y="1757"/>
                    </a:lnTo>
                    <a:lnTo>
                      <a:pt x="15840" y="1464"/>
                    </a:lnTo>
                    <a:lnTo>
                      <a:pt x="16337" y="1201"/>
                    </a:lnTo>
                    <a:lnTo>
                      <a:pt x="16689" y="966"/>
                    </a:lnTo>
                    <a:lnTo>
                      <a:pt x="16806" y="849"/>
                    </a:lnTo>
                    <a:lnTo>
                      <a:pt x="16894" y="732"/>
                    </a:lnTo>
                    <a:lnTo>
                      <a:pt x="16923" y="644"/>
                    </a:lnTo>
                    <a:lnTo>
                      <a:pt x="16952" y="527"/>
                    </a:lnTo>
                    <a:lnTo>
                      <a:pt x="16894" y="439"/>
                    </a:lnTo>
                    <a:lnTo>
                      <a:pt x="16806" y="352"/>
                    </a:lnTo>
                    <a:lnTo>
                      <a:pt x="16689" y="293"/>
                    </a:lnTo>
                    <a:lnTo>
                      <a:pt x="16513" y="205"/>
                    </a:lnTo>
                    <a:lnTo>
                      <a:pt x="16045" y="117"/>
                    </a:lnTo>
                    <a:lnTo>
                      <a:pt x="15488" y="29"/>
                    </a:lnTo>
                    <a:lnTo>
                      <a:pt x="14786" y="0"/>
                    </a:lnTo>
                    <a:close/>
                  </a:path>
                </a:pathLst>
              </a:custGeom>
              <a:solidFill>
                <a:srgbClr val="774C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49"/>
              <p:cNvSpPr/>
              <p:nvPr/>
            </p:nvSpPr>
            <p:spPr>
              <a:xfrm>
                <a:off x="4852217" y="4161387"/>
                <a:ext cx="41664" cy="23200"/>
              </a:xfrm>
              <a:custGeom>
                <a:rect b="b" l="l" r="r" t="t"/>
                <a:pathLst>
                  <a:path extrusionOk="0" h="1435" w="2577">
                    <a:moveTo>
                      <a:pt x="2284" y="0"/>
                    </a:moveTo>
                    <a:lnTo>
                      <a:pt x="2196" y="29"/>
                    </a:lnTo>
                    <a:lnTo>
                      <a:pt x="147" y="937"/>
                    </a:lnTo>
                    <a:lnTo>
                      <a:pt x="59" y="996"/>
                    </a:lnTo>
                    <a:lnTo>
                      <a:pt x="30" y="1083"/>
                    </a:lnTo>
                    <a:lnTo>
                      <a:pt x="0" y="1171"/>
                    </a:lnTo>
                    <a:lnTo>
                      <a:pt x="30" y="1288"/>
                    </a:lnTo>
                    <a:lnTo>
                      <a:pt x="59" y="1347"/>
                    </a:lnTo>
                    <a:lnTo>
                      <a:pt x="117" y="1405"/>
                    </a:lnTo>
                    <a:lnTo>
                      <a:pt x="205" y="1435"/>
                    </a:lnTo>
                    <a:lnTo>
                      <a:pt x="381" y="1435"/>
                    </a:lnTo>
                    <a:lnTo>
                      <a:pt x="2401" y="527"/>
                    </a:lnTo>
                    <a:lnTo>
                      <a:pt x="2489" y="469"/>
                    </a:lnTo>
                    <a:lnTo>
                      <a:pt x="2548" y="381"/>
                    </a:lnTo>
                    <a:lnTo>
                      <a:pt x="2577" y="264"/>
                    </a:lnTo>
                    <a:lnTo>
                      <a:pt x="2548" y="176"/>
                    </a:lnTo>
                    <a:lnTo>
                      <a:pt x="2489" y="88"/>
                    </a:lnTo>
                    <a:lnTo>
                      <a:pt x="2401" y="29"/>
                    </a:lnTo>
                    <a:lnTo>
                      <a:pt x="2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49"/>
              <p:cNvSpPr/>
              <p:nvPr/>
            </p:nvSpPr>
            <p:spPr>
              <a:xfrm>
                <a:off x="4933636" y="4001862"/>
                <a:ext cx="102728" cy="126866"/>
              </a:xfrm>
              <a:custGeom>
                <a:rect b="b" l="l" r="r" t="t"/>
                <a:pathLst>
                  <a:path extrusionOk="0" h="7847" w="6354">
                    <a:moveTo>
                      <a:pt x="6061" y="1"/>
                    </a:moveTo>
                    <a:lnTo>
                      <a:pt x="5944" y="30"/>
                    </a:lnTo>
                    <a:lnTo>
                      <a:pt x="5856" y="88"/>
                    </a:lnTo>
                    <a:lnTo>
                      <a:pt x="59" y="7408"/>
                    </a:lnTo>
                    <a:lnTo>
                      <a:pt x="0" y="7496"/>
                    </a:lnTo>
                    <a:lnTo>
                      <a:pt x="0" y="7613"/>
                    </a:lnTo>
                    <a:lnTo>
                      <a:pt x="29" y="7701"/>
                    </a:lnTo>
                    <a:lnTo>
                      <a:pt x="88" y="7788"/>
                    </a:lnTo>
                    <a:lnTo>
                      <a:pt x="176" y="7818"/>
                    </a:lnTo>
                    <a:lnTo>
                      <a:pt x="264" y="7847"/>
                    </a:lnTo>
                    <a:lnTo>
                      <a:pt x="381" y="7818"/>
                    </a:lnTo>
                    <a:lnTo>
                      <a:pt x="469" y="7730"/>
                    </a:lnTo>
                    <a:lnTo>
                      <a:pt x="6295" y="440"/>
                    </a:lnTo>
                    <a:lnTo>
                      <a:pt x="6324" y="352"/>
                    </a:lnTo>
                    <a:lnTo>
                      <a:pt x="6353" y="235"/>
                    </a:lnTo>
                    <a:lnTo>
                      <a:pt x="6324" y="147"/>
                    </a:lnTo>
                    <a:lnTo>
                      <a:pt x="6236" y="59"/>
                    </a:lnTo>
                    <a:lnTo>
                      <a:pt x="61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49"/>
              <p:cNvSpPr/>
              <p:nvPr/>
            </p:nvSpPr>
            <p:spPr>
              <a:xfrm>
                <a:off x="5615727" y="4205395"/>
                <a:ext cx="17994" cy="27000"/>
              </a:xfrm>
              <a:custGeom>
                <a:rect b="b" l="l" r="r" t="t"/>
                <a:pathLst>
                  <a:path extrusionOk="0" h="1670" w="1113">
                    <a:moveTo>
                      <a:pt x="761" y="1"/>
                    </a:moveTo>
                    <a:lnTo>
                      <a:pt x="674" y="59"/>
                    </a:lnTo>
                    <a:lnTo>
                      <a:pt x="586" y="147"/>
                    </a:lnTo>
                    <a:lnTo>
                      <a:pt x="30" y="1289"/>
                    </a:lnTo>
                    <a:lnTo>
                      <a:pt x="0" y="1377"/>
                    </a:lnTo>
                    <a:lnTo>
                      <a:pt x="30" y="1494"/>
                    </a:lnTo>
                    <a:lnTo>
                      <a:pt x="88" y="1582"/>
                    </a:lnTo>
                    <a:lnTo>
                      <a:pt x="147" y="1640"/>
                    </a:lnTo>
                    <a:lnTo>
                      <a:pt x="264" y="1670"/>
                    </a:lnTo>
                    <a:lnTo>
                      <a:pt x="352" y="1670"/>
                    </a:lnTo>
                    <a:lnTo>
                      <a:pt x="410" y="1640"/>
                    </a:lnTo>
                    <a:lnTo>
                      <a:pt x="469" y="1582"/>
                    </a:lnTo>
                    <a:lnTo>
                      <a:pt x="527" y="1523"/>
                    </a:lnTo>
                    <a:lnTo>
                      <a:pt x="1084" y="382"/>
                    </a:lnTo>
                    <a:lnTo>
                      <a:pt x="1113" y="294"/>
                    </a:lnTo>
                    <a:lnTo>
                      <a:pt x="1084" y="177"/>
                    </a:lnTo>
                    <a:lnTo>
                      <a:pt x="1025" y="89"/>
                    </a:lnTo>
                    <a:lnTo>
                      <a:pt x="966" y="30"/>
                    </a:lnTo>
                    <a:lnTo>
                      <a:pt x="8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49"/>
              <p:cNvSpPr/>
              <p:nvPr/>
            </p:nvSpPr>
            <p:spPr>
              <a:xfrm>
                <a:off x="5475134" y="3952632"/>
                <a:ext cx="19902" cy="89002"/>
              </a:xfrm>
              <a:custGeom>
                <a:rect b="b" l="l" r="r" t="t"/>
                <a:pathLst>
                  <a:path extrusionOk="0" h="5505" w="1231">
                    <a:moveTo>
                      <a:pt x="908" y="1"/>
                    </a:moveTo>
                    <a:lnTo>
                      <a:pt x="791" y="59"/>
                    </a:lnTo>
                    <a:lnTo>
                      <a:pt x="733" y="147"/>
                    </a:lnTo>
                    <a:lnTo>
                      <a:pt x="703" y="235"/>
                    </a:lnTo>
                    <a:lnTo>
                      <a:pt x="1" y="5212"/>
                    </a:lnTo>
                    <a:lnTo>
                      <a:pt x="30" y="5300"/>
                    </a:lnTo>
                    <a:lnTo>
                      <a:pt x="59" y="5388"/>
                    </a:lnTo>
                    <a:lnTo>
                      <a:pt x="147" y="5476"/>
                    </a:lnTo>
                    <a:lnTo>
                      <a:pt x="294" y="5505"/>
                    </a:lnTo>
                    <a:lnTo>
                      <a:pt x="381" y="5476"/>
                    </a:lnTo>
                    <a:lnTo>
                      <a:pt x="469" y="5446"/>
                    </a:lnTo>
                    <a:lnTo>
                      <a:pt x="528" y="5358"/>
                    </a:lnTo>
                    <a:lnTo>
                      <a:pt x="557" y="5271"/>
                    </a:lnTo>
                    <a:lnTo>
                      <a:pt x="1230" y="323"/>
                    </a:lnTo>
                    <a:lnTo>
                      <a:pt x="1230" y="206"/>
                    </a:lnTo>
                    <a:lnTo>
                      <a:pt x="1172" y="118"/>
                    </a:lnTo>
                    <a:lnTo>
                      <a:pt x="1084" y="59"/>
                    </a:lnTo>
                    <a:lnTo>
                      <a:pt x="9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3" name="Google Shape;1793;p49"/>
            <p:cNvGrpSpPr/>
            <p:nvPr/>
          </p:nvGrpSpPr>
          <p:grpSpPr>
            <a:xfrm>
              <a:off x="5670333" y="2383027"/>
              <a:ext cx="912154" cy="2584003"/>
              <a:chOff x="5969779" y="2383027"/>
              <a:chExt cx="912154" cy="2584003"/>
            </a:xfrm>
          </p:grpSpPr>
          <p:sp>
            <p:nvSpPr>
              <p:cNvPr id="1794" name="Google Shape;1794;p49"/>
              <p:cNvSpPr/>
              <p:nvPr/>
            </p:nvSpPr>
            <p:spPr>
              <a:xfrm>
                <a:off x="5993448" y="3165938"/>
                <a:ext cx="266990" cy="506027"/>
              </a:xfrm>
              <a:custGeom>
                <a:rect b="b" l="l" r="r" t="t"/>
                <a:pathLst>
                  <a:path extrusionOk="0" h="31299" w="16514">
                    <a:moveTo>
                      <a:pt x="8579" y="0"/>
                    </a:moveTo>
                    <a:lnTo>
                      <a:pt x="8081" y="59"/>
                    </a:lnTo>
                    <a:lnTo>
                      <a:pt x="7584" y="117"/>
                    </a:lnTo>
                    <a:lnTo>
                      <a:pt x="7115" y="205"/>
                    </a:lnTo>
                    <a:lnTo>
                      <a:pt x="6647" y="322"/>
                    </a:lnTo>
                    <a:lnTo>
                      <a:pt x="6178" y="469"/>
                    </a:lnTo>
                    <a:lnTo>
                      <a:pt x="5739" y="644"/>
                    </a:lnTo>
                    <a:lnTo>
                      <a:pt x="5300" y="820"/>
                    </a:lnTo>
                    <a:lnTo>
                      <a:pt x="4627" y="2430"/>
                    </a:lnTo>
                    <a:lnTo>
                      <a:pt x="4012" y="4070"/>
                    </a:lnTo>
                    <a:lnTo>
                      <a:pt x="3456" y="5768"/>
                    </a:lnTo>
                    <a:lnTo>
                      <a:pt x="2899" y="7554"/>
                    </a:lnTo>
                    <a:lnTo>
                      <a:pt x="2724" y="8052"/>
                    </a:lnTo>
                    <a:lnTo>
                      <a:pt x="2548" y="8579"/>
                    </a:lnTo>
                    <a:lnTo>
                      <a:pt x="1992" y="10745"/>
                    </a:lnTo>
                    <a:lnTo>
                      <a:pt x="1494" y="12824"/>
                    </a:lnTo>
                    <a:lnTo>
                      <a:pt x="1201" y="14346"/>
                    </a:lnTo>
                    <a:lnTo>
                      <a:pt x="938" y="15839"/>
                    </a:lnTo>
                    <a:lnTo>
                      <a:pt x="703" y="17303"/>
                    </a:lnTo>
                    <a:lnTo>
                      <a:pt x="528" y="18767"/>
                    </a:lnTo>
                    <a:lnTo>
                      <a:pt x="381" y="19997"/>
                    </a:lnTo>
                    <a:lnTo>
                      <a:pt x="294" y="21227"/>
                    </a:lnTo>
                    <a:lnTo>
                      <a:pt x="176" y="22749"/>
                    </a:lnTo>
                    <a:lnTo>
                      <a:pt x="89" y="24271"/>
                    </a:lnTo>
                    <a:lnTo>
                      <a:pt x="30" y="25735"/>
                    </a:lnTo>
                    <a:lnTo>
                      <a:pt x="1" y="27170"/>
                    </a:lnTo>
                    <a:lnTo>
                      <a:pt x="9194" y="31298"/>
                    </a:lnTo>
                    <a:lnTo>
                      <a:pt x="11126" y="24154"/>
                    </a:lnTo>
                    <a:lnTo>
                      <a:pt x="13029" y="17011"/>
                    </a:lnTo>
                    <a:lnTo>
                      <a:pt x="16513" y="4041"/>
                    </a:lnTo>
                    <a:lnTo>
                      <a:pt x="16162" y="3484"/>
                    </a:lnTo>
                    <a:lnTo>
                      <a:pt x="15869" y="3074"/>
                    </a:lnTo>
                    <a:lnTo>
                      <a:pt x="15489" y="2635"/>
                    </a:lnTo>
                    <a:lnTo>
                      <a:pt x="15020" y="2167"/>
                    </a:lnTo>
                    <a:lnTo>
                      <a:pt x="14757" y="1933"/>
                    </a:lnTo>
                    <a:lnTo>
                      <a:pt x="14435" y="1669"/>
                    </a:lnTo>
                    <a:lnTo>
                      <a:pt x="14113" y="1435"/>
                    </a:lnTo>
                    <a:lnTo>
                      <a:pt x="13761" y="1230"/>
                    </a:lnTo>
                    <a:lnTo>
                      <a:pt x="13351" y="996"/>
                    </a:lnTo>
                    <a:lnTo>
                      <a:pt x="12942" y="791"/>
                    </a:lnTo>
                    <a:lnTo>
                      <a:pt x="12473" y="615"/>
                    </a:lnTo>
                    <a:lnTo>
                      <a:pt x="12005" y="439"/>
                    </a:lnTo>
                    <a:lnTo>
                      <a:pt x="11536" y="293"/>
                    </a:lnTo>
                    <a:lnTo>
                      <a:pt x="11039" y="176"/>
                    </a:lnTo>
                    <a:lnTo>
                      <a:pt x="10541" y="117"/>
                    </a:lnTo>
                    <a:lnTo>
                      <a:pt x="10043" y="29"/>
                    </a:lnTo>
                    <a:lnTo>
                      <a:pt x="9545" y="0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49"/>
              <p:cNvSpPr/>
              <p:nvPr/>
            </p:nvSpPr>
            <p:spPr>
              <a:xfrm>
                <a:off x="5998185" y="3469354"/>
                <a:ext cx="169953" cy="39772"/>
              </a:xfrm>
              <a:custGeom>
                <a:rect b="b" l="l" r="r" t="t"/>
                <a:pathLst>
                  <a:path extrusionOk="0" h="2460" w="10512">
                    <a:moveTo>
                      <a:pt x="235" y="0"/>
                    </a:moveTo>
                    <a:lnTo>
                      <a:pt x="88" y="1230"/>
                    </a:lnTo>
                    <a:lnTo>
                      <a:pt x="1" y="2460"/>
                    </a:lnTo>
                    <a:lnTo>
                      <a:pt x="1" y="2460"/>
                    </a:lnTo>
                    <a:lnTo>
                      <a:pt x="5241" y="1493"/>
                    </a:lnTo>
                    <a:lnTo>
                      <a:pt x="10511" y="556"/>
                    </a:lnTo>
                    <a:lnTo>
                      <a:pt x="5388" y="264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49"/>
              <p:cNvSpPr/>
              <p:nvPr/>
            </p:nvSpPr>
            <p:spPr>
              <a:xfrm>
                <a:off x="5984928" y="3102982"/>
                <a:ext cx="249481" cy="382943"/>
              </a:xfrm>
              <a:custGeom>
                <a:rect b="b" l="l" r="r" t="t"/>
                <a:pathLst>
                  <a:path extrusionOk="0" h="23686" w="15431">
                    <a:moveTo>
                      <a:pt x="15430" y="0"/>
                    </a:moveTo>
                    <a:lnTo>
                      <a:pt x="14552" y="147"/>
                    </a:lnTo>
                    <a:lnTo>
                      <a:pt x="13586" y="352"/>
                    </a:lnTo>
                    <a:lnTo>
                      <a:pt x="12532" y="644"/>
                    </a:lnTo>
                    <a:lnTo>
                      <a:pt x="11975" y="849"/>
                    </a:lnTo>
                    <a:lnTo>
                      <a:pt x="11419" y="1054"/>
                    </a:lnTo>
                    <a:lnTo>
                      <a:pt x="10834" y="1259"/>
                    </a:lnTo>
                    <a:lnTo>
                      <a:pt x="10277" y="1523"/>
                    </a:lnTo>
                    <a:lnTo>
                      <a:pt x="9692" y="1816"/>
                    </a:lnTo>
                    <a:lnTo>
                      <a:pt x="9077" y="2138"/>
                    </a:lnTo>
                    <a:lnTo>
                      <a:pt x="8491" y="2489"/>
                    </a:lnTo>
                    <a:lnTo>
                      <a:pt x="7906" y="2870"/>
                    </a:lnTo>
                    <a:lnTo>
                      <a:pt x="7320" y="3279"/>
                    </a:lnTo>
                    <a:lnTo>
                      <a:pt x="6705" y="3748"/>
                    </a:lnTo>
                    <a:lnTo>
                      <a:pt x="5944" y="4421"/>
                    </a:lnTo>
                    <a:lnTo>
                      <a:pt x="5242" y="5095"/>
                    </a:lnTo>
                    <a:lnTo>
                      <a:pt x="4597" y="5827"/>
                    </a:lnTo>
                    <a:lnTo>
                      <a:pt x="4012" y="6558"/>
                    </a:lnTo>
                    <a:lnTo>
                      <a:pt x="3456" y="7320"/>
                    </a:lnTo>
                    <a:lnTo>
                      <a:pt x="2987" y="8081"/>
                    </a:lnTo>
                    <a:lnTo>
                      <a:pt x="2519" y="8871"/>
                    </a:lnTo>
                    <a:lnTo>
                      <a:pt x="2138" y="9662"/>
                    </a:lnTo>
                    <a:lnTo>
                      <a:pt x="1757" y="10482"/>
                    </a:lnTo>
                    <a:lnTo>
                      <a:pt x="1465" y="11272"/>
                    </a:lnTo>
                    <a:lnTo>
                      <a:pt x="1172" y="12092"/>
                    </a:lnTo>
                    <a:lnTo>
                      <a:pt x="938" y="12882"/>
                    </a:lnTo>
                    <a:lnTo>
                      <a:pt x="733" y="13673"/>
                    </a:lnTo>
                    <a:lnTo>
                      <a:pt x="557" y="14463"/>
                    </a:lnTo>
                    <a:lnTo>
                      <a:pt x="411" y="15254"/>
                    </a:lnTo>
                    <a:lnTo>
                      <a:pt x="264" y="16015"/>
                    </a:lnTo>
                    <a:lnTo>
                      <a:pt x="177" y="16776"/>
                    </a:lnTo>
                    <a:lnTo>
                      <a:pt x="118" y="17479"/>
                    </a:lnTo>
                    <a:lnTo>
                      <a:pt x="59" y="18182"/>
                    </a:lnTo>
                    <a:lnTo>
                      <a:pt x="30" y="18855"/>
                    </a:lnTo>
                    <a:lnTo>
                      <a:pt x="1" y="20114"/>
                    </a:lnTo>
                    <a:lnTo>
                      <a:pt x="30" y="21227"/>
                    </a:lnTo>
                    <a:lnTo>
                      <a:pt x="89" y="22163"/>
                    </a:lnTo>
                    <a:lnTo>
                      <a:pt x="177" y="22895"/>
                    </a:lnTo>
                    <a:lnTo>
                      <a:pt x="264" y="23686"/>
                    </a:lnTo>
                    <a:lnTo>
                      <a:pt x="11624" y="23686"/>
                    </a:lnTo>
                    <a:lnTo>
                      <a:pt x="11624" y="12326"/>
                    </a:lnTo>
                    <a:lnTo>
                      <a:pt x="154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49"/>
              <p:cNvSpPr/>
              <p:nvPr/>
            </p:nvSpPr>
            <p:spPr>
              <a:xfrm>
                <a:off x="6274149" y="2470590"/>
                <a:ext cx="366388" cy="688267"/>
              </a:xfrm>
              <a:custGeom>
                <a:rect b="b" l="l" r="r" t="t"/>
                <a:pathLst>
                  <a:path extrusionOk="0" h="42571" w="22662">
                    <a:moveTo>
                      <a:pt x="8169" y="0"/>
                    </a:moveTo>
                    <a:lnTo>
                      <a:pt x="7554" y="59"/>
                    </a:lnTo>
                    <a:lnTo>
                      <a:pt x="6969" y="147"/>
                    </a:lnTo>
                    <a:lnTo>
                      <a:pt x="6354" y="293"/>
                    </a:lnTo>
                    <a:lnTo>
                      <a:pt x="5739" y="498"/>
                    </a:lnTo>
                    <a:lnTo>
                      <a:pt x="5153" y="732"/>
                    </a:lnTo>
                    <a:lnTo>
                      <a:pt x="4568" y="996"/>
                    </a:lnTo>
                    <a:lnTo>
                      <a:pt x="3982" y="1318"/>
                    </a:lnTo>
                    <a:lnTo>
                      <a:pt x="3426" y="1669"/>
                    </a:lnTo>
                    <a:lnTo>
                      <a:pt x="2899" y="2079"/>
                    </a:lnTo>
                    <a:lnTo>
                      <a:pt x="2401" y="2518"/>
                    </a:lnTo>
                    <a:lnTo>
                      <a:pt x="1933" y="2987"/>
                    </a:lnTo>
                    <a:lnTo>
                      <a:pt x="1494" y="3514"/>
                    </a:lnTo>
                    <a:lnTo>
                      <a:pt x="1084" y="4041"/>
                    </a:lnTo>
                    <a:lnTo>
                      <a:pt x="732" y="4626"/>
                    </a:lnTo>
                    <a:lnTo>
                      <a:pt x="527" y="5036"/>
                    </a:lnTo>
                    <a:lnTo>
                      <a:pt x="352" y="5475"/>
                    </a:lnTo>
                    <a:lnTo>
                      <a:pt x="205" y="5914"/>
                    </a:lnTo>
                    <a:lnTo>
                      <a:pt x="118" y="6324"/>
                    </a:lnTo>
                    <a:lnTo>
                      <a:pt x="30" y="6793"/>
                    </a:lnTo>
                    <a:lnTo>
                      <a:pt x="0" y="7232"/>
                    </a:lnTo>
                    <a:lnTo>
                      <a:pt x="0" y="7700"/>
                    </a:lnTo>
                    <a:lnTo>
                      <a:pt x="59" y="8169"/>
                    </a:lnTo>
                    <a:lnTo>
                      <a:pt x="118" y="8667"/>
                    </a:lnTo>
                    <a:lnTo>
                      <a:pt x="235" y="9194"/>
                    </a:lnTo>
                    <a:lnTo>
                      <a:pt x="352" y="9721"/>
                    </a:lnTo>
                    <a:lnTo>
                      <a:pt x="527" y="10277"/>
                    </a:lnTo>
                    <a:lnTo>
                      <a:pt x="703" y="10862"/>
                    </a:lnTo>
                    <a:lnTo>
                      <a:pt x="937" y="11477"/>
                    </a:lnTo>
                    <a:lnTo>
                      <a:pt x="1464" y="12795"/>
                    </a:lnTo>
                    <a:lnTo>
                      <a:pt x="2108" y="14288"/>
                    </a:lnTo>
                    <a:lnTo>
                      <a:pt x="2870" y="15927"/>
                    </a:lnTo>
                    <a:lnTo>
                      <a:pt x="4626" y="19792"/>
                    </a:lnTo>
                    <a:lnTo>
                      <a:pt x="5622" y="22046"/>
                    </a:lnTo>
                    <a:lnTo>
                      <a:pt x="6734" y="24535"/>
                    </a:lnTo>
                    <a:lnTo>
                      <a:pt x="7876" y="27287"/>
                    </a:lnTo>
                    <a:lnTo>
                      <a:pt x="9106" y="30332"/>
                    </a:lnTo>
                    <a:lnTo>
                      <a:pt x="9633" y="31767"/>
                    </a:lnTo>
                    <a:lnTo>
                      <a:pt x="10131" y="33113"/>
                    </a:lnTo>
                    <a:lnTo>
                      <a:pt x="10980" y="35485"/>
                    </a:lnTo>
                    <a:lnTo>
                      <a:pt x="11682" y="37534"/>
                    </a:lnTo>
                    <a:lnTo>
                      <a:pt x="12004" y="38413"/>
                    </a:lnTo>
                    <a:lnTo>
                      <a:pt x="12326" y="39203"/>
                    </a:lnTo>
                    <a:lnTo>
                      <a:pt x="12619" y="39935"/>
                    </a:lnTo>
                    <a:lnTo>
                      <a:pt x="12912" y="40550"/>
                    </a:lnTo>
                    <a:lnTo>
                      <a:pt x="13234" y="41077"/>
                    </a:lnTo>
                    <a:lnTo>
                      <a:pt x="13556" y="41545"/>
                    </a:lnTo>
                    <a:lnTo>
                      <a:pt x="13732" y="41721"/>
                    </a:lnTo>
                    <a:lnTo>
                      <a:pt x="13907" y="41897"/>
                    </a:lnTo>
                    <a:lnTo>
                      <a:pt x="14112" y="42072"/>
                    </a:lnTo>
                    <a:lnTo>
                      <a:pt x="14288" y="42189"/>
                    </a:lnTo>
                    <a:lnTo>
                      <a:pt x="14493" y="42307"/>
                    </a:lnTo>
                    <a:lnTo>
                      <a:pt x="14727" y="42394"/>
                    </a:lnTo>
                    <a:lnTo>
                      <a:pt x="14961" y="42453"/>
                    </a:lnTo>
                    <a:lnTo>
                      <a:pt x="15196" y="42511"/>
                    </a:lnTo>
                    <a:lnTo>
                      <a:pt x="15459" y="42541"/>
                    </a:lnTo>
                    <a:lnTo>
                      <a:pt x="15752" y="42570"/>
                    </a:lnTo>
                    <a:lnTo>
                      <a:pt x="16045" y="42541"/>
                    </a:lnTo>
                    <a:lnTo>
                      <a:pt x="16337" y="42511"/>
                    </a:lnTo>
                    <a:lnTo>
                      <a:pt x="16630" y="42453"/>
                    </a:lnTo>
                    <a:lnTo>
                      <a:pt x="16923" y="42365"/>
                    </a:lnTo>
                    <a:lnTo>
                      <a:pt x="17245" y="42248"/>
                    </a:lnTo>
                    <a:lnTo>
                      <a:pt x="17538" y="42131"/>
                    </a:lnTo>
                    <a:lnTo>
                      <a:pt x="18153" y="41838"/>
                    </a:lnTo>
                    <a:lnTo>
                      <a:pt x="18738" y="41458"/>
                    </a:lnTo>
                    <a:lnTo>
                      <a:pt x="19324" y="41018"/>
                    </a:lnTo>
                    <a:lnTo>
                      <a:pt x="19880" y="40521"/>
                    </a:lnTo>
                    <a:lnTo>
                      <a:pt x="20407" y="39964"/>
                    </a:lnTo>
                    <a:lnTo>
                      <a:pt x="20905" y="39379"/>
                    </a:lnTo>
                    <a:lnTo>
                      <a:pt x="21344" y="38735"/>
                    </a:lnTo>
                    <a:lnTo>
                      <a:pt x="21725" y="38061"/>
                    </a:lnTo>
                    <a:lnTo>
                      <a:pt x="21900" y="37710"/>
                    </a:lnTo>
                    <a:lnTo>
                      <a:pt x="22076" y="37329"/>
                    </a:lnTo>
                    <a:lnTo>
                      <a:pt x="22193" y="36978"/>
                    </a:lnTo>
                    <a:lnTo>
                      <a:pt x="22339" y="36627"/>
                    </a:lnTo>
                    <a:lnTo>
                      <a:pt x="22427" y="36246"/>
                    </a:lnTo>
                    <a:lnTo>
                      <a:pt x="22515" y="35865"/>
                    </a:lnTo>
                    <a:lnTo>
                      <a:pt x="22574" y="35485"/>
                    </a:lnTo>
                    <a:lnTo>
                      <a:pt x="22632" y="35104"/>
                    </a:lnTo>
                    <a:lnTo>
                      <a:pt x="22632" y="34782"/>
                    </a:lnTo>
                    <a:lnTo>
                      <a:pt x="22661" y="34314"/>
                    </a:lnTo>
                    <a:lnTo>
                      <a:pt x="22632" y="33728"/>
                    </a:lnTo>
                    <a:lnTo>
                      <a:pt x="22574" y="33084"/>
                    </a:lnTo>
                    <a:lnTo>
                      <a:pt x="22486" y="32733"/>
                    </a:lnTo>
                    <a:lnTo>
                      <a:pt x="22427" y="32352"/>
                    </a:lnTo>
                    <a:lnTo>
                      <a:pt x="22310" y="32001"/>
                    </a:lnTo>
                    <a:lnTo>
                      <a:pt x="22164" y="31649"/>
                    </a:lnTo>
                    <a:lnTo>
                      <a:pt x="21988" y="31298"/>
                    </a:lnTo>
                    <a:lnTo>
                      <a:pt x="21812" y="30976"/>
                    </a:lnTo>
                    <a:lnTo>
                      <a:pt x="21549" y="30625"/>
                    </a:lnTo>
                    <a:lnTo>
                      <a:pt x="21285" y="30332"/>
                    </a:lnTo>
                    <a:lnTo>
                      <a:pt x="20934" y="30039"/>
                    </a:lnTo>
                    <a:lnTo>
                      <a:pt x="20583" y="29805"/>
                    </a:lnTo>
                    <a:lnTo>
                      <a:pt x="20231" y="29600"/>
                    </a:lnTo>
                    <a:lnTo>
                      <a:pt x="19909" y="29424"/>
                    </a:lnTo>
                    <a:lnTo>
                      <a:pt x="19587" y="29249"/>
                    </a:lnTo>
                    <a:lnTo>
                      <a:pt x="19294" y="29044"/>
                    </a:lnTo>
                    <a:lnTo>
                      <a:pt x="19031" y="28751"/>
                    </a:lnTo>
                    <a:lnTo>
                      <a:pt x="18914" y="28605"/>
                    </a:lnTo>
                    <a:lnTo>
                      <a:pt x="18767" y="28400"/>
                    </a:lnTo>
                    <a:lnTo>
                      <a:pt x="18680" y="28224"/>
                    </a:lnTo>
                    <a:lnTo>
                      <a:pt x="18592" y="28048"/>
                    </a:lnTo>
                    <a:lnTo>
                      <a:pt x="18533" y="27873"/>
                    </a:lnTo>
                    <a:lnTo>
                      <a:pt x="18504" y="27697"/>
                    </a:lnTo>
                    <a:lnTo>
                      <a:pt x="18475" y="27316"/>
                    </a:lnTo>
                    <a:lnTo>
                      <a:pt x="18475" y="26965"/>
                    </a:lnTo>
                    <a:lnTo>
                      <a:pt x="18563" y="26087"/>
                    </a:lnTo>
                    <a:lnTo>
                      <a:pt x="18592" y="25560"/>
                    </a:lnTo>
                    <a:lnTo>
                      <a:pt x="18592" y="24916"/>
                    </a:lnTo>
                    <a:lnTo>
                      <a:pt x="18563" y="24418"/>
                    </a:lnTo>
                    <a:lnTo>
                      <a:pt x="18504" y="23979"/>
                    </a:lnTo>
                    <a:lnTo>
                      <a:pt x="18416" y="23540"/>
                    </a:lnTo>
                    <a:lnTo>
                      <a:pt x="18328" y="23159"/>
                    </a:lnTo>
                    <a:lnTo>
                      <a:pt x="18211" y="22808"/>
                    </a:lnTo>
                    <a:lnTo>
                      <a:pt x="18094" y="22486"/>
                    </a:lnTo>
                    <a:lnTo>
                      <a:pt x="17831" y="21871"/>
                    </a:lnTo>
                    <a:lnTo>
                      <a:pt x="17538" y="21256"/>
                    </a:lnTo>
                    <a:lnTo>
                      <a:pt x="17304" y="20612"/>
                    </a:lnTo>
                    <a:lnTo>
                      <a:pt x="17186" y="20231"/>
                    </a:lnTo>
                    <a:lnTo>
                      <a:pt x="17099" y="19851"/>
                    </a:lnTo>
                    <a:lnTo>
                      <a:pt x="17040" y="19411"/>
                    </a:lnTo>
                    <a:lnTo>
                      <a:pt x="16982" y="18943"/>
                    </a:lnTo>
                    <a:lnTo>
                      <a:pt x="16982" y="18299"/>
                    </a:lnTo>
                    <a:lnTo>
                      <a:pt x="17011" y="17713"/>
                    </a:lnTo>
                    <a:lnTo>
                      <a:pt x="17099" y="17157"/>
                    </a:lnTo>
                    <a:lnTo>
                      <a:pt x="17216" y="16659"/>
                    </a:lnTo>
                    <a:lnTo>
                      <a:pt x="17333" y="16191"/>
                    </a:lnTo>
                    <a:lnTo>
                      <a:pt x="17450" y="15752"/>
                    </a:lnTo>
                    <a:lnTo>
                      <a:pt x="17713" y="14932"/>
                    </a:lnTo>
                    <a:lnTo>
                      <a:pt x="17831" y="14434"/>
                    </a:lnTo>
                    <a:lnTo>
                      <a:pt x="17889" y="13907"/>
                    </a:lnTo>
                    <a:lnTo>
                      <a:pt x="17948" y="13351"/>
                    </a:lnTo>
                    <a:lnTo>
                      <a:pt x="17948" y="12795"/>
                    </a:lnTo>
                    <a:lnTo>
                      <a:pt x="17948" y="12238"/>
                    </a:lnTo>
                    <a:lnTo>
                      <a:pt x="17918" y="11653"/>
                    </a:lnTo>
                    <a:lnTo>
                      <a:pt x="17831" y="11067"/>
                    </a:lnTo>
                    <a:lnTo>
                      <a:pt x="17743" y="10482"/>
                    </a:lnTo>
                    <a:lnTo>
                      <a:pt x="17626" y="9896"/>
                    </a:lnTo>
                    <a:lnTo>
                      <a:pt x="17479" y="9311"/>
                    </a:lnTo>
                    <a:lnTo>
                      <a:pt x="17304" y="8696"/>
                    </a:lnTo>
                    <a:lnTo>
                      <a:pt x="17099" y="8110"/>
                    </a:lnTo>
                    <a:lnTo>
                      <a:pt x="16894" y="7525"/>
                    </a:lnTo>
                    <a:lnTo>
                      <a:pt x="16659" y="6939"/>
                    </a:lnTo>
                    <a:lnTo>
                      <a:pt x="16396" y="6383"/>
                    </a:lnTo>
                    <a:lnTo>
                      <a:pt x="16103" y="5827"/>
                    </a:lnTo>
                    <a:lnTo>
                      <a:pt x="15781" y="5270"/>
                    </a:lnTo>
                    <a:lnTo>
                      <a:pt x="15459" y="4743"/>
                    </a:lnTo>
                    <a:lnTo>
                      <a:pt x="15137" y="4216"/>
                    </a:lnTo>
                    <a:lnTo>
                      <a:pt x="14756" y="3719"/>
                    </a:lnTo>
                    <a:lnTo>
                      <a:pt x="14376" y="3250"/>
                    </a:lnTo>
                    <a:lnTo>
                      <a:pt x="13995" y="2811"/>
                    </a:lnTo>
                    <a:lnTo>
                      <a:pt x="13585" y="2372"/>
                    </a:lnTo>
                    <a:lnTo>
                      <a:pt x="13146" y="1991"/>
                    </a:lnTo>
                    <a:lnTo>
                      <a:pt x="12707" y="1611"/>
                    </a:lnTo>
                    <a:lnTo>
                      <a:pt x="12268" y="1289"/>
                    </a:lnTo>
                    <a:lnTo>
                      <a:pt x="11799" y="967"/>
                    </a:lnTo>
                    <a:lnTo>
                      <a:pt x="11331" y="703"/>
                    </a:lnTo>
                    <a:lnTo>
                      <a:pt x="10833" y="498"/>
                    </a:lnTo>
                    <a:lnTo>
                      <a:pt x="10336" y="293"/>
                    </a:lnTo>
                    <a:lnTo>
                      <a:pt x="9838" y="147"/>
                    </a:lnTo>
                    <a:lnTo>
                      <a:pt x="9311" y="59"/>
                    </a:lnTo>
                    <a:lnTo>
                      <a:pt x="87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49"/>
              <p:cNvSpPr/>
              <p:nvPr/>
            </p:nvSpPr>
            <p:spPr>
              <a:xfrm>
                <a:off x="6285514" y="2460178"/>
                <a:ext cx="374423" cy="696771"/>
              </a:xfrm>
              <a:custGeom>
                <a:rect b="b" l="l" r="r" t="t"/>
                <a:pathLst>
                  <a:path extrusionOk="0" h="43097" w="23159">
                    <a:moveTo>
                      <a:pt x="8666" y="527"/>
                    </a:moveTo>
                    <a:lnTo>
                      <a:pt x="9106" y="557"/>
                    </a:lnTo>
                    <a:lnTo>
                      <a:pt x="9545" y="586"/>
                    </a:lnTo>
                    <a:lnTo>
                      <a:pt x="9925" y="644"/>
                    </a:lnTo>
                    <a:lnTo>
                      <a:pt x="10306" y="761"/>
                    </a:lnTo>
                    <a:lnTo>
                      <a:pt x="10687" y="879"/>
                    </a:lnTo>
                    <a:lnTo>
                      <a:pt x="11096" y="1025"/>
                    </a:lnTo>
                    <a:lnTo>
                      <a:pt x="11477" y="1201"/>
                    </a:lnTo>
                    <a:lnTo>
                      <a:pt x="11858" y="1435"/>
                    </a:lnTo>
                    <a:lnTo>
                      <a:pt x="12209" y="1640"/>
                    </a:lnTo>
                    <a:lnTo>
                      <a:pt x="12590" y="1903"/>
                    </a:lnTo>
                    <a:lnTo>
                      <a:pt x="12941" y="2196"/>
                    </a:lnTo>
                    <a:lnTo>
                      <a:pt x="13321" y="2489"/>
                    </a:lnTo>
                    <a:lnTo>
                      <a:pt x="13673" y="2840"/>
                    </a:lnTo>
                    <a:lnTo>
                      <a:pt x="13995" y="3192"/>
                    </a:lnTo>
                    <a:lnTo>
                      <a:pt x="14346" y="3572"/>
                    </a:lnTo>
                    <a:lnTo>
                      <a:pt x="14668" y="3982"/>
                    </a:lnTo>
                    <a:lnTo>
                      <a:pt x="14990" y="4392"/>
                    </a:lnTo>
                    <a:lnTo>
                      <a:pt x="15312" y="4860"/>
                    </a:lnTo>
                    <a:lnTo>
                      <a:pt x="15693" y="5475"/>
                    </a:lnTo>
                    <a:lnTo>
                      <a:pt x="16074" y="6119"/>
                    </a:lnTo>
                    <a:lnTo>
                      <a:pt x="16396" y="6763"/>
                    </a:lnTo>
                    <a:lnTo>
                      <a:pt x="16718" y="7407"/>
                    </a:lnTo>
                    <a:lnTo>
                      <a:pt x="16981" y="8081"/>
                    </a:lnTo>
                    <a:lnTo>
                      <a:pt x="17215" y="8754"/>
                    </a:lnTo>
                    <a:lnTo>
                      <a:pt x="17420" y="9428"/>
                    </a:lnTo>
                    <a:lnTo>
                      <a:pt x="17596" y="10130"/>
                    </a:lnTo>
                    <a:lnTo>
                      <a:pt x="17742" y="10774"/>
                    </a:lnTo>
                    <a:lnTo>
                      <a:pt x="17830" y="11448"/>
                    </a:lnTo>
                    <a:lnTo>
                      <a:pt x="17918" y="12121"/>
                    </a:lnTo>
                    <a:lnTo>
                      <a:pt x="17947" y="12736"/>
                    </a:lnTo>
                    <a:lnTo>
                      <a:pt x="17947" y="13380"/>
                    </a:lnTo>
                    <a:lnTo>
                      <a:pt x="17889" y="13995"/>
                    </a:lnTo>
                    <a:lnTo>
                      <a:pt x="17830" y="14551"/>
                    </a:lnTo>
                    <a:lnTo>
                      <a:pt x="17713" y="15108"/>
                    </a:lnTo>
                    <a:lnTo>
                      <a:pt x="17479" y="15869"/>
                    </a:lnTo>
                    <a:lnTo>
                      <a:pt x="17274" y="16571"/>
                    </a:lnTo>
                    <a:lnTo>
                      <a:pt x="17186" y="16952"/>
                    </a:lnTo>
                    <a:lnTo>
                      <a:pt x="17098" y="17333"/>
                    </a:lnTo>
                    <a:lnTo>
                      <a:pt x="17010" y="17772"/>
                    </a:lnTo>
                    <a:lnTo>
                      <a:pt x="16981" y="18211"/>
                    </a:lnTo>
                    <a:lnTo>
                      <a:pt x="16952" y="18709"/>
                    </a:lnTo>
                    <a:lnTo>
                      <a:pt x="16981" y="19236"/>
                    </a:lnTo>
                    <a:lnTo>
                      <a:pt x="17010" y="19704"/>
                    </a:lnTo>
                    <a:lnTo>
                      <a:pt x="17098" y="20114"/>
                    </a:lnTo>
                    <a:lnTo>
                      <a:pt x="17186" y="20524"/>
                    </a:lnTo>
                    <a:lnTo>
                      <a:pt x="17274" y="20875"/>
                    </a:lnTo>
                    <a:lnTo>
                      <a:pt x="17537" y="21549"/>
                    </a:lnTo>
                    <a:lnTo>
                      <a:pt x="17801" y="22134"/>
                    </a:lnTo>
                    <a:lnTo>
                      <a:pt x="18064" y="22778"/>
                    </a:lnTo>
                    <a:lnTo>
                      <a:pt x="18211" y="23100"/>
                    </a:lnTo>
                    <a:lnTo>
                      <a:pt x="18328" y="23452"/>
                    </a:lnTo>
                    <a:lnTo>
                      <a:pt x="18416" y="23832"/>
                    </a:lnTo>
                    <a:lnTo>
                      <a:pt x="18504" y="24242"/>
                    </a:lnTo>
                    <a:lnTo>
                      <a:pt x="18562" y="24681"/>
                    </a:lnTo>
                    <a:lnTo>
                      <a:pt x="18591" y="25208"/>
                    </a:lnTo>
                    <a:lnTo>
                      <a:pt x="18591" y="25647"/>
                    </a:lnTo>
                    <a:lnTo>
                      <a:pt x="18562" y="26057"/>
                    </a:lnTo>
                    <a:lnTo>
                      <a:pt x="18504" y="26760"/>
                    </a:lnTo>
                    <a:lnTo>
                      <a:pt x="18474" y="27287"/>
                    </a:lnTo>
                    <a:lnTo>
                      <a:pt x="18445" y="27551"/>
                    </a:lnTo>
                    <a:lnTo>
                      <a:pt x="18474" y="27785"/>
                    </a:lnTo>
                    <a:lnTo>
                      <a:pt x="18504" y="28048"/>
                    </a:lnTo>
                    <a:lnTo>
                      <a:pt x="18562" y="28282"/>
                    </a:lnTo>
                    <a:lnTo>
                      <a:pt x="18650" y="28546"/>
                    </a:lnTo>
                    <a:lnTo>
                      <a:pt x="18796" y="28809"/>
                    </a:lnTo>
                    <a:lnTo>
                      <a:pt x="18943" y="29044"/>
                    </a:lnTo>
                    <a:lnTo>
                      <a:pt x="19118" y="29249"/>
                    </a:lnTo>
                    <a:lnTo>
                      <a:pt x="19294" y="29424"/>
                    </a:lnTo>
                    <a:lnTo>
                      <a:pt x="19470" y="29571"/>
                    </a:lnTo>
                    <a:lnTo>
                      <a:pt x="19850" y="29805"/>
                    </a:lnTo>
                    <a:lnTo>
                      <a:pt x="20202" y="30010"/>
                    </a:lnTo>
                    <a:lnTo>
                      <a:pt x="20495" y="30156"/>
                    </a:lnTo>
                    <a:lnTo>
                      <a:pt x="20787" y="30332"/>
                    </a:lnTo>
                    <a:lnTo>
                      <a:pt x="21051" y="30537"/>
                    </a:lnTo>
                    <a:lnTo>
                      <a:pt x="21344" y="30771"/>
                    </a:lnTo>
                    <a:lnTo>
                      <a:pt x="21607" y="31064"/>
                    </a:lnTo>
                    <a:lnTo>
                      <a:pt x="21871" y="31415"/>
                    </a:lnTo>
                    <a:lnTo>
                      <a:pt x="22105" y="31854"/>
                    </a:lnTo>
                    <a:lnTo>
                      <a:pt x="22310" y="32352"/>
                    </a:lnTo>
                    <a:lnTo>
                      <a:pt x="22398" y="32645"/>
                    </a:lnTo>
                    <a:lnTo>
                      <a:pt x="22485" y="32967"/>
                    </a:lnTo>
                    <a:lnTo>
                      <a:pt x="22544" y="33289"/>
                    </a:lnTo>
                    <a:lnTo>
                      <a:pt x="22573" y="33640"/>
                    </a:lnTo>
                    <a:lnTo>
                      <a:pt x="22632" y="34021"/>
                    </a:lnTo>
                    <a:lnTo>
                      <a:pt x="22632" y="34431"/>
                    </a:lnTo>
                    <a:lnTo>
                      <a:pt x="22632" y="34870"/>
                    </a:lnTo>
                    <a:lnTo>
                      <a:pt x="22603" y="35338"/>
                    </a:lnTo>
                    <a:lnTo>
                      <a:pt x="22573" y="35748"/>
                    </a:lnTo>
                    <a:lnTo>
                      <a:pt x="22485" y="36129"/>
                    </a:lnTo>
                    <a:lnTo>
                      <a:pt x="22398" y="36539"/>
                    </a:lnTo>
                    <a:lnTo>
                      <a:pt x="22280" y="36949"/>
                    </a:lnTo>
                    <a:lnTo>
                      <a:pt x="22134" y="37329"/>
                    </a:lnTo>
                    <a:lnTo>
                      <a:pt x="21988" y="37739"/>
                    </a:lnTo>
                    <a:lnTo>
                      <a:pt x="21783" y="38120"/>
                    </a:lnTo>
                    <a:lnTo>
                      <a:pt x="21578" y="38500"/>
                    </a:lnTo>
                    <a:lnTo>
                      <a:pt x="21344" y="38881"/>
                    </a:lnTo>
                    <a:lnTo>
                      <a:pt x="21109" y="39262"/>
                    </a:lnTo>
                    <a:lnTo>
                      <a:pt x="20846" y="39613"/>
                    </a:lnTo>
                    <a:lnTo>
                      <a:pt x="20553" y="39964"/>
                    </a:lnTo>
                    <a:lnTo>
                      <a:pt x="20260" y="40286"/>
                    </a:lnTo>
                    <a:lnTo>
                      <a:pt x="19938" y="40608"/>
                    </a:lnTo>
                    <a:lnTo>
                      <a:pt x="19587" y="40901"/>
                    </a:lnTo>
                    <a:lnTo>
                      <a:pt x="19236" y="41194"/>
                    </a:lnTo>
                    <a:lnTo>
                      <a:pt x="18767" y="41545"/>
                    </a:lnTo>
                    <a:lnTo>
                      <a:pt x="18269" y="41867"/>
                    </a:lnTo>
                    <a:lnTo>
                      <a:pt x="17772" y="42102"/>
                    </a:lnTo>
                    <a:lnTo>
                      <a:pt x="17303" y="42306"/>
                    </a:lnTo>
                    <a:lnTo>
                      <a:pt x="16806" y="42453"/>
                    </a:lnTo>
                    <a:lnTo>
                      <a:pt x="16366" y="42511"/>
                    </a:lnTo>
                    <a:lnTo>
                      <a:pt x="15927" y="42541"/>
                    </a:lnTo>
                    <a:lnTo>
                      <a:pt x="15488" y="42511"/>
                    </a:lnTo>
                    <a:lnTo>
                      <a:pt x="15166" y="42424"/>
                    </a:lnTo>
                    <a:lnTo>
                      <a:pt x="14873" y="42306"/>
                    </a:lnTo>
                    <a:lnTo>
                      <a:pt x="14610" y="42160"/>
                    </a:lnTo>
                    <a:lnTo>
                      <a:pt x="14346" y="41955"/>
                    </a:lnTo>
                    <a:lnTo>
                      <a:pt x="14112" y="41721"/>
                    </a:lnTo>
                    <a:lnTo>
                      <a:pt x="13878" y="41428"/>
                    </a:lnTo>
                    <a:lnTo>
                      <a:pt x="13673" y="41106"/>
                    </a:lnTo>
                    <a:lnTo>
                      <a:pt x="13439" y="40755"/>
                    </a:lnTo>
                    <a:lnTo>
                      <a:pt x="13234" y="40316"/>
                    </a:lnTo>
                    <a:lnTo>
                      <a:pt x="13029" y="39876"/>
                    </a:lnTo>
                    <a:lnTo>
                      <a:pt x="12590" y="38822"/>
                    </a:lnTo>
                    <a:lnTo>
                      <a:pt x="12150" y="37593"/>
                    </a:lnTo>
                    <a:lnTo>
                      <a:pt x="11653" y="36158"/>
                    </a:lnTo>
                    <a:lnTo>
                      <a:pt x="10745" y="33582"/>
                    </a:lnTo>
                    <a:lnTo>
                      <a:pt x="10218" y="32089"/>
                    </a:lnTo>
                    <a:lnTo>
                      <a:pt x="9603" y="30508"/>
                    </a:lnTo>
                    <a:lnTo>
                      <a:pt x="8783" y="28429"/>
                    </a:lnTo>
                    <a:lnTo>
                      <a:pt x="7993" y="26497"/>
                    </a:lnTo>
                    <a:lnTo>
                      <a:pt x="7232" y="24681"/>
                    </a:lnTo>
                    <a:lnTo>
                      <a:pt x="6500" y="23012"/>
                    </a:lnTo>
                    <a:lnTo>
                      <a:pt x="5124" y="19938"/>
                    </a:lnTo>
                    <a:lnTo>
                      <a:pt x="3894" y="17245"/>
                    </a:lnTo>
                    <a:lnTo>
                      <a:pt x="2840" y="14961"/>
                    </a:lnTo>
                    <a:lnTo>
                      <a:pt x="1991" y="12970"/>
                    </a:lnTo>
                    <a:lnTo>
                      <a:pt x="1610" y="12092"/>
                    </a:lnTo>
                    <a:lnTo>
                      <a:pt x="1288" y="11243"/>
                    </a:lnTo>
                    <a:lnTo>
                      <a:pt x="1025" y="10482"/>
                    </a:lnTo>
                    <a:lnTo>
                      <a:pt x="820" y="9750"/>
                    </a:lnTo>
                    <a:lnTo>
                      <a:pt x="674" y="9076"/>
                    </a:lnTo>
                    <a:lnTo>
                      <a:pt x="556" y="8432"/>
                    </a:lnTo>
                    <a:lnTo>
                      <a:pt x="527" y="7817"/>
                    </a:lnTo>
                    <a:lnTo>
                      <a:pt x="556" y="7232"/>
                    </a:lnTo>
                    <a:lnTo>
                      <a:pt x="615" y="6646"/>
                    </a:lnTo>
                    <a:lnTo>
                      <a:pt x="761" y="6090"/>
                    </a:lnTo>
                    <a:lnTo>
                      <a:pt x="966" y="5563"/>
                    </a:lnTo>
                    <a:lnTo>
                      <a:pt x="1230" y="5007"/>
                    </a:lnTo>
                    <a:lnTo>
                      <a:pt x="1523" y="4509"/>
                    </a:lnTo>
                    <a:lnTo>
                      <a:pt x="1845" y="4070"/>
                    </a:lnTo>
                    <a:lnTo>
                      <a:pt x="2225" y="3601"/>
                    </a:lnTo>
                    <a:lnTo>
                      <a:pt x="2606" y="3192"/>
                    </a:lnTo>
                    <a:lnTo>
                      <a:pt x="3016" y="2811"/>
                    </a:lnTo>
                    <a:lnTo>
                      <a:pt x="3484" y="2430"/>
                    </a:lnTo>
                    <a:lnTo>
                      <a:pt x="3923" y="2079"/>
                    </a:lnTo>
                    <a:lnTo>
                      <a:pt x="4421" y="1786"/>
                    </a:lnTo>
                    <a:lnTo>
                      <a:pt x="4919" y="1493"/>
                    </a:lnTo>
                    <a:lnTo>
                      <a:pt x="5446" y="1259"/>
                    </a:lnTo>
                    <a:lnTo>
                      <a:pt x="5973" y="1025"/>
                    </a:lnTo>
                    <a:lnTo>
                      <a:pt x="6500" y="849"/>
                    </a:lnTo>
                    <a:lnTo>
                      <a:pt x="7027" y="703"/>
                    </a:lnTo>
                    <a:lnTo>
                      <a:pt x="7583" y="615"/>
                    </a:lnTo>
                    <a:lnTo>
                      <a:pt x="8110" y="557"/>
                    </a:lnTo>
                    <a:lnTo>
                      <a:pt x="8666" y="527"/>
                    </a:lnTo>
                    <a:close/>
                    <a:moveTo>
                      <a:pt x="8344" y="0"/>
                    </a:moveTo>
                    <a:lnTo>
                      <a:pt x="7729" y="59"/>
                    </a:lnTo>
                    <a:lnTo>
                      <a:pt x="7085" y="147"/>
                    </a:lnTo>
                    <a:lnTo>
                      <a:pt x="6441" y="322"/>
                    </a:lnTo>
                    <a:lnTo>
                      <a:pt x="5826" y="527"/>
                    </a:lnTo>
                    <a:lnTo>
                      <a:pt x="5212" y="761"/>
                    </a:lnTo>
                    <a:lnTo>
                      <a:pt x="4597" y="1054"/>
                    </a:lnTo>
                    <a:lnTo>
                      <a:pt x="4011" y="1406"/>
                    </a:lnTo>
                    <a:lnTo>
                      <a:pt x="3455" y="1786"/>
                    </a:lnTo>
                    <a:lnTo>
                      <a:pt x="2899" y="2196"/>
                    </a:lnTo>
                    <a:lnTo>
                      <a:pt x="2401" y="2635"/>
                    </a:lnTo>
                    <a:lnTo>
                      <a:pt x="1932" y="3133"/>
                    </a:lnTo>
                    <a:lnTo>
                      <a:pt x="1493" y="3631"/>
                    </a:lnTo>
                    <a:lnTo>
                      <a:pt x="1113" y="4187"/>
                    </a:lnTo>
                    <a:lnTo>
                      <a:pt x="761" y="4743"/>
                    </a:lnTo>
                    <a:lnTo>
                      <a:pt x="469" y="5329"/>
                    </a:lnTo>
                    <a:lnTo>
                      <a:pt x="264" y="5944"/>
                    </a:lnTo>
                    <a:lnTo>
                      <a:pt x="88" y="6529"/>
                    </a:lnTo>
                    <a:lnTo>
                      <a:pt x="29" y="7144"/>
                    </a:lnTo>
                    <a:lnTo>
                      <a:pt x="0" y="7788"/>
                    </a:lnTo>
                    <a:lnTo>
                      <a:pt x="29" y="8432"/>
                    </a:lnTo>
                    <a:lnTo>
                      <a:pt x="147" y="9106"/>
                    </a:lnTo>
                    <a:lnTo>
                      <a:pt x="293" y="9838"/>
                    </a:lnTo>
                    <a:lnTo>
                      <a:pt x="527" y="10599"/>
                    </a:lnTo>
                    <a:lnTo>
                      <a:pt x="791" y="11389"/>
                    </a:lnTo>
                    <a:lnTo>
                      <a:pt x="1113" y="12268"/>
                    </a:lnTo>
                    <a:lnTo>
                      <a:pt x="1493" y="13175"/>
                    </a:lnTo>
                    <a:lnTo>
                      <a:pt x="2372" y="15166"/>
                    </a:lnTo>
                    <a:lnTo>
                      <a:pt x="3426" y="17479"/>
                    </a:lnTo>
                    <a:lnTo>
                      <a:pt x="4655" y="20173"/>
                    </a:lnTo>
                    <a:lnTo>
                      <a:pt x="6002" y="23217"/>
                    </a:lnTo>
                    <a:lnTo>
                      <a:pt x="6734" y="24916"/>
                    </a:lnTo>
                    <a:lnTo>
                      <a:pt x="7495" y="26701"/>
                    </a:lnTo>
                    <a:lnTo>
                      <a:pt x="8286" y="28634"/>
                    </a:lnTo>
                    <a:lnTo>
                      <a:pt x="9106" y="30683"/>
                    </a:lnTo>
                    <a:lnTo>
                      <a:pt x="9720" y="32264"/>
                    </a:lnTo>
                    <a:lnTo>
                      <a:pt x="10247" y="33728"/>
                    </a:lnTo>
                    <a:lnTo>
                      <a:pt x="11155" y="36334"/>
                    </a:lnTo>
                    <a:lnTo>
                      <a:pt x="11682" y="37827"/>
                    </a:lnTo>
                    <a:lnTo>
                      <a:pt x="12150" y="39115"/>
                    </a:lnTo>
                    <a:lnTo>
                      <a:pt x="12590" y="40228"/>
                    </a:lnTo>
                    <a:lnTo>
                      <a:pt x="12824" y="40725"/>
                    </a:lnTo>
                    <a:lnTo>
                      <a:pt x="13058" y="41165"/>
                    </a:lnTo>
                    <a:lnTo>
                      <a:pt x="13292" y="41545"/>
                    </a:lnTo>
                    <a:lnTo>
                      <a:pt x="13526" y="41897"/>
                    </a:lnTo>
                    <a:lnTo>
                      <a:pt x="13790" y="42189"/>
                    </a:lnTo>
                    <a:lnTo>
                      <a:pt x="14083" y="42453"/>
                    </a:lnTo>
                    <a:lnTo>
                      <a:pt x="14375" y="42658"/>
                    </a:lnTo>
                    <a:lnTo>
                      <a:pt x="14698" y="42833"/>
                    </a:lnTo>
                    <a:lnTo>
                      <a:pt x="15020" y="42951"/>
                    </a:lnTo>
                    <a:lnTo>
                      <a:pt x="15400" y="43038"/>
                    </a:lnTo>
                    <a:lnTo>
                      <a:pt x="15664" y="43068"/>
                    </a:lnTo>
                    <a:lnTo>
                      <a:pt x="15956" y="43097"/>
                    </a:lnTo>
                    <a:lnTo>
                      <a:pt x="16396" y="43068"/>
                    </a:lnTo>
                    <a:lnTo>
                      <a:pt x="16835" y="42980"/>
                    </a:lnTo>
                    <a:lnTo>
                      <a:pt x="17274" y="42863"/>
                    </a:lnTo>
                    <a:lnTo>
                      <a:pt x="17742" y="42716"/>
                    </a:lnTo>
                    <a:lnTo>
                      <a:pt x="18182" y="42511"/>
                    </a:lnTo>
                    <a:lnTo>
                      <a:pt x="18650" y="42248"/>
                    </a:lnTo>
                    <a:lnTo>
                      <a:pt x="19118" y="41955"/>
                    </a:lnTo>
                    <a:lnTo>
                      <a:pt x="19587" y="41633"/>
                    </a:lnTo>
                    <a:lnTo>
                      <a:pt x="19938" y="41311"/>
                    </a:lnTo>
                    <a:lnTo>
                      <a:pt x="20290" y="40989"/>
                    </a:lnTo>
                    <a:lnTo>
                      <a:pt x="20641" y="40667"/>
                    </a:lnTo>
                    <a:lnTo>
                      <a:pt x="20963" y="40286"/>
                    </a:lnTo>
                    <a:lnTo>
                      <a:pt x="21256" y="39935"/>
                    </a:lnTo>
                    <a:lnTo>
                      <a:pt x="21549" y="39554"/>
                    </a:lnTo>
                    <a:lnTo>
                      <a:pt x="21812" y="39144"/>
                    </a:lnTo>
                    <a:lnTo>
                      <a:pt x="22046" y="38764"/>
                    </a:lnTo>
                    <a:lnTo>
                      <a:pt x="22280" y="38354"/>
                    </a:lnTo>
                    <a:lnTo>
                      <a:pt x="22456" y="37944"/>
                    </a:lnTo>
                    <a:lnTo>
                      <a:pt x="22632" y="37505"/>
                    </a:lnTo>
                    <a:lnTo>
                      <a:pt x="22807" y="37095"/>
                    </a:lnTo>
                    <a:lnTo>
                      <a:pt x="22925" y="36656"/>
                    </a:lnTo>
                    <a:lnTo>
                      <a:pt x="23012" y="36246"/>
                    </a:lnTo>
                    <a:lnTo>
                      <a:pt x="23100" y="35807"/>
                    </a:lnTo>
                    <a:lnTo>
                      <a:pt x="23130" y="35397"/>
                    </a:lnTo>
                    <a:lnTo>
                      <a:pt x="23159" y="34870"/>
                    </a:lnTo>
                    <a:lnTo>
                      <a:pt x="23159" y="34401"/>
                    </a:lnTo>
                    <a:lnTo>
                      <a:pt x="23159" y="33962"/>
                    </a:lnTo>
                    <a:lnTo>
                      <a:pt x="23130" y="33552"/>
                    </a:lnTo>
                    <a:lnTo>
                      <a:pt x="23071" y="33172"/>
                    </a:lnTo>
                    <a:lnTo>
                      <a:pt x="22983" y="32791"/>
                    </a:lnTo>
                    <a:lnTo>
                      <a:pt x="22895" y="32469"/>
                    </a:lnTo>
                    <a:lnTo>
                      <a:pt x="22807" y="32147"/>
                    </a:lnTo>
                    <a:lnTo>
                      <a:pt x="22690" y="31854"/>
                    </a:lnTo>
                    <a:lnTo>
                      <a:pt x="22573" y="31591"/>
                    </a:lnTo>
                    <a:lnTo>
                      <a:pt x="22310" y="31122"/>
                    </a:lnTo>
                    <a:lnTo>
                      <a:pt x="22017" y="30713"/>
                    </a:lnTo>
                    <a:lnTo>
                      <a:pt x="21724" y="30390"/>
                    </a:lnTo>
                    <a:lnTo>
                      <a:pt x="21402" y="30098"/>
                    </a:lnTo>
                    <a:lnTo>
                      <a:pt x="21080" y="29893"/>
                    </a:lnTo>
                    <a:lnTo>
                      <a:pt x="20758" y="29688"/>
                    </a:lnTo>
                    <a:lnTo>
                      <a:pt x="20465" y="29541"/>
                    </a:lnTo>
                    <a:lnTo>
                      <a:pt x="20114" y="29336"/>
                    </a:lnTo>
                    <a:lnTo>
                      <a:pt x="19792" y="29132"/>
                    </a:lnTo>
                    <a:lnTo>
                      <a:pt x="19645" y="29014"/>
                    </a:lnTo>
                    <a:lnTo>
                      <a:pt x="19528" y="28868"/>
                    </a:lnTo>
                    <a:lnTo>
                      <a:pt x="19382" y="28722"/>
                    </a:lnTo>
                    <a:lnTo>
                      <a:pt x="19265" y="28546"/>
                    </a:lnTo>
                    <a:lnTo>
                      <a:pt x="19148" y="28312"/>
                    </a:lnTo>
                    <a:lnTo>
                      <a:pt x="19089" y="28136"/>
                    </a:lnTo>
                    <a:lnTo>
                      <a:pt x="19031" y="27931"/>
                    </a:lnTo>
                    <a:lnTo>
                      <a:pt x="19001" y="27726"/>
                    </a:lnTo>
                    <a:lnTo>
                      <a:pt x="19001" y="27316"/>
                    </a:lnTo>
                    <a:lnTo>
                      <a:pt x="19060" y="26819"/>
                    </a:lnTo>
                    <a:lnTo>
                      <a:pt x="19118" y="26087"/>
                    </a:lnTo>
                    <a:lnTo>
                      <a:pt x="19118" y="25647"/>
                    </a:lnTo>
                    <a:lnTo>
                      <a:pt x="19118" y="25179"/>
                    </a:lnTo>
                    <a:lnTo>
                      <a:pt x="19089" y="24623"/>
                    </a:lnTo>
                    <a:lnTo>
                      <a:pt x="19031" y="24154"/>
                    </a:lnTo>
                    <a:lnTo>
                      <a:pt x="18943" y="23715"/>
                    </a:lnTo>
                    <a:lnTo>
                      <a:pt x="18826" y="23305"/>
                    </a:lnTo>
                    <a:lnTo>
                      <a:pt x="18709" y="22925"/>
                    </a:lnTo>
                    <a:lnTo>
                      <a:pt x="18562" y="22573"/>
                    </a:lnTo>
                    <a:lnTo>
                      <a:pt x="18269" y="21929"/>
                    </a:lnTo>
                    <a:lnTo>
                      <a:pt x="18035" y="21344"/>
                    </a:lnTo>
                    <a:lnTo>
                      <a:pt x="17801" y="20729"/>
                    </a:lnTo>
                    <a:lnTo>
                      <a:pt x="17684" y="20377"/>
                    </a:lnTo>
                    <a:lnTo>
                      <a:pt x="17625" y="20026"/>
                    </a:lnTo>
                    <a:lnTo>
                      <a:pt x="17567" y="19616"/>
                    </a:lnTo>
                    <a:lnTo>
                      <a:pt x="17508" y="19177"/>
                    </a:lnTo>
                    <a:lnTo>
                      <a:pt x="17508" y="18709"/>
                    </a:lnTo>
                    <a:lnTo>
                      <a:pt x="17508" y="18240"/>
                    </a:lnTo>
                    <a:lnTo>
                      <a:pt x="17567" y="17830"/>
                    </a:lnTo>
                    <a:lnTo>
                      <a:pt x="17625" y="17420"/>
                    </a:lnTo>
                    <a:lnTo>
                      <a:pt x="17713" y="17040"/>
                    </a:lnTo>
                    <a:lnTo>
                      <a:pt x="17801" y="16689"/>
                    </a:lnTo>
                    <a:lnTo>
                      <a:pt x="18006" y="16044"/>
                    </a:lnTo>
                    <a:lnTo>
                      <a:pt x="18211" y="15254"/>
                    </a:lnTo>
                    <a:lnTo>
                      <a:pt x="18357" y="14668"/>
                    </a:lnTo>
                    <a:lnTo>
                      <a:pt x="18416" y="14054"/>
                    </a:lnTo>
                    <a:lnTo>
                      <a:pt x="18474" y="13439"/>
                    </a:lnTo>
                    <a:lnTo>
                      <a:pt x="18474" y="12765"/>
                    </a:lnTo>
                    <a:lnTo>
                      <a:pt x="18445" y="12092"/>
                    </a:lnTo>
                    <a:lnTo>
                      <a:pt x="18387" y="11419"/>
                    </a:lnTo>
                    <a:lnTo>
                      <a:pt x="18269" y="10716"/>
                    </a:lnTo>
                    <a:lnTo>
                      <a:pt x="18123" y="10013"/>
                    </a:lnTo>
                    <a:lnTo>
                      <a:pt x="17947" y="9311"/>
                    </a:lnTo>
                    <a:lnTo>
                      <a:pt x="17742" y="8608"/>
                    </a:lnTo>
                    <a:lnTo>
                      <a:pt x="17479" y="7905"/>
                    </a:lnTo>
                    <a:lnTo>
                      <a:pt x="17215" y="7203"/>
                    </a:lnTo>
                    <a:lnTo>
                      <a:pt x="16893" y="6529"/>
                    </a:lnTo>
                    <a:lnTo>
                      <a:pt x="16542" y="5856"/>
                    </a:lnTo>
                    <a:lnTo>
                      <a:pt x="16161" y="5182"/>
                    </a:lnTo>
                    <a:lnTo>
                      <a:pt x="15752" y="4568"/>
                    </a:lnTo>
                    <a:lnTo>
                      <a:pt x="15429" y="4070"/>
                    </a:lnTo>
                    <a:lnTo>
                      <a:pt x="15078" y="3631"/>
                    </a:lnTo>
                    <a:lnTo>
                      <a:pt x="14727" y="3221"/>
                    </a:lnTo>
                    <a:lnTo>
                      <a:pt x="14375" y="2811"/>
                    </a:lnTo>
                    <a:lnTo>
                      <a:pt x="14024" y="2430"/>
                    </a:lnTo>
                    <a:lnTo>
                      <a:pt x="13644" y="2079"/>
                    </a:lnTo>
                    <a:lnTo>
                      <a:pt x="13263" y="1757"/>
                    </a:lnTo>
                    <a:lnTo>
                      <a:pt x="12882" y="1464"/>
                    </a:lnTo>
                    <a:lnTo>
                      <a:pt x="12472" y="1171"/>
                    </a:lnTo>
                    <a:lnTo>
                      <a:pt x="12092" y="937"/>
                    </a:lnTo>
                    <a:lnTo>
                      <a:pt x="11682" y="732"/>
                    </a:lnTo>
                    <a:lnTo>
                      <a:pt x="11272" y="527"/>
                    </a:lnTo>
                    <a:lnTo>
                      <a:pt x="10862" y="381"/>
                    </a:lnTo>
                    <a:lnTo>
                      <a:pt x="10452" y="234"/>
                    </a:lnTo>
                    <a:lnTo>
                      <a:pt x="10013" y="117"/>
                    </a:lnTo>
                    <a:lnTo>
                      <a:pt x="9603" y="59"/>
                    </a:lnTo>
                    <a:lnTo>
                      <a:pt x="89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49"/>
              <p:cNvSpPr/>
              <p:nvPr/>
            </p:nvSpPr>
            <p:spPr>
              <a:xfrm>
                <a:off x="6269880" y="2866775"/>
                <a:ext cx="205925" cy="292551"/>
              </a:xfrm>
              <a:custGeom>
                <a:rect b="b" l="l" r="r" t="t"/>
                <a:pathLst>
                  <a:path extrusionOk="0" h="18095" w="12737">
                    <a:moveTo>
                      <a:pt x="8989" y="1"/>
                    </a:moveTo>
                    <a:lnTo>
                      <a:pt x="7379" y="294"/>
                    </a:lnTo>
                    <a:lnTo>
                      <a:pt x="3836" y="938"/>
                    </a:lnTo>
                    <a:lnTo>
                      <a:pt x="1" y="1640"/>
                    </a:lnTo>
                    <a:lnTo>
                      <a:pt x="674" y="8257"/>
                    </a:lnTo>
                    <a:lnTo>
                      <a:pt x="704" y="8725"/>
                    </a:lnTo>
                    <a:lnTo>
                      <a:pt x="1289" y="14698"/>
                    </a:lnTo>
                    <a:lnTo>
                      <a:pt x="1641" y="18094"/>
                    </a:lnTo>
                    <a:lnTo>
                      <a:pt x="7203" y="16718"/>
                    </a:lnTo>
                    <a:lnTo>
                      <a:pt x="12737" y="15342"/>
                    </a:lnTo>
                    <a:lnTo>
                      <a:pt x="12063" y="13381"/>
                    </a:lnTo>
                    <a:lnTo>
                      <a:pt x="11419" y="11302"/>
                    </a:lnTo>
                    <a:lnTo>
                      <a:pt x="10804" y="9106"/>
                    </a:lnTo>
                    <a:lnTo>
                      <a:pt x="10248" y="6793"/>
                    </a:lnTo>
                    <a:lnTo>
                      <a:pt x="9838" y="5037"/>
                    </a:lnTo>
                    <a:lnTo>
                      <a:pt x="9487" y="3309"/>
                    </a:lnTo>
                    <a:lnTo>
                      <a:pt x="9223" y="1640"/>
                    </a:lnTo>
                    <a:lnTo>
                      <a:pt x="8989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49"/>
              <p:cNvSpPr/>
              <p:nvPr/>
            </p:nvSpPr>
            <p:spPr>
              <a:xfrm>
                <a:off x="6269880" y="2871512"/>
                <a:ext cx="128305" cy="232909"/>
              </a:xfrm>
              <a:custGeom>
                <a:rect b="b" l="l" r="r" t="t"/>
                <a:pathLst>
                  <a:path extrusionOk="0" h="14406" w="7936">
                    <a:moveTo>
                      <a:pt x="7379" y="1"/>
                    </a:moveTo>
                    <a:lnTo>
                      <a:pt x="3836" y="645"/>
                    </a:lnTo>
                    <a:lnTo>
                      <a:pt x="1" y="1347"/>
                    </a:lnTo>
                    <a:lnTo>
                      <a:pt x="674" y="7964"/>
                    </a:lnTo>
                    <a:lnTo>
                      <a:pt x="704" y="8432"/>
                    </a:lnTo>
                    <a:lnTo>
                      <a:pt x="1289" y="14405"/>
                    </a:lnTo>
                    <a:lnTo>
                      <a:pt x="1699" y="14259"/>
                    </a:lnTo>
                    <a:lnTo>
                      <a:pt x="2138" y="14112"/>
                    </a:lnTo>
                    <a:lnTo>
                      <a:pt x="2548" y="13878"/>
                    </a:lnTo>
                    <a:lnTo>
                      <a:pt x="2958" y="13644"/>
                    </a:lnTo>
                    <a:lnTo>
                      <a:pt x="3368" y="13322"/>
                    </a:lnTo>
                    <a:lnTo>
                      <a:pt x="3778" y="13000"/>
                    </a:lnTo>
                    <a:lnTo>
                      <a:pt x="4158" y="12619"/>
                    </a:lnTo>
                    <a:lnTo>
                      <a:pt x="4568" y="12209"/>
                    </a:lnTo>
                    <a:lnTo>
                      <a:pt x="4949" y="11741"/>
                    </a:lnTo>
                    <a:lnTo>
                      <a:pt x="5300" y="11272"/>
                    </a:lnTo>
                    <a:lnTo>
                      <a:pt x="5652" y="10745"/>
                    </a:lnTo>
                    <a:lnTo>
                      <a:pt x="5974" y="10218"/>
                    </a:lnTo>
                    <a:lnTo>
                      <a:pt x="6296" y="9633"/>
                    </a:lnTo>
                    <a:lnTo>
                      <a:pt x="6588" y="9018"/>
                    </a:lnTo>
                    <a:lnTo>
                      <a:pt x="6852" y="8403"/>
                    </a:lnTo>
                    <a:lnTo>
                      <a:pt x="7115" y="7730"/>
                    </a:lnTo>
                    <a:lnTo>
                      <a:pt x="7291" y="7203"/>
                    </a:lnTo>
                    <a:lnTo>
                      <a:pt x="7438" y="6647"/>
                    </a:lnTo>
                    <a:lnTo>
                      <a:pt x="7584" y="6120"/>
                    </a:lnTo>
                    <a:lnTo>
                      <a:pt x="7701" y="5593"/>
                    </a:lnTo>
                    <a:lnTo>
                      <a:pt x="7789" y="5036"/>
                    </a:lnTo>
                    <a:lnTo>
                      <a:pt x="7847" y="4539"/>
                    </a:lnTo>
                    <a:lnTo>
                      <a:pt x="7906" y="4012"/>
                    </a:lnTo>
                    <a:lnTo>
                      <a:pt x="7935" y="3514"/>
                    </a:lnTo>
                    <a:lnTo>
                      <a:pt x="7935" y="3016"/>
                    </a:lnTo>
                    <a:lnTo>
                      <a:pt x="7935" y="2548"/>
                    </a:lnTo>
                    <a:lnTo>
                      <a:pt x="7877" y="2079"/>
                    </a:lnTo>
                    <a:lnTo>
                      <a:pt x="7818" y="1640"/>
                    </a:lnTo>
                    <a:lnTo>
                      <a:pt x="7760" y="1201"/>
                    </a:lnTo>
                    <a:lnTo>
                      <a:pt x="7642" y="791"/>
                    </a:lnTo>
                    <a:lnTo>
                      <a:pt x="7525" y="381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49"/>
              <p:cNvSpPr/>
              <p:nvPr/>
            </p:nvSpPr>
            <p:spPr>
              <a:xfrm>
                <a:off x="6300178" y="4249419"/>
                <a:ext cx="481889" cy="540108"/>
              </a:xfrm>
              <a:custGeom>
                <a:rect b="b" l="l" r="r" t="t"/>
                <a:pathLst>
                  <a:path extrusionOk="0" h="33407" w="29806">
                    <a:moveTo>
                      <a:pt x="3631" y="1"/>
                    </a:moveTo>
                    <a:lnTo>
                      <a:pt x="3280" y="59"/>
                    </a:lnTo>
                    <a:lnTo>
                      <a:pt x="2929" y="118"/>
                    </a:lnTo>
                    <a:lnTo>
                      <a:pt x="2548" y="235"/>
                    </a:lnTo>
                    <a:lnTo>
                      <a:pt x="2197" y="381"/>
                    </a:lnTo>
                    <a:lnTo>
                      <a:pt x="1845" y="586"/>
                    </a:lnTo>
                    <a:lnTo>
                      <a:pt x="1494" y="879"/>
                    </a:lnTo>
                    <a:lnTo>
                      <a:pt x="1172" y="1201"/>
                    </a:lnTo>
                    <a:lnTo>
                      <a:pt x="879" y="1582"/>
                    </a:lnTo>
                    <a:lnTo>
                      <a:pt x="616" y="1992"/>
                    </a:lnTo>
                    <a:lnTo>
                      <a:pt x="411" y="2431"/>
                    </a:lnTo>
                    <a:lnTo>
                      <a:pt x="235" y="2928"/>
                    </a:lnTo>
                    <a:lnTo>
                      <a:pt x="118" y="3426"/>
                    </a:lnTo>
                    <a:lnTo>
                      <a:pt x="30" y="3982"/>
                    </a:lnTo>
                    <a:lnTo>
                      <a:pt x="1" y="4539"/>
                    </a:lnTo>
                    <a:lnTo>
                      <a:pt x="30" y="5095"/>
                    </a:lnTo>
                    <a:lnTo>
                      <a:pt x="89" y="5681"/>
                    </a:lnTo>
                    <a:lnTo>
                      <a:pt x="206" y="6295"/>
                    </a:lnTo>
                    <a:lnTo>
                      <a:pt x="411" y="6881"/>
                    </a:lnTo>
                    <a:lnTo>
                      <a:pt x="645" y="7496"/>
                    </a:lnTo>
                    <a:lnTo>
                      <a:pt x="938" y="8081"/>
                    </a:lnTo>
                    <a:lnTo>
                      <a:pt x="1318" y="8667"/>
                    </a:lnTo>
                    <a:lnTo>
                      <a:pt x="1816" y="9165"/>
                    </a:lnTo>
                    <a:lnTo>
                      <a:pt x="2372" y="9692"/>
                    </a:lnTo>
                    <a:lnTo>
                      <a:pt x="3016" y="10219"/>
                    </a:lnTo>
                    <a:lnTo>
                      <a:pt x="3690" y="10746"/>
                    </a:lnTo>
                    <a:lnTo>
                      <a:pt x="4305" y="11185"/>
                    </a:lnTo>
                    <a:lnTo>
                      <a:pt x="4919" y="11565"/>
                    </a:lnTo>
                    <a:lnTo>
                      <a:pt x="5505" y="11917"/>
                    </a:lnTo>
                    <a:lnTo>
                      <a:pt x="6061" y="12210"/>
                    </a:lnTo>
                    <a:lnTo>
                      <a:pt x="7086" y="13000"/>
                    </a:lnTo>
                    <a:lnTo>
                      <a:pt x="8140" y="13820"/>
                    </a:lnTo>
                    <a:lnTo>
                      <a:pt x="9223" y="14669"/>
                    </a:lnTo>
                    <a:lnTo>
                      <a:pt x="10277" y="15547"/>
                    </a:lnTo>
                    <a:lnTo>
                      <a:pt x="11536" y="16630"/>
                    </a:lnTo>
                    <a:lnTo>
                      <a:pt x="12737" y="17714"/>
                    </a:lnTo>
                    <a:lnTo>
                      <a:pt x="13908" y="18826"/>
                    </a:lnTo>
                    <a:lnTo>
                      <a:pt x="15049" y="19910"/>
                    </a:lnTo>
                    <a:lnTo>
                      <a:pt x="16162" y="21022"/>
                    </a:lnTo>
                    <a:lnTo>
                      <a:pt x="17216" y="22164"/>
                    </a:lnTo>
                    <a:lnTo>
                      <a:pt x="18241" y="23276"/>
                    </a:lnTo>
                    <a:lnTo>
                      <a:pt x="19236" y="24418"/>
                    </a:lnTo>
                    <a:lnTo>
                      <a:pt x="20173" y="25531"/>
                    </a:lnTo>
                    <a:lnTo>
                      <a:pt x="21110" y="26673"/>
                    </a:lnTo>
                    <a:lnTo>
                      <a:pt x="21988" y="27814"/>
                    </a:lnTo>
                    <a:lnTo>
                      <a:pt x="22837" y="28927"/>
                    </a:lnTo>
                    <a:lnTo>
                      <a:pt x="23686" y="30069"/>
                    </a:lnTo>
                    <a:lnTo>
                      <a:pt x="24477" y="31181"/>
                    </a:lnTo>
                    <a:lnTo>
                      <a:pt x="25238" y="32294"/>
                    </a:lnTo>
                    <a:lnTo>
                      <a:pt x="25970" y="33407"/>
                    </a:lnTo>
                    <a:lnTo>
                      <a:pt x="29805" y="30215"/>
                    </a:lnTo>
                    <a:lnTo>
                      <a:pt x="29191" y="28400"/>
                    </a:lnTo>
                    <a:lnTo>
                      <a:pt x="28546" y="26702"/>
                    </a:lnTo>
                    <a:lnTo>
                      <a:pt x="27932" y="25092"/>
                    </a:lnTo>
                    <a:lnTo>
                      <a:pt x="27317" y="23569"/>
                    </a:lnTo>
                    <a:lnTo>
                      <a:pt x="26702" y="22135"/>
                    </a:lnTo>
                    <a:lnTo>
                      <a:pt x="26116" y="20788"/>
                    </a:lnTo>
                    <a:lnTo>
                      <a:pt x="25560" y="19558"/>
                    </a:lnTo>
                    <a:lnTo>
                      <a:pt x="25004" y="18416"/>
                    </a:lnTo>
                    <a:lnTo>
                      <a:pt x="24155" y="16689"/>
                    </a:lnTo>
                    <a:lnTo>
                      <a:pt x="23335" y="15167"/>
                    </a:lnTo>
                    <a:lnTo>
                      <a:pt x="22574" y="13791"/>
                    </a:lnTo>
                    <a:lnTo>
                      <a:pt x="21871" y="12590"/>
                    </a:lnTo>
                    <a:lnTo>
                      <a:pt x="21198" y="11536"/>
                    </a:lnTo>
                    <a:lnTo>
                      <a:pt x="20554" y="10629"/>
                    </a:lnTo>
                    <a:lnTo>
                      <a:pt x="19939" y="9838"/>
                    </a:lnTo>
                    <a:lnTo>
                      <a:pt x="19383" y="9165"/>
                    </a:lnTo>
                    <a:lnTo>
                      <a:pt x="18885" y="8579"/>
                    </a:lnTo>
                    <a:lnTo>
                      <a:pt x="18387" y="8111"/>
                    </a:lnTo>
                    <a:lnTo>
                      <a:pt x="17948" y="7730"/>
                    </a:lnTo>
                    <a:lnTo>
                      <a:pt x="17567" y="7408"/>
                    </a:lnTo>
                    <a:lnTo>
                      <a:pt x="17187" y="7144"/>
                    </a:lnTo>
                    <a:lnTo>
                      <a:pt x="16865" y="6969"/>
                    </a:lnTo>
                    <a:lnTo>
                      <a:pt x="16308" y="6676"/>
                    </a:lnTo>
                    <a:lnTo>
                      <a:pt x="15489" y="6325"/>
                    </a:lnTo>
                    <a:lnTo>
                      <a:pt x="14552" y="5944"/>
                    </a:lnTo>
                    <a:lnTo>
                      <a:pt x="13995" y="5710"/>
                    </a:lnTo>
                    <a:lnTo>
                      <a:pt x="13439" y="5446"/>
                    </a:lnTo>
                    <a:lnTo>
                      <a:pt x="12795" y="5124"/>
                    </a:lnTo>
                    <a:lnTo>
                      <a:pt x="12092" y="4744"/>
                    </a:lnTo>
                    <a:lnTo>
                      <a:pt x="11126" y="4187"/>
                    </a:lnTo>
                    <a:lnTo>
                      <a:pt x="10248" y="3602"/>
                    </a:lnTo>
                    <a:lnTo>
                      <a:pt x="9428" y="3046"/>
                    </a:lnTo>
                    <a:lnTo>
                      <a:pt x="8696" y="2489"/>
                    </a:lnTo>
                    <a:lnTo>
                      <a:pt x="8023" y="1933"/>
                    </a:lnTo>
                    <a:lnTo>
                      <a:pt x="7408" y="1406"/>
                    </a:lnTo>
                    <a:lnTo>
                      <a:pt x="6852" y="908"/>
                    </a:lnTo>
                    <a:lnTo>
                      <a:pt x="6383" y="469"/>
                    </a:lnTo>
                    <a:lnTo>
                      <a:pt x="6178" y="381"/>
                    </a:lnTo>
                    <a:lnTo>
                      <a:pt x="5798" y="264"/>
                    </a:lnTo>
                    <a:lnTo>
                      <a:pt x="5300" y="147"/>
                    </a:lnTo>
                    <a:lnTo>
                      <a:pt x="4685" y="30"/>
                    </a:lnTo>
                    <a:lnTo>
                      <a:pt x="4363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49"/>
              <p:cNvSpPr/>
              <p:nvPr/>
            </p:nvSpPr>
            <p:spPr>
              <a:xfrm>
                <a:off x="6633423" y="4634254"/>
                <a:ext cx="248511" cy="319049"/>
              </a:xfrm>
              <a:custGeom>
                <a:rect b="b" l="l" r="r" t="t"/>
                <a:pathLst>
                  <a:path extrusionOk="0" h="19734" w="15371">
                    <a:moveTo>
                      <a:pt x="6295" y="0"/>
                    </a:moveTo>
                    <a:lnTo>
                      <a:pt x="2196" y="3777"/>
                    </a:lnTo>
                    <a:lnTo>
                      <a:pt x="2284" y="4480"/>
                    </a:lnTo>
                    <a:lnTo>
                      <a:pt x="2372" y="5124"/>
                    </a:lnTo>
                    <a:lnTo>
                      <a:pt x="2430" y="5768"/>
                    </a:lnTo>
                    <a:lnTo>
                      <a:pt x="2460" y="6383"/>
                    </a:lnTo>
                    <a:lnTo>
                      <a:pt x="2489" y="6998"/>
                    </a:lnTo>
                    <a:lnTo>
                      <a:pt x="2489" y="7554"/>
                    </a:lnTo>
                    <a:lnTo>
                      <a:pt x="2460" y="8110"/>
                    </a:lnTo>
                    <a:lnTo>
                      <a:pt x="2430" y="8637"/>
                    </a:lnTo>
                    <a:lnTo>
                      <a:pt x="2313" y="9633"/>
                    </a:lnTo>
                    <a:lnTo>
                      <a:pt x="2138" y="10570"/>
                    </a:lnTo>
                    <a:lnTo>
                      <a:pt x="1933" y="11389"/>
                    </a:lnTo>
                    <a:lnTo>
                      <a:pt x="1698" y="12151"/>
                    </a:lnTo>
                    <a:lnTo>
                      <a:pt x="1376" y="13088"/>
                    </a:lnTo>
                    <a:lnTo>
                      <a:pt x="996" y="13995"/>
                    </a:lnTo>
                    <a:lnTo>
                      <a:pt x="644" y="14844"/>
                    </a:lnTo>
                    <a:lnTo>
                      <a:pt x="322" y="15664"/>
                    </a:lnTo>
                    <a:lnTo>
                      <a:pt x="205" y="16074"/>
                    </a:lnTo>
                    <a:lnTo>
                      <a:pt x="88" y="16425"/>
                    </a:lnTo>
                    <a:lnTo>
                      <a:pt x="30" y="16806"/>
                    </a:lnTo>
                    <a:lnTo>
                      <a:pt x="0" y="17157"/>
                    </a:lnTo>
                    <a:lnTo>
                      <a:pt x="0" y="17508"/>
                    </a:lnTo>
                    <a:lnTo>
                      <a:pt x="30" y="17831"/>
                    </a:lnTo>
                    <a:lnTo>
                      <a:pt x="147" y="18153"/>
                    </a:lnTo>
                    <a:lnTo>
                      <a:pt x="293" y="18445"/>
                    </a:lnTo>
                    <a:lnTo>
                      <a:pt x="469" y="18709"/>
                    </a:lnTo>
                    <a:lnTo>
                      <a:pt x="703" y="18943"/>
                    </a:lnTo>
                    <a:lnTo>
                      <a:pt x="937" y="19148"/>
                    </a:lnTo>
                    <a:lnTo>
                      <a:pt x="1201" y="19324"/>
                    </a:lnTo>
                    <a:lnTo>
                      <a:pt x="1464" y="19470"/>
                    </a:lnTo>
                    <a:lnTo>
                      <a:pt x="1757" y="19558"/>
                    </a:lnTo>
                    <a:lnTo>
                      <a:pt x="2284" y="19734"/>
                    </a:lnTo>
                    <a:lnTo>
                      <a:pt x="15371" y="8257"/>
                    </a:lnTo>
                    <a:lnTo>
                      <a:pt x="15312" y="7671"/>
                    </a:lnTo>
                    <a:lnTo>
                      <a:pt x="15254" y="7349"/>
                    </a:lnTo>
                    <a:lnTo>
                      <a:pt x="15166" y="6998"/>
                    </a:lnTo>
                    <a:lnTo>
                      <a:pt x="15049" y="6676"/>
                    </a:lnTo>
                    <a:lnTo>
                      <a:pt x="14903" y="6324"/>
                    </a:lnTo>
                    <a:lnTo>
                      <a:pt x="14698" y="5973"/>
                    </a:lnTo>
                    <a:lnTo>
                      <a:pt x="14463" y="5622"/>
                    </a:lnTo>
                    <a:lnTo>
                      <a:pt x="14141" y="5270"/>
                    </a:lnTo>
                    <a:lnTo>
                      <a:pt x="13819" y="4948"/>
                    </a:lnTo>
                    <a:lnTo>
                      <a:pt x="13497" y="4685"/>
                    </a:lnTo>
                    <a:lnTo>
                      <a:pt x="13146" y="4480"/>
                    </a:lnTo>
                    <a:lnTo>
                      <a:pt x="12824" y="4304"/>
                    </a:lnTo>
                    <a:lnTo>
                      <a:pt x="12531" y="4158"/>
                    </a:lnTo>
                    <a:lnTo>
                      <a:pt x="12033" y="3953"/>
                    </a:lnTo>
                    <a:lnTo>
                      <a:pt x="11506" y="3719"/>
                    </a:lnTo>
                    <a:lnTo>
                      <a:pt x="10892" y="3426"/>
                    </a:lnTo>
                    <a:lnTo>
                      <a:pt x="10247" y="3075"/>
                    </a:lnTo>
                    <a:lnTo>
                      <a:pt x="9545" y="2635"/>
                    </a:lnTo>
                    <a:lnTo>
                      <a:pt x="8784" y="2138"/>
                    </a:lnTo>
                    <a:lnTo>
                      <a:pt x="7993" y="1523"/>
                    </a:lnTo>
                    <a:lnTo>
                      <a:pt x="7173" y="820"/>
                    </a:lnTo>
                    <a:lnTo>
                      <a:pt x="62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49"/>
              <p:cNvSpPr/>
              <p:nvPr/>
            </p:nvSpPr>
            <p:spPr>
              <a:xfrm>
                <a:off x="5969779" y="4768687"/>
                <a:ext cx="310060" cy="198343"/>
              </a:xfrm>
              <a:custGeom>
                <a:rect b="b" l="l" r="r" t="t"/>
                <a:pathLst>
                  <a:path extrusionOk="0" h="12268" w="19178">
                    <a:moveTo>
                      <a:pt x="11390" y="0"/>
                    </a:moveTo>
                    <a:lnTo>
                      <a:pt x="11009" y="586"/>
                    </a:lnTo>
                    <a:lnTo>
                      <a:pt x="10629" y="1113"/>
                    </a:lnTo>
                    <a:lnTo>
                      <a:pt x="10219" y="1640"/>
                    </a:lnTo>
                    <a:lnTo>
                      <a:pt x="9838" y="2108"/>
                    </a:lnTo>
                    <a:lnTo>
                      <a:pt x="9428" y="2547"/>
                    </a:lnTo>
                    <a:lnTo>
                      <a:pt x="9048" y="2987"/>
                    </a:lnTo>
                    <a:lnTo>
                      <a:pt x="8667" y="3367"/>
                    </a:lnTo>
                    <a:lnTo>
                      <a:pt x="8257" y="3748"/>
                    </a:lnTo>
                    <a:lnTo>
                      <a:pt x="7496" y="4392"/>
                    </a:lnTo>
                    <a:lnTo>
                      <a:pt x="6764" y="4948"/>
                    </a:lnTo>
                    <a:lnTo>
                      <a:pt x="6032" y="5417"/>
                    </a:lnTo>
                    <a:lnTo>
                      <a:pt x="5359" y="5827"/>
                    </a:lnTo>
                    <a:lnTo>
                      <a:pt x="4480" y="6266"/>
                    </a:lnTo>
                    <a:lnTo>
                      <a:pt x="3573" y="6676"/>
                    </a:lnTo>
                    <a:lnTo>
                      <a:pt x="2724" y="7085"/>
                    </a:lnTo>
                    <a:lnTo>
                      <a:pt x="1963" y="7466"/>
                    </a:lnTo>
                    <a:lnTo>
                      <a:pt x="1582" y="7671"/>
                    </a:lnTo>
                    <a:lnTo>
                      <a:pt x="1260" y="7876"/>
                    </a:lnTo>
                    <a:lnTo>
                      <a:pt x="967" y="8081"/>
                    </a:lnTo>
                    <a:lnTo>
                      <a:pt x="704" y="8315"/>
                    </a:lnTo>
                    <a:lnTo>
                      <a:pt x="469" y="8579"/>
                    </a:lnTo>
                    <a:lnTo>
                      <a:pt x="264" y="8842"/>
                    </a:lnTo>
                    <a:lnTo>
                      <a:pt x="118" y="9135"/>
                    </a:lnTo>
                    <a:lnTo>
                      <a:pt x="30" y="9457"/>
                    </a:lnTo>
                    <a:lnTo>
                      <a:pt x="1" y="9808"/>
                    </a:lnTo>
                    <a:lnTo>
                      <a:pt x="1" y="10130"/>
                    </a:lnTo>
                    <a:lnTo>
                      <a:pt x="30" y="10423"/>
                    </a:lnTo>
                    <a:lnTo>
                      <a:pt x="118" y="10716"/>
                    </a:lnTo>
                    <a:lnTo>
                      <a:pt x="206" y="11009"/>
                    </a:lnTo>
                    <a:lnTo>
                      <a:pt x="352" y="11301"/>
                    </a:lnTo>
                    <a:lnTo>
                      <a:pt x="616" y="11770"/>
                    </a:lnTo>
                    <a:lnTo>
                      <a:pt x="18007" y="12268"/>
                    </a:lnTo>
                    <a:lnTo>
                      <a:pt x="18387" y="11799"/>
                    </a:lnTo>
                    <a:lnTo>
                      <a:pt x="18563" y="11506"/>
                    </a:lnTo>
                    <a:lnTo>
                      <a:pt x="18709" y="11214"/>
                    </a:lnTo>
                    <a:lnTo>
                      <a:pt x="18856" y="10862"/>
                    </a:lnTo>
                    <a:lnTo>
                      <a:pt x="19002" y="10511"/>
                    </a:lnTo>
                    <a:lnTo>
                      <a:pt x="19090" y="10130"/>
                    </a:lnTo>
                    <a:lnTo>
                      <a:pt x="19149" y="9720"/>
                    </a:lnTo>
                    <a:lnTo>
                      <a:pt x="19178" y="9223"/>
                    </a:lnTo>
                    <a:lnTo>
                      <a:pt x="19149" y="8784"/>
                    </a:lnTo>
                    <a:lnTo>
                      <a:pt x="19061" y="8344"/>
                    </a:lnTo>
                    <a:lnTo>
                      <a:pt x="18973" y="7964"/>
                    </a:lnTo>
                    <a:lnTo>
                      <a:pt x="18856" y="7612"/>
                    </a:lnTo>
                    <a:lnTo>
                      <a:pt x="18739" y="7320"/>
                    </a:lnTo>
                    <a:lnTo>
                      <a:pt x="18504" y="6851"/>
                    </a:lnTo>
                    <a:lnTo>
                      <a:pt x="18270" y="6295"/>
                    </a:lnTo>
                    <a:lnTo>
                      <a:pt x="18007" y="5680"/>
                    </a:lnTo>
                    <a:lnTo>
                      <a:pt x="17772" y="4978"/>
                    </a:lnTo>
                    <a:lnTo>
                      <a:pt x="17568" y="4187"/>
                    </a:lnTo>
                    <a:lnTo>
                      <a:pt x="17363" y="3309"/>
                    </a:lnTo>
                    <a:lnTo>
                      <a:pt x="17187" y="2313"/>
                    </a:lnTo>
                    <a:lnTo>
                      <a:pt x="17070" y="1230"/>
                    </a:lnTo>
                    <a:lnTo>
                      <a:pt x="16982" y="30"/>
                    </a:lnTo>
                    <a:lnTo>
                      <a:pt x="113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49"/>
              <p:cNvSpPr/>
              <p:nvPr/>
            </p:nvSpPr>
            <p:spPr>
              <a:xfrm>
                <a:off x="6105635" y="4220544"/>
                <a:ext cx="215868" cy="611115"/>
              </a:xfrm>
              <a:custGeom>
                <a:rect b="b" l="l" r="r" t="t"/>
                <a:pathLst>
                  <a:path extrusionOk="0" h="37799" w="13352">
                    <a:moveTo>
                      <a:pt x="9282" y="1"/>
                    </a:moveTo>
                    <a:lnTo>
                      <a:pt x="1" y="2987"/>
                    </a:lnTo>
                    <a:lnTo>
                      <a:pt x="59" y="3690"/>
                    </a:lnTo>
                    <a:lnTo>
                      <a:pt x="176" y="4392"/>
                    </a:lnTo>
                    <a:lnTo>
                      <a:pt x="323" y="5154"/>
                    </a:lnTo>
                    <a:lnTo>
                      <a:pt x="469" y="5973"/>
                    </a:lnTo>
                    <a:lnTo>
                      <a:pt x="674" y="6676"/>
                    </a:lnTo>
                    <a:lnTo>
                      <a:pt x="850" y="7379"/>
                    </a:lnTo>
                    <a:lnTo>
                      <a:pt x="1055" y="8023"/>
                    </a:lnTo>
                    <a:lnTo>
                      <a:pt x="1289" y="8608"/>
                    </a:lnTo>
                    <a:lnTo>
                      <a:pt x="1552" y="9897"/>
                    </a:lnTo>
                    <a:lnTo>
                      <a:pt x="1816" y="11214"/>
                    </a:lnTo>
                    <a:lnTo>
                      <a:pt x="2050" y="12532"/>
                    </a:lnTo>
                    <a:lnTo>
                      <a:pt x="2284" y="13908"/>
                    </a:lnTo>
                    <a:lnTo>
                      <a:pt x="2489" y="15547"/>
                    </a:lnTo>
                    <a:lnTo>
                      <a:pt x="2694" y="17157"/>
                    </a:lnTo>
                    <a:lnTo>
                      <a:pt x="2870" y="18768"/>
                    </a:lnTo>
                    <a:lnTo>
                      <a:pt x="2987" y="20349"/>
                    </a:lnTo>
                    <a:lnTo>
                      <a:pt x="3075" y="21900"/>
                    </a:lnTo>
                    <a:lnTo>
                      <a:pt x="3133" y="23452"/>
                    </a:lnTo>
                    <a:lnTo>
                      <a:pt x="3163" y="24975"/>
                    </a:lnTo>
                    <a:lnTo>
                      <a:pt x="3163" y="26468"/>
                    </a:lnTo>
                    <a:lnTo>
                      <a:pt x="3133" y="27961"/>
                    </a:lnTo>
                    <a:lnTo>
                      <a:pt x="3104" y="29425"/>
                    </a:lnTo>
                    <a:lnTo>
                      <a:pt x="3016" y="30859"/>
                    </a:lnTo>
                    <a:lnTo>
                      <a:pt x="2899" y="32265"/>
                    </a:lnTo>
                    <a:lnTo>
                      <a:pt x="2782" y="33641"/>
                    </a:lnTo>
                    <a:lnTo>
                      <a:pt x="2636" y="35017"/>
                    </a:lnTo>
                    <a:lnTo>
                      <a:pt x="2489" y="36364"/>
                    </a:lnTo>
                    <a:lnTo>
                      <a:pt x="2284" y="37681"/>
                    </a:lnTo>
                    <a:lnTo>
                      <a:pt x="7291" y="37798"/>
                    </a:lnTo>
                    <a:lnTo>
                      <a:pt x="8023" y="36042"/>
                    </a:lnTo>
                    <a:lnTo>
                      <a:pt x="8667" y="34343"/>
                    </a:lnTo>
                    <a:lnTo>
                      <a:pt x="9282" y="32704"/>
                    </a:lnTo>
                    <a:lnTo>
                      <a:pt x="9809" y="31152"/>
                    </a:lnTo>
                    <a:lnTo>
                      <a:pt x="10306" y="29688"/>
                    </a:lnTo>
                    <a:lnTo>
                      <a:pt x="10746" y="28283"/>
                    </a:lnTo>
                    <a:lnTo>
                      <a:pt x="11126" y="26995"/>
                    </a:lnTo>
                    <a:lnTo>
                      <a:pt x="11477" y="25765"/>
                    </a:lnTo>
                    <a:lnTo>
                      <a:pt x="11946" y="23921"/>
                    </a:lnTo>
                    <a:lnTo>
                      <a:pt x="12356" y="22223"/>
                    </a:lnTo>
                    <a:lnTo>
                      <a:pt x="12678" y="20700"/>
                    </a:lnTo>
                    <a:lnTo>
                      <a:pt x="12941" y="19324"/>
                    </a:lnTo>
                    <a:lnTo>
                      <a:pt x="13117" y="18094"/>
                    </a:lnTo>
                    <a:lnTo>
                      <a:pt x="13234" y="16982"/>
                    </a:lnTo>
                    <a:lnTo>
                      <a:pt x="13322" y="15986"/>
                    </a:lnTo>
                    <a:lnTo>
                      <a:pt x="13351" y="15108"/>
                    </a:lnTo>
                    <a:lnTo>
                      <a:pt x="13322" y="14347"/>
                    </a:lnTo>
                    <a:lnTo>
                      <a:pt x="13293" y="13673"/>
                    </a:lnTo>
                    <a:lnTo>
                      <a:pt x="13205" y="13088"/>
                    </a:lnTo>
                    <a:lnTo>
                      <a:pt x="13117" y="12590"/>
                    </a:lnTo>
                    <a:lnTo>
                      <a:pt x="13000" y="12151"/>
                    </a:lnTo>
                    <a:lnTo>
                      <a:pt x="12883" y="11800"/>
                    </a:lnTo>
                    <a:lnTo>
                      <a:pt x="12649" y="11214"/>
                    </a:lnTo>
                    <a:lnTo>
                      <a:pt x="12268" y="10394"/>
                    </a:lnTo>
                    <a:lnTo>
                      <a:pt x="11800" y="9487"/>
                    </a:lnTo>
                    <a:lnTo>
                      <a:pt x="11536" y="8989"/>
                    </a:lnTo>
                    <a:lnTo>
                      <a:pt x="11302" y="8374"/>
                    </a:lnTo>
                    <a:lnTo>
                      <a:pt x="11009" y="7730"/>
                    </a:lnTo>
                    <a:lnTo>
                      <a:pt x="10746" y="6969"/>
                    </a:lnTo>
                    <a:lnTo>
                      <a:pt x="10394" y="5915"/>
                    </a:lnTo>
                    <a:lnTo>
                      <a:pt x="10101" y="4919"/>
                    </a:lnTo>
                    <a:lnTo>
                      <a:pt x="9867" y="3953"/>
                    </a:lnTo>
                    <a:lnTo>
                      <a:pt x="9662" y="3046"/>
                    </a:lnTo>
                    <a:lnTo>
                      <a:pt x="9516" y="2167"/>
                    </a:lnTo>
                    <a:lnTo>
                      <a:pt x="9428" y="1377"/>
                    </a:lnTo>
                    <a:lnTo>
                      <a:pt x="9340" y="645"/>
                    </a:lnTo>
                    <a:lnTo>
                      <a:pt x="9282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49"/>
              <p:cNvSpPr/>
              <p:nvPr/>
            </p:nvSpPr>
            <p:spPr>
              <a:xfrm>
                <a:off x="6053090" y="3666726"/>
                <a:ext cx="266990" cy="620104"/>
              </a:xfrm>
              <a:custGeom>
                <a:rect b="b" l="l" r="r" t="t"/>
                <a:pathLst>
                  <a:path extrusionOk="0" h="38355" w="16514">
                    <a:moveTo>
                      <a:pt x="3661" y="1"/>
                    </a:moveTo>
                    <a:lnTo>
                      <a:pt x="3221" y="1114"/>
                    </a:lnTo>
                    <a:lnTo>
                      <a:pt x="2782" y="2285"/>
                    </a:lnTo>
                    <a:lnTo>
                      <a:pt x="2372" y="3514"/>
                    </a:lnTo>
                    <a:lnTo>
                      <a:pt x="1992" y="4773"/>
                    </a:lnTo>
                    <a:lnTo>
                      <a:pt x="1611" y="6091"/>
                    </a:lnTo>
                    <a:lnTo>
                      <a:pt x="1289" y="7437"/>
                    </a:lnTo>
                    <a:lnTo>
                      <a:pt x="967" y="8843"/>
                    </a:lnTo>
                    <a:lnTo>
                      <a:pt x="703" y="10307"/>
                    </a:lnTo>
                    <a:lnTo>
                      <a:pt x="499" y="11595"/>
                    </a:lnTo>
                    <a:lnTo>
                      <a:pt x="323" y="12854"/>
                    </a:lnTo>
                    <a:lnTo>
                      <a:pt x="206" y="14113"/>
                    </a:lnTo>
                    <a:lnTo>
                      <a:pt x="89" y="15342"/>
                    </a:lnTo>
                    <a:lnTo>
                      <a:pt x="30" y="16543"/>
                    </a:lnTo>
                    <a:lnTo>
                      <a:pt x="1" y="17714"/>
                    </a:lnTo>
                    <a:lnTo>
                      <a:pt x="1" y="18885"/>
                    </a:lnTo>
                    <a:lnTo>
                      <a:pt x="1" y="20056"/>
                    </a:lnTo>
                    <a:lnTo>
                      <a:pt x="30" y="20993"/>
                    </a:lnTo>
                    <a:lnTo>
                      <a:pt x="59" y="21930"/>
                    </a:lnTo>
                    <a:lnTo>
                      <a:pt x="147" y="22838"/>
                    </a:lnTo>
                    <a:lnTo>
                      <a:pt x="206" y="23745"/>
                    </a:lnTo>
                    <a:lnTo>
                      <a:pt x="323" y="24799"/>
                    </a:lnTo>
                    <a:lnTo>
                      <a:pt x="440" y="25824"/>
                    </a:lnTo>
                    <a:lnTo>
                      <a:pt x="586" y="26819"/>
                    </a:lnTo>
                    <a:lnTo>
                      <a:pt x="733" y="27785"/>
                    </a:lnTo>
                    <a:lnTo>
                      <a:pt x="1084" y="29630"/>
                    </a:lnTo>
                    <a:lnTo>
                      <a:pt x="1494" y="31387"/>
                    </a:lnTo>
                    <a:lnTo>
                      <a:pt x="1904" y="33055"/>
                    </a:lnTo>
                    <a:lnTo>
                      <a:pt x="2343" y="34578"/>
                    </a:lnTo>
                    <a:lnTo>
                      <a:pt x="2811" y="35983"/>
                    </a:lnTo>
                    <a:lnTo>
                      <a:pt x="3251" y="37242"/>
                    </a:lnTo>
                    <a:lnTo>
                      <a:pt x="12678" y="38355"/>
                    </a:lnTo>
                    <a:lnTo>
                      <a:pt x="13498" y="31006"/>
                    </a:lnTo>
                    <a:lnTo>
                      <a:pt x="14581" y="21286"/>
                    </a:lnTo>
                    <a:lnTo>
                      <a:pt x="15547" y="12678"/>
                    </a:lnTo>
                    <a:lnTo>
                      <a:pt x="15635" y="11888"/>
                    </a:lnTo>
                    <a:lnTo>
                      <a:pt x="16513" y="3895"/>
                    </a:lnTo>
                    <a:lnTo>
                      <a:pt x="3661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49"/>
              <p:cNvSpPr/>
              <p:nvPr/>
            </p:nvSpPr>
            <p:spPr>
              <a:xfrm>
                <a:off x="6288344" y="3688035"/>
                <a:ext cx="280716" cy="627202"/>
              </a:xfrm>
              <a:custGeom>
                <a:rect b="b" l="l" r="r" t="t"/>
                <a:pathLst>
                  <a:path extrusionOk="0" h="38794" w="17363">
                    <a:moveTo>
                      <a:pt x="4715" y="0"/>
                    </a:moveTo>
                    <a:lnTo>
                      <a:pt x="4217" y="1084"/>
                    </a:lnTo>
                    <a:lnTo>
                      <a:pt x="3748" y="2226"/>
                    </a:lnTo>
                    <a:lnTo>
                      <a:pt x="3280" y="3426"/>
                    </a:lnTo>
                    <a:lnTo>
                      <a:pt x="2811" y="4656"/>
                    </a:lnTo>
                    <a:lnTo>
                      <a:pt x="2372" y="5973"/>
                    </a:lnTo>
                    <a:lnTo>
                      <a:pt x="1962" y="7320"/>
                    </a:lnTo>
                    <a:lnTo>
                      <a:pt x="1582" y="8696"/>
                    </a:lnTo>
                    <a:lnTo>
                      <a:pt x="1260" y="10131"/>
                    </a:lnTo>
                    <a:lnTo>
                      <a:pt x="1201" y="10365"/>
                    </a:lnTo>
                    <a:lnTo>
                      <a:pt x="1172" y="10570"/>
                    </a:lnTo>
                    <a:lnTo>
                      <a:pt x="1055" y="10980"/>
                    </a:lnTo>
                    <a:lnTo>
                      <a:pt x="996" y="11360"/>
                    </a:lnTo>
                    <a:lnTo>
                      <a:pt x="791" y="12473"/>
                    </a:lnTo>
                    <a:lnTo>
                      <a:pt x="586" y="13585"/>
                    </a:lnTo>
                    <a:lnTo>
                      <a:pt x="440" y="14698"/>
                    </a:lnTo>
                    <a:lnTo>
                      <a:pt x="294" y="15781"/>
                    </a:lnTo>
                    <a:lnTo>
                      <a:pt x="206" y="16864"/>
                    </a:lnTo>
                    <a:lnTo>
                      <a:pt x="118" y="17948"/>
                    </a:lnTo>
                    <a:lnTo>
                      <a:pt x="59" y="19002"/>
                    </a:lnTo>
                    <a:lnTo>
                      <a:pt x="30" y="20056"/>
                    </a:lnTo>
                    <a:lnTo>
                      <a:pt x="1" y="21402"/>
                    </a:lnTo>
                    <a:lnTo>
                      <a:pt x="30" y="22720"/>
                    </a:lnTo>
                    <a:lnTo>
                      <a:pt x="59" y="24008"/>
                    </a:lnTo>
                    <a:lnTo>
                      <a:pt x="147" y="25267"/>
                    </a:lnTo>
                    <a:lnTo>
                      <a:pt x="264" y="26497"/>
                    </a:lnTo>
                    <a:lnTo>
                      <a:pt x="381" y="27668"/>
                    </a:lnTo>
                    <a:lnTo>
                      <a:pt x="528" y="28810"/>
                    </a:lnTo>
                    <a:lnTo>
                      <a:pt x="703" y="29951"/>
                    </a:lnTo>
                    <a:lnTo>
                      <a:pt x="879" y="30976"/>
                    </a:lnTo>
                    <a:lnTo>
                      <a:pt x="1084" y="32001"/>
                    </a:lnTo>
                    <a:lnTo>
                      <a:pt x="1289" y="32967"/>
                    </a:lnTo>
                    <a:lnTo>
                      <a:pt x="1494" y="33904"/>
                    </a:lnTo>
                    <a:lnTo>
                      <a:pt x="1933" y="35631"/>
                    </a:lnTo>
                    <a:lnTo>
                      <a:pt x="2372" y="37212"/>
                    </a:lnTo>
                    <a:lnTo>
                      <a:pt x="7086" y="37974"/>
                    </a:lnTo>
                    <a:lnTo>
                      <a:pt x="11770" y="38793"/>
                    </a:lnTo>
                    <a:lnTo>
                      <a:pt x="13498" y="28136"/>
                    </a:lnTo>
                    <a:lnTo>
                      <a:pt x="14259" y="23540"/>
                    </a:lnTo>
                    <a:lnTo>
                      <a:pt x="14991" y="18914"/>
                    </a:lnTo>
                    <a:lnTo>
                      <a:pt x="16191" y="11741"/>
                    </a:lnTo>
                    <a:lnTo>
                      <a:pt x="17362" y="4568"/>
                    </a:lnTo>
                    <a:lnTo>
                      <a:pt x="4715" y="0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49"/>
              <p:cNvSpPr/>
              <p:nvPr/>
            </p:nvSpPr>
            <p:spPr>
              <a:xfrm>
                <a:off x="6457326" y="3134217"/>
                <a:ext cx="266521" cy="506495"/>
              </a:xfrm>
              <a:custGeom>
                <a:rect b="b" l="l" r="r" t="t"/>
                <a:pathLst>
                  <a:path extrusionOk="0" h="31328" w="16485">
                    <a:moveTo>
                      <a:pt x="7437" y="1"/>
                    </a:moveTo>
                    <a:lnTo>
                      <a:pt x="6940" y="30"/>
                    </a:lnTo>
                    <a:lnTo>
                      <a:pt x="6442" y="59"/>
                    </a:lnTo>
                    <a:lnTo>
                      <a:pt x="5944" y="118"/>
                    </a:lnTo>
                    <a:lnTo>
                      <a:pt x="5447" y="206"/>
                    </a:lnTo>
                    <a:lnTo>
                      <a:pt x="4978" y="323"/>
                    </a:lnTo>
                    <a:lnTo>
                      <a:pt x="4510" y="440"/>
                    </a:lnTo>
                    <a:lnTo>
                      <a:pt x="4012" y="615"/>
                    </a:lnTo>
                    <a:lnTo>
                      <a:pt x="3573" y="820"/>
                    </a:lnTo>
                    <a:lnTo>
                      <a:pt x="3134" y="1025"/>
                    </a:lnTo>
                    <a:lnTo>
                      <a:pt x="2753" y="1230"/>
                    </a:lnTo>
                    <a:lnTo>
                      <a:pt x="2372" y="1464"/>
                    </a:lnTo>
                    <a:lnTo>
                      <a:pt x="2050" y="1699"/>
                    </a:lnTo>
                    <a:lnTo>
                      <a:pt x="1758" y="1933"/>
                    </a:lnTo>
                    <a:lnTo>
                      <a:pt x="1465" y="2167"/>
                    </a:lnTo>
                    <a:lnTo>
                      <a:pt x="996" y="2636"/>
                    </a:lnTo>
                    <a:lnTo>
                      <a:pt x="616" y="3075"/>
                    </a:lnTo>
                    <a:lnTo>
                      <a:pt x="323" y="3485"/>
                    </a:lnTo>
                    <a:lnTo>
                      <a:pt x="1" y="4041"/>
                    </a:lnTo>
                    <a:lnTo>
                      <a:pt x="3485" y="17040"/>
                    </a:lnTo>
                    <a:lnTo>
                      <a:pt x="5388" y="24184"/>
                    </a:lnTo>
                    <a:lnTo>
                      <a:pt x="7320" y="31328"/>
                    </a:lnTo>
                    <a:lnTo>
                      <a:pt x="16484" y="27200"/>
                    </a:lnTo>
                    <a:lnTo>
                      <a:pt x="16484" y="25765"/>
                    </a:lnTo>
                    <a:lnTo>
                      <a:pt x="16426" y="24272"/>
                    </a:lnTo>
                    <a:lnTo>
                      <a:pt x="16338" y="22779"/>
                    </a:lnTo>
                    <a:lnTo>
                      <a:pt x="16221" y="21227"/>
                    </a:lnTo>
                    <a:lnTo>
                      <a:pt x="16104" y="20027"/>
                    </a:lnTo>
                    <a:lnTo>
                      <a:pt x="15987" y="18768"/>
                    </a:lnTo>
                    <a:lnTo>
                      <a:pt x="15782" y="17333"/>
                    </a:lnTo>
                    <a:lnTo>
                      <a:pt x="15577" y="15840"/>
                    </a:lnTo>
                    <a:lnTo>
                      <a:pt x="15313" y="14347"/>
                    </a:lnTo>
                    <a:lnTo>
                      <a:pt x="15020" y="12824"/>
                    </a:lnTo>
                    <a:lnTo>
                      <a:pt x="14493" y="10746"/>
                    </a:lnTo>
                    <a:lnTo>
                      <a:pt x="13937" y="8579"/>
                    </a:lnTo>
                    <a:lnTo>
                      <a:pt x="13791" y="8052"/>
                    </a:lnTo>
                    <a:lnTo>
                      <a:pt x="13586" y="7554"/>
                    </a:lnTo>
                    <a:lnTo>
                      <a:pt x="13059" y="5798"/>
                    </a:lnTo>
                    <a:lnTo>
                      <a:pt x="12473" y="4070"/>
                    </a:lnTo>
                    <a:lnTo>
                      <a:pt x="11858" y="2431"/>
                    </a:lnTo>
                    <a:lnTo>
                      <a:pt x="11185" y="820"/>
                    </a:lnTo>
                    <a:lnTo>
                      <a:pt x="10775" y="645"/>
                    </a:lnTo>
                    <a:lnTo>
                      <a:pt x="10307" y="469"/>
                    </a:lnTo>
                    <a:lnTo>
                      <a:pt x="9868" y="323"/>
                    </a:lnTo>
                    <a:lnTo>
                      <a:pt x="9399" y="206"/>
                    </a:lnTo>
                    <a:lnTo>
                      <a:pt x="8901" y="118"/>
                    </a:lnTo>
                    <a:lnTo>
                      <a:pt x="8433" y="59"/>
                    </a:lnTo>
                    <a:lnTo>
                      <a:pt x="7935" y="30"/>
                    </a:lnTo>
                    <a:lnTo>
                      <a:pt x="7437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49"/>
              <p:cNvSpPr/>
              <p:nvPr/>
            </p:nvSpPr>
            <p:spPr>
              <a:xfrm>
                <a:off x="6174751" y="3003099"/>
                <a:ext cx="34097" cy="9005"/>
              </a:xfrm>
              <a:custGeom>
                <a:rect b="b" l="l" r="r" t="t"/>
                <a:pathLst>
                  <a:path extrusionOk="0" h="557" w="2109">
                    <a:moveTo>
                      <a:pt x="264" y="1"/>
                    </a:moveTo>
                    <a:lnTo>
                      <a:pt x="176" y="30"/>
                    </a:lnTo>
                    <a:lnTo>
                      <a:pt x="88" y="89"/>
                    </a:lnTo>
                    <a:lnTo>
                      <a:pt x="29" y="176"/>
                    </a:lnTo>
                    <a:lnTo>
                      <a:pt x="0" y="264"/>
                    </a:lnTo>
                    <a:lnTo>
                      <a:pt x="29" y="381"/>
                    </a:lnTo>
                    <a:lnTo>
                      <a:pt x="88" y="469"/>
                    </a:lnTo>
                    <a:lnTo>
                      <a:pt x="147" y="528"/>
                    </a:lnTo>
                    <a:lnTo>
                      <a:pt x="264" y="528"/>
                    </a:lnTo>
                    <a:lnTo>
                      <a:pt x="1845" y="557"/>
                    </a:lnTo>
                    <a:lnTo>
                      <a:pt x="1933" y="528"/>
                    </a:lnTo>
                    <a:lnTo>
                      <a:pt x="2020" y="469"/>
                    </a:lnTo>
                    <a:lnTo>
                      <a:pt x="2079" y="381"/>
                    </a:lnTo>
                    <a:lnTo>
                      <a:pt x="2108" y="293"/>
                    </a:lnTo>
                    <a:lnTo>
                      <a:pt x="2079" y="176"/>
                    </a:lnTo>
                    <a:lnTo>
                      <a:pt x="2020" y="89"/>
                    </a:lnTo>
                    <a:lnTo>
                      <a:pt x="1933" y="30"/>
                    </a:lnTo>
                    <a:lnTo>
                      <a:pt x="18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49"/>
              <p:cNvSpPr/>
              <p:nvPr/>
            </p:nvSpPr>
            <p:spPr>
              <a:xfrm>
                <a:off x="6048838" y="3857487"/>
                <a:ext cx="481872" cy="316689"/>
              </a:xfrm>
              <a:custGeom>
                <a:rect b="b" l="l" r="r" t="t"/>
                <a:pathLst>
                  <a:path extrusionOk="0" h="19588" w="29805">
                    <a:moveTo>
                      <a:pt x="14200" y="1"/>
                    </a:moveTo>
                    <a:lnTo>
                      <a:pt x="13644" y="30"/>
                    </a:lnTo>
                    <a:lnTo>
                      <a:pt x="13117" y="59"/>
                    </a:lnTo>
                    <a:lnTo>
                      <a:pt x="12560" y="118"/>
                    </a:lnTo>
                    <a:lnTo>
                      <a:pt x="12033" y="177"/>
                    </a:lnTo>
                    <a:lnTo>
                      <a:pt x="11477" y="294"/>
                    </a:lnTo>
                    <a:lnTo>
                      <a:pt x="10423" y="528"/>
                    </a:lnTo>
                    <a:lnTo>
                      <a:pt x="9340" y="821"/>
                    </a:lnTo>
                    <a:lnTo>
                      <a:pt x="8286" y="1201"/>
                    </a:lnTo>
                    <a:lnTo>
                      <a:pt x="7261" y="1640"/>
                    </a:lnTo>
                    <a:lnTo>
                      <a:pt x="6266" y="2138"/>
                    </a:lnTo>
                    <a:lnTo>
                      <a:pt x="5329" y="2665"/>
                    </a:lnTo>
                    <a:lnTo>
                      <a:pt x="4421" y="3251"/>
                    </a:lnTo>
                    <a:lnTo>
                      <a:pt x="3601" y="3865"/>
                    </a:lnTo>
                    <a:lnTo>
                      <a:pt x="3192" y="4188"/>
                    </a:lnTo>
                    <a:lnTo>
                      <a:pt x="2811" y="4539"/>
                    </a:lnTo>
                    <a:lnTo>
                      <a:pt x="2460" y="4890"/>
                    </a:lnTo>
                    <a:lnTo>
                      <a:pt x="2138" y="5242"/>
                    </a:lnTo>
                    <a:lnTo>
                      <a:pt x="1816" y="5593"/>
                    </a:lnTo>
                    <a:lnTo>
                      <a:pt x="1523" y="5944"/>
                    </a:lnTo>
                    <a:lnTo>
                      <a:pt x="1259" y="6325"/>
                    </a:lnTo>
                    <a:lnTo>
                      <a:pt x="996" y="6705"/>
                    </a:lnTo>
                    <a:lnTo>
                      <a:pt x="762" y="7086"/>
                    </a:lnTo>
                    <a:lnTo>
                      <a:pt x="586" y="7467"/>
                    </a:lnTo>
                    <a:lnTo>
                      <a:pt x="410" y="7847"/>
                    </a:lnTo>
                    <a:lnTo>
                      <a:pt x="264" y="8257"/>
                    </a:lnTo>
                    <a:lnTo>
                      <a:pt x="117" y="8696"/>
                    </a:lnTo>
                    <a:lnTo>
                      <a:pt x="30" y="9165"/>
                    </a:lnTo>
                    <a:lnTo>
                      <a:pt x="0" y="9633"/>
                    </a:lnTo>
                    <a:lnTo>
                      <a:pt x="0" y="10102"/>
                    </a:lnTo>
                    <a:lnTo>
                      <a:pt x="30" y="10570"/>
                    </a:lnTo>
                    <a:lnTo>
                      <a:pt x="147" y="11039"/>
                    </a:lnTo>
                    <a:lnTo>
                      <a:pt x="293" y="11507"/>
                    </a:lnTo>
                    <a:lnTo>
                      <a:pt x="469" y="11946"/>
                    </a:lnTo>
                    <a:lnTo>
                      <a:pt x="674" y="12327"/>
                    </a:lnTo>
                    <a:lnTo>
                      <a:pt x="879" y="12707"/>
                    </a:lnTo>
                    <a:lnTo>
                      <a:pt x="1142" y="13059"/>
                    </a:lnTo>
                    <a:lnTo>
                      <a:pt x="1406" y="13381"/>
                    </a:lnTo>
                    <a:lnTo>
                      <a:pt x="1698" y="13732"/>
                    </a:lnTo>
                    <a:lnTo>
                      <a:pt x="2020" y="14054"/>
                    </a:lnTo>
                    <a:lnTo>
                      <a:pt x="2372" y="14376"/>
                    </a:lnTo>
                    <a:lnTo>
                      <a:pt x="2752" y="14669"/>
                    </a:lnTo>
                    <a:lnTo>
                      <a:pt x="3133" y="14991"/>
                    </a:lnTo>
                    <a:lnTo>
                      <a:pt x="3514" y="15284"/>
                    </a:lnTo>
                    <a:lnTo>
                      <a:pt x="4363" y="15811"/>
                    </a:lnTo>
                    <a:lnTo>
                      <a:pt x="5270" y="16338"/>
                    </a:lnTo>
                    <a:lnTo>
                      <a:pt x="6207" y="16806"/>
                    </a:lnTo>
                    <a:lnTo>
                      <a:pt x="7173" y="17245"/>
                    </a:lnTo>
                    <a:lnTo>
                      <a:pt x="8140" y="17626"/>
                    </a:lnTo>
                    <a:lnTo>
                      <a:pt x="9135" y="18007"/>
                    </a:lnTo>
                    <a:lnTo>
                      <a:pt x="10101" y="18329"/>
                    </a:lnTo>
                    <a:lnTo>
                      <a:pt x="11038" y="18592"/>
                    </a:lnTo>
                    <a:lnTo>
                      <a:pt x="11946" y="18826"/>
                    </a:lnTo>
                    <a:lnTo>
                      <a:pt x="12824" y="19031"/>
                    </a:lnTo>
                    <a:lnTo>
                      <a:pt x="13644" y="19207"/>
                    </a:lnTo>
                    <a:lnTo>
                      <a:pt x="13761" y="19207"/>
                    </a:lnTo>
                    <a:lnTo>
                      <a:pt x="14844" y="9575"/>
                    </a:lnTo>
                    <a:lnTo>
                      <a:pt x="14815" y="10921"/>
                    </a:lnTo>
                    <a:lnTo>
                      <a:pt x="14844" y="12239"/>
                    </a:lnTo>
                    <a:lnTo>
                      <a:pt x="14873" y="13527"/>
                    </a:lnTo>
                    <a:lnTo>
                      <a:pt x="14961" y="14786"/>
                    </a:lnTo>
                    <a:lnTo>
                      <a:pt x="15078" y="16016"/>
                    </a:lnTo>
                    <a:lnTo>
                      <a:pt x="15195" y="17187"/>
                    </a:lnTo>
                    <a:lnTo>
                      <a:pt x="15342" y="18329"/>
                    </a:lnTo>
                    <a:lnTo>
                      <a:pt x="15517" y="19470"/>
                    </a:lnTo>
                    <a:lnTo>
                      <a:pt x="16367" y="19529"/>
                    </a:lnTo>
                    <a:lnTo>
                      <a:pt x="17216" y="19588"/>
                    </a:lnTo>
                    <a:lnTo>
                      <a:pt x="18943" y="19588"/>
                    </a:lnTo>
                    <a:lnTo>
                      <a:pt x="19792" y="19558"/>
                    </a:lnTo>
                    <a:lnTo>
                      <a:pt x="20670" y="19529"/>
                    </a:lnTo>
                    <a:lnTo>
                      <a:pt x="21519" y="19441"/>
                    </a:lnTo>
                    <a:lnTo>
                      <a:pt x="22368" y="19353"/>
                    </a:lnTo>
                    <a:lnTo>
                      <a:pt x="23188" y="19207"/>
                    </a:lnTo>
                    <a:lnTo>
                      <a:pt x="24008" y="19061"/>
                    </a:lnTo>
                    <a:lnTo>
                      <a:pt x="24799" y="18885"/>
                    </a:lnTo>
                    <a:lnTo>
                      <a:pt x="25560" y="18709"/>
                    </a:lnTo>
                    <a:lnTo>
                      <a:pt x="26321" y="18475"/>
                    </a:lnTo>
                    <a:lnTo>
                      <a:pt x="27024" y="18212"/>
                    </a:lnTo>
                    <a:lnTo>
                      <a:pt x="27697" y="17948"/>
                    </a:lnTo>
                    <a:lnTo>
                      <a:pt x="28312" y="17655"/>
                    </a:lnTo>
                    <a:lnTo>
                      <a:pt x="29073" y="13059"/>
                    </a:lnTo>
                    <a:lnTo>
                      <a:pt x="29805" y="8433"/>
                    </a:lnTo>
                    <a:lnTo>
                      <a:pt x="29278" y="7701"/>
                    </a:lnTo>
                    <a:lnTo>
                      <a:pt x="28692" y="6998"/>
                    </a:lnTo>
                    <a:lnTo>
                      <a:pt x="28019" y="6266"/>
                    </a:lnTo>
                    <a:lnTo>
                      <a:pt x="27316" y="5564"/>
                    </a:lnTo>
                    <a:lnTo>
                      <a:pt x="26555" y="4890"/>
                    </a:lnTo>
                    <a:lnTo>
                      <a:pt x="25765" y="4246"/>
                    </a:lnTo>
                    <a:lnTo>
                      <a:pt x="24916" y="3631"/>
                    </a:lnTo>
                    <a:lnTo>
                      <a:pt x="24037" y="3046"/>
                    </a:lnTo>
                    <a:lnTo>
                      <a:pt x="23100" y="2489"/>
                    </a:lnTo>
                    <a:lnTo>
                      <a:pt x="22164" y="1962"/>
                    </a:lnTo>
                    <a:lnTo>
                      <a:pt x="21168" y="1523"/>
                    </a:lnTo>
                    <a:lnTo>
                      <a:pt x="20143" y="1113"/>
                    </a:lnTo>
                    <a:lnTo>
                      <a:pt x="19119" y="762"/>
                    </a:lnTo>
                    <a:lnTo>
                      <a:pt x="18065" y="469"/>
                    </a:lnTo>
                    <a:lnTo>
                      <a:pt x="17508" y="352"/>
                    </a:lnTo>
                    <a:lnTo>
                      <a:pt x="16981" y="235"/>
                    </a:lnTo>
                    <a:lnTo>
                      <a:pt x="16425" y="147"/>
                    </a:lnTo>
                    <a:lnTo>
                      <a:pt x="15898" y="89"/>
                    </a:lnTo>
                    <a:lnTo>
                      <a:pt x="15342" y="30"/>
                    </a:lnTo>
                    <a:lnTo>
                      <a:pt x="147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49"/>
              <p:cNvSpPr/>
              <p:nvPr/>
            </p:nvSpPr>
            <p:spPr>
              <a:xfrm>
                <a:off x="6024700" y="3069838"/>
                <a:ext cx="644243" cy="1078308"/>
              </a:xfrm>
              <a:custGeom>
                <a:rect b="b" l="l" r="r" t="t"/>
                <a:pathLst>
                  <a:path extrusionOk="0" h="66696" w="39848">
                    <a:moveTo>
                      <a:pt x="26965" y="1"/>
                    </a:moveTo>
                    <a:lnTo>
                      <a:pt x="26409" y="674"/>
                    </a:lnTo>
                    <a:lnTo>
                      <a:pt x="25852" y="1318"/>
                    </a:lnTo>
                    <a:lnTo>
                      <a:pt x="25267" y="1904"/>
                    </a:lnTo>
                    <a:lnTo>
                      <a:pt x="24681" y="2431"/>
                    </a:lnTo>
                    <a:lnTo>
                      <a:pt x="24096" y="2870"/>
                    </a:lnTo>
                    <a:lnTo>
                      <a:pt x="23481" y="3280"/>
                    </a:lnTo>
                    <a:lnTo>
                      <a:pt x="22895" y="3602"/>
                    </a:lnTo>
                    <a:lnTo>
                      <a:pt x="22310" y="3895"/>
                    </a:lnTo>
                    <a:lnTo>
                      <a:pt x="21724" y="4100"/>
                    </a:lnTo>
                    <a:lnTo>
                      <a:pt x="21139" y="4275"/>
                    </a:lnTo>
                    <a:lnTo>
                      <a:pt x="20582" y="4363"/>
                    </a:lnTo>
                    <a:lnTo>
                      <a:pt x="20055" y="4422"/>
                    </a:lnTo>
                    <a:lnTo>
                      <a:pt x="19528" y="4393"/>
                    </a:lnTo>
                    <a:lnTo>
                      <a:pt x="19060" y="4305"/>
                    </a:lnTo>
                    <a:lnTo>
                      <a:pt x="18591" y="4188"/>
                    </a:lnTo>
                    <a:lnTo>
                      <a:pt x="18387" y="4100"/>
                    </a:lnTo>
                    <a:lnTo>
                      <a:pt x="18182" y="3983"/>
                    </a:lnTo>
                    <a:lnTo>
                      <a:pt x="18006" y="3866"/>
                    </a:lnTo>
                    <a:lnTo>
                      <a:pt x="17801" y="3719"/>
                    </a:lnTo>
                    <a:lnTo>
                      <a:pt x="17567" y="3514"/>
                    </a:lnTo>
                    <a:lnTo>
                      <a:pt x="17333" y="3221"/>
                    </a:lnTo>
                    <a:lnTo>
                      <a:pt x="17069" y="2870"/>
                    </a:lnTo>
                    <a:lnTo>
                      <a:pt x="16806" y="2431"/>
                    </a:lnTo>
                    <a:lnTo>
                      <a:pt x="16571" y="1875"/>
                    </a:lnTo>
                    <a:lnTo>
                      <a:pt x="16454" y="1553"/>
                    </a:lnTo>
                    <a:lnTo>
                      <a:pt x="16366" y="1201"/>
                    </a:lnTo>
                    <a:lnTo>
                      <a:pt x="15429" y="1348"/>
                    </a:lnTo>
                    <a:lnTo>
                      <a:pt x="14405" y="1523"/>
                    </a:lnTo>
                    <a:lnTo>
                      <a:pt x="13292" y="1758"/>
                    </a:lnTo>
                    <a:lnTo>
                      <a:pt x="12150" y="2050"/>
                    </a:lnTo>
                    <a:lnTo>
                      <a:pt x="11565" y="2226"/>
                    </a:lnTo>
                    <a:lnTo>
                      <a:pt x="10950" y="2431"/>
                    </a:lnTo>
                    <a:lnTo>
                      <a:pt x="10335" y="2665"/>
                    </a:lnTo>
                    <a:lnTo>
                      <a:pt x="9720" y="2929"/>
                    </a:lnTo>
                    <a:lnTo>
                      <a:pt x="9076" y="3192"/>
                    </a:lnTo>
                    <a:lnTo>
                      <a:pt x="8461" y="3514"/>
                    </a:lnTo>
                    <a:lnTo>
                      <a:pt x="7817" y="3836"/>
                    </a:lnTo>
                    <a:lnTo>
                      <a:pt x="7173" y="4188"/>
                    </a:lnTo>
                    <a:lnTo>
                      <a:pt x="6500" y="4627"/>
                    </a:lnTo>
                    <a:lnTo>
                      <a:pt x="5856" y="5037"/>
                    </a:lnTo>
                    <a:lnTo>
                      <a:pt x="5241" y="5476"/>
                    </a:lnTo>
                    <a:lnTo>
                      <a:pt x="4685" y="5915"/>
                    </a:lnTo>
                    <a:lnTo>
                      <a:pt x="0" y="61338"/>
                    </a:lnTo>
                    <a:lnTo>
                      <a:pt x="1435" y="62069"/>
                    </a:lnTo>
                    <a:lnTo>
                      <a:pt x="2225" y="62450"/>
                    </a:lnTo>
                    <a:lnTo>
                      <a:pt x="3074" y="62860"/>
                    </a:lnTo>
                    <a:lnTo>
                      <a:pt x="3982" y="63241"/>
                    </a:lnTo>
                    <a:lnTo>
                      <a:pt x="4948" y="63621"/>
                    </a:lnTo>
                    <a:lnTo>
                      <a:pt x="5973" y="64002"/>
                    </a:lnTo>
                    <a:lnTo>
                      <a:pt x="7027" y="64382"/>
                    </a:lnTo>
                    <a:lnTo>
                      <a:pt x="8139" y="64734"/>
                    </a:lnTo>
                    <a:lnTo>
                      <a:pt x="9310" y="65085"/>
                    </a:lnTo>
                    <a:lnTo>
                      <a:pt x="10540" y="65407"/>
                    </a:lnTo>
                    <a:lnTo>
                      <a:pt x="11799" y="65700"/>
                    </a:lnTo>
                    <a:lnTo>
                      <a:pt x="13117" y="65963"/>
                    </a:lnTo>
                    <a:lnTo>
                      <a:pt x="14463" y="66198"/>
                    </a:lnTo>
                    <a:lnTo>
                      <a:pt x="15869" y="66373"/>
                    </a:lnTo>
                    <a:lnTo>
                      <a:pt x="17333" y="66520"/>
                    </a:lnTo>
                    <a:lnTo>
                      <a:pt x="18299" y="66607"/>
                    </a:lnTo>
                    <a:lnTo>
                      <a:pt x="19265" y="66637"/>
                    </a:lnTo>
                    <a:lnTo>
                      <a:pt x="20231" y="66666"/>
                    </a:lnTo>
                    <a:lnTo>
                      <a:pt x="21168" y="66695"/>
                    </a:lnTo>
                    <a:lnTo>
                      <a:pt x="22076" y="66666"/>
                    </a:lnTo>
                    <a:lnTo>
                      <a:pt x="22983" y="66637"/>
                    </a:lnTo>
                    <a:lnTo>
                      <a:pt x="23861" y="66607"/>
                    </a:lnTo>
                    <a:lnTo>
                      <a:pt x="24740" y="66549"/>
                    </a:lnTo>
                    <a:lnTo>
                      <a:pt x="26438" y="66373"/>
                    </a:lnTo>
                    <a:lnTo>
                      <a:pt x="28048" y="66139"/>
                    </a:lnTo>
                    <a:lnTo>
                      <a:pt x="29600" y="65876"/>
                    </a:lnTo>
                    <a:lnTo>
                      <a:pt x="31064" y="65553"/>
                    </a:lnTo>
                    <a:lnTo>
                      <a:pt x="32469" y="65202"/>
                    </a:lnTo>
                    <a:lnTo>
                      <a:pt x="33787" y="64851"/>
                    </a:lnTo>
                    <a:lnTo>
                      <a:pt x="35016" y="64470"/>
                    </a:lnTo>
                    <a:lnTo>
                      <a:pt x="36158" y="64090"/>
                    </a:lnTo>
                    <a:lnTo>
                      <a:pt x="37241" y="63680"/>
                    </a:lnTo>
                    <a:lnTo>
                      <a:pt x="38178" y="63299"/>
                    </a:lnTo>
                    <a:lnTo>
                      <a:pt x="39057" y="62948"/>
                    </a:lnTo>
                    <a:lnTo>
                      <a:pt x="39847" y="62596"/>
                    </a:lnTo>
                    <a:lnTo>
                      <a:pt x="33406" y="35632"/>
                    </a:lnTo>
                    <a:lnTo>
                      <a:pt x="33992" y="33582"/>
                    </a:lnTo>
                    <a:lnTo>
                      <a:pt x="34577" y="31445"/>
                    </a:lnTo>
                    <a:lnTo>
                      <a:pt x="35133" y="29249"/>
                    </a:lnTo>
                    <a:lnTo>
                      <a:pt x="35660" y="26995"/>
                    </a:lnTo>
                    <a:lnTo>
                      <a:pt x="36158" y="24682"/>
                    </a:lnTo>
                    <a:lnTo>
                      <a:pt x="36627" y="22310"/>
                    </a:lnTo>
                    <a:lnTo>
                      <a:pt x="37066" y="19880"/>
                    </a:lnTo>
                    <a:lnTo>
                      <a:pt x="37446" y="17392"/>
                    </a:lnTo>
                    <a:lnTo>
                      <a:pt x="37798" y="15137"/>
                    </a:lnTo>
                    <a:lnTo>
                      <a:pt x="38061" y="12883"/>
                    </a:lnTo>
                    <a:lnTo>
                      <a:pt x="38295" y="10687"/>
                    </a:lnTo>
                    <a:lnTo>
                      <a:pt x="38500" y="8550"/>
                    </a:lnTo>
                    <a:lnTo>
                      <a:pt x="38354" y="8081"/>
                    </a:lnTo>
                    <a:lnTo>
                      <a:pt x="38120" y="7496"/>
                    </a:lnTo>
                    <a:lnTo>
                      <a:pt x="37827" y="6823"/>
                    </a:lnTo>
                    <a:lnTo>
                      <a:pt x="37417" y="6061"/>
                    </a:lnTo>
                    <a:lnTo>
                      <a:pt x="37183" y="5651"/>
                    </a:lnTo>
                    <a:lnTo>
                      <a:pt x="36919" y="5271"/>
                    </a:lnTo>
                    <a:lnTo>
                      <a:pt x="36627" y="4832"/>
                    </a:lnTo>
                    <a:lnTo>
                      <a:pt x="36304" y="4422"/>
                    </a:lnTo>
                    <a:lnTo>
                      <a:pt x="35953" y="4012"/>
                    </a:lnTo>
                    <a:lnTo>
                      <a:pt x="35543" y="3602"/>
                    </a:lnTo>
                    <a:lnTo>
                      <a:pt x="35133" y="3192"/>
                    </a:lnTo>
                    <a:lnTo>
                      <a:pt x="34665" y="2782"/>
                    </a:lnTo>
                    <a:lnTo>
                      <a:pt x="34079" y="2314"/>
                    </a:lnTo>
                    <a:lnTo>
                      <a:pt x="33465" y="1904"/>
                    </a:lnTo>
                    <a:lnTo>
                      <a:pt x="32879" y="1553"/>
                    </a:lnTo>
                    <a:lnTo>
                      <a:pt x="32264" y="1231"/>
                    </a:lnTo>
                    <a:lnTo>
                      <a:pt x="31679" y="967"/>
                    </a:lnTo>
                    <a:lnTo>
                      <a:pt x="31122" y="762"/>
                    </a:lnTo>
                    <a:lnTo>
                      <a:pt x="30566" y="557"/>
                    </a:lnTo>
                    <a:lnTo>
                      <a:pt x="30010" y="411"/>
                    </a:lnTo>
                    <a:lnTo>
                      <a:pt x="29512" y="294"/>
                    </a:lnTo>
                    <a:lnTo>
                      <a:pt x="29014" y="177"/>
                    </a:lnTo>
                    <a:lnTo>
                      <a:pt x="28165" y="59"/>
                    </a:lnTo>
                    <a:lnTo>
                      <a:pt x="274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49"/>
              <p:cNvSpPr/>
              <p:nvPr/>
            </p:nvSpPr>
            <p:spPr>
              <a:xfrm>
                <a:off x="6049307" y="2536861"/>
                <a:ext cx="390995" cy="532994"/>
              </a:xfrm>
              <a:custGeom>
                <a:rect b="b" l="l" r="r" t="t"/>
                <a:pathLst>
                  <a:path extrusionOk="0" h="32967" w="24184">
                    <a:moveTo>
                      <a:pt x="11185" y="0"/>
                    </a:moveTo>
                    <a:lnTo>
                      <a:pt x="10306" y="59"/>
                    </a:lnTo>
                    <a:lnTo>
                      <a:pt x="9457" y="147"/>
                    </a:lnTo>
                    <a:lnTo>
                      <a:pt x="8989" y="205"/>
                    </a:lnTo>
                    <a:lnTo>
                      <a:pt x="8520" y="293"/>
                    </a:lnTo>
                    <a:lnTo>
                      <a:pt x="8052" y="410"/>
                    </a:lnTo>
                    <a:lnTo>
                      <a:pt x="7613" y="557"/>
                    </a:lnTo>
                    <a:lnTo>
                      <a:pt x="7174" y="703"/>
                    </a:lnTo>
                    <a:lnTo>
                      <a:pt x="6734" y="849"/>
                    </a:lnTo>
                    <a:lnTo>
                      <a:pt x="6295" y="1054"/>
                    </a:lnTo>
                    <a:lnTo>
                      <a:pt x="5885" y="1259"/>
                    </a:lnTo>
                    <a:lnTo>
                      <a:pt x="5505" y="1464"/>
                    </a:lnTo>
                    <a:lnTo>
                      <a:pt x="5095" y="1728"/>
                    </a:lnTo>
                    <a:lnTo>
                      <a:pt x="4714" y="1962"/>
                    </a:lnTo>
                    <a:lnTo>
                      <a:pt x="4363" y="2255"/>
                    </a:lnTo>
                    <a:lnTo>
                      <a:pt x="4012" y="2547"/>
                    </a:lnTo>
                    <a:lnTo>
                      <a:pt x="3660" y="2840"/>
                    </a:lnTo>
                    <a:lnTo>
                      <a:pt x="3338" y="3162"/>
                    </a:lnTo>
                    <a:lnTo>
                      <a:pt x="3016" y="3484"/>
                    </a:lnTo>
                    <a:lnTo>
                      <a:pt x="2723" y="3836"/>
                    </a:lnTo>
                    <a:lnTo>
                      <a:pt x="2431" y="4187"/>
                    </a:lnTo>
                    <a:lnTo>
                      <a:pt x="2167" y="4568"/>
                    </a:lnTo>
                    <a:lnTo>
                      <a:pt x="1904" y="4948"/>
                    </a:lnTo>
                    <a:lnTo>
                      <a:pt x="1669" y="5329"/>
                    </a:lnTo>
                    <a:lnTo>
                      <a:pt x="1464" y="5739"/>
                    </a:lnTo>
                    <a:lnTo>
                      <a:pt x="1260" y="6149"/>
                    </a:lnTo>
                    <a:lnTo>
                      <a:pt x="1084" y="6588"/>
                    </a:lnTo>
                    <a:lnTo>
                      <a:pt x="908" y="7027"/>
                    </a:lnTo>
                    <a:lnTo>
                      <a:pt x="762" y="7466"/>
                    </a:lnTo>
                    <a:lnTo>
                      <a:pt x="645" y="7905"/>
                    </a:lnTo>
                    <a:lnTo>
                      <a:pt x="528" y="8374"/>
                    </a:lnTo>
                    <a:lnTo>
                      <a:pt x="440" y="8842"/>
                    </a:lnTo>
                    <a:lnTo>
                      <a:pt x="381" y="9311"/>
                    </a:lnTo>
                    <a:lnTo>
                      <a:pt x="323" y="9779"/>
                    </a:lnTo>
                    <a:lnTo>
                      <a:pt x="293" y="10277"/>
                    </a:lnTo>
                    <a:lnTo>
                      <a:pt x="118" y="16425"/>
                    </a:lnTo>
                    <a:lnTo>
                      <a:pt x="88" y="17977"/>
                    </a:lnTo>
                    <a:lnTo>
                      <a:pt x="1" y="20700"/>
                    </a:lnTo>
                    <a:lnTo>
                      <a:pt x="88" y="21256"/>
                    </a:lnTo>
                    <a:lnTo>
                      <a:pt x="235" y="22046"/>
                    </a:lnTo>
                    <a:lnTo>
                      <a:pt x="352" y="22485"/>
                    </a:lnTo>
                    <a:lnTo>
                      <a:pt x="498" y="22983"/>
                    </a:lnTo>
                    <a:lnTo>
                      <a:pt x="645" y="23510"/>
                    </a:lnTo>
                    <a:lnTo>
                      <a:pt x="850" y="24066"/>
                    </a:lnTo>
                    <a:lnTo>
                      <a:pt x="1084" y="24652"/>
                    </a:lnTo>
                    <a:lnTo>
                      <a:pt x="1377" y="25267"/>
                    </a:lnTo>
                    <a:lnTo>
                      <a:pt x="1699" y="25882"/>
                    </a:lnTo>
                    <a:lnTo>
                      <a:pt x="2050" y="26496"/>
                    </a:lnTo>
                    <a:lnTo>
                      <a:pt x="2460" y="27141"/>
                    </a:lnTo>
                    <a:lnTo>
                      <a:pt x="2928" y="27785"/>
                    </a:lnTo>
                    <a:lnTo>
                      <a:pt x="3455" y="28400"/>
                    </a:lnTo>
                    <a:lnTo>
                      <a:pt x="4041" y="29014"/>
                    </a:lnTo>
                    <a:lnTo>
                      <a:pt x="4597" y="29541"/>
                    </a:lnTo>
                    <a:lnTo>
                      <a:pt x="5153" y="30039"/>
                    </a:lnTo>
                    <a:lnTo>
                      <a:pt x="5710" y="30449"/>
                    </a:lnTo>
                    <a:lnTo>
                      <a:pt x="6295" y="30859"/>
                    </a:lnTo>
                    <a:lnTo>
                      <a:pt x="6852" y="31181"/>
                    </a:lnTo>
                    <a:lnTo>
                      <a:pt x="7379" y="31503"/>
                    </a:lnTo>
                    <a:lnTo>
                      <a:pt x="7935" y="31766"/>
                    </a:lnTo>
                    <a:lnTo>
                      <a:pt x="8433" y="32001"/>
                    </a:lnTo>
                    <a:lnTo>
                      <a:pt x="8930" y="32206"/>
                    </a:lnTo>
                    <a:lnTo>
                      <a:pt x="9428" y="32381"/>
                    </a:lnTo>
                    <a:lnTo>
                      <a:pt x="10277" y="32674"/>
                    </a:lnTo>
                    <a:lnTo>
                      <a:pt x="11009" y="32850"/>
                    </a:lnTo>
                    <a:lnTo>
                      <a:pt x="11595" y="32967"/>
                    </a:lnTo>
                    <a:lnTo>
                      <a:pt x="12151" y="32850"/>
                    </a:lnTo>
                    <a:lnTo>
                      <a:pt x="12795" y="32703"/>
                    </a:lnTo>
                    <a:lnTo>
                      <a:pt x="13468" y="32498"/>
                    </a:lnTo>
                    <a:lnTo>
                      <a:pt x="14200" y="32264"/>
                    </a:lnTo>
                    <a:lnTo>
                      <a:pt x="14961" y="31942"/>
                    </a:lnTo>
                    <a:lnTo>
                      <a:pt x="15752" y="31591"/>
                    </a:lnTo>
                    <a:lnTo>
                      <a:pt x="16572" y="31152"/>
                    </a:lnTo>
                    <a:lnTo>
                      <a:pt x="17392" y="30654"/>
                    </a:lnTo>
                    <a:lnTo>
                      <a:pt x="17801" y="30361"/>
                    </a:lnTo>
                    <a:lnTo>
                      <a:pt x="18211" y="30039"/>
                    </a:lnTo>
                    <a:lnTo>
                      <a:pt x="18973" y="29424"/>
                    </a:lnTo>
                    <a:lnTo>
                      <a:pt x="19675" y="28780"/>
                    </a:lnTo>
                    <a:lnTo>
                      <a:pt x="20290" y="28107"/>
                    </a:lnTo>
                    <a:lnTo>
                      <a:pt x="20846" y="27433"/>
                    </a:lnTo>
                    <a:lnTo>
                      <a:pt x="21373" y="26731"/>
                    </a:lnTo>
                    <a:lnTo>
                      <a:pt x="21812" y="26057"/>
                    </a:lnTo>
                    <a:lnTo>
                      <a:pt x="22222" y="25384"/>
                    </a:lnTo>
                    <a:lnTo>
                      <a:pt x="22544" y="24740"/>
                    </a:lnTo>
                    <a:lnTo>
                      <a:pt x="22866" y="24125"/>
                    </a:lnTo>
                    <a:lnTo>
                      <a:pt x="23101" y="23539"/>
                    </a:lnTo>
                    <a:lnTo>
                      <a:pt x="23335" y="22983"/>
                    </a:lnTo>
                    <a:lnTo>
                      <a:pt x="23657" y="22046"/>
                    </a:lnTo>
                    <a:lnTo>
                      <a:pt x="23862" y="21373"/>
                    </a:lnTo>
                    <a:lnTo>
                      <a:pt x="24184" y="9369"/>
                    </a:lnTo>
                    <a:lnTo>
                      <a:pt x="24184" y="8666"/>
                    </a:lnTo>
                    <a:lnTo>
                      <a:pt x="24125" y="7964"/>
                    </a:lnTo>
                    <a:lnTo>
                      <a:pt x="23979" y="7261"/>
                    </a:lnTo>
                    <a:lnTo>
                      <a:pt x="23803" y="6588"/>
                    </a:lnTo>
                    <a:lnTo>
                      <a:pt x="23598" y="5944"/>
                    </a:lnTo>
                    <a:lnTo>
                      <a:pt x="23306" y="5329"/>
                    </a:lnTo>
                    <a:lnTo>
                      <a:pt x="22984" y="4714"/>
                    </a:lnTo>
                    <a:lnTo>
                      <a:pt x="22603" y="4158"/>
                    </a:lnTo>
                    <a:lnTo>
                      <a:pt x="22193" y="3601"/>
                    </a:lnTo>
                    <a:lnTo>
                      <a:pt x="21754" y="3104"/>
                    </a:lnTo>
                    <a:lnTo>
                      <a:pt x="21256" y="2635"/>
                    </a:lnTo>
                    <a:lnTo>
                      <a:pt x="20700" y="2196"/>
                    </a:lnTo>
                    <a:lnTo>
                      <a:pt x="20144" y="1815"/>
                    </a:lnTo>
                    <a:lnTo>
                      <a:pt x="19529" y="1464"/>
                    </a:lnTo>
                    <a:lnTo>
                      <a:pt x="18885" y="1201"/>
                    </a:lnTo>
                    <a:lnTo>
                      <a:pt x="18241" y="937"/>
                    </a:lnTo>
                    <a:lnTo>
                      <a:pt x="17655" y="791"/>
                    </a:lnTo>
                    <a:lnTo>
                      <a:pt x="17040" y="615"/>
                    </a:lnTo>
                    <a:lnTo>
                      <a:pt x="16425" y="469"/>
                    </a:lnTo>
                    <a:lnTo>
                      <a:pt x="15752" y="352"/>
                    </a:lnTo>
                    <a:lnTo>
                      <a:pt x="15108" y="234"/>
                    </a:lnTo>
                    <a:lnTo>
                      <a:pt x="14405" y="147"/>
                    </a:lnTo>
                    <a:lnTo>
                      <a:pt x="13703" y="59"/>
                    </a:lnTo>
                    <a:lnTo>
                      <a:pt x="13000" y="0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49"/>
              <p:cNvSpPr/>
              <p:nvPr/>
            </p:nvSpPr>
            <p:spPr>
              <a:xfrm>
                <a:off x="6136870" y="2940628"/>
                <a:ext cx="55406" cy="12320"/>
              </a:xfrm>
              <a:custGeom>
                <a:rect b="b" l="l" r="r" t="t"/>
                <a:pathLst>
                  <a:path extrusionOk="0" h="762" w="3427">
                    <a:moveTo>
                      <a:pt x="3426" y="0"/>
                    </a:moveTo>
                    <a:lnTo>
                      <a:pt x="1" y="88"/>
                    </a:lnTo>
                    <a:lnTo>
                      <a:pt x="177" y="264"/>
                    </a:lnTo>
                    <a:lnTo>
                      <a:pt x="499" y="469"/>
                    </a:lnTo>
                    <a:lnTo>
                      <a:pt x="733" y="556"/>
                    </a:lnTo>
                    <a:lnTo>
                      <a:pt x="967" y="644"/>
                    </a:lnTo>
                    <a:lnTo>
                      <a:pt x="1231" y="703"/>
                    </a:lnTo>
                    <a:lnTo>
                      <a:pt x="1553" y="761"/>
                    </a:lnTo>
                    <a:lnTo>
                      <a:pt x="1933" y="732"/>
                    </a:lnTo>
                    <a:lnTo>
                      <a:pt x="2285" y="673"/>
                    </a:lnTo>
                    <a:lnTo>
                      <a:pt x="2577" y="556"/>
                    </a:lnTo>
                    <a:lnTo>
                      <a:pt x="2841" y="439"/>
                    </a:lnTo>
                    <a:lnTo>
                      <a:pt x="3046" y="322"/>
                    </a:lnTo>
                    <a:lnTo>
                      <a:pt x="3222" y="176"/>
                    </a:lnTo>
                    <a:lnTo>
                      <a:pt x="34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49"/>
              <p:cNvSpPr/>
              <p:nvPr/>
            </p:nvSpPr>
            <p:spPr>
              <a:xfrm>
                <a:off x="6362197" y="2761702"/>
                <a:ext cx="105574" cy="126866"/>
              </a:xfrm>
              <a:custGeom>
                <a:rect b="b" l="l" r="r" t="t"/>
                <a:pathLst>
                  <a:path extrusionOk="0" h="7847" w="6530">
                    <a:moveTo>
                      <a:pt x="3367" y="0"/>
                    </a:moveTo>
                    <a:lnTo>
                      <a:pt x="3045" y="29"/>
                    </a:lnTo>
                    <a:lnTo>
                      <a:pt x="2723" y="59"/>
                    </a:lnTo>
                    <a:lnTo>
                      <a:pt x="2401" y="147"/>
                    </a:lnTo>
                    <a:lnTo>
                      <a:pt x="2108" y="264"/>
                    </a:lnTo>
                    <a:lnTo>
                      <a:pt x="1815" y="439"/>
                    </a:lnTo>
                    <a:lnTo>
                      <a:pt x="1523" y="615"/>
                    </a:lnTo>
                    <a:lnTo>
                      <a:pt x="1288" y="849"/>
                    </a:lnTo>
                    <a:lnTo>
                      <a:pt x="1025" y="1083"/>
                    </a:lnTo>
                    <a:lnTo>
                      <a:pt x="820" y="1347"/>
                    </a:lnTo>
                    <a:lnTo>
                      <a:pt x="615" y="1669"/>
                    </a:lnTo>
                    <a:lnTo>
                      <a:pt x="439" y="1962"/>
                    </a:lnTo>
                    <a:lnTo>
                      <a:pt x="293" y="2313"/>
                    </a:lnTo>
                    <a:lnTo>
                      <a:pt x="176" y="2664"/>
                    </a:lnTo>
                    <a:lnTo>
                      <a:pt x="88" y="3045"/>
                    </a:lnTo>
                    <a:lnTo>
                      <a:pt x="29" y="3426"/>
                    </a:lnTo>
                    <a:lnTo>
                      <a:pt x="0" y="3835"/>
                    </a:lnTo>
                    <a:lnTo>
                      <a:pt x="0" y="4216"/>
                    </a:lnTo>
                    <a:lnTo>
                      <a:pt x="59" y="4626"/>
                    </a:lnTo>
                    <a:lnTo>
                      <a:pt x="117" y="5007"/>
                    </a:lnTo>
                    <a:lnTo>
                      <a:pt x="205" y="5358"/>
                    </a:lnTo>
                    <a:lnTo>
                      <a:pt x="351" y="5709"/>
                    </a:lnTo>
                    <a:lnTo>
                      <a:pt x="498" y="6031"/>
                    </a:lnTo>
                    <a:lnTo>
                      <a:pt x="674" y="6353"/>
                    </a:lnTo>
                    <a:lnTo>
                      <a:pt x="878" y="6617"/>
                    </a:lnTo>
                    <a:lnTo>
                      <a:pt x="1113" y="6880"/>
                    </a:lnTo>
                    <a:lnTo>
                      <a:pt x="1347" y="7115"/>
                    </a:lnTo>
                    <a:lnTo>
                      <a:pt x="1610" y="7320"/>
                    </a:lnTo>
                    <a:lnTo>
                      <a:pt x="1903" y="7495"/>
                    </a:lnTo>
                    <a:lnTo>
                      <a:pt x="2196" y="7642"/>
                    </a:lnTo>
                    <a:lnTo>
                      <a:pt x="2489" y="7729"/>
                    </a:lnTo>
                    <a:lnTo>
                      <a:pt x="2811" y="7817"/>
                    </a:lnTo>
                    <a:lnTo>
                      <a:pt x="3162" y="7847"/>
                    </a:lnTo>
                    <a:lnTo>
                      <a:pt x="3484" y="7817"/>
                    </a:lnTo>
                    <a:lnTo>
                      <a:pt x="3806" y="7788"/>
                    </a:lnTo>
                    <a:lnTo>
                      <a:pt x="4128" y="7700"/>
                    </a:lnTo>
                    <a:lnTo>
                      <a:pt x="4450" y="7554"/>
                    </a:lnTo>
                    <a:lnTo>
                      <a:pt x="4714" y="7407"/>
                    </a:lnTo>
                    <a:lnTo>
                      <a:pt x="5007" y="7232"/>
                    </a:lnTo>
                    <a:lnTo>
                      <a:pt x="5270" y="6997"/>
                    </a:lnTo>
                    <a:lnTo>
                      <a:pt x="5504" y="6763"/>
                    </a:lnTo>
                    <a:lnTo>
                      <a:pt x="5709" y="6500"/>
                    </a:lnTo>
                    <a:lnTo>
                      <a:pt x="5914" y="6178"/>
                    </a:lnTo>
                    <a:lnTo>
                      <a:pt x="6090" y="5885"/>
                    </a:lnTo>
                    <a:lnTo>
                      <a:pt x="6236" y="5534"/>
                    </a:lnTo>
                    <a:lnTo>
                      <a:pt x="6353" y="5182"/>
                    </a:lnTo>
                    <a:lnTo>
                      <a:pt x="6441" y="4802"/>
                    </a:lnTo>
                    <a:lnTo>
                      <a:pt x="6500" y="4421"/>
                    </a:lnTo>
                    <a:lnTo>
                      <a:pt x="6529" y="4011"/>
                    </a:lnTo>
                    <a:lnTo>
                      <a:pt x="6529" y="3601"/>
                    </a:lnTo>
                    <a:lnTo>
                      <a:pt x="6500" y="3221"/>
                    </a:lnTo>
                    <a:lnTo>
                      <a:pt x="6412" y="2840"/>
                    </a:lnTo>
                    <a:lnTo>
                      <a:pt x="6324" y="2489"/>
                    </a:lnTo>
                    <a:lnTo>
                      <a:pt x="6207" y="2137"/>
                    </a:lnTo>
                    <a:lnTo>
                      <a:pt x="6031" y="1815"/>
                    </a:lnTo>
                    <a:lnTo>
                      <a:pt x="5856" y="1493"/>
                    </a:lnTo>
                    <a:lnTo>
                      <a:pt x="5651" y="1230"/>
                    </a:lnTo>
                    <a:lnTo>
                      <a:pt x="5446" y="966"/>
                    </a:lnTo>
                    <a:lnTo>
                      <a:pt x="5182" y="732"/>
                    </a:lnTo>
                    <a:lnTo>
                      <a:pt x="4919" y="527"/>
                    </a:lnTo>
                    <a:lnTo>
                      <a:pt x="4655" y="351"/>
                    </a:lnTo>
                    <a:lnTo>
                      <a:pt x="4333" y="205"/>
                    </a:lnTo>
                    <a:lnTo>
                      <a:pt x="4040" y="117"/>
                    </a:lnTo>
                    <a:lnTo>
                      <a:pt x="3718" y="29"/>
                    </a:lnTo>
                    <a:lnTo>
                      <a:pt x="3367" y="0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49"/>
              <p:cNvSpPr/>
              <p:nvPr/>
            </p:nvSpPr>
            <p:spPr>
              <a:xfrm>
                <a:off x="6410942" y="2786309"/>
                <a:ext cx="25577" cy="71962"/>
              </a:xfrm>
              <a:custGeom>
                <a:rect b="b" l="l" r="r" t="t"/>
                <a:pathLst>
                  <a:path extrusionOk="0" h="4451" w="1582">
                    <a:moveTo>
                      <a:pt x="1289" y="1"/>
                    </a:moveTo>
                    <a:lnTo>
                      <a:pt x="1201" y="30"/>
                    </a:lnTo>
                    <a:lnTo>
                      <a:pt x="1113" y="118"/>
                    </a:lnTo>
                    <a:lnTo>
                      <a:pt x="1084" y="205"/>
                    </a:lnTo>
                    <a:lnTo>
                      <a:pt x="30" y="4129"/>
                    </a:lnTo>
                    <a:lnTo>
                      <a:pt x="1" y="4246"/>
                    </a:lnTo>
                    <a:lnTo>
                      <a:pt x="59" y="4334"/>
                    </a:lnTo>
                    <a:lnTo>
                      <a:pt x="147" y="4421"/>
                    </a:lnTo>
                    <a:lnTo>
                      <a:pt x="264" y="4451"/>
                    </a:lnTo>
                    <a:lnTo>
                      <a:pt x="352" y="4451"/>
                    </a:lnTo>
                    <a:lnTo>
                      <a:pt x="440" y="4421"/>
                    </a:lnTo>
                    <a:lnTo>
                      <a:pt x="498" y="4334"/>
                    </a:lnTo>
                    <a:lnTo>
                      <a:pt x="528" y="4275"/>
                    </a:lnTo>
                    <a:lnTo>
                      <a:pt x="1582" y="352"/>
                    </a:lnTo>
                    <a:lnTo>
                      <a:pt x="1582" y="235"/>
                    </a:lnTo>
                    <a:lnTo>
                      <a:pt x="1552" y="147"/>
                    </a:lnTo>
                    <a:lnTo>
                      <a:pt x="1494" y="59"/>
                    </a:lnTo>
                    <a:lnTo>
                      <a:pt x="14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49"/>
              <p:cNvSpPr/>
              <p:nvPr/>
            </p:nvSpPr>
            <p:spPr>
              <a:xfrm>
                <a:off x="6402421" y="2788669"/>
                <a:ext cx="23685" cy="38365"/>
              </a:xfrm>
              <a:custGeom>
                <a:rect b="b" l="l" r="r" t="t"/>
                <a:pathLst>
                  <a:path extrusionOk="0" h="2373" w="1465">
                    <a:moveTo>
                      <a:pt x="264" y="1"/>
                    </a:moveTo>
                    <a:lnTo>
                      <a:pt x="147" y="30"/>
                    </a:lnTo>
                    <a:lnTo>
                      <a:pt x="59" y="89"/>
                    </a:lnTo>
                    <a:lnTo>
                      <a:pt x="30" y="177"/>
                    </a:lnTo>
                    <a:lnTo>
                      <a:pt x="1" y="294"/>
                    </a:lnTo>
                    <a:lnTo>
                      <a:pt x="30" y="382"/>
                    </a:lnTo>
                    <a:lnTo>
                      <a:pt x="967" y="2226"/>
                    </a:lnTo>
                    <a:lnTo>
                      <a:pt x="996" y="2285"/>
                    </a:lnTo>
                    <a:lnTo>
                      <a:pt x="1055" y="2343"/>
                    </a:lnTo>
                    <a:lnTo>
                      <a:pt x="1143" y="2372"/>
                    </a:lnTo>
                    <a:lnTo>
                      <a:pt x="1201" y="2372"/>
                    </a:lnTo>
                    <a:lnTo>
                      <a:pt x="1318" y="2343"/>
                    </a:lnTo>
                    <a:lnTo>
                      <a:pt x="1406" y="2285"/>
                    </a:lnTo>
                    <a:lnTo>
                      <a:pt x="1465" y="2197"/>
                    </a:lnTo>
                    <a:lnTo>
                      <a:pt x="1465" y="2080"/>
                    </a:lnTo>
                    <a:lnTo>
                      <a:pt x="1435" y="1992"/>
                    </a:lnTo>
                    <a:lnTo>
                      <a:pt x="528" y="147"/>
                    </a:lnTo>
                    <a:lnTo>
                      <a:pt x="440" y="59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49"/>
              <p:cNvSpPr/>
              <p:nvPr/>
            </p:nvSpPr>
            <p:spPr>
              <a:xfrm>
                <a:off x="5994871" y="2519335"/>
                <a:ext cx="477151" cy="274088"/>
              </a:xfrm>
              <a:custGeom>
                <a:rect b="b" l="l" r="r" t="t"/>
                <a:pathLst>
                  <a:path extrusionOk="0" h="16953" w="29513">
                    <a:moveTo>
                      <a:pt x="18651" y="1"/>
                    </a:moveTo>
                    <a:lnTo>
                      <a:pt x="17831" y="30"/>
                    </a:lnTo>
                    <a:lnTo>
                      <a:pt x="17040" y="89"/>
                    </a:lnTo>
                    <a:lnTo>
                      <a:pt x="16308" y="177"/>
                    </a:lnTo>
                    <a:lnTo>
                      <a:pt x="15635" y="264"/>
                    </a:lnTo>
                    <a:lnTo>
                      <a:pt x="15020" y="382"/>
                    </a:lnTo>
                    <a:lnTo>
                      <a:pt x="14464" y="499"/>
                    </a:lnTo>
                    <a:lnTo>
                      <a:pt x="13673" y="674"/>
                    </a:lnTo>
                    <a:lnTo>
                      <a:pt x="13410" y="791"/>
                    </a:lnTo>
                    <a:lnTo>
                      <a:pt x="13176" y="850"/>
                    </a:lnTo>
                    <a:lnTo>
                      <a:pt x="12883" y="909"/>
                    </a:lnTo>
                    <a:lnTo>
                      <a:pt x="12502" y="938"/>
                    </a:lnTo>
                    <a:lnTo>
                      <a:pt x="12209" y="938"/>
                    </a:lnTo>
                    <a:lnTo>
                      <a:pt x="11829" y="879"/>
                    </a:lnTo>
                    <a:lnTo>
                      <a:pt x="11507" y="879"/>
                    </a:lnTo>
                    <a:lnTo>
                      <a:pt x="11185" y="909"/>
                    </a:lnTo>
                    <a:lnTo>
                      <a:pt x="10833" y="967"/>
                    </a:lnTo>
                    <a:lnTo>
                      <a:pt x="10511" y="1084"/>
                    </a:lnTo>
                    <a:lnTo>
                      <a:pt x="10189" y="1231"/>
                    </a:lnTo>
                    <a:lnTo>
                      <a:pt x="9867" y="1377"/>
                    </a:lnTo>
                    <a:lnTo>
                      <a:pt x="9311" y="1699"/>
                    </a:lnTo>
                    <a:lnTo>
                      <a:pt x="8843" y="1963"/>
                    </a:lnTo>
                    <a:lnTo>
                      <a:pt x="8462" y="2226"/>
                    </a:lnTo>
                    <a:lnTo>
                      <a:pt x="8111" y="2490"/>
                    </a:lnTo>
                    <a:lnTo>
                      <a:pt x="7789" y="2753"/>
                    </a:lnTo>
                    <a:lnTo>
                      <a:pt x="7262" y="3251"/>
                    </a:lnTo>
                    <a:lnTo>
                      <a:pt x="6793" y="3748"/>
                    </a:lnTo>
                    <a:lnTo>
                      <a:pt x="6354" y="4217"/>
                    </a:lnTo>
                    <a:lnTo>
                      <a:pt x="5915" y="4656"/>
                    </a:lnTo>
                    <a:lnTo>
                      <a:pt x="5651" y="4832"/>
                    </a:lnTo>
                    <a:lnTo>
                      <a:pt x="5388" y="5007"/>
                    </a:lnTo>
                    <a:lnTo>
                      <a:pt x="5066" y="5183"/>
                    </a:lnTo>
                    <a:lnTo>
                      <a:pt x="4744" y="5329"/>
                    </a:lnTo>
                    <a:lnTo>
                      <a:pt x="4363" y="5476"/>
                    </a:lnTo>
                    <a:lnTo>
                      <a:pt x="4012" y="5534"/>
                    </a:lnTo>
                    <a:lnTo>
                      <a:pt x="3690" y="5593"/>
                    </a:lnTo>
                    <a:lnTo>
                      <a:pt x="3397" y="5622"/>
                    </a:lnTo>
                    <a:lnTo>
                      <a:pt x="2841" y="5622"/>
                    </a:lnTo>
                    <a:lnTo>
                      <a:pt x="2343" y="5564"/>
                    </a:lnTo>
                    <a:lnTo>
                      <a:pt x="1874" y="5505"/>
                    </a:lnTo>
                    <a:lnTo>
                      <a:pt x="1465" y="5505"/>
                    </a:lnTo>
                    <a:lnTo>
                      <a:pt x="1289" y="5534"/>
                    </a:lnTo>
                    <a:lnTo>
                      <a:pt x="1084" y="5593"/>
                    </a:lnTo>
                    <a:lnTo>
                      <a:pt x="908" y="5710"/>
                    </a:lnTo>
                    <a:lnTo>
                      <a:pt x="703" y="5856"/>
                    </a:lnTo>
                    <a:lnTo>
                      <a:pt x="498" y="6091"/>
                    </a:lnTo>
                    <a:lnTo>
                      <a:pt x="323" y="6354"/>
                    </a:lnTo>
                    <a:lnTo>
                      <a:pt x="176" y="6676"/>
                    </a:lnTo>
                    <a:lnTo>
                      <a:pt x="88" y="6998"/>
                    </a:lnTo>
                    <a:lnTo>
                      <a:pt x="30" y="7350"/>
                    </a:lnTo>
                    <a:lnTo>
                      <a:pt x="1" y="7730"/>
                    </a:lnTo>
                    <a:lnTo>
                      <a:pt x="1" y="8140"/>
                    </a:lnTo>
                    <a:lnTo>
                      <a:pt x="30" y="8550"/>
                    </a:lnTo>
                    <a:lnTo>
                      <a:pt x="88" y="8989"/>
                    </a:lnTo>
                    <a:lnTo>
                      <a:pt x="176" y="9428"/>
                    </a:lnTo>
                    <a:lnTo>
                      <a:pt x="264" y="9838"/>
                    </a:lnTo>
                    <a:lnTo>
                      <a:pt x="381" y="10277"/>
                    </a:lnTo>
                    <a:lnTo>
                      <a:pt x="528" y="10717"/>
                    </a:lnTo>
                    <a:lnTo>
                      <a:pt x="703" y="11126"/>
                    </a:lnTo>
                    <a:lnTo>
                      <a:pt x="879" y="11507"/>
                    </a:lnTo>
                    <a:lnTo>
                      <a:pt x="1055" y="11888"/>
                    </a:lnTo>
                    <a:lnTo>
                      <a:pt x="1318" y="12385"/>
                    </a:lnTo>
                    <a:lnTo>
                      <a:pt x="1611" y="12825"/>
                    </a:lnTo>
                    <a:lnTo>
                      <a:pt x="1933" y="13205"/>
                    </a:lnTo>
                    <a:lnTo>
                      <a:pt x="2284" y="13586"/>
                    </a:lnTo>
                    <a:lnTo>
                      <a:pt x="2636" y="13937"/>
                    </a:lnTo>
                    <a:lnTo>
                      <a:pt x="2987" y="14230"/>
                    </a:lnTo>
                    <a:lnTo>
                      <a:pt x="3368" y="14493"/>
                    </a:lnTo>
                    <a:lnTo>
                      <a:pt x="3719" y="14757"/>
                    </a:lnTo>
                    <a:lnTo>
                      <a:pt x="4100" y="14962"/>
                    </a:lnTo>
                    <a:lnTo>
                      <a:pt x="4451" y="15167"/>
                    </a:lnTo>
                    <a:lnTo>
                      <a:pt x="5095" y="15489"/>
                    </a:lnTo>
                    <a:lnTo>
                      <a:pt x="5651" y="15694"/>
                    </a:lnTo>
                    <a:lnTo>
                      <a:pt x="6120" y="15869"/>
                    </a:lnTo>
                    <a:lnTo>
                      <a:pt x="6852" y="16104"/>
                    </a:lnTo>
                    <a:lnTo>
                      <a:pt x="7584" y="16279"/>
                    </a:lnTo>
                    <a:lnTo>
                      <a:pt x="8345" y="16396"/>
                    </a:lnTo>
                    <a:lnTo>
                      <a:pt x="9077" y="16455"/>
                    </a:lnTo>
                    <a:lnTo>
                      <a:pt x="9809" y="16514"/>
                    </a:lnTo>
                    <a:lnTo>
                      <a:pt x="10541" y="16484"/>
                    </a:lnTo>
                    <a:lnTo>
                      <a:pt x="11273" y="16455"/>
                    </a:lnTo>
                    <a:lnTo>
                      <a:pt x="11975" y="16367"/>
                    </a:lnTo>
                    <a:lnTo>
                      <a:pt x="12678" y="16279"/>
                    </a:lnTo>
                    <a:lnTo>
                      <a:pt x="13381" y="16133"/>
                    </a:lnTo>
                    <a:lnTo>
                      <a:pt x="14083" y="15987"/>
                    </a:lnTo>
                    <a:lnTo>
                      <a:pt x="14757" y="15811"/>
                    </a:lnTo>
                    <a:lnTo>
                      <a:pt x="16103" y="15430"/>
                    </a:lnTo>
                    <a:lnTo>
                      <a:pt x="17362" y="15020"/>
                    </a:lnTo>
                    <a:lnTo>
                      <a:pt x="19705" y="14230"/>
                    </a:lnTo>
                    <a:lnTo>
                      <a:pt x="20759" y="13908"/>
                    </a:lnTo>
                    <a:lnTo>
                      <a:pt x="21256" y="13761"/>
                    </a:lnTo>
                    <a:lnTo>
                      <a:pt x="21725" y="13674"/>
                    </a:lnTo>
                    <a:lnTo>
                      <a:pt x="22164" y="13586"/>
                    </a:lnTo>
                    <a:lnTo>
                      <a:pt x="22603" y="13557"/>
                    </a:lnTo>
                    <a:lnTo>
                      <a:pt x="22984" y="13557"/>
                    </a:lnTo>
                    <a:lnTo>
                      <a:pt x="23364" y="13586"/>
                    </a:lnTo>
                    <a:lnTo>
                      <a:pt x="23686" y="13674"/>
                    </a:lnTo>
                    <a:lnTo>
                      <a:pt x="24008" y="13791"/>
                    </a:lnTo>
                    <a:lnTo>
                      <a:pt x="24301" y="13966"/>
                    </a:lnTo>
                    <a:lnTo>
                      <a:pt x="24535" y="14201"/>
                    </a:lnTo>
                    <a:lnTo>
                      <a:pt x="24682" y="14376"/>
                    </a:lnTo>
                    <a:lnTo>
                      <a:pt x="24799" y="14581"/>
                    </a:lnTo>
                    <a:lnTo>
                      <a:pt x="24857" y="14786"/>
                    </a:lnTo>
                    <a:lnTo>
                      <a:pt x="24916" y="14991"/>
                    </a:lnTo>
                    <a:lnTo>
                      <a:pt x="25004" y="15401"/>
                    </a:lnTo>
                    <a:lnTo>
                      <a:pt x="25033" y="15811"/>
                    </a:lnTo>
                    <a:lnTo>
                      <a:pt x="25062" y="16191"/>
                    </a:lnTo>
                    <a:lnTo>
                      <a:pt x="25121" y="16514"/>
                    </a:lnTo>
                    <a:lnTo>
                      <a:pt x="25179" y="16660"/>
                    </a:lnTo>
                    <a:lnTo>
                      <a:pt x="25267" y="16777"/>
                    </a:lnTo>
                    <a:lnTo>
                      <a:pt x="25355" y="16865"/>
                    </a:lnTo>
                    <a:lnTo>
                      <a:pt x="25472" y="16923"/>
                    </a:lnTo>
                    <a:lnTo>
                      <a:pt x="25648" y="16953"/>
                    </a:lnTo>
                    <a:lnTo>
                      <a:pt x="25853" y="16923"/>
                    </a:lnTo>
                    <a:lnTo>
                      <a:pt x="26058" y="16865"/>
                    </a:lnTo>
                    <a:lnTo>
                      <a:pt x="26263" y="16777"/>
                    </a:lnTo>
                    <a:lnTo>
                      <a:pt x="26497" y="16631"/>
                    </a:lnTo>
                    <a:lnTo>
                      <a:pt x="26731" y="16455"/>
                    </a:lnTo>
                    <a:lnTo>
                      <a:pt x="26936" y="16250"/>
                    </a:lnTo>
                    <a:lnTo>
                      <a:pt x="27170" y="16016"/>
                    </a:lnTo>
                    <a:lnTo>
                      <a:pt x="27639" y="15460"/>
                    </a:lnTo>
                    <a:lnTo>
                      <a:pt x="28078" y="14845"/>
                    </a:lnTo>
                    <a:lnTo>
                      <a:pt x="28459" y="14201"/>
                    </a:lnTo>
                    <a:lnTo>
                      <a:pt x="28781" y="13527"/>
                    </a:lnTo>
                    <a:lnTo>
                      <a:pt x="28986" y="13059"/>
                    </a:lnTo>
                    <a:lnTo>
                      <a:pt x="29161" y="12590"/>
                    </a:lnTo>
                    <a:lnTo>
                      <a:pt x="29278" y="12122"/>
                    </a:lnTo>
                    <a:lnTo>
                      <a:pt x="29366" y="11653"/>
                    </a:lnTo>
                    <a:lnTo>
                      <a:pt x="29454" y="11185"/>
                    </a:lnTo>
                    <a:lnTo>
                      <a:pt x="29483" y="10746"/>
                    </a:lnTo>
                    <a:lnTo>
                      <a:pt x="29513" y="10336"/>
                    </a:lnTo>
                    <a:lnTo>
                      <a:pt x="29513" y="9926"/>
                    </a:lnTo>
                    <a:lnTo>
                      <a:pt x="29483" y="9136"/>
                    </a:lnTo>
                    <a:lnTo>
                      <a:pt x="29395" y="8462"/>
                    </a:lnTo>
                    <a:lnTo>
                      <a:pt x="29278" y="7906"/>
                    </a:lnTo>
                    <a:lnTo>
                      <a:pt x="29161" y="7467"/>
                    </a:lnTo>
                    <a:lnTo>
                      <a:pt x="29015" y="6910"/>
                    </a:lnTo>
                    <a:lnTo>
                      <a:pt x="28810" y="6413"/>
                    </a:lnTo>
                    <a:lnTo>
                      <a:pt x="28605" y="5915"/>
                    </a:lnTo>
                    <a:lnTo>
                      <a:pt x="28371" y="5476"/>
                    </a:lnTo>
                    <a:lnTo>
                      <a:pt x="28137" y="5037"/>
                    </a:lnTo>
                    <a:lnTo>
                      <a:pt x="27873" y="4627"/>
                    </a:lnTo>
                    <a:lnTo>
                      <a:pt x="27639" y="4275"/>
                    </a:lnTo>
                    <a:lnTo>
                      <a:pt x="27375" y="3924"/>
                    </a:lnTo>
                    <a:lnTo>
                      <a:pt x="26878" y="3339"/>
                    </a:lnTo>
                    <a:lnTo>
                      <a:pt x="26409" y="2870"/>
                    </a:lnTo>
                    <a:lnTo>
                      <a:pt x="26029" y="2519"/>
                    </a:lnTo>
                    <a:lnTo>
                      <a:pt x="25706" y="2255"/>
                    </a:lnTo>
                    <a:lnTo>
                      <a:pt x="25297" y="1963"/>
                    </a:lnTo>
                    <a:lnTo>
                      <a:pt x="24887" y="1670"/>
                    </a:lnTo>
                    <a:lnTo>
                      <a:pt x="24448" y="1406"/>
                    </a:lnTo>
                    <a:lnTo>
                      <a:pt x="24008" y="1172"/>
                    </a:lnTo>
                    <a:lnTo>
                      <a:pt x="23569" y="967"/>
                    </a:lnTo>
                    <a:lnTo>
                      <a:pt x="23101" y="791"/>
                    </a:lnTo>
                    <a:lnTo>
                      <a:pt x="22662" y="616"/>
                    </a:lnTo>
                    <a:lnTo>
                      <a:pt x="22222" y="499"/>
                    </a:lnTo>
                    <a:lnTo>
                      <a:pt x="21754" y="382"/>
                    </a:lnTo>
                    <a:lnTo>
                      <a:pt x="21315" y="264"/>
                    </a:lnTo>
                    <a:lnTo>
                      <a:pt x="20407" y="118"/>
                    </a:lnTo>
                    <a:lnTo>
                      <a:pt x="19529" y="30"/>
                    </a:lnTo>
                    <a:lnTo>
                      <a:pt x="186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49"/>
              <p:cNvSpPr/>
              <p:nvPr/>
            </p:nvSpPr>
            <p:spPr>
              <a:xfrm>
                <a:off x="6140185" y="2965235"/>
                <a:ext cx="81436" cy="48777"/>
              </a:xfrm>
              <a:custGeom>
                <a:rect b="b" l="l" r="r" t="t"/>
                <a:pathLst>
                  <a:path extrusionOk="0" h="3017" w="5037">
                    <a:moveTo>
                      <a:pt x="5037" y="0"/>
                    </a:moveTo>
                    <a:lnTo>
                      <a:pt x="4158" y="352"/>
                    </a:lnTo>
                    <a:lnTo>
                      <a:pt x="3368" y="645"/>
                    </a:lnTo>
                    <a:lnTo>
                      <a:pt x="2607" y="850"/>
                    </a:lnTo>
                    <a:lnTo>
                      <a:pt x="1904" y="996"/>
                    </a:lnTo>
                    <a:lnTo>
                      <a:pt x="1172" y="1142"/>
                    </a:lnTo>
                    <a:lnTo>
                      <a:pt x="586" y="1230"/>
                    </a:lnTo>
                    <a:lnTo>
                      <a:pt x="352" y="1289"/>
                    </a:lnTo>
                    <a:lnTo>
                      <a:pt x="206" y="1377"/>
                    </a:lnTo>
                    <a:lnTo>
                      <a:pt x="59" y="1464"/>
                    </a:lnTo>
                    <a:lnTo>
                      <a:pt x="1" y="1581"/>
                    </a:lnTo>
                    <a:lnTo>
                      <a:pt x="1" y="1669"/>
                    </a:lnTo>
                    <a:lnTo>
                      <a:pt x="1" y="1757"/>
                    </a:lnTo>
                    <a:lnTo>
                      <a:pt x="59" y="1962"/>
                    </a:lnTo>
                    <a:lnTo>
                      <a:pt x="206" y="2167"/>
                    </a:lnTo>
                    <a:lnTo>
                      <a:pt x="382" y="2401"/>
                    </a:lnTo>
                    <a:lnTo>
                      <a:pt x="616" y="2577"/>
                    </a:lnTo>
                    <a:lnTo>
                      <a:pt x="850" y="2753"/>
                    </a:lnTo>
                    <a:lnTo>
                      <a:pt x="1143" y="2899"/>
                    </a:lnTo>
                    <a:lnTo>
                      <a:pt x="1436" y="2987"/>
                    </a:lnTo>
                    <a:lnTo>
                      <a:pt x="1640" y="3016"/>
                    </a:lnTo>
                    <a:lnTo>
                      <a:pt x="1875" y="2987"/>
                    </a:lnTo>
                    <a:lnTo>
                      <a:pt x="2109" y="2958"/>
                    </a:lnTo>
                    <a:lnTo>
                      <a:pt x="2343" y="2899"/>
                    </a:lnTo>
                    <a:lnTo>
                      <a:pt x="2577" y="2782"/>
                    </a:lnTo>
                    <a:lnTo>
                      <a:pt x="2812" y="2665"/>
                    </a:lnTo>
                    <a:lnTo>
                      <a:pt x="3046" y="2518"/>
                    </a:lnTo>
                    <a:lnTo>
                      <a:pt x="3309" y="2313"/>
                    </a:lnTo>
                    <a:lnTo>
                      <a:pt x="3544" y="2108"/>
                    </a:lnTo>
                    <a:lnTo>
                      <a:pt x="3748" y="1874"/>
                    </a:lnTo>
                    <a:lnTo>
                      <a:pt x="3983" y="1640"/>
                    </a:lnTo>
                    <a:lnTo>
                      <a:pt x="4217" y="1347"/>
                    </a:lnTo>
                    <a:lnTo>
                      <a:pt x="4422" y="1025"/>
                    </a:lnTo>
                    <a:lnTo>
                      <a:pt x="4627" y="703"/>
                    </a:lnTo>
                    <a:lnTo>
                      <a:pt x="4832" y="352"/>
                    </a:lnTo>
                    <a:lnTo>
                      <a:pt x="50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49"/>
              <p:cNvSpPr/>
              <p:nvPr/>
            </p:nvSpPr>
            <p:spPr>
              <a:xfrm>
                <a:off x="6184209" y="2841699"/>
                <a:ext cx="82858" cy="42133"/>
              </a:xfrm>
              <a:custGeom>
                <a:rect b="b" l="l" r="r" t="t"/>
                <a:pathLst>
                  <a:path extrusionOk="0" h="2606" w="5125">
                    <a:moveTo>
                      <a:pt x="2811" y="0"/>
                    </a:moveTo>
                    <a:lnTo>
                      <a:pt x="2548" y="59"/>
                    </a:lnTo>
                    <a:lnTo>
                      <a:pt x="2255" y="117"/>
                    </a:lnTo>
                    <a:lnTo>
                      <a:pt x="2021" y="176"/>
                    </a:lnTo>
                    <a:lnTo>
                      <a:pt x="1757" y="293"/>
                    </a:lnTo>
                    <a:lnTo>
                      <a:pt x="1523" y="381"/>
                    </a:lnTo>
                    <a:lnTo>
                      <a:pt x="1289" y="527"/>
                    </a:lnTo>
                    <a:lnTo>
                      <a:pt x="1084" y="673"/>
                    </a:lnTo>
                    <a:lnTo>
                      <a:pt x="879" y="849"/>
                    </a:lnTo>
                    <a:lnTo>
                      <a:pt x="703" y="1025"/>
                    </a:lnTo>
                    <a:lnTo>
                      <a:pt x="469" y="1288"/>
                    </a:lnTo>
                    <a:lnTo>
                      <a:pt x="294" y="1581"/>
                    </a:lnTo>
                    <a:lnTo>
                      <a:pt x="147" y="1932"/>
                    </a:lnTo>
                    <a:lnTo>
                      <a:pt x="30" y="2284"/>
                    </a:lnTo>
                    <a:lnTo>
                      <a:pt x="1" y="2372"/>
                    </a:lnTo>
                    <a:lnTo>
                      <a:pt x="59" y="2489"/>
                    </a:lnTo>
                    <a:lnTo>
                      <a:pt x="147" y="2547"/>
                    </a:lnTo>
                    <a:lnTo>
                      <a:pt x="264" y="2606"/>
                    </a:lnTo>
                    <a:lnTo>
                      <a:pt x="352" y="2606"/>
                    </a:lnTo>
                    <a:lnTo>
                      <a:pt x="440" y="2547"/>
                    </a:lnTo>
                    <a:lnTo>
                      <a:pt x="498" y="2489"/>
                    </a:lnTo>
                    <a:lnTo>
                      <a:pt x="528" y="2430"/>
                    </a:lnTo>
                    <a:lnTo>
                      <a:pt x="645" y="2137"/>
                    </a:lnTo>
                    <a:lnTo>
                      <a:pt x="762" y="1845"/>
                    </a:lnTo>
                    <a:lnTo>
                      <a:pt x="908" y="1610"/>
                    </a:lnTo>
                    <a:lnTo>
                      <a:pt x="1084" y="1376"/>
                    </a:lnTo>
                    <a:lnTo>
                      <a:pt x="1260" y="1230"/>
                    </a:lnTo>
                    <a:lnTo>
                      <a:pt x="1406" y="1083"/>
                    </a:lnTo>
                    <a:lnTo>
                      <a:pt x="1611" y="966"/>
                    </a:lnTo>
                    <a:lnTo>
                      <a:pt x="1787" y="849"/>
                    </a:lnTo>
                    <a:lnTo>
                      <a:pt x="1992" y="761"/>
                    </a:lnTo>
                    <a:lnTo>
                      <a:pt x="2226" y="703"/>
                    </a:lnTo>
                    <a:lnTo>
                      <a:pt x="2665" y="586"/>
                    </a:lnTo>
                    <a:lnTo>
                      <a:pt x="3163" y="527"/>
                    </a:lnTo>
                    <a:lnTo>
                      <a:pt x="3690" y="556"/>
                    </a:lnTo>
                    <a:lnTo>
                      <a:pt x="4217" y="615"/>
                    </a:lnTo>
                    <a:lnTo>
                      <a:pt x="4773" y="761"/>
                    </a:lnTo>
                    <a:lnTo>
                      <a:pt x="4890" y="791"/>
                    </a:lnTo>
                    <a:lnTo>
                      <a:pt x="4978" y="761"/>
                    </a:lnTo>
                    <a:lnTo>
                      <a:pt x="5066" y="673"/>
                    </a:lnTo>
                    <a:lnTo>
                      <a:pt x="5124" y="586"/>
                    </a:lnTo>
                    <a:lnTo>
                      <a:pt x="5124" y="498"/>
                    </a:lnTo>
                    <a:lnTo>
                      <a:pt x="5095" y="381"/>
                    </a:lnTo>
                    <a:lnTo>
                      <a:pt x="5036" y="293"/>
                    </a:lnTo>
                    <a:lnTo>
                      <a:pt x="4949" y="264"/>
                    </a:lnTo>
                    <a:lnTo>
                      <a:pt x="4627" y="176"/>
                    </a:lnTo>
                    <a:lnTo>
                      <a:pt x="4305" y="88"/>
                    </a:lnTo>
                    <a:lnTo>
                      <a:pt x="4012" y="29"/>
                    </a:lnTo>
                    <a:lnTo>
                      <a:pt x="36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49"/>
              <p:cNvSpPr/>
              <p:nvPr/>
            </p:nvSpPr>
            <p:spPr>
              <a:xfrm>
                <a:off x="6195106" y="2850688"/>
                <a:ext cx="34097" cy="38349"/>
              </a:xfrm>
              <a:custGeom>
                <a:rect b="b" l="l" r="r" t="t"/>
                <a:pathLst>
                  <a:path extrusionOk="0" h="2372" w="2109">
                    <a:moveTo>
                      <a:pt x="791" y="0"/>
                    </a:moveTo>
                    <a:lnTo>
                      <a:pt x="586" y="30"/>
                    </a:lnTo>
                    <a:lnTo>
                      <a:pt x="410" y="117"/>
                    </a:lnTo>
                    <a:lnTo>
                      <a:pt x="234" y="235"/>
                    </a:lnTo>
                    <a:lnTo>
                      <a:pt x="117" y="381"/>
                    </a:lnTo>
                    <a:lnTo>
                      <a:pt x="29" y="586"/>
                    </a:lnTo>
                    <a:lnTo>
                      <a:pt x="0" y="791"/>
                    </a:lnTo>
                    <a:lnTo>
                      <a:pt x="0" y="996"/>
                    </a:lnTo>
                    <a:lnTo>
                      <a:pt x="29" y="1230"/>
                    </a:lnTo>
                    <a:lnTo>
                      <a:pt x="88" y="1464"/>
                    </a:lnTo>
                    <a:lnTo>
                      <a:pt x="205" y="1698"/>
                    </a:lnTo>
                    <a:lnTo>
                      <a:pt x="351" y="1903"/>
                    </a:lnTo>
                    <a:lnTo>
                      <a:pt x="527" y="2079"/>
                    </a:lnTo>
                    <a:lnTo>
                      <a:pt x="703" y="2225"/>
                    </a:lnTo>
                    <a:lnTo>
                      <a:pt x="908" y="2313"/>
                    </a:lnTo>
                    <a:lnTo>
                      <a:pt x="1113" y="2372"/>
                    </a:lnTo>
                    <a:lnTo>
                      <a:pt x="1318" y="2372"/>
                    </a:lnTo>
                    <a:lnTo>
                      <a:pt x="1523" y="2343"/>
                    </a:lnTo>
                    <a:lnTo>
                      <a:pt x="1698" y="2255"/>
                    </a:lnTo>
                    <a:lnTo>
                      <a:pt x="1874" y="2138"/>
                    </a:lnTo>
                    <a:lnTo>
                      <a:pt x="1991" y="1991"/>
                    </a:lnTo>
                    <a:lnTo>
                      <a:pt x="2079" y="1786"/>
                    </a:lnTo>
                    <a:lnTo>
                      <a:pt x="2108" y="1581"/>
                    </a:lnTo>
                    <a:lnTo>
                      <a:pt x="2108" y="1376"/>
                    </a:lnTo>
                    <a:lnTo>
                      <a:pt x="2079" y="1142"/>
                    </a:lnTo>
                    <a:lnTo>
                      <a:pt x="2020" y="908"/>
                    </a:lnTo>
                    <a:lnTo>
                      <a:pt x="1903" y="674"/>
                    </a:lnTo>
                    <a:lnTo>
                      <a:pt x="1757" y="469"/>
                    </a:lnTo>
                    <a:lnTo>
                      <a:pt x="1581" y="293"/>
                    </a:lnTo>
                    <a:lnTo>
                      <a:pt x="1405" y="147"/>
                    </a:lnTo>
                    <a:lnTo>
                      <a:pt x="1201" y="59"/>
                    </a:lnTo>
                    <a:lnTo>
                      <a:pt x="9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49"/>
              <p:cNvSpPr/>
              <p:nvPr/>
            </p:nvSpPr>
            <p:spPr>
              <a:xfrm>
                <a:off x="6174751" y="2798144"/>
                <a:ext cx="106511" cy="24623"/>
              </a:xfrm>
              <a:custGeom>
                <a:rect b="b" l="l" r="r" t="t"/>
                <a:pathLst>
                  <a:path extrusionOk="0" h="1523" w="6588">
                    <a:moveTo>
                      <a:pt x="2664" y="0"/>
                    </a:moveTo>
                    <a:lnTo>
                      <a:pt x="2050" y="30"/>
                    </a:lnTo>
                    <a:lnTo>
                      <a:pt x="1493" y="88"/>
                    </a:lnTo>
                    <a:lnTo>
                      <a:pt x="996" y="147"/>
                    </a:lnTo>
                    <a:lnTo>
                      <a:pt x="586" y="264"/>
                    </a:lnTo>
                    <a:lnTo>
                      <a:pt x="293" y="381"/>
                    </a:lnTo>
                    <a:lnTo>
                      <a:pt x="176" y="440"/>
                    </a:lnTo>
                    <a:lnTo>
                      <a:pt x="88" y="527"/>
                    </a:lnTo>
                    <a:lnTo>
                      <a:pt x="29" y="586"/>
                    </a:lnTo>
                    <a:lnTo>
                      <a:pt x="0" y="674"/>
                    </a:lnTo>
                    <a:lnTo>
                      <a:pt x="29" y="732"/>
                    </a:lnTo>
                    <a:lnTo>
                      <a:pt x="88" y="820"/>
                    </a:lnTo>
                    <a:lnTo>
                      <a:pt x="147" y="908"/>
                    </a:lnTo>
                    <a:lnTo>
                      <a:pt x="264" y="967"/>
                    </a:lnTo>
                    <a:lnTo>
                      <a:pt x="556" y="1113"/>
                    </a:lnTo>
                    <a:lnTo>
                      <a:pt x="966" y="1230"/>
                    </a:lnTo>
                    <a:lnTo>
                      <a:pt x="1435" y="1347"/>
                    </a:lnTo>
                    <a:lnTo>
                      <a:pt x="1991" y="1435"/>
                    </a:lnTo>
                    <a:lnTo>
                      <a:pt x="2606" y="1494"/>
                    </a:lnTo>
                    <a:lnTo>
                      <a:pt x="3279" y="1523"/>
                    </a:lnTo>
                    <a:lnTo>
                      <a:pt x="3953" y="1523"/>
                    </a:lnTo>
                    <a:lnTo>
                      <a:pt x="4567" y="1494"/>
                    </a:lnTo>
                    <a:lnTo>
                      <a:pt x="5124" y="1435"/>
                    </a:lnTo>
                    <a:lnTo>
                      <a:pt x="5621" y="1377"/>
                    </a:lnTo>
                    <a:lnTo>
                      <a:pt x="6031" y="1259"/>
                    </a:lnTo>
                    <a:lnTo>
                      <a:pt x="6324" y="1142"/>
                    </a:lnTo>
                    <a:lnTo>
                      <a:pt x="6441" y="1084"/>
                    </a:lnTo>
                    <a:lnTo>
                      <a:pt x="6529" y="996"/>
                    </a:lnTo>
                    <a:lnTo>
                      <a:pt x="6558" y="937"/>
                    </a:lnTo>
                    <a:lnTo>
                      <a:pt x="6588" y="850"/>
                    </a:lnTo>
                    <a:lnTo>
                      <a:pt x="6588" y="762"/>
                    </a:lnTo>
                    <a:lnTo>
                      <a:pt x="6529" y="703"/>
                    </a:lnTo>
                    <a:lnTo>
                      <a:pt x="6441" y="615"/>
                    </a:lnTo>
                    <a:lnTo>
                      <a:pt x="6353" y="557"/>
                    </a:lnTo>
                    <a:lnTo>
                      <a:pt x="6031" y="410"/>
                    </a:lnTo>
                    <a:lnTo>
                      <a:pt x="5651" y="293"/>
                    </a:lnTo>
                    <a:lnTo>
                      <a:pt x="5153" y="176"/>
                    </a:lnTo>
                    <a:lnTo>
                      <a:pt x="4597" y="88"/>
                    </a:lnTo>
                    <a:lnTo>
                      <a:pt x="3982" y="30"/>
                    </a:lnTo>
                    <a:lnTo>
                      <a:pt x="33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49"/>
              <p:cNvSpPr/>
              <p:nvPr/>
            </p:nvSpPr>
            <p:spPr>
              <a:xfrm>
                <a:off x="6050730" y="2802396"/>
                <a:ext cx="55875" cy="25108"/>
              </a:xfrm>
              <a:custGeom>
                <a:rect b="b" l="l" r="r" t="t"/>
                <a:pathLst>
                  <a:path extrusionOk="0" h="1553" w="3456">
                    <a:moveTo>
                      <a:pt x="30" y="1"/>
                    </a:moveTo>
                    <a:lnTo>
                      <a:pt x="0" y="1553"/>
                    </a:lnTo>
                    <a:lnTo>
                      <a:pt x="176" y="1553"/>
                    </a:lnTo>
                    <a:lnTo>
                      <a:pt x="820" y="1523"/>
                    </a:lnTo>
                    <a:lnTo>
                      <a:pt x="1435" y="1494"/>
                    </a:lnTo>
                    <a:lnTo>
                      <a:pt x="1991" y="1436"/>
                    </a:lnTo>
                    <a:lnTo>
                      <a:pt x="2489" y="1348"/>
                    </a:lnTo>
                    <a:lnTo>
                      <a:pt x="2899" y="1231"/>
                    </a:lnTo>
                    <a:lnTo>
                      <a:pt x="3192" y="1084"/>
                    </a:lnTo>
                    <a:lnTo>
                      <a:pt x="3309" y="1026"/>
                    </a:lnTo>
                    <a:lnTo>
                      <a:pt x="3397" y="938"/>
                    </a:lnTo>
                    <a:lnTo>
                      <a:pt x="3455" y="879"/>
                    </a:lnTo>
                    <a:lnTo>
                      <a:pt x="3455" y="791"/>
                    </a:lnTo>
                    <a:lnTo>
                      <a:pt x="3455" y="704"/>
                    </a:lnTo>
                    <a:lnTo>
                      <a:pt x="3397" y="645"/>
                    </a:lnTo>
                    <a:lnTo>
                      <a:pt x="3309" y="557"/>
                    </a:lnTo>
                    <a:lnTo>
                      <a:pt x="3192" y="499"/>
                    </a:lnTo>
                    <a:lnTo>
                      <a:pt x="2899" y="352"/>
                    </a:lnTo>
                    <a:lnTo>
                      <a:pt x="2489" y="235"/>
                    </a:lnTo>
                    <a:lnTo>
                      <a:pt x="1991" y="147"/>
                    </a:lnTo>
                    <a:lnTo>
                      <a:pt x="1435" y="60"/>
                    </a:lnTo>
                    <a:lnTo>
                      <a:pt x="820" y="30"/>
                    </a:lnTo>
                    <a:lnTo>
                      <a:pt x="1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49"/>
              <p:cNvSpPr/>
              <p:nvPr/>
            </p:nvSpPr>
            <p:spPr>
              <a:xfrm>
                <a:off x="6291189" y="2427520"/>
                <a:ext cx="64864" cy="117392"/>
              </a:xfrm>
              <a:custGeom>
                <a:rect b="b" l="l" r="r" t="t"/>
                <a:pathLst>
                  <a:path extrusionOk="0" h="7261" w="4012">
                    <a:moveTo>
                      <a:pt x="1816" y="0"/>
                    </a:moveTo>
                    <a:lnTo>
                      <a:pt x="1611" y="59"/>
                    </a:lnTo>
                    <a:lnTo>
                      <a:pt x="1406" y="146"/>
                    </a:lnTo>
                    <a:lnTo>
                      <a:pt x="1230" y="264"/>
                    </a:lnTo>
                    <a:lnTo>
                      <a:pt x="1054" y="439"/>
                    </a:lnTo>
                    <a:lnTo>
                      <a:pt x="879" y="615"/>
                    </a:lnTo>
                    <a:lnTo>
                      <a:pt x="732" y="820"/>
                    </a:lnTo>
                    <a:lnTo>
                      <a:pt x="586" y="1054"/>
                    </a:lnTo>
                    <a:lnTo>
                      <a:pt x="469" y="1318"/>
                    </a:lnTo>
                    <a:lnTo>
                      <a:pt x="352" y="1581"/>
                    </a:lnTo>
                    <a:lnTo>
                      <a:pt x="235" y="1903"/>
                    </a:lnTo>
                    <a:lnTo>
                      <a:pt x="147" y="2196"/>
                    </a:lnTo>
                    <a:lnTo>
                      <a:pt x="88" y="2547"/>
                    </a:lnTo>
                    <a:lnTo>
                      <a:pt x="30" y="2899"/>
                    </a:lnTo>
                    <a:lnTo>
                      <a:pt x="0" y="3250"/>
                    </a:lnTo>
                    <a:lnTo>
                      <a:pt x="0" y="3631"/>
                    </a:lnTo>
                    <a:lnTo>
                      <a:pt x="0" y="3982"/>
                    </a:lnTo>
                    <a:lnTo>
                      <a:pt x="30" y="4362"/>
                    </a:lnTo>
                    <a:lnTo>
                      <a:pt x="88" y="4714"/>
                    </a:lnTo>
                    <a:lnTo>
                      <a:pt x="147" y="5036"/>
                    </a:lnTo>
                    <a:lnTo>
                      <a:pt x="235" y="5358"/>
                    </a:lnTo>
                    <a:lnTo>
                      <a:pt x="352" y="5651"/>
                    </a:lnTo>
                    <a:lnTo>
                      <a:pt x="469" y="5943"/>
                    </a:lnTo>
                    <a:lnTo>
                      <a:pt x="586" y="6178"/>
                    </a:lnTo>
                    <a:lnTo>
                      <a:pt x="732" y="6412"/>
                    </a:lnTo>
                    <a:lnTo>
                      <a:pt x="879" y="6646"/>
                    </a:lnTo>
                    <a:lnTo>
                      <a:pt x="1054" y="6822"/>
                    </a:lnTo>
                    <a:lnTo>
                      <a:pt x="1230" y="6968"/>
                    </a:lnTo>
                    <a:lnTo>
                      <a:pt x="1406" y="7085"/>
                    </a:lnTo>
                    <a:lnTo>
                      <a:pt x="1611" y="7173"/>
                    </a:lnTo>
                    <a:lnTo>
                      <a:pt x="1816" y="7232"/>
                    </a:lnTo>
                    <a:lnTo>
                      <a:pt x="2021" y="7261"/>
                    </a:lnTo>
                    <a:lnTo>
                      <a:pt x="2226" y="7232"/>
                    </a:lnTo>
                    <a:lnTo>
                      <a:pt x="2431" y="7173"/>
                    </a:lnTo>
                    <a:lnTo>
                      <a:pt x="2606" y="7085"/>
                    </a:lnTo>
                    <a:lnTo>
                      <a:pt x="2782" y="6968"/>
                    </a:lnTo>
                    <a:lnTo>
                      <a:pt x="2958" y="6822"/>
                    </a:lnTo>
                    <a:lnTo>
                      <a:pt x="3133" y="6646"/>
                    </a:lnTo>
                    <a:lnTo>
                      <a:pt x="3280" y="6412"/>
                    </a:lnTo>
                    <a:lnTo>
                      <a:pt x="3426" y="6178"/>
                    </a:lnTo>
                    <a:lnTo>
                      <a:pt x="3572" y="5943"/>
                    </a:lnTo>
                    <a:lnTo>
                      <a:pt x="3689" y="5651"/>
                    </a:lnTo>
                    <a:lnTo>
                      <a:pt x="3777" y="5358"/>
                    </a:lnTo>
                    <a:lnTo>
                      <a:pt x="3865" y="5036"/>
                    </a:lnTo>
                    <a:lnTo>
                      <a:pt x="3924" y="4714"/>
                    </a:lnTo>
                    <a:lnTo>
                      <a:pt x="3982" y="4362"/>
                    </a:lnTo>
                    <a:lnTo>
                      <a:pt x="4012" y="3982"/>
                    </a:lnTo>
                    <a:lnTo>
                      <a:pt x="4012" y="3631"/>
                    </a:lnTo>
                    <a:lnTo>
                      <a:pt x="4012" y="3250"/>
                    </a:lnTo>
                    <a:lnTo>
                      <a:pt x="3982" y="2899"/>
                    </a:lnTo>
                    <a:lnTo>
                      <a:pt x="3924" y="2547"/>
                    </a:lnTo>
                    <a:lnTo>
                      <a:pt x="3865" y="2196"/>
                    </a:lnTo>
                    <a:lnTo>
                      <a:pt x="3777" y="1903"/>
                    </a:lnTo>
                    <a:lnTo>
                      <a:pt x="3689" y="1581"/>
                    </a:lnTo>
                    <a:lnTo>
                      <a:pt x="3572" y="1318"/>
                    </a:lnTo>
                    <a:lnTo>
                      <a:pt x="3426" y="1054"/>
                    </a:lnTo>
                    <a:lnTo>
                      <a:pt x="3280" y="820"/>
                    </a:lnTo>
                    <a:lnTo>
                      <a:pt x="3133" y="615"/>
                    </a:lnTo>
                    <a:lnTo>
                      <a:pt x="2958" y="439"/>
                    </a:lnTo>
                    <a:lnTo>
                      <a:pt x="2782" y="264"/>
                    </a:lnTo>
                    <a:lnTo>
                      <a:pt x="2606" y="146"/>
                    </a:lnTo>
                    <a:lnTo>
                      <a:pt x="2431" y="59"/>
                    </a:lnTo>
                    <a:lnTo>
                      <a:pt x="22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49"/>
              <p:cNvSpPr/>
              <p:nvPr/>
            </p:nvSpPr>
            <p:spPr>
              <a:xfrm>
                <a:off x="6336636" y="2383027"/>
                <a:ext cx="142015" cy="165200"/>
              </a:xfrm>
              <a:custGeom>
                <a:rect b="b" l="l" r="r" t="t"/>
                <a:pathLst>
                  <a:path extrusionOk="0" h="10218" w="8784">
                    <a:moveTo>
                      <a:pt x="7876" y="0"/>
                    </a:moveTo>
                    <a:lnTo>
                      <a:pt x="7583" y="59"/>
                    </a:lnTo>
                    <a:lnTo>
                      <a:pt x="7290" y="146"/>
                    </a:lnTo>
                    <a:lnTo>
                      <a:pt x="6939" y="293"/>
                    </a:lnTo>
                    <a:lnTo>
                      <a:pt x="6588" y="468"/>
                    </a:lnTo>
                    <a:lnTo>
                      <a:pt x="6207" y="703"/>
                    </a:lnTo>
                    <a:lnTo>
                      <a:pt x="5826" y="966"/>
                    </a:lnTo>
                    <a:lnTo>
                      <a:pt x="5417" y="1288"/>
                    </a:lnTo>
                    <a:lnTo>
                      <a:pt x="5007" y="1640"/>
                    </a:lnTo>
                    <a:lnTo>
                      <a:pt x="4567" y="1991"/>
                    </a:lnTo>
                    <a:lnTo>
                      <a:pt x="4158" y="2430"/>
                    </a:lnTo>
                    <a:lnTo>
                      <a:pt x="3718" y="2869"/>
                    </a:lnTo>
                    <a:lnTo>
                      <a:pt x="3279" y="3338"/>
                    </a:lnTo>
                    <a:lnTo>
                      <a:pt x="2869" y="3835"/>
                    </a:lnTo>
                    <a:lnTo>
                      <a:pt x="2430" y="4333"/>
                    </a:lnTo>
                    <a:lnTo>
                      <a:pt x="2050" y="4860"/>
                    </a:lnTo>
                    <a:lnTo>
                      <a:pt x="1698" y="5358"/>
                    </a:lnTo>
                    <a:lnTo>
                      <a:pt x="1376" y="5856"/>
                    </a:lnTo>
                    <a:lnTo>
                      <a:pt x="1083" y="6353"/>
                    </a:lnTo>
                    <a:lnTo>
                      <a:pt x="820" y="6822"/>
                    </a:lnTo>
                    <a:lnTo>
                      <a:pt x="586" y="7261"/>
                    </a:lnTo>
                    <a:lnTo>
                      <a:pt x="410" y="7700"/>
                    </a:lnTo>
                    <a:lnTo>
                      <a:pt x="234" y="8110"/>
                    </a:lnTo>
                    <a:lnTo>
                      <a:pt x="117" y="8491"/>
                    </a:lnTo>
                    <a:lnTo>
                      <a:pt x="59" y="8842"/>
                    </a:lnTo>
                    <a:lnTo>
                      <a:pt x="0" y="9164"/>
                    </a:lnTo>
                    <a:lnTo>
                      <a:pt x="0" y="9457"/>
                    </a:lnTo>
                    <a:lnTo>
                      <a:pt x="59" y="9691"/>
                    </a:lnTo>
                    <a:lnTo>
                      <a:pt x="147" y="9896"/>
                    </a:lnTo>
                    <a:lnTo>
                      <a:pt x="293" y="10072"/>
                    </a:lnTo>
                    <a:lnTo>
                      <a:pt x="469" y="10159"/>
                    </a:lnTo>
                    <a:lnTo>
                      <a:pt x="674" y="10218"/>
                    </a:lnTo>
                    <a:lnTo>
                      <a:pt x="937" y="10218"/>
                    </a:lnTo>
                    <a:lnTo>
                      <a:pt x="1201" y="10189"/>
                    </a:lnTo>
                    <a:lnTo>
                      <a:pt x="1523" y="10072"/>
                    </a:lnTo>
                    <a:lnTo>
                      <a:pt x="1845" y="9925"/>
                    </a:lnTo>
                    <a:lnTo>
                      <a:pt x="2196" y="9749"/>
                    </a:lnTo>
                    <a:lnTo>
                      <a:pt x="2577" y="9515"/>
                    </a:lnTo>
                    <a:lnTo>
                      <a:pt x="2986" y="9252"/>
                    </a:lnTo>
                    <a:lnTo>
                      <a:pt x="3396" y="8959"/>
                    </a:lnTo>
                    <a:lnTo>
                      <a:pt x="3806" y="8608"/>
                    </a:lnTo>
                    <a:lnTo>
                      <a:pt x="4216" y="8227"/>
                    </a:lnTo>
                    <a:lnTo>
                      <a:pt x="4655" y="7817"/>
                    </a:lnTo>
                    <a:lnTo>
                      <a:pt x="5094" y="7378"/>
                    </a:lnTo>
                    <a:lnTo>
                      <a:pt x="5504" y="6910"/>
                    </a:lnTo>
                    <a:lnTo>
                      <a:pt x="5944" y="6412"/>
                    </a:lnTo>
                    <a:lnTo>
                      <a:pt x="6353" y="5885"/>
                    </a:lnTo>
                    <a:lnTo>
                      <a:pt x="6734" y="5387"/>
                    </a:lnTo>
                    <a:lnTo>
                      <a:pt x="7115" y="4860"/>
                    </a:lnTo>
                    <a:lnTo>
                      <a:pt x="7437" y="4362"/>
                    </a:lnTo>
                    <a:lnTo>
                      <a:pt x="7729" y="3894"/>
                    </a:lnTo>
                    <a:lnTo>
                      <a:pt x="7993" y="3425"/>
                    </a:lnTo>
                    <a:lnTo>
                      <a:pt x="8198" y="2957"/>
                    </a:lnTo>
                    <a:lnTo>
                      <a:pt x="8403" y="2518"/>
                    </a:lnTo>
                    <a:lnTo>
                      <a:pt x="8549" y="2108"/>
                    </a:lnTo>
                    <a:lnTo>
                      <a:pt x="8666" y="1727"/>
                    </a:lnTo>
                    <a:lnTo>
                      <a:pt x="8754" y="1376"/>
                    </a:lnTo>
                    <a:lnTo>
                      <a:pt x="8783" y="1054"/>
                    </a:lnTo>
                    <a:lnTo>
                      <a:pt x="8783" y="761"/>
                    </a:lnTo>
                    <a:lnTo>
                      <a:pt x="8754" y="527"/>
                    </a:lnTo>
                    <a:lnTo>
                      <a:pt x="8666" y="322"/>
                    </a:lnTo>
                    <a:lnTo>
                      <a:pt x="8520" y="176"/>
                    </a:lnTo>
                    <a:lnTo>
                      <a:pt x="8344" y="59"/>
                    </a:lnTo>
                    <a:lnTo>
                      <a:pt x="81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49"/>
              <p:cNvSpPr/>
              <p:nvPr/>
            </p:nvSpPr>
            <p:spPr>
              <a:xfrm>
                <a:off x="6549158" y="3437633"/>
                <a:ext cx="170422" cy="39772"/>
              </a:xfrm>
              <a:custGeom>
                <a:rect b="b" l="l" r="r" t="t"/>
                <a:pathLst>
                  <a:path extrusionOk="0" h="2460" w="10541">
                    <a:moveTo>
                      <a:pt x="10307" y="1"/>
                    </a:moveTo>
                    <a:lnTo>
                      <a:pt x="5154" y="293"/>
                    </a:lnTo>
                    <a:lnTo>
                      <a:pt x="1" y="557"/>
                    </a:lnTo>
                    <a:lnTo>
                      <a:pt x="5271" y="1494"/>
                    </a:lnTo>
                    <a:lnTo>
                      <a:pt x="10541" y="2460"/>
                    </a:lnTo>
                    <a:lnTo>
                      <a:pt x="10424" y="1260"/>
                    </a:lnTo>
                    <a:lnTo>
                      <a:pt x="103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49"/>
              <p:cNvSpPr/>
              <p:nvPr/>
            </p:nvSpPr>
            <p:spPr>
              <a:xfrm>
                <a:off x="6483372" y="3071261"/>
                <a:ext cx="248996" cy="382960"/>
              </a:xfrm>
              <a:custGeom>
                <a:rect b="b" l="l" r="r" t="t"/>
                <a:pathLst>
                  <a:path extrusionOk="0" h="23687" w="15401">
                    <a:moveTo>
                      <a:pt x="0" y="1"/>
                    </a:moveTo>
                    <a:lnTo>
                      <a:pt x="3777" y="12327"/>
                    </a:lnTo>
                    <a:lnTo>
                      <a:pt x="3777" y="23686"/>
                    </a:lnTo>
                    <a:lnTo>
                      <a:pt x="15137" y="23686"/>
                    </a:lnTo>
                    <a:lnTo>
                      <a:pt x="15254" y="22896"/>
                    </a:lnTo>
                    <a:lnTo>
                      <a:pt x="15312" y="22164"/>
                    </a:lnTo>
                    <a:lnTo>
                      <a:pt x="15371" y="21227"/>
                    </a:lnTo>
                    <a:lnTo>
                      <a:pt x="15400" y="20114"/>
                    </a:lnTo>
                    <a:lnTo>
                      <a:pt x="15371" y="18885"/>
                    </a:lnTo>
                    <a:lnTo>
                      <a:pt x="15342" y="18211"/>
                    </a:lnTo>
                    <a:lnTo>
                      <a:pt x="15312" y="17509"/>
                    </a:lnTo>
                    <a:lnTo>
                      <a:pt x="15225" y="16777"/>
                    </a:lnTo>
                    <a:lnTo>
                      <a:pt x="15137" y="16016"/>
                    </a:lnTo>
                    <a:lnTo>
                      <a:pt x="15020" y="15254"/>
                    </a:lnTo>
                    <a:lnTo>
                      <a:pt x="14873" y="14493"/>
                    </a:lnTo>
                    <a:lnTo>
                      <a:pt x="14698" y="13703"/>
                    </a:lnTo>
                    <a:lnTo>
                      <a:pt x="14493" y="12883"/>
                    </a:lnTo>
                    <a:lnTo>
                      <a:pt x="14229" y="12092"/>
                    </a:lnTo>
                    <a:lnTo>
                      <a:pt x="13966" y="11273"/>
                    </a:lnTo>
                    <a:lnTo>
                      <a:pt x="13644" y="10482"/>
                    </a:lnTo>
                    <a:lnTo>
                      <a:pt x="13292" y="9662"/>
                    </a:lnTo>
                    <a:lnTo>
                      <a:pt x="12882" y="8872"/>
                    </a:lnTo>
                    <a:lnTo>
                      <a:pt x="12443" y="8081"/>
                    </a:lnTo>
                    <a:lnTo>
                      <a:pt x="11946" y="7320"/>
                    </a:lnTo>
                    <a:lnTo>
                      <a:pt x="11419" y="6559"/>
                    </a:lnTo>
                    <a:lnTo>
                      <a:pt x="10804" y="5827"/>
                    </a:lnTo>
                    <a:lnTo>
                      <a:pt x="10160" y="5095"/>
                    </a:lnTo>
                    <a:lnTo>
                      <a:pt x="9457" y="4422"/>
                    </a:lnTo>
                    <a:lnTo>
                      <a:pt x="8696" y="3748"/>
                    </a:lnTo>
                    <a:lnTo>
                      <a:pt x="8110" y="3309"/>
                    </a:lnTo>
                    <a:lnTo>
                      <a:pt x="7525" y="2870"/>
                    </a:lnTo>
                    <a:lnTo>
                      <a:pt x="6910" y="2489"/>
                    </a:lnTo>
                    <a:lnTo>
                      <a:pt x="6324" y="2138"/>
                    </a:lnTo>
                    <a:lnTo>
                      <a:pt x="5739" y="1816"/>
                    </a:lnTo>
                    <a:lnTo>
                      <a:pt x="5153" y="1552"/>
                    </a:lnTo>
                    <a:lnTo>
                      <a:pt x="4568" y="1289"/>
                    </a:lnTo>
                    <a:lnTo>
                      <a:pt x="3982" y="1055"/>
                    </a:lnTo>
                    <a:lnTo>
                      <a:pt x="3426" y="850"/>
                    </a:lnTo>
                    <a:lnTo>
                      <a:pt x="2899" y="674"/>
                    </a:lnTo>
                    <a:lnTo>
                      <a:pt x="1845" y="381"/>
                    </a:lnTo>
                    <a:lnTo>
                      <a:pt x="879" y="14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49"/>
              <p:cNvSpPr/>
              <p:nvPr/>
            </p:nvSpPr>
            <p:spPr>
              <a:xfrm>
                <a:off x="6116047" y="3954524"/>
                <a:ext cx="124037" cy="361651"/>
              </a:xfrm>
              <a:custGeom>
                <a:rect b="b" l="l" r="r" t="t"/>
                <a:pathLst>
                  <a:path extrusionOk="0" h="22369" w="7672">
                    <a:moveTo>
                      <a:pt x="4363" y="1"/>
                    </a:moveTo>
                    <a:lnTo>
                      <a:pt x="4041" y="30"/>
                    </a:lnTo>
                    <a:lnTo>
                      <a:pt x="3719" y="89"/>
                    </a:lnTo>
                    <a:lnTo>
                      <a:pt x="3426" y="176"/>
                    </a:lnTo>
                    <a:lnTo>
                      <a:pt x="3104" y="294"/>
                    </a:lnTo>
                    <a:lnTo>
                      <a:pt x="2811" y="440"/>
                    </a:lnTo>
                    <a:lnTo>
                      <a:pt x="2519" y="616"/>
                    </a:lnTo>
                    <a:lnTo>
                      <a:pt x="2255" y="821"/>
                    </a:lnTo>
                    <a:lnTo>
                      <a:pt x="2021" y="1084"/>
                    </a:lnTo>
                    <a:lnTo>
                      <a:pt x="1816" y="1377"/>
                    </a:lnTo>
                    <a:lnTo>
                      <a:pt x="1611" y="1728"/>
                    </a:lnTo>
                    <a:lnTo>
                      <a:pt x="1435" y="2138"/>
                    </a:lnTo>
                    <a:lnTo>
                      <a:pt x="1260" y="2577"/>
                    </a:lnTo>
                    <a:lnTo>
                      <a:pt x="1113" y="3133"/>
                    </a:lnTo>
                    <a:lnTo>
                      <a:pt x="996" y="3719"/>
                    </a:lnTo>
                    <a:lnTo>
                      <a:pt x="879" y="4392"/>
                    </a:lnTo>
                    <a:lnTo>
                      <a:pt x="762" y="5154"/>
                    </a:lnTo>
                    <a:lnTo>
                      <a:pt x="674" y="6003"/>
                    </a:lnTo>
                    <a:lnTo>
                      <a:pt x="498" y="7994"/>
                    </a:lnTo>
                    <a:lnTo>
                      <a:pt x="352" y="10394"/>
                    </a:lnTo>
                    <a:lnTo>
                      <a:pt x="89" y="15518"/>
                    </a:lnTo>
                    <a:lnTo>
                      <a:pt x="30" y="17538"/>
                    </a:lnTo>
                    <a:lnTo>
                      <a:pt x="1" y="19236"/>
                    </a:lnTo>
                    <a:lnTo>
                      <a:pt x="1" y="20583"/>
                    </a:lnTo>
                    <a:lnTo>
                      <a:pt x="59" y="21110"/>
                    </a:lnTo>
                    <a:lnTo>
                      <a:pt x="89" y="21549"/>
                    </a:lnTo>
                    <a:lnTo>
                      <a:pt x="176" y="21900"/>
                    </a:lnTo>
                    <a:lnTo>
                      <a:pt x="264" y="22135"/>
                    </a:lnTo>
                    <a:lnTo>
                      <a:pt x="352" y="22310"/>
                    </a:lnTo>
                    <a:lnTo>
                      <a:pt x="440" y="22340"/>
                    </a:lnTo>
                    <a:lnTo>
                      <a:pt x="498" y="22369"/>
                    </a:lnTo>
                    <a:lnTo>
                      <a:pt x="616" y="22369"/>
                    </a:lnTo>
                    <a:lnTo>
                      <a:pt x="762" y="22281"/>
                    </a:lnTo>
                    <a:lnTo>
                      <a:pt x="908" y="22135"/>
                    </a:lnTo>
                    <a:lnTo>
                      <a:pt x="1084" y="21871"/>
                    </a:lnTo>
                    <a:lnTo>
                      <a:pt x="1260" y="21520"/>
                    </a:lnTo>
                    <a:lnTo>
                      <a:pt x="1494" y="21081"/>
                    </a:lnTo>
                    <a:lnTo>
                      <a:pt x="1728" y="20495"/>
                    </a:lnTo>
                    <a:lnTo>
                      <a:pt x="1992" y="19822"/>
                    </a:lnTo>
                    <a:lnTo>
                      <a:pt x="2284" y="18973"/>
                    </a:lnTo>
                    <a:lnTo>
                      <a:pt x="2606" y="18007"/>
                    </a:lnTo>
                    <a:lnTo>
                      <a:pt x="2958" y="16865"/>
                    </a:lnTo>
                    <a:lnTo>
                      <a:pt x="3338" y="15547"/>
                    </a:lnTo>
                    <a:lnTo>
                      <a:pt x="4217" y="12414"/>
                    </a:lnTo>
                    <a:lnTo>
                      <a:pt x="5241" y="8491"/>
                    </a:lnTo>
                    <a:lnTo>
                      <a:pt x="7671" y="791"/>
                    </a:lnTo>
                    <a:lnTo>
                      <a:pt x="7144" y="557"/>
                    </a:lnTo>
                    <a:lnTo>
                      <a:pt x="6588" y="352"/>
                    </a:lnTo>
                    <a:lnTo>
                      <a:pt x="5973" y="176"/>
                    </a:lnTo>
                    <a:lnTo>
                      <a:pt x="5329" y="59"/>
                    </a:lnTo>
                    <a:lnTo>
                      <a:pt x="5007" y="30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49"/>
              <p:cNvSpPr/>
              <p:nvPr/>
            </p:nvSpPr>
            <p:spPr>
              <a:xfrm>
                <a:off x="6081497" y="4200189"/>
                <a:ext cx="86157" cy="166170"/>
              </a:xfrm>
              <a:custGeom>
                <a:rect b="b" l="l" r="r" t="t"/>
                <a:pathLst>
                  <a:path extrusionOk="0" h="10278" w="5329">
                    <a:moveTo>
                      <a:pt x="2138" y="1"/>
                    </a:moveTo>
                    <a:lnTo>
                      <a:pt x="2050" y="89"/>
                    </a:lnTo>
                    <a:lnTo>
                      <a:pt x="1904" y="206"/>
                    </a:lnTo>
                    <a:lnTo>
                      <a:pt x="1786" y="381"/>
                    </a:lnTo>
                    <a:lnTo>
                      <a:pt x="1640" y="586"/>
                    </a:lnTo>
                    <a:lnTo>
                      <a:pt x="1494" y="850"/>
                    </a:lnTo>
                    <a:lnTo>
                      <a:pt x="1201" y="1494"/>
                    </a:lnTo>
                    <a:lnTo>
                      <a:pt x="879" y="2255"/>
                    </a:lnTo>
                    <a:lnTo>
                      <a:pt x="615" y="3134"/>
                    </a:lnTo>
                    <a:lnTo>
                      <a:pt x="381" y="4100"/>
                    </a:lnTo>
                    <a:lnTo>
                      <a:pt x="293" y="4568"/>
                    </a:lnTo>
                    <a:lnTo>
                      <a:pt x="205" y="5095"/>
                    </a:lnTo>
                    <a:lnTo>
                      <a:pt x="118" y="5798"/>
                    </a:lnTo>
                    <a:lnTo>
                      <a:pt x="30" y="6588"/>
                    </a:lnTo>
                    <a:lnTo>
                      <a:pt x="0" y="7408"/>
                    </a:lnTo>
                    <a:lnTo>
                      <a:pt x="30" y="8228"/>
                    </a:lnTo>
                    <a:lnTo>
                      <a:pt x="59" y="8608"/>
                    </a:lnTo>
                    <a:lnTo>
                      <a:pt x="118" y="8960"/>
                    </a:lnTo>
                    <a:lnTo>
                      <a:pt x="176" y="9282"/>
                    </a:lnTo>
                    <a:lnTo>
                      <a:pt x="235" y="9575"/>
                    </a:lnTo>
                    <a:lnTo>
                      <a:pt x="352" y="9838"/>
                    </a:lnTo>
                    <a:lnTo>
                      <a:pt x="469" y="10043"/>
                    </a:lnTo>
                    <a:lnTo>
                      <a:pt x="615" y="10189"/>
                    </a:lnTo>
                    <a:lnTo>
                      <a:pt x="791" y="10277"/>
                    </a:lnTo>
                    <a:lnTo>
                      <a:pt x="1142" y="10277"/>
                    </a:lnTo>
                    <a:lnTo>
                      <a:pt x="1318" y="10189"/>
                    </a:lnTo>
                    <a:lnTo>
                      <a:pt x="1494" y="10102"/>
                    </a:lnTo>
                    <a:lnTo>
                      <a:pt x="1699" y="9955"/>
                    </a:lnTo>
                    <a:lnTo>
                      <a:pt x="1874" y="9780"/>
                    </a:lnTo>
                    <a:lnTo>
                      <a:pt x="2255" y="9399"/>
                    </a:lnTo>
                    <a:lnTo>
                      <a:pt x="2606" y="8960"/>
                    </a:lnTo>
                    <a:lnTo>
                      <a:pt x="2928" y="8521"/>
                    </a:lnTo>
                    <a:lnTo>
                      <a:pt x="3397" y="7818"/>
                    </a:lnTo>
                    <a:lnTo>
                      <a:pt x="3719" y="7291"/>
                    </a:lnTo>
                    <a:lnTo>
                      <a:pt x="4041" y="6735"/>
                    </a:lnTo>
                    <a:lnTo>
                      <a:pt x="4304" y="6178"/>
                    </a:lnTo>
                    <a:lnTo>
                      <a:pt x="4509" y="5622"/>
                    </a:lnTo>
                    <a:lnTo>
                      <a:pt x="4714" y="5095"/>
                    </a:lnTo>
                    <a:lnTo>
                      <a:pt x="4890" y="4568"/>
                    </a:lnTo>
                    <a:lnTo>
                      <a:pt x="5036" y="4070"/>
                    </a:lnTo>
                    <a:lnTo>
                      <a:pt x="5124" y="3602"/>
                    </a:lnTo>
                    <a:lnTo>
                      <a:pt x="5212" y="3163"/>
                    </a:lnTo>
                    <a:lnTo>
                      <a:pt x="5270" y="2753"/>
                    </a:lnTo>
                    <a:lnTo>
                      <a:pt x="5300" y="2402"/>
                    </a:lnTo>
                    <a:lnTo>
                      <a:pt x="5329" y="2109"/>
                    </a:lnTo>
                    <a:lnTo>
                      <a:pt x="5329" y="1845"/>
                    </a:lnTo>
                    <a:lnTo>
                      <a:pt x="5270" y="1640"/>
                    </a:lnTo>
                    <a:lnTo>
                      <a:pt x="5241" y="1523"/>
                    </a:lnTo>
                    <a:lnTo>
                      <a:pt x="5153" y="1465"/>
                    </a:lnTo>
                    <a:lnTo>
                      <a:pt x="5095" y="1465"/>
                    </a:lnTo>
                    <a:lnTo>
                      <a:pt x="4978" y="1553"/>
                    </a:lnTo>
                    <a:lnTo>
                      <a:pt x="4861" y="1699"/>
                    </a:lnTo>
                    <a:lnTo>
                      <a:pt x="4743" y="1875"/>
                    </a:lnTo>
                    <a:lnTo>
                      <a:pt x="4451" y="2372"/>
                    </a:lnTo>
                    <a:lnTo>
                      <a:pt x="4158" y="2929"/>
                    </a:lnTo>
                    <a:lnTo>
                      <a:pt x="3836" y="3514"/>
                    </a:lnTo>
                    <a:lnTo>
                      <a:pt x="3514" y="3983"/>
                    </a:lnTo>
                    <a:lnTo>
                      <a:pt x="3367" y="4188"/>
                    </a:lnTo>
                    <a:lnTo>
                      <a:pt x="3221" y="4305"/>
                    </a:lnTo>
                    <a:lnTo>
                      <a:pt x="3075" y="4393"/>
                    </a:lnTo>
                    <a:lnTo>
                      <a:pt x="2928" y="4393"/>
                    </a:lnTo>
                    <a:lnTo>
                      <a:pt x="2870" y="4363"/>
                    </a:lnTo>
                    <a:lnTo>
                      <a:pt x="2811" y="4305"/>
                    </a:lnTo>
                    <a:lnTo>
                      <a:pt x="2723" y="4158"/>
                    </a:lnTo>
                    <a:lnTo>
                      <a:pt x="2635" y="3924"/>
                    </a:lnTo>
                    <a:lnTo>
                      <a:pt x="2577" y="3631"/>
                    </a:lnTo>
                    <a:lnTo>
                      <a:pt x="2548" y="3309"/>
                    </a:lnTo>
                    <a:lnTo>
                      <a:pt x="2548" y="2958"/>
                    </a:lnTo>
                    <a:lnTo>
                      <a:pt x="2548" y="2167"/>
                    </a:lnTo>
                    <a:lnTo>
                      <a:pt x="2548" y="1406"/>
                    </a:lnTo>
                    <a:lnTo>
                      <a:pt x="2518" y="704"/>
                    </a:lnTo>
                    <a:lnTo>
                      <a:pt x="2489" y="440"/>
                    </a:lnTo>
                    <a:lnTo>
                      <a:pt x="2431" y="206"/>
                    </a:lnTo>
                    <a:lnTo>
                      <a:pt x="2343" y="59"/>
                    </a:lnTo>
                    <a:lnTo>
                      <a:pt x="2313" y="30"/>
                    </a:lnTo>
                    <a:lnTo>
                      <a:pt x="22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49"/>
              <p:cNvSpPr/>
              <p:nvPr/>
            </p:nvSpPr>
            <p:spPr>
              <a:xfrm>
                <a:off x="6261360" y="3952164"/>
                <a:ext cx="102744" cy="367326"/>
              </a:xfrm>
              <a:custGeom>
                <a:rect b="b" l="l" r="r" t="t"/>
                <a:pathLst>
                  <a:path extrusionOk="0" h="22720" w="6355">
                    <a:moveTo>
                      <a:pt x="2431" y="0"/>
                    </a:moveTo>
                    <a:lnTo>
                      <a:pt x="1787" y="30"/>
                    </a:lnTo>
                    <a:lnTo>
                      <a:pt x="1143" y="147"/>
                    </a:lnTo>
                    <a:lnTo>
                      <a:pt x="557" y="264"/>
                    </a:lnTo>
                    <a:lnTo>
                      <a:pt x="1" y="410"/>
                    </a:lnTo>
                    <a:lnTo>
                      <a:pt x="1523" y="8374"/>
                    </a:lnTo>
                    <a:lnTo>
                      <a:pt x="2050" y="12385"/>
                    </a:lnTo>
                    <a:lnTo>
                      <a:pt x="2519" y="15605"/>
                    </a:lnTo>
                    <a:lnTo>
                      <a:pt x="2753" y="16952"/>
                    </a:lnTo>
                    <a:lnTo>
                      <a:pt x="2958" y="18123"/>
                    </a:lnTo>
                    <a:lnTo>
                      <a:pt x="3163" y="19148"/>
                    </a:lnTo>
                    <a:lnTo>
                      <a:pt x="3368" y="19997"/>
                    </a:lnTo>
                    <a:lnTo>
                      <a:pt x="3544" y="20729"/>
                    </a:lnTo>
                    <a:lnTo>
                      <a:pt x="3719" y="21314"/>
                    </a:lnTo>
                    <a:lnTo>
                      <a:pt x="3866" y="21783"/>
                    </a:lnTo>
                    <a:lnTo>
                      <a:pt x="4012" y="22164"/>
                    </a:lnTo>
                    <a:lnTo>
                      <a:pt x="4158" y="22427"/>
                    </a:lnTo>
                    <a:lnTo>
                      <a:pt x="4305" y="22603"/>
                    </a:lnTo>
                    <a:lnTo>
                      <a:pt x="4422" y="22691"/>
                    </a:lnTo>
                    <a:lnTo>
                      <a:pt x="4539" y="22720"/>
                    </a:lnTo>
                    <a:lnTo>
                      <a:pt x="4598" y="22720"/>
                    </a:lnTo>
                    <a:lnTo>
                      <a:pt x="4685" y="22661"/>
                    </a:lnTo>
                    <a:lnTo>
                      <a:pt x="4803" y="22515"/>
                    </a:lnTo>
                    <a:lnTo>
                      <a:pt x="4920" y="22281"/>
                    </a:lnTo>
                    <a:lnTo>
                      <a:pt x="5037" y="21929"/>
                    </a:lnTo>
                    <a:lnTo>
                      <a:pt x="5125" y="21519"/>
                    </a:lnTo>
                    <a:lnTo>
                      <a:pt x="5242" y="20992"/>
                    </a:lnTo>
                    <a:lnTo>
                      <a:pt x="5417" y="19675"/>
                    </a:lnTo>
                    <a:lnTo>
                      <a:pt x="5593" y="18006"/>
                    </a:lnTo>
                    <a:lnTo>
                      <a:pt x="5769" y="15957"/>
                    </a:lnTo>
                    <a:lnTo>
                      <a:pt x="6120" y="10833"/>
                    </a:lnTo>
                    <a:lnTo>
                      <a:pt x="6266" y="8432"/>
                    </a:lnTo>
                    <a:lnTo>
                      <a:pt x="6325" y="6471"/>
                    </a:lnTo>
                    <a:lnTo>
                      <a:pt x="6354" y="5592"/>
                    </a:lnTo>
                    <a:lnTo>
                      <a:pt x="6325" y="4831"/>
                    </a:lnTo>
                    <a:lnTo>
                      <a:pt x="6296" y="4158"/>
                    </a:lnTo>
                    <a:lnTo>
                      <a:pt x="6237" y="3543"/>
                    </a:lnTo>
                    <a:lnTo>
                      <a:pt x="6149" y="2987"/>
                    </a:lnTo>
                    <a:lnTo>
                      <a:pt x="6032" y="2518"/>
                    </a:lnTo>
                    <a:lnTo>
                      <a:pt x="5915" y="2079"/>
                    </a:lnTo>
                    <a:lnTo>
                      <a:pt x="5769" y="1728"/>
                    </a:lnTo>
                    <a:lnTo>
                      <a:pt x="5564" y="1406"/>
                    </a:lnTo>
                    <a:lnTo>
                      <a:pt x="5359" y="1113"/>
                    </a:lnTo>
                    <a:lnTo>
                      <a:pt x="5125" y="879"/>
                    </a:lnTo>
                    <a:lnTo>
                      <a:pt x="4890" y="674"/>
                    </a:lnTo>
                    <a:lnTo>
                      <a:pt x="4598" y="469"/>
                    </a:lnTo>
                    <a:lnTo>
                      <a:pt x="4305" y="322"/>
                    </a:lnTo>
                    <a:lnTo>
                      <a:pt x="4012" y="205"/>
                    </a:lnTo>
                    <a:lnTo>
                      <a:pt x="3690" y="117"/>
                    </a:lnTo>
                    <a:lnTo>
                      <a:pt x="3397" y="59"/>
                    </a:lnTo>
                    <a:lnTo>
                      <a:pt x="3075" y="30"/>
                    </a:lnTo>
                    <a:lnTo>
                      <a:pt x="275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49"/>
              <p:cNvSpPr/>
              <p:nvPr/>
            </p:nvSpPr>
            <p:spPr>
              <a:xfrm>
                <a:off x="6300663" y="4204926"/>
                <a:ext cx="77167" cy="168061"/>
              </a:xfrm>
              <a:custGeom>
                <a:rect b="b" l="l" r="r" t="t"/>
                <a:pathLst>
                  <a:path extrusionOk="0" h="10395" w="4773">
                    <a:moveTo>
                      <a:pt x="3338" y="1"/>
                    </a:moveTo>
                    <a:lnTo>
                      <a:pt x="3279" y="30"/>
                    </a:lnTo>
                    <a:lnTo>
                      <a:pt x="3250" y="59"/>
                    </a:lnTo>
                    <a:lnTo>
                      <a:pt x="3162" y="206"/>
                    </a:lnTo>
                    <a:lnTo>
                      <a:pt x="3074" y="411"/>
                    </a:lnTo>
                    <a:lnTo>
                      <a:pt x="3016" y="674"/>
                    </a:lnTo>
                    <a:lnTo>
                      <a:pt x="2899" y="1347"/>
                    </a:lnTo>
                    <a:lnTo>
                      <a:pt x="2811" y="2138"/>
                    </a:lnTo>
                    <a:lnTo>
                      <a:pt x="2694" y="2899"/>
                    </a:lnTo>
                    <a:lnTo>
                      <a:pt x="2635" y="3250"/>
                    </a:lnTo>
                    <a:lnTo>
                      <a:pt x="2576" y="3573"/>
                    </a:lnTo>
                    <a:lnTo>
                      <a:pt x="2489" y="3865"/>
                    </a:lnTo>
                    <a:lnTo>
                      <a:pt x="2401" y="4070"/>
                    </a:lnTo>
                    <a:lnTo>
                      <a:pt x="2284" y="4217"/>
                    </a:lnTo>
                    <a:lnTo>
                      <a:pt x="2196" y="4275"/>
                    </a:lnTo>
                    <a:lnTo>
                      <a:pt x="1991" y="4275"/>
                    </a:lnTo>
                    <a:lnTo>
                      <a:pt x="1874" y="4187"/>
                    </a:lnTo>
                    <a:lnTo>
                      <a:pt x="1727" y="4012"/>
                    </a:lnTo>
                    <a:lnTo>
                      <a:pt x="1610" y="3807"/>
                    </a:lnTo>
                    <a:lnTo>
                      <a:pt x="1347" y="3309"/>
                    </a:lnTo>
                    <a:lnTo>
                      <a:pt x="1083" y="2694"/>
                    </a:lnTo>
                    <a:lnTo>
                      <a:pt x="878" y="2109"/>
                    </a:lnTo>
                    <a:lnTo>
                      <a:pt x="644" y="1582"/>
                    </a:lnTo>
                    <a:lnTo>
                      <a:pt x="556" y="1377"/>
                    </a:lnTo>
                    <a:lnTo>
                      <a:pt x="439" y="1230"/>
                    </a:lnTo>
                    <a:lnTo>
                      <a:pt x="351" y="1142"/>
                    </a:lnTo>
                    <a:lnTo>
                      <a:pt x="322" y="1113"/>
                    </a:lnTo>
                    <a:lnTo>
                      <a:pt x="293" y="1113"/>
                    </a:lnTo>
                    <a:lnTo>
                      <a:pt x="205" y="1172"/>
                    </a:lnTo>
                    <a:lnTo>
                      <a:pt x="146" y="1289"/>
                    </a:lnTo>
                    <a:lnTo>
                      <a:pt x="88" y="1465"/>
                    </a:lnTo>
                    <a:lnTo>
                      <a:pt x="59" y="1728"/>
                    </a:lnTo>
                    <a:lnTo>
                      <a:pt x="29" y="2021"/>
                    </a:lnTo>
                    <a:lnTo>
                      <a:pt x="0" y="2401"/>
                    </a:lnTo>
                    <a:lnTo>
                      <a:pt x="29" y="2782"/>
                    </a:lnTo>
                    <a:lnTo>
                      <a:pt x="59" y="3250"/>
                    </a:lnTo>
                    <a:lnTo>
                      <a:pt x="117" y="3719"/>
                    </a:lnTo>
                    <a:lnTo>
                      <a:pt x="176" y="4217"/>
                    </a:lnTo>
                    <a:lnTo>
                      <a:pt x="293" y="4773"/>
                    </a:lnTo>
                    <a:lnTo>
                      <a:pt x="410" y="5329"/>
                    </a:lnTo>
                    <a:lnTo>
                      <a:pt x="586" y="5885"/>
                    </a:lnTo>
                    <a:lnTo>
                      <a:pt x="791" y="6471"/>
                    </a:lnTo>
                    <a:lnTo>
                      <a:pt x="995" y="7057"/>
                    </a:lnTo>
                    <a:lnTo>
                      <a:pt x="1259" y="7642"/>
                    </a:lnTo>
                    <a:lnTo>
                      <a:pt x="1640" y="8374"/>
                    </a:lnTo>
                    <a:lnTo>
                      <a:pt x="1903" y="8842"/>
                    </a:lnTo>
                    <a:lnTo>
                      <a:pt x="2225" y="9340"/>
                    </a:lnTo>
                    <a:lnTo>
                      <a:pt x="2547" y="9779"/>
                    </a:lnTo>
                    <a:lnTo>
                      <a:pt x="2694" y="9955"/>
                    </a:lnTo>
                    <a:lnTo>
                      <a:pt x="2869" y="10101"/>
                    </a:lnTo>
                    <a:lnTo>
                      <a:pt x="3045" y="10248"/>
                    </a:lnTo>
                    <a:lnTo>
                      <a:pt x="3221" y="10336"/>
                    </a:lnTo>
                    <a:lnTo>
                      <a:pt x="3396" y="10394"/>
                    </a:lnTo>
                    <a:lnTo>
                      <a:pt x="3572" y="10365"/>
                    </a:lnTo>
                    <a:lnTo>
                      <a:pt x="3748" y="10306"/>
                    </a:lnTo>
                    <a:lnTo>
                      <a:pt x="3894" y="10189"/>
                    </a:lnTo>
                    <a:lnTo>
                      <a:pt x="4040" y="9984"/>
                    </a:lnTo>
                    <a:lnTo>
                      <a:pt x="4187" y="9750"/>
                    </a:lnTo>
                    <a:lnTo>
                      <a:pt x="4304" y="9487"/>
                    </a:lnTo>
                    <a:lnTo>
                      <a:pt x="4392" y="9165"/>
                    </a:lnTo>
                    <a:lnTo>
                      <a:pt x="4480" y="8813"/>
                    </a:lnTo>
                    <a:lnTo>
                      <a:pt x="4567" y="8433"/>
                    </a:lnTo>
                    <a:lnTo>
                      <a:pt x="4684" y="7642"/>
                    </a:lnTo>
                    <a:lnTo>
                      <a:pt x="4743" y="6822"/>
                    </a:lnTo>
                    <a:lnTo>
                      <a:pt x="4772" y="6032"/>
                    </a:lnTo>
                    <a:lnTo>
                      <a:pt x="4772" y="5300"/>
                    </a:lnTo>
                    <a:lnTo>
                      <a:pt x="4743" y="4802"/>
                    </a:lnTo>
                    <a:lnTo>
                      <a:pt x="4714" y="4304"/>
                    </a:lnTo>
                    <a:lnTo>
                      <a:pt x="4597" y="3309"/>
                    </a:lnTo>
                    <a:lnTo>
                      <a:pt x="4421" y="2401"/>
                    </a:lnTo>
                    <a:lnTo>
                      <a:pt x="4216" y="1611"/>
                    </a:lnTo>
                    <a:lnTo>
                      <a:pt x="4011" y="938"/>
                    </a:lnTo>
                    <a:lnTo>
                      <a:pt x="3894" y="674"/>
                    </a:lnTo>
                    <a:lnTo>
                      <a:pt x="3777" y="440"/>
                    </a:lnTo>
                    <a:lnTo>
                      <a:pt x="3660" y="235"/>
                    </a:lnTo>
                    <a:lnTo>
                      <a:pt x="3543" y="118"/>
                    </a:lnTo>
                    <a:lnTo>
                      <a:pt x="3455" y="30"/>
                    </a:lnTo>
                    <a:lnTo>
                      <a:pt x="33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49"/>
              <p:cNvSpPr/>
              <p:nvPr/>
            </p:nvSpPr>
            <p:spPr>
              <a:xfrm>
                <a:off x="6182317" y="3300371"/>
                <a:ext cx="235269" cy="234784"/>
              </a:xfrm>
              <a:custGeom>
                <a:rect b="b" l="l" r="r" t="t"/>
                <a:pathLst>
                  <a:path extrusionOk="0" h="14522" w="14552">
                    <a:moveTo>
                      <a:pt x="6910" y="0"/>
                    </a:moveTo>
                    <a:lnTo>
                      <a:pt x="6530" y="29"/>
                    </a:lnTo>
                    <a:lnTo>
                      <a:pt x="6178" y="88"/>
                    </a:lnTo>
                    <a:lnTo>
                      <a:pt x="5827" y="146"/>
                    </a:lnTo>
                    <a:lnTo>
                      <a:pt x="5476" y="234"/>
                    </a:lnTo>
                    <a:lnTo>
                      <a:pt x="5124" y="322"/>
                    </a:lnTo>
                    <a:lnTo>
                      <a:pt x="4773" y="439"/>
                    </a:lnTo>
                    <a:lnTo>
                      <a:pt x="4451" y="556"/>
                    </a:lnTo>
                    <a:lnTo>
                      <a:pt x="3807" y="878"/>
                    </a:lnTo>
                    <a:lnTo>
                      <a:pt x="3221" y="1230"/>
                    </a:lnTo>
                    <a:lnTo>
                      <a:pt x="2665" y="1669"/>
                    </a:lnTo>
                    <a:lnTo>
                      <a:pt x="2138" y="2137"/>
                    </a:lnTo>
                    <a:lnTo>
                      <a:pt x="1669" y="2635"/>
                    </a:lnTo>
                    <a:lnTo>
                      <a:pt x="1260" y="3191"/>
                    </a:lnTo>
                    <a:lnTo>
                      <a:pt x="879" y="3806"/>
                    </a:lnTo>
                    <a:lnTo>
                      <a:pt x="586" y="4450"/>
                    </a:lnTo>
                    <a:lnTo>
                      <a:pt x="440" y="4772"/>
                    </a:lnTo>
                    <a:lnTo>
                      <a:pt x="352" y="5094"/>
                    </a:lnTo>
                    <a:lnTo>
                      <a:pt x="235" y="5446"/>
                    </a:lnTo>
                    <a:lnTo>
                      <a:pt x="147" y="5797"/>
                    </a:lnTo>
                    <a:lnTo>
                      <a:pt x="88" y="6148"/>
                    </a:lnTo>
                    <a:lnTo>
                      <a:pt x="59" y="6529"/>
                    </a:lnTo>
                    <a:lnTo>
                      <a:pt x="30" y="6880"/>
                    </a:lnTo>
                    <a:lnTo>
                      <a:pt x="1" y="7261"/>
                    </a:lnTo>
                    <a:lnTo>
                      <a:pt x="30" y="7642"/>
                    </a:lnTo>
                    <a:lnTo>
                      <a:pt x="59" y="8022"/>
                    </a:lnTo>
                    <a:lnTo>
                      <a:pt x="88" y="8373"/>
                    </a:lnTo>
                    <a:lnTo>
                      <a:pt x="147" y="8725"/>
                    </a:lnTo>
                    <a:lnTo>
                      <a:pt x="235" y="9076"/>
                    </a:lnTo>
                    <a:lnTo>
                      <a:pt x="352" y="9427"/>
                    </a:lnTo>
                    <a:lnTo>
                      <a:pt x="440" y="9779"/>
                    </a:lnTo>
                    <a:lnTo>
                      <a:pt x="586" y="10101"/>
                    </a:lnTo>
                    <a:lnTo>
                      <a:pt x="879" y="10716"/>
                    </a:lnTo>
                    <a:lnTo>
                      <a:pt x="1260" y="11331"/>
                    </a:lnTo>
                    <a:lnTo>
                      <a:pt x="1669" y="11887"/>
                    </a:lnTo>
                    <a:lnTo>
                      <a:pt x="2138" y="12414"/>
                    </a:lnTo>
                    <a:lnTo>
                      <a:pt x="2665" y="12882"/>
                    </a:lnTo>
                    <a:lnTo>
                      <a:pt x="3221" y="13292"/>
                    </a:lnTo>
                    <a:lnTo>
                      <a:pt x="3807" y="13643"/>
                    </a:lnTo>
                    <a:lnTo>
                      <a:pt x="4451" y="13966"/>
                    </a:lnTo>
                    <a:lnTo>
                      <a:pt x="4773" y="14083"/>
                    </a:lnTo>
                    <a:lnTo>
                      <a:pt x="5124" y="14200"/>
                    </a:lnTo>
                    <a:lnTo>
                      <a:pt x="5476" y="14317"/>
                    </a:lnTo>
                    <a:lnTo>
                      <a:pt x="5827" y="14375"/>
                    </a:lnTo>
                    <a:lnTo>
                      <a:pt x="6178" y="14463"/>
                    </a:lnTo>
                    <a:lnTo>
                      <a:pt x="6530" y="14492"/>
                    </a:lnTo>
                    <a:lnTo>
                      <a:pt x="6910" y="14522"/>
                    </a:lnTo>
                    <a:lnTo>
                      <a:pt x="7642" y="14522"/>
                    </a:lnTo>
                    <a:lnTo>
                      <a:pt x="8023" y="14492"/>
                    </a:lnTo>
                    <a:lnTo>
                      <a:pt x="8374" y="14463"/>
                    </a:lnTo>
                    <a:lnTo>
                      <a:pt x="8755" y="14375"/>
                    </a:lnTo>
                    <a:lnTo>
                      <a:pt x="9106" y="14317"/>
                    </a:lnTo>
                    <a:lnTo>
                      <a:pt x="9428" y="14200"/>
                    </a:lnTo>
                    <a:lnTo>
                      <a:pt x="9779" y="14083"/>
                    </a:lnTo>
                    <a:lnTo>
                      <a:pt x="10101" y="13966"/>
                    </a:lnTo>
                    <a:lnTo>
                      <a:pt x="10746" y="13643"/>
                    </a:lnTo>
                    <a:lnTo>
                      <a:pt x="11331" y="13292"/>
                    </a:lnTo>
                    <a:lnTo>
                      <a:pt x="11917" y="12882"/>
                    </a:lnTo>
                    <a:lnTo>
                      <a:pt x="12414" y="12414"/>
                    </a:lnTo>
                    <a:lnTo>
                      <a:pt x="12883" y="11887"/>
                    </a:lnTo>
                    <a:lnTo>
                      <a:pt x="13293" y="11331"/>
                    </a:lnTo>
                    <a:lnTo>
                      <a:pt x="13673" y="10716"/>
                    </a:lnTo>
                    <a:lnTo>
                      <a:pt x="13966" y="10101"/>
                    </a:lnTo>
                    <a:lnTo>
                      <a:pt x="14112" y="9779"/>
                    </a:lnTo>
                    <a:lnTo>
                      <a:pt x="14230" y="9427"/>
                    </a:lnTo>
                    <a:lnTo>
                      <a:pt x="14317" y="9076"/>
                    </a:lnTo>
                    <a:lnTo>
                      <a:pt x="14405" y="8725"/>
                    </a:lnTo>
                    <a:lnTo>
                      <a:pt x="14464" y="8373"/>
                    </a:lnTo>
                    <a:lnTo>
                      <a:pt x="14522" y="8022"/>
                    </a:lnTo>
                    <a:lnTo>
                      <a:pt x="14552" y="7642"/>
                    </a:lnTo>
                    <a:lnTo>
                      <a:pt x="14552" y="7261"/>
                    </a:lnTo>
                    <a:lnTo>
                      <a:pt x="14552" y="6880"/>
                    </a:lnTo>
                    <a:lnTo>
                      <a:pt x="14522" y="6529"/>
                    </a:lnTo>
                    <a:lnTo>
                      <a:pt x="14464" y="6148"/>
                    </a:lnTo>
                    <a:lnTo>
                      <a:pt x="14405" y="5797"/>
                    </a:lnTo>
                    <a:lnTo>
                      <a:pt x="14317" y="5446"/>
                    </a:lnTo>
                    <a:lnTo>
                      <a:pt x="14230" y="5094"/>
                    </a:lnTo>
                    <a:lnTo>
                      <a:pt x="14112" y="4772"/>
                    </a:lnTo>
                    <a:lnTo>
                      <a:pt x="13966" y="4450"/>
                    </a:lnTo>
                    <a:lnTo>
                      <a:pt x="13673" y="3806"/>
                    </a:lnTo>
                    <a:lnTo>
                      <a:pt x="13293" y="3191"/>
                    </a:lnTo>
                    <a:lnTo>
                      <a:pt x="12883" y="2635"/>
                    </a:lnTo>
                    <a:lnTo>
                      <a:pt x="12414" y="2137"/>
                    </a:lnTo>
                    <a:lnTo>
                      <a:pt x="11917" y="1669"/>
                    </a:lnTo>
                    <a:lnTo>
                      <a:pt x="11331" y="1230"/>
                    </a:lnTo>
                    <a:lnTo>
                      <a:pt x="10746" y="878"/>
                    </a:lnTo>
                    <a:lnTo>
                      <a:pt x="10101" y="556"/>
                    </a:lnTo>
                    <a:lnTo>
                      <a:pt x="9779" y="439"/>
                    </a:lnTo>
                    <a:lnTo>
                      <a:pt x="9428" y="322"/>
                    </a:lnTo>
                    <a:lnTo>
                      <a:pt x="9106" y="234"/>
                    </a:lnTo>
                    <a:lnTo>
                      <a:pt x="8755" y="146"/>
                    </a:lnTo>
                    <a:lnTo>
                      <a:pt x="8374" y="88"/>
                    </a:lnTo>
                    <a:lnTo>
                      <a:pt x="8023" y="29"/>
                    </a:lnTo>
                    <a:lnTo>
                      <a:pt x="76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49"/>
              <p:cNvSpPr/>
              <p:nvPr/>
            </p:nvSpPr>
            <p:spPr>
              <a:xfrm>
                <a:off x="6186585" y="3290897"/>
                <a:ext cx="241882" cy="107934"/>
              </a:xfrm>
              <a:custGeom>
                <a:rect b="b" l="l" r="r" t="t"/>
                <a:pathLst>
                  <a:path extrusionOk="0" h="6676" w="14961">
                    <a:moveTo>
                      <a:pt x="7261" y="1"/>
                    </a:moveTo>
                    <a:lnTo>
                      <a:pt x="6558" y="30"/>
                    </a:lnTo>
                    <a:lnTo>
                      <a:pt x="5826" y="118"/>
                    </a:lnTo>
                    <a:lnTo>
                      <a:pt x="5124" y="293"/>
                    </a:lnTo>
                    <a:lnTo>
                      <a:pt x="4450" y="498"/>
                    </a:lnTo>
                    <a:lnTo>
                      <a:pt x="3806" y="732"/>
                    </a:lnTo>
                    <a:lnTo>
                      <a:pt x="3191" y="1025"/>
                    </a:lnTo>
                    <a:lnTo>
                      <a:pt x="2606" y="1347"/>
                    </a:lnTo>
                    <a:lnTo>
                      <a:pt x="2079" y="1699"/>
                    </a:lnTo>
                    <a:lnTo>
                      <a:pt x="1581" y="2050"/>
                    </a:lnTo>
                    <a:lnTo>
                      <a:pt x="1142" y="2431"/>
                    </a:lnTo>
                    <a:lnTo>
                      <a:pt x="761" y="2811"/>
                    </a:lnTo>
                    <a:lnTo>
                      <a:pt x="469" y="3192"/>
                    </a:lnTo>
                    <a:lnTo>
                      <a:pt x="234" y="3572"/>
                    </a:lnTo>
                    <a:lnTo>
                      <a:pt x="88" y="3924"/>
                    </a:lnTo>
                    <a:lnTo>
                      <a:pt x="29" y="4099"/>
                    </a:lnTo>
                    <a:lnTo>
                      <a:pt x="0" y="4275"/>
                    </a:lnTo>
                    <a:lnTo>
                      <a:pt x="0" y="4421"/>
                    </a:lnTo>
                    <a:lnTo>
                      <a:pt x="29" y="4597"/>
                    </a:lnTo>
                    <a:lnTo>
                      <a:pt x="59" y="4743"/>
                    </a:lnTo>
                    <a:lnTo>
                      <a:pt x="147" y="4861"/>
                    </a:lnTo>
                    <a:lnTo>
                      <a:pt x="234" y="5007"/>
                    </a:lnTo>
                    <a:lnTo>
                      <a:pt x="322" y="5124"/>
                    </a:lnTo>
                    <a:lnTo>
                      <a:pt x="615" y="5329"/>
                    </a:lnTo>
                    <a:lnTo>
                      <a:pt x="966" y="5534"/>
                    </a:lnTo>
                    <a:lnTo>
                      <a:pt x="1347" y="5710"/>
                    </a:lnTo>
                    <a:lnTo>
                      <a:pt x="1815" y="5856"/>
                    </a:lnTo>
                    <a:lnTo>
                      <a:pt x="2313" y="6002"/>
                    </a:lnTo>
                    <a:lnTo>
                      <a:pt x="2840" y="6120"/>
                    </a:lnTo>
                    <a:lnTo>
                      <a:pt x="3396" y="6207"/>
                    </a:lnTo>
                    <a:lnTo>
                      <a:pt x="3982" y="6295"/>
                    </a:lnTo>
                    <a:lnTo>
                      <a:pt x="5124" y="6412"/>
                    </a:lnTo>
                    <a:lnTo>
                      <a:pt x="6266" y="6500"/>
                    </a:lnTo>
                    <a:lnTo>
                      <a:pt x="7261" y="6559"/>
                    </a:lnTo>
                    <a:lnTo>
                      <a:pt x="8256" y="6617"/>
                    </a:lnTo>
                    <a:lnTo>
                      <a:pt x="9369" y="6676"/>
                    </a:lnTo>
                    <a:lnTo>
                      <a:pt x="11184" y="6676"/>
                    </a:lnTo>
                    <a:lnTo>
                      <a:pt x="11770" y="6647"/>
                    </a:lnTo>
                    <a:lnTo>
                      <a:pt x="12355" y="6588"/>
                    </a:lnTo>
                    <a:lnTo>
                      <a:pt x="12882" y="6500"/>
                    </a:lnTo>
                    <a:lnTo>
                      <a:pt x="13380" y="6412"/>
                    </a:lnTo>
                    <a:lnTo>
                      <a:pt x="13819" y="6295"/>
                    </a:lnTo>
                    <a:lnTo>
                      <a:pt x="14200" y="6120"/>
                    </a:lnTo>
                    <a:lnTo>
                      <a:pt x="14375" y="6032"/>
                    </a:lnTo>
                    <a:lnTo>
                      <a:pt x="14522" y="5915"/>
                    </a:lnTo>
                    <a:lnTo>
                      <a:pt x="14668" y="5827"/>
                    </a:lnTo>
                    <a:lnTo>
                      <a:pt x="14756" y="5710"/>
                    </a:lnTo>
                    <a:lnTo>
                      <a:pt x="14844" y="5563"/>
                    </a:lnTo>
                    <a:lnTo>
                      <a:pt x="14902" y="5417"/>
                    </a:lnTo>
                    <a:lnTo>
                      <a:pt x="14932" y="5270"/>
                    </a:lnTo>
                    <a:lnTo>
                      <a:pt x="14961" y="5095"/>
                    </a:lnTo>
                    <a:lnTo>
                      <a:pt x="14932" y="4919"/>
                    </a:lnTo>
                    <a:lnTo>
                      <a:pt x="14902" y="4743"/>
                    </a:lnTo>
                    <a:lnTo>
                      <a:pt x="14844" y="4539"/>
                    </a:lnTo>
                    <a:lnTo>
                      <a:pt x="14756" y="4334"/>
                    </a:lnTo>
                    <a:lnTo>
                      <a:pt x="14522" y="3894"/>
                    </a:lnTo>
                    <a:lnTo>
                      <a:pt x="14229" y="3455"/>
                    </a:lnTo>
                    <a:lnTo>
                      <a:pt x="13848" y="3016"/>
                    </a:lnTo>
                    <a:lnTo>
                      <a:pt x="13380" y="2577"/>
                    </a:lnTo>
                    <a:lnTo>
                      <a:pt x="12882" y="2138"/>
                    </a:lnTo>
                    <a:lnTo>
                      <a:pt x="12326" y="1699"/>
                    </a:lnTo>
                    <a:lnTo>
                      <a:pt x="11682" y="1318"/>
                    </a:lnTo>
                    <a:lnTo>
                      <a:pt x="11038" y="967"/>
                    </a:lnTo>
                    <a:lnTo>
                      <a:pt x="10335" y="645"/>
                    </a:lnTo>
                    <a:lnTo>
                      <a:pt x="9603" y="381"/>
                    </a:lnTo>
                    <a:lnTo>
                      <a:pt x="9223" y="264"/>
                    </a:lnTo>
                    <a:lnTo>
                      <a:pt x="8842" y="176"/>
                    </a:lnTo>
                    <a:lnTo>
                      <a:pt x="8461" y="118"/>
                    </a:lnTo>
                    <a:lnTo>
                      <a:pt x="8051" y="59"/>
                    </a:lnTo>
                    <a:lnTo>
                      <a:pt x="7671" y="30"/>
                    </a:lnTo>
                    <a:lnTo>
                      <a:pt x="72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49"/>
              <p:cNvSpPr/>
              <p:nvPr/>
            </p:nvSpPr>
            <p:spPr>
              <a:xfrm>
                <a:off x="6193214" y="3244043"/>
                <a:ext cx="102243" cy="119769"/>
              </a:xfrm>
              <a:custGeom>
                <a:rect b="b" l="l" r="r" t="t"/>
                <a:pathLst>
                  <a:path extrusionOk="0" h="7408" w="6324">
                    <a:moveTo>
                      <a:pt x="3162" y="0"/>
                    </a:moveTo>
                    <a:lnTo>
                      <a:pt x="2840" y="29"/>
                    </a:lnTo>
                    <a:lnTo>
                      <a:pt x="2518" y="88"/>
                    </a:lnTo>
                    <a:lnTo>
                      <a:pt x="2225" y="176"/>
                    </a:lnTo>
                    <a:lnTo>
                      <a:pt x="1932" y="293"/>
                    </a:lnTo>
                    <a:lnTo>
                      <a:pt x="1640" y="439"/>
                    </a:lnTo>
                    <a:lnTo>
                      <a:pt x="1405" y="644"/>
                    </a:lnTo>
                    <a:lnTo>
                      <a:pt x="1142" y="849"/>
                    </a:lnTo>
                    <a:lnTo>
                      <a:pt x="937" y="1083"/>
                    </a:lnTo>
                    <a:lnTo>
                      <a:pt x="732" y="1347"/>
                    </a:lnTo>
                    <a:lnTo>
                      <a:pt x="527" y="1640"/>
                    </a:lnTo>
                    <a:lnTo>
                      <a:pt x="381" y="1932"/>
                    </a:lnTo>
                    <a:lnTo>
                      <a:pt x="234" y="2254"/>
                    </a:lnTo>
                    <a:lnTo>
                      <a:pt x="146" y="2606"/>
                    </a:lnTo>
                    <a:lnTo>
                      <a:pt x="59" y="2957"/>
                    </a:lnTo>
                    <a:lnTo>
                      <a:pt x="0" y="3338"/>
                    </a:lnTo>
                    <a:lnTo>
                      <a:pt x="0" y="3718"/>
                    </a:lnTo>
                    <a:lnTo>
                      <a:pt x="0" y="4099"/>
                    </a:lnTo>
                    <a:lnTo>
                      <a:pt x="59" y="4450"/>
                    </a:lnTo>
                    <a:lnTo>
                      <a:pt x="146" y="4802"/>
                    </a:lnTo>
                    <a:lnTo>
                      <a:pt x="234" y="5153"/>
                    </a:lnTo>
                    <a:lnTo>
                      <a:pt x="381" y="5475"/>
                    </a:lnTo>
                    <a:lnTo>
                      <a:pt x="527" y="5768"/>
                    </a:lnTo>
                    <a:lnTo>
                      <a:pt x="732" y="6060"/>
                    </a:lnTo>
                    <a:lnTo>
                      <a:pt x="937" y="6324"/>
                    </a:lnTo>
                    <a:lnTo>
                      <a:pt x="1142" y="6558"/>
                    </a:lnTo>
                    <a:lnTo>
                      <a:pt x="1405" y="6763"/>
                    </a:lnTo>
                    <a:lnTo>
                      <a:pt x="1640" y="6968"/>
                    </a:lnTo>
                    <a:lnTo>
                      <a:pt x="1932" y="7114"/>
                    </a:lnTo>
                    <a:lnTo>
                      <a:pt x="2225" y="7232"/>
                    </a:lnTo>
                    <a:lnTo>
                      <a:pt x="2518" y="7319"/>
                    </a:lnTo>
                    <a:lnTo>
                      <a:pt x="2840" y="7378"/>
                    </a:lnTo>
                    <a:lnTo>
                      <a:pt x="3162" y="7407"/>
                    </a:lnTo>
                    <a:lnTo>
                      <a:pt x="3484" y="7378"/>
                    </a:lnTo>
                    <a:lnTo>
                      <a:pt x="3806" y="7319"/>
                    </a:lnTo>
                    <a:lnTo>
                      <a:pt x="4099" y="7232"/>
                    </a:lnTo>
                    <a:lnTo>
                      <a:pt x="4392" y="7114"/>
                    </a:lnTo>
                    <a:lnTo>
                      <a:pt x="4684" y="6968"/>
                    </a:lnTo>
                    <a:lnTo>
                      <a:pt x="4948" y="6763"/>
                    </a:lnTo>
                    <a:lnTo>
                      <a:pt x="5182" y="6558"/>
                    </a:lnTo>
                    <a:lnTo>
                      <a:pt x="5416" y="6324"/>
                    </a:lnTo>
                    <a:lnTo>
                      <a:pt x="5621" y="6060"/>
                    </a:lnTo>
                    <a:lnTo>
                      <a:pt x="5797" y="5768"/>
                    </a:lnTo>
                    <a:lnTo>
                      <a:pt x="5943" y="5475"/>
                    </a:lnTo>
                    <a:lnTo>
                      <a:pt x="6090" y="5153"/>
                    </a:lnTo>
                    <a:lnTo>
                      <a:pt x="6178" y="4802"/>
                    </a:lnTo>
                    <a:lnTo>
                      <a:pt x="6265" y="4450"/>
                    </a:lnTo>
                    <a:lnTo>
                      <a:pt x="6324" y="4099"/>
                    </a:lnTo>
                    <a:lnTo>
                      <a:pt x="6324" y="3718"/>
                    </a:lnTo>
                    <a:lnTo>
                      <a:pt x="6324" y="3338"/>
                    </a:lnTo>
                    <a:lnTo>
                      <a:pt x="6265" y="2957"/>
                    </a:lnTo>
                    <a:lnTo>
                      <a:pt x="6178" y="2606"/>
                    </a:lnTo>
                    <a:lnTo>
                      <a:pt x="6090" y="2254"/>
                    </a:lnTo>
                    <a:lnTo>
                      <a:pt x="5943" y="1932"/>
                    </a:lnTo>
                    <a:lnTo>
                      <a:pt x="5797" y="1640"/>
                    </a:lnTo>
                    <a:lnTo>
                      <a:pt x="5621" y="1347"/>
                    </a:lnTo>
                    <a:lnTo>
                      <a:pt x="5416" y="1083"/>
                    </a:lnTo>
                    <a:lnTo>
                      <a:pt x="5182" y="849"/>
                    </a:lnTo>
                    <a:lnTo>
                      <a:pt x="4948" y="644"/>
                    </a:lnTo>
                    <a:lnTo>
                      <a:pt x="4684" y="439"/>
                    </a:lnTo>
                    <a:lnTo>
                      <a:pt x="4392" y="293"/>
                    </a:lnTo>
                    <a:lnTo>
                      <a:pt x="4099" y="176"/>
                    </a:lnTo>
                    <a:lnTo>
                      <a:pt x="3806" y="88"/>
                    </a:lnTo>
                    <a:lnTo>
                      <a:pt x="3484" y="29"/>
                    </a:lnTo>
                    <a:lnTo>
                      <a:pt x="316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49"/>
              <p:cNvSpPr/>
              <p:nvPr/>
            </p:nvSpPr>
            <p:spPr>
              <a:xfrm>
                <a:off x="6336151" y="3244043"/>
                <a:ext cx="85219" cy="128289"/>
              </a:xfrm>
              <a:custGeom>
                <a:rect b="b" l="l" r="r" t="t"/>
                <a:pathLst>
                  <a:path extrusionOk="0" h="7935" w="5271">
                    <a:moveTo>
                      <a:pt x="2636" y="0"/>
                    </a:moveTo>
                    <a:lnTo>
                      <a:pt x="2372" y="29"/>
                    </a:lnTo>
                    <a:lnTo>
                      <a:pt x="2109" y="88"/>
                    </a:lnTo>
                    <a:lnTo>
                      <a:pt x="1875" y="176"/>
                    </a:lnTo>
                    <a:lnTo>
                      <a:pt x="1611" y="322"/>
                    </a:lnTo>
                    <a:lnTo>
                      <a:pt x="1377" y="498"/>
                    </a:lnTo>
                    <a:lnTo>
                      <a:pt x="1172" y="673"/>
                    </a:lnTo>
                    <a:lnTo>
                      <a:pt x="967" y="908"/>
                    </a:lnTo>
                    <a:lnTo>
                      <a:pt x="791" y="1171"/>
                    </a:lnTo>
                    <a:lnTo>
                      <a:pt x="616" y="1464"/>
                    </a:lnTo>
                    <a:lnTo>
                      <a:pt x="469" y="1757"/>
                    </a:lnTo>
                    <a:lnTo>
                      <a:pt x="323" y="2079"/>
                    </a:lnTo>
                    <a:lnTo>
                      <a:pt x="206" y="2430"/>
                    </a:lnTo>
                    <a:lnTo>
                      <a:pt x="118" y="2781"/>
                    </a:lnTo>
                    <a:lnTo>
                      <a:pt x="59" y="3162"/>
                    </a:lnTo>
                    <a:lnTo>
                      <a:pt x="30" y="3572"/>
                    </a:lnTo>
                    <a:lnTo>
                      <a:pt x="1" y="3982"/>
                    </a:lnTo>
                    <a:lnTo>
                      <a:pt x="30" y="4392"/>
                    </a:lnTo>
                    <a:lnTo>
                      <a:pt x="59" y="4772"/>
                    </a:lnTo>
                    <a:lnTo>
                      <a:pt x="118" y="5153"/>
                    </a:lnTo>
                    <a:lnTo>
                      <a:pt x="206" y="5504"/>
                    </a:lnTo>
                    <a:lnTo>
                      <a:pt x="323" y="5856"/>
                    </a:lnTo>
                    <a:lnTo>
                      <a:pt x="469" y="6207"/>
                    </a:lnTo>
                    <a:lnTo>
                      <a:pt x="616" y="6500"/>
                    </a:lnTo>
                    <a:lnTo>
                      <a:pt x="791" y="6792"/>
                    </a:lnTo>
                    <a:lnTo>
                      <a:pt x="967" y="7027"/>
                    </a:lnTo>
                    <a:lnTo>
                      <a:pt x="1172" y="7261"/>
                    </a:lnTo>
                    <a:lnTo>
                      <a:pt x="1377" y="7466"/>
                    </a:lnTo>
                    <a:lnTo>
                      <a:pt x="1611" y="7641"/>
                    </a:lnTo>
                    <a:lnTo>
                      <a:pt x="1875" y="7759"/>
                    </a:lnTo>
                    <a:lnTo>
                      <a:pt x="2109" y="7876"/>
                    </a:lnTo>
                    <a:lnTo>
                      <a:pt x="2372" y="7934"/>
                    </a:lnTo>
                    <a:lnTo>
                      <a:pt x="2929" y="7934"/>
                    </a:lnTo>
                    <a:lnTo>
                      <a:pt x="3163" y="7876"/>
                    </a:lnTo>
                    <a:lnTo>
                      <a:pt x="3426" y="7759"/>
                    </a:lnTo>
                    <a:lnTo>
                      <a:pt x="3661" y="7641"/>
                    </a:lnTo>
                    <a:lnTo>
                      <a:pt x="3895" y="7466"/>
                    </a:lnTo>
                    <a:lnTo>
                      <a:pt x="4129" y="7261"/>
                    </a:lnTo>
                    <a:lnTo>
                      <a:pt x="4334" y="7027"/>
                    </a:lnTo>
                    <a:lnTo>
                      <a:pt x="4510" y="6792"/>
                    </a:lnTo>
                    <a:lnTo>
                      <a:pt x="4685" y="6500"/>
                    </a:lnTo>
                    <a:lnTo>
                      <a:pt x="4832" y="6207"/>
                    </a:lnTo>
                    <a:lnTo>
                      <a:pt x="4978" y="5856"/>
                    </a:lnTo>
                    <a:lnTo>
                      <a:pt x="5066" y="5504"/>
                    </a:lnTo>
                    <a:lnTo>
                      <a:pt x="5154" y="5153"/>
                    </a:lnTo>
                    <a:lnTo>
                      <a:pt x="5242" y="4772"/>
                    </a:lnTo>
                    <a:lnTo>
                      <a:pt x="5271" y="4392"/>
                    </a:lnTo>
                    <a:lnTo>
                      <a:pt x="5271" y="3982"/>
                    </a:lnTo>
                    <a:lnTo>
                      <a:pt x="5271" y="3572"/>
                    </a:lnTo>
                    <a:lnTo>
                      <a:pt x="5242" y="3162"/>
                    </a:lnTo>
                    <a:lnTo>
                      <a:pt x="5154" y="2781"/>
                    </a:lnTo>
                    <a:lnTo>
                      <a:pt x="5066" y="2430"/>
                    </a:lnTo>
                    <a:lnTo>
                      <a:pt x="4978" y="2079"/>
                    </a:lnTo>
                    <a:lnTo>
                      <a:pt x="4832" y="1757"/>
                    </a:lnTo>
                    <a:lnTo>
                      <a:pt x="4685" y="1464"/>
                    </a:lnTo>
                    <a:lnTo>
                      <a:pt x="4510" y="1171"/>
                    </a:lnTo>
                    <a:lnTo>
                      <a:pt x="4334" y="908"/>
                    </a:lnTo>
                    <a:lnTo>
                      <a:pt x="4129" y="673"/>
                    </a:lnTo>
                    <a:lnTo>
                      <a:pt x="3895" y="498"/>
                    </a:lnTo>
                    <a:lnTo>
                      <a:pt x="3661" y="322"/>
                    </a:lnTo>
                    <a:lnTo>
                      <a:pt x="3426" y="176"/>
                    </a:lnTo>
                    <a:lnTo>
                      <a:pt x="3163" y="88"/>
                    </a:lnTo>
                    <a:lnTo>
                      <a:pt x="2929" y="29"/>
                    </a:lnTo>
                    <a:lnTo>
                      <a:pt x="263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49"/>
              <p:cNvSpPr/>
              <p:nvPr/>
            </p:nvSpPr>
            <p:spPr>
              <a:xfrm>
                <a:off x="6240067" y="3433850"/>
                <a:ext cx="96100" cy="179411"/>
              </a:xfrm>
              <a:custGeom>
                <a:rect b="b" l="l" r="r" t="t"/>
                <a:pathLst>
                  <a:path extrusionOk="0" h="11097" w="5944">
                    <a:moveTo>
                      <a:pt x="2987" y="0"/>
                    </a:moveTo>
                    <a:lnTo>
                      <a:pt x="2665" y="30"/>
                    </a:lnTo>
                    <a:lnTo>
                      <a:pt x="2372" y="117"/>
                    </a:lnTo>
                    <a:lnTo>
                      <a:pt x="2079" y="264"/>
                    </a:lnTo>
                    <a:lnTo>
                      <a:pt x="1816" y="440"/>
                    </a:lnTo>
                    <a:lnTo>
                      <a:pt x="1552" y="674"/>
                    </a:lnTo>
                    <a:lnTo>
                      <a:pt x="1318" y="937"/>
                    </a:lnTo>
                    <a:lnTo>
                      <a:pt x="1084" y="1259"/>
                    </a:lnTo>
                    <a:lnTo>
                      <a:pt x="879" y="1640"/>
                    </a:lnTo>
                    <a:lnTo>
                      <a:pt x="674" y="2021"/>
                    </a:lnTo>
                    <a:lnTo>
                      <a:pt x="498" y="2460"/>
                    </a:lnTo>
                    <a:lnTo>
                      <a:pt x="352" y="2899"/>
                    </a:lnTo>
                    <a:lnTo>
                      <a:pt x="235" y="3397"/>
                    </a:lnTo>
                    <a:lnTo>
                      <a:pt x="118" y="3894"/>
                    </a:lnTo>
                    <a:lnTo>
                      <a:pt x="59" y="4421"/>
                    </a:lnTo>
                    <a:lnTo>
                      <a:pt x="0" y="4978"/>
                    </a:lnTo>
                    <a:lnTo>
                      <a:pt x="0" y="5534"/>
                    </a:lnTo>
                    <a:lnTo>
                      <a:pt x="0" y="6119"/>
                    </a:lnTo>
                    <a:lnTo>
                      <a:pt x="59" y="6646"/>
                    </a:lnTo>
                    <a:lnTo>
                      <a:pt x="118" y="7203"/>
                    </a:lnTo>
                    <a:lnTo>
                      <a:pt x="235" y="7700"/>
                    </a:lnTo>
                    <a:lnTo>
                      <a:pt x="352" y="8198"/>
                    </a:lnTo>
                    <a:lnTo>
                      <a:pt x="498" y="8637"/>
                    </a:lnTo>
                    <a:lnTo>
                      <a:pt x="674" y="9076"/>
                    </a:lnTo>
                    <a:lnTo>
                      <a:pt x="879" y="9457"/>
                    </a:lnTo>
                    <a:lnTo>
                      <a:pt x="1084" y="9808"/>
                    </a:lnTo>
                    <a:lnTo>
                      <a:pt x="1318" y="10130"/>
                    </a:lnTo>
                    <a:lnTo>
                      <a:pt x="1552" y="10423"/>
                    </a:lnTo>
                    <a:lnTo>
                      <a:pt x="1816" y="10657"/>
                    </a:lnTo>
                    <a:lnTo>
                      <a:pt x="2079" y="10833"/>
                    </a:lnTo>
                    <a:lnTo>
                      <a:pt x="2372" y="10979"/>
                    </a:lnTo>
                    <a:lnTo>
                      <a:pt x="2665" y="11067"/>
                    </a:lnTo>
                    <a:lnTo>
                      <a:pt x="2987" y="11097"/>
                    </a:lnTo>
                    <a:lnTo>
                      <a:pt x="3280" y="11067"/>
                    </a:lnTo>
                    <a:lnTo>
                      <a:pt x="3572" y="10979"/>
                    </a:lnTo>
                    <a:lnTo>
                      <a:pt x="3865" y="10833"/>
                    </a:lnTo>
                    <a:lnTo>
                      <a:pt x="4129" y="10657"/>
                    </a:lnTo>
                    <a:lnTo>
                      <a:pt x="4392" y="10423"/>
                    </a:lnTo>
                    <a:lnTo>
                      <a:pt x="4626" y="10130"/>
                    </a:lnTo>
                    <a:lnTo>
                      <a:pt x="4861" y="9808"/>
                    </a:lnTo>
                    <a:lnTo>
                      <a:pt x="5066" y="9457"/>
                    </a:lnTo>
                    <a:lnTo>
                      <a:pt x="5270" y="9076"/>
                    </a:lnTo>
                    <a:lnTo>
                      <a:pt x="5446" y="8637"/>
                    </a:lnTo>
                    <a:lnTo>
                      <a:pt x="5593" y="8198"/>
                    </a:lnTo>
                    <a:lnTo>
                      <a:pt x="5710" y="7700"/>
                    </a:lnTo>
                    <a:lnTo>
                      <a:pt x="5827" y="7203"/>
                    </a:lnTo>
                    <a:lnTo>
                      <a:pt x="5885" y="6646"/>
                    </a:lnTo>
                    <a:lnTo>
                      <a:pt x="5944" y="6119"/>
                    </a:lnTo>
                    <a:lnTo>
                      <a:pt x="5944" y="5534"/>
                    </a:lnTo>
                    <a:lnTo>
                      <a:pt x="5944" y="4978"/>
                    </a:lnTo>
                    <a:lnTo>
                      <a:pt x="5885" y="4421"/>
                    </a:lnTo>
                    <a:lnTo>
                      <a:pt x="5827" y="3894"/>
                    </a:lnTo>
                    <a:lnTo>
                      <a:pt x="5710" y="3397"/>
                    </a:lnTo>
                    <a:lnTo>
                      <a:pt x="5593" y="2899"/>
                    </a:lnTo>
                    <a:lnTo>
                      <a:pt x="5446" y="2460"/>
                    </a:lnTo>
                    <a:lnTo>
                      <a:pt x="5270" y="2021"/>
                    </a:lnTo>
                    <a:lnTo>
                      <a:pt x="5066" y="1640"/>
                    </a:lnTo>
                    <a:lnTo>
                      <a:pt x="4861" y="1259"/>
                    </a:lnTo>
                    <a:lnTo>
                      <a:pt x="4626" y="937"/>
                    </a:lnTo>
                    <a:lnTo>
                      <a:pt x="4392" y="674"/>
                    </a:lnTo>
                    <a:lnTo>
                      <a:pt x="4129" y="440"/>
                    </a:lnTo>
                    <a:lnTo>
                      <a:pt x="3865" y="264"/>
                    </a:lnTo>
                    <a:lnTo>
                      <a:pt x="3572" y="117"/>
                    </a:lnTo>
                    <a:lnTo>
                      <a:pt x="3280" y="30"/>
                    </a:lnTo>
                    <a:lnTo>
                      <a:pt x="29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49"/>
              <p:cNvSpPr/>
              <p:nvPr/>
            </p:nvSpPr>
            <p:spPr>
              <a:xfrm>
                <a:off x="6054982" y="3555494"/>
                <a:ext cx="410881" cy="470992"/>
              </a:xfrm>
              <a:custGeom>
                <a:rect b="b" l="l" r="r" t="t"/>
                <a:pathLst>
                  <a:path extrusionOk="0" h="29132" w="25414">
                    <a:moveTo>
                      <a:pt x="11653" y="1"/>
                    </a:moveTo>
                    <a:lnTo>
                      <a:pt x="1" y="25384"/>
                    </a:lnTo>
                    <a:lnTo>
                      <a:pt x="1318" y="25999"/>
                    </a:lnTo>
                    <a:lnTo>
                      <a:pt x="2080" y="26321"/>
                    </a:lnTo>
                    <a:lnTo>
                      <a:pt x="2870" y="26673"/>
                    </a:lnTo>
                    <a:lnTo>
                      <a:pt x="3748" y="26995"/>
                    </a:lnTo>
                    <a:lnTo>
                      <a:pt x="4656" y="27317"/>
                    </a:lnTo>
                    <a:lnTo>
                      <a:pt x="5652" y="27639"/>
                    </a:lnTo>
                    <a:lnTo>
                      <a:pt x="6676" y="27932"/>
                    </a:lnTo>
                    <a:lnTo>
                      <a:pt x="8404" y="28371"/>
                    </a:lnTo>
                    <a:lnTo>
                      <a:pt x="9341" y="28605"/>
                    </a:lnTo>
                    <a:lnTo>
                      <a:pt x="10307" y="28781"/>
                    </a:lnTo>
                    <a:lnTo>
                      <a:pt x="11302" y="28956"/>
                    </a:lnTo>
                    <a:lnTo>
                      <a:pt x="12385" y="29073"/>
                    </a:lnTo>
                    <a:lnTo>
                      <a:pt x="13469" y="29132"/>
                    </a:lnTo>
                    <a:lnTo>
                      <a:pt x="14640" y="29132"/>
                    </a:lnTo>
                    <a:lnTo>
                      <a:pt x="15489" y="29073"/>
                    </a:lnTo>
                    <a:lnTo>
                      <a:pt x="16309" y="28986"/>
                    </a:lnTo>
                    <a:lnTo>
                      <a:pt x="17099" y="28868"/>
                    </a:lnTo>
                    <a:lnTo>
                      <a:pt x="17890" y="28722"/>
                    </a:lnTo>
                    <a:lnTo>
                      <a:pt x="18651" y="28546"/>
                    </a:lnTo>
                    <a:lnTo>
                      <a:pt x="19383" y="28341"/>
                    </a:lnTo>
                    <a:lnTo>
                      <a:pt x="20085" y="28107"/>
                    </a:lnTo>
                    <a:lnTo>
                      <a:pt x="20788" y="27844"/>
                    </a:lnTo>
                    <a:lnTo>
                      <a:pt x="21432" y="27580"/>
                    </a:lnTo>
                    <a:lnTo>
                      <a:pt x="22076" y="27287"/>
                    </a:lnTo>
                    <a:lnTo>
                      <a:pt x="22720" y="26995"/>
                    </a:lnTo>
                    <a:lnTo>
                      <a:pt x="23306" y="26673"/>
                    </a:lnTo>
                    <a:lnTo>
                      <a:pt x="23862" y="26351"/>
                    </a:lnTo>
                    <a:lnTo>
                      <a:pt x="24419" y="26029"/>
                    </a:lnTo>
                    <a:lnTo>
                      <a:pt x="25414" y="25384"/>
                    </a:lnTo>
                    <a:lnTo>
                      <a:pt x="17128" y="323"/>
                    </a:lnTo>
                    <a:lnTo>
                      <a:pt x="1165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49"/>
              <p:cNvSpPr/>
              <p:nvPr/>
            </p:nvSpPr>
            <p:spPr>
              <a:xfrm>
                <a:off x="6046947" y="3546974"/>
                <a:ext cx="203549" cy="261784"/>
              </a:xfrm>
              <a:custGeom>
                <a:rect b="b" l="l" r="r" t="t"/>
                <a:pathLst>
                  <a:path extrusionOk="0" h="16192" w="12590">
                    <a:moveTo>
                      <a:pt x="11594" y="1"/>
                    </a:moveTo>
                    <a:lnTo>
                      <a:pt x="11418" y="59"/>
                    </a:lnTo>
                    <a:lnTo>
                      <a:pt x="11038" y="176"/>
                    </a:lnTo>
                    <a:lnTo>
                      <a:pt x="10628" y="381"/>
                    </a:lnTo>
                    <a:lnTo>
                      <a:pt x="10160" y="674"/>
                    </a:lnTo>
                    <a:lnTo>
                      <a:pt x="9662" y="996"/>
                    </a:lnTo>
                    <a:lnTo>
                      <a:pt x="9135" y="1406"/>
                    </a:lnTo>
                    <a:lnTo>
                      <a:pt x="8579" y="1874"/>
                    </a:lnTo>
                    <a:lnTo>
                      <a:pt x="8022" y="2401"/>
                    </a:lnTo>
                    <a:lnTo>
                      <a:pt x="7437" y="2987"/>
                    </a:lnTo>
                    <a:lnTo>
                      <a:pt x="6822" y="3631"/>
                    </a:lnTo>
                    <a:lnTo>
                      <a:pt x="6207" y="4305"/>
                    </a:lnTo>
                    <a:lnTo>
                      <a:pt x="5563" y="5036"/>
                    </a:lnTo>
                    <a:lnTo>
                      <a:pt x="4948" y="5798"/>
                    </a:lnTo>
                    <a:lnTo>
                      <a:pt x="4333" y="6617"/>
                    </a:lnTo>
                    <a:lnTo>
                      <a:pt x="3718" y="7437"/>
                    </a:lnTo>
                    <a:lnTo>
                      <a:pt x="3162" y="8228"/>
                    </a:lnTo>
                    <a:lnTo>
                      <a:pt x="2635" y="9048"/>
                    </a:lnTo>
                    <a:lnTo>
                      <a:pt x="2167" y="9809"/>
                    </a:lnTo>
                    <a:lnTo>
                      <a:pt x="1698" y="10570"/>
                    </a:lnTo>
                    <a:lnTo>
                      <a:pt x="1318" y="11302"/>
                    </a:lnTo>
                    <a:lnTo>
                      <a:pt x="966" y="12005"/>
                    </a:lnTo>
                    <a:lnTo>
                      <a:pt x="674" y="12678"/>
                    </a:lnTo>
                    <a:lnTo>
                      <a:pt x="410" y="13293"/>
                    </a:lnTo>
                    <a:lnTo>
                      <a:pt x="234" y="13849"/>
                    </a:lnTo>
                    <a:lnTo>
                      <a:pt x="88" y="14376"/>
                    </a:lnTo>
                    <a:lnTo>
                      <a:pt x="0" y="14844"/>
                    </a:lnTo>
                    <a:lnTo>
                      <a:pt x="0" y="15254"/>
                    </a:lnTo>
                    <a:lnTo>
                      <a:pt x="0" y="15430"/>
                    </a:lnTo>
                    <a:lnTo>
                      <a:pt x="29" y="15576"/>
                    </a:lnTo>
                    <a:lnTo>
                      <a:pt x="88" y="15723"/>
                    </a:lnTo>
                    <a:lnTo>
                      <a:pt x="147" y="15840"/>
                    </a:lnTo>
                    <a:lnTo>
                      <a:pt x="205" y="15957"/>
                    </a:lnTo>
                    <a:lnTo>
                      <a:pt x="293" y="16045"/>
                    </a:lnTo>
                    <a:lnTo>
                      <a:pt x="410" y="16103"/>
                    </a:lnTo>
                    <a:lnTo>
                      <a:pt x="527" y="16162"/>
                    </a:lnTo>
                    <a:lnTo>
                      <a:pt x="674" y="16162"/>
                    </a:lnTo>
                    <a:lnTo>
                      <a:pt x="820" y="16191"/>
                    </a:lnTo>
                    <a:lnTo>
                      <a:pt x="996" y="16162"/>
                    </a:lnTo>
                    <a:lnTo>
                      <a:pt x="1171" y="16133"/>
                    </a:lnTo>
                    <a:lnTo>
                      <a:pt x="1552" y="15986"/>
                    </a:lnTo>
                    <a:lnTo>
                      <a:pt x="1962" y="15781"/>
                    </a:lnTo>
                    <a:lnTo>
                      <a:pt x="2430" y="15518"/>
                    </a:lnTo>
                    <a:lnTo>
                      <a:pt x="2928" y="15167"/>
                    </a:lnTo>
                    <a:lnTo>
                      <a:pt x="3455" y="14757"/>
                    </a:lnTo>
                    <a:lnTo>
                      <a:pt x="4011" y="14288"/>
                    </a:lnTo>
                    <a:lnTo>
                      <a:pt x="4568" y="13761"/>
                    </a:lnTo>
                    <a:lnTo>
                      <a:pt x="5182" y="13176"/>
                    </a:lnTo>
                    <a:lnTo>
                      <a:pt x="5768" y="12561"/>
                    </a:lnTo>
                    <a:lnTo>
                      <a:pt x="6383" y="11858"/>
                    </a:lnTo>
                    <a:lnTo>
                      <a:pt x="7027" y="11126"/>
                    </a:lnTo>
                    <a:lnTo>
                      <a:pt x="7642" y="10365"/>
                    </a:lnTo>
                    <a:lnTo>
                      <a:pt x="8257" y="9575"/>
                    </a:lnTo>
                    <a:lnTo>
                      <a:pt x="8871" y="8755"/>
                    </a:lnTo>
                    <a:lnTo>
                      <a:pt x="9428" y="7935"/>
                    </a:lnTo>
                    <a:lnTo>
                      <a:pt x="9955" y="7144"/>
                    </a:lnTo>
                    <a:lnTo>
                      <a:pt x="10452" y="6354"/>
                    </a:lnTo>
                    <a:lnTo>
                      <a:pt x="10891" y="5593"/>
                    </a:lnTo>
                    <a:lnTo>
                      <a:pt x="11272" y="4861"/>
                    </a:lnTo>
                    <a:lnTo>
                      <a:pt x="11623" y="4158"/>
                    </a:lnTo>
                    <a:lnTo>
                      <a:pt x="11916" y="3514"/>
                    </a:lnTo>
                    <a:lnTo>
                      <a:pt x="12180" y="2899"/>
                    </a:lnTo>
                    <a:lnTo>
                      <a:pt x="12355" y="2314"/>
                    </a:lnTo>
                    <a:lnTo>
                      <a:pt x="12502" y="1787"/>
                    </a:lnTo>
                    <a:lnTo>
                      <a:pt x="12590" y="1318"/>
                    </a:lnTo>
                    <a:lnTo>
                      <a:pt x="12590" y="938"/>
                    </a:lnTo>
                    <a:lnTo>
                      <a:pt x="12590" y="762"/>
                    </a:lnTo>
                    <a:lnTo>
                      <a:pt x="12560" y="586"/>
                    </a:lnTo>
                    <a:lnTo>
                      <a:pt x="12502" y="440"/>
                    </a:lnTo>
                    <a:lnTo>
                      <a:pt x="12443" y="323"/>
                    </a:lnTo>
                    <a:lnTo>
                      <a:pt x="12385" y="206"/>
                    </a:lnTo>
                    <a:lnTo>
                      <a:pt x="12297" y="118"/>
                    </a:lnTo>
                    <a:lnTo>
                      <a:pt x="12180" y="59"/>
                    </a:lnTo>
                    <a:lnTo>
                      <a:pt x="12063" y="30"/>
                    </a:lnTo>
                    <a:lnTo>
                      <a:pt x="1191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49"/>
              <p:cNvSpPr/>
              <p:nvPr/>
            </p:nvSpPr>
            <p:spPr>
              <a:xfrm>
                <a:off x="6320533" y="3547443"/>
                <a:ext cx="151021" cy="294911"/>
              </a:xfrm>
              <a:custGeom>
                <a:rect b="b" l="l" r="r" t="t"/>
                <a:pathLst>
                  <a:path extrusionOk="0" h="18241" w="9341">
                    <a:moveTo>
                      <a:pt x="703" y="1"/>
                    </a:moveTo>
                    <a:lnTo>
                      <a:pt x="586" y="60"/>
                    </a:lnTo>
                    <a:lnTo>
                      <a:pt x="469" y="118"/>
                    </a:lnTo>
                    <a:lnTo>
                      <a:pt x="352" y="206"/>
                    </a:lnTo>
                    <a:lnTo>
                      <a:pt x="264" y="294"/>
                    </a:lnTo>
                    <a:lnTo>
                      <a:pt x="206" y="440"/>
                    </a:lnTo>
                    <a:lnTo>
                      <a:pt x="147" y="587"/>
                    </a:lnTo>
                    <a:lnTo>
                      <a:pt x="89" y="762"/>
                    </a:lnTo>
                    <a:lnTo>
                      <a:pt x="30" y="1143"/>
                    </a:lnTo>
                    <a:lnTo>
                      <a:pt x="1" y="1611"/>
                    </a:lnTo>
                    <a:lnTo>
                      <a:pt x="30" y="2168"/>
                    </a:lnTo>
                    <a:lnTo>
                      <a:pt x="89" y="2753"/>
                    </a:lnTo>
                    <a:lnTo>
                      <a:pt x="176" y="3426"/>
                    </a:lnTo>
                    <a:lnTo>
                      <a:pt x="323" y="4129"/>
                    </a:lnTo>
                    <a:lnTo>
                      <a:pt x="528" y="4890"/>
                    </a:lnTo>
                    <a:lnTo>
                      <a:pt x="733" y="5681"/>
                    </a:lnTo>
                    <a:lnTo>
                      <a:pt x="996" y="6530"/>
                    </a:lnTo>
                    <a:lnTo>
                      <a:pt x="1318" y="7379"/>
                    </a:lnTo>
                    <a:lnTo>
                      <a:pt x="1640" y="8287"/>
                    </a:lnTo>
                    <a:lnTo>
                      <a:pt x="2021" y="9194"/>
                    </a:lnTo>
                    <a:lnTo>
                      <a:pt x="2431" y="10131"/>
                    </a:lnTo>
                    <a:lnTo>
                      <a:pt x="2870" y="11068"/>
                    </a:lnTo>
                    <a:lnTo>
                      <a:pt x="3309" y="11946"/>
                    </a:lnTo>
                    <a:lnTo>
                      <a:pt x="3748" y="12795"/>
                    </a:lnTo>
                    <a:lnTo>
                      <a:pt x="4187" y="13586"/>
                    </a:lnTo>
                    <a:lnTo>
                      <a:pt x="4656" y="14347"/>
                    </a:lnTo>
                    <a:lnTo>
                      <a:pt x="5095" y="15050"/>
                    </a:lnTo>
                    <a:lnTo>
                      <a:pt x="5563" y="15665"/>
                    </a:lnTo>
                    <a:lnTo>
                      <a:pt x="5973" y="16250"/>
                    </a:lnTo>
                    <a:lnTo>
                      <a:pt x="6413" y="16777"/>
                    </a:lnTo>
                    <a:lnTo>
                      <a:pt x="6822" y="17216"/>
                    </a:lnTo>
                    <a:lnTo>
                      <a:pt x="7203" y="17597"/>
                    </a:lnTo>
                    <a:lnTo>
                      <a:pt x="7584" y="17890"/>
                    </a:lnTo>
                    <a:lnTo>
                      <a:pt x="7935" y="18095"/>
                    </a:lnTo>
                    <a:lnTo>
                      <a:pt x="8081" y="18153"/>
                    </a:lnTo>
                    <a:lnTo>
                      <a:pt x="8228" y="18212"/>
                    </a:lnTo>
                    <a:lnTo>
                      <a:pt x="8374" y="18241"/>
                    </a:lnTo>
                    <a:lnTo>
                      <a:pt x="8638" y="18241"/>
                    </a:lnTo>
                    <a:lnTo>
                      <a:pt x="8784" y="18212"/>
                    </a:lnTo>
                    <a:lnTo>
                      <a:pt x="8872" y="18124"/>
                    </a:lnTo>
                    <a:lnTo>
                      <a:pt x="8989" y="18036"/>
                    </a:lnTo>
                    <a:lnTo>
                      <a:pt x="9077" y="17948"/>
                    </a:lnTo>
                    <a:lnTo>
                      <a:pt x="9135" y="17802"/>
                    </a:lnTo>
                    <a:lnTo>
                      <a:pt x="9194" y="17655"/>
                    </a:lnTo>
                    <a:lnTo>
                      <a:pt x="9252" y="17480"/>
                    </a:lnTo>
                    <a:lnTo>
                      <a:pt x="9311" y="17099"/>
                    </a:lnTo>
                    <a:lnTo>
                      <a:pt x="9340" y="16631"/>
                    </a:lnTo>
                    <a:lnTo>
                      <a:pt x="9311" y="16074"/>
                    </a:lnTo>
                    <a:lnTo>
                      <a:pt x="9252" y="15489"/>
                    </a:lnTo>
                    <a:lnTo>
                      <a:pt x="9165" y="14815"/>
                    </a:lnTo>
                    <a:lnTo>
                      <a:pt x="9018" y="14113"/>
                    </a:lnTo>
                    <a:lnTo>
                      <a:pt x="8813" y="13352"/>
                    </a:lnTo>
                    <a:lnTo>
                      <a:pt x="8608" y="12561"/>
                    </a:lnTo>
                    <a:lnTo>
                      <a:pt x="8345" y="11712"/>
                    </a:lnTo>
                    <a:lnTo>
                      <a:pt x="8023" y="10863"/>
                    </a:lnTo>
                    <a:lnTo>
                      <a:pt x="7701" y="9955"/>
                    </a:lnTo>
                    <a:lnTo>
                      <a:pt x="7320" y="9048"/>
                    </a:lnTo>
                    <a:lnTo>
                      <a:pt x="6910" y="8111"/>
                    </a:lnTo>
                    <a:lnTo>
                      <a:pt x="6471" y="7174"/>
                    </a:lnTo>
                    <a:lnTo>
                      <a:pt x="6032" y="6296"/>
                    </a:lnTo>
                    <a:lnTo>
                      <a:pt x="5593" y="5447"/>
                    </a:lnTo>
                    <a:lnTo>
                      <a:pt x="5154" y="4656"/>
                    </a:lnTo>
                    <a:lnTo>
                      <a:pt x="4685" y="3895"/>
                    </a:lnTo>
                    <a:lnTo>
                      <a:pt x="4246" y="3222"/>
                    </a:lnTo>
                    <a:lnTo>
                      <a:pt x="3807" y="2577"/>
                    </a:lnTo>
                    <a:lnTo>
                      <a:pt x="3368" y="1992"/>
                    </a:lnTo>
                    <a:lnTo>
                      <a:pt x="2928" y="1465"/>
                    </a:lnTo>
                    <a:lnTo>
                      <a:pt x="2519" y="1026"/>
                    </a:lnTo>
                    <a:lnTo>
                      <a:pt x="2138" y="645"/>
                    </a:lnTo>
                    <a:lnTo>
                      <a:pt x="1757" y="352"/>
                    </a:lnTo>
                    <a:lnTo>
                      <a:pt x="1435" y="147"/>
                    </a:lnTo>
                    <a:lnTo>
                      <a:pt x="1260" y="89"/>
                    </a:lnTo>
                    <a:lnTo>
                      <a:pt x="1113" y="30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49"/>
              <p:cNvSpPr/>
              <p:nvPr/>
            </p:nvSpPr>
            <p:spPr>
              <a:xfrm>
                <a:off x="5983522" y="3774661"/>
                <a:ext cx="84265" cy="64395"/>
              </a:xfrm>
              <a:custGeom>
                <a:rect b="b" l="l" r="r" t="t"/>
                <a:pathLst>
                  <a:path extrusionOk="0" h="3983" w="5212">
                    <a:moveTo>
                      <a:pt x="4655" y="0"/>
                    </a:moveTo>
                    <a:lnTo>
                      <a:pt x="4304" y="30"/>
                    </a:lnTo>
                    <a:lnTo>
                      <a:pt x="3923" y="117"/>
                    </a:lnTo>
                    <a:lnTo>
                      <a:pt x="3513" y="264"/>
                    </a:lnTo>
                    <a:lnTo>
                      <a:pt x="3074" y="410"/>
                    </a:lnTo>
                    <a:lnTo>
                      <a:pt x="2225" y="791"/>
                    </a:lnTo>
                    <a:lnTo>
                      <a:pt x="1376" y="1171"/>
                    </a:lnTo>
                    <a:lnTo>
                      <a:pt x="995" y="1347"/>
                    </a:lnTo>
                    <a:lnTo>
                      <a:pt x="673" y="1523"/>
                    </a:lnTo>
                    <a:lnTo>
                      <a:pt x="410" y="1728"/>
                    </a:lnTo>
                    <a:lnTo>
                      <a:pt x="205" y="1933"/>
                    </a:lnTo>
                    <a:lnTo>
                      <a:pt x="117" y="2020"/>
                    </a:lnTo>
                    <a:lnTo>
                      <a:pt x="59" y="2138"/>
                    </a:lnTo>
                    <a:lnTo>
                      <a:pt x="29" y="2255"/>
                    </a:lnTo>
                    <a:lnTo>
                      <a:pt x="0" y="2372"/>
                    </a:lnTo>
                    <a:lnTo>
                      <a:pt x="29" y="2518"/>
                    </a:lnTo>
                    <a:lnTo>
                      <a:pt x="59" y="2665"/>
                    </a:lnTo>
                    <a:lnTo>
                      <a:pt x="117" y="2811"/>
                    </a:lnTo>
                    <a:lnTo>
                      <a:pt x="205" y="2957"/>
                    </a:lnTo>
                    <a:lnTo>
                      <a:pt x="293" y="3104"/>
                    </a:lnTo>
                    <a:lnTo>
                      <a:pt x="410" y="3221"/>
                    </a:lnTo>
                    <a:lnTo>
                      <a:pt x="703" y="3484"/>
                    </a:lnTo>
                    <a:lnTo>
                      <a:pt x="1054" y="3689"/>
                    </a:lnTo>
                    <a:lnTo>
                      <a:pt x="1435" y="3836"/>
                    </a:lnTo>
                    <a:lnTo>
                      <a:pt x="1815" y="3953"/>
                    </a:lnTo>
                    <a:lnTo>
                      <a:pt x="2020" y="3982"/>
                    </a:lnTo>
                    <a:lnTo>
                      <a:pt x="2401" y="3982"/>
                    </a:lnTo>
                    <a:lnTo>
                      <a:pt x="2576" y="3953"/>
                    </a:lnTo>
                    <a:lnTo>
                      <a:pt x="2928" y="3836"/>
                    </a:lnTo>
                    <a:lnTo>
                      <a:pt x="3279" y="3689"/>
                    </a:lnTo>
                    <a:lnTo>
                      <a:pt x="3572" y="3455"/>
                    </a:lnTo>
                    <a:lnTo>
                      <a:pt x="3865" y="3221"/>
                    </a:lnTo>
                    <a:lnTo>
                      <a:pt x="4157" y="2928"/>
                    </a:lnTo>
                    <a:lnTo>
                      <a:pt x="4392" y="2635"/>
                    </a:lnTo>
                    <a:lnTo>
                      <a:pt x="4626" y="2313"/>
                    </a:lnTo>
                    <a:lnTo>
                      <a:pt x="4802" y="1962"/>
                    </a:lnTo>
                    <a:lnTo>
                      <a:pt x="4948" y="1640"/>
                    </a:lnTo>
                    <a:lnTo>
                      <a:pt x="5065" y="1318"/>
                    </a:lnTo>
                    <a:lnTo>
                      <a:pt x="5153" y="1025"/>
                    </a:lnTo>
                    <a:lnTo>
                      <a:pt x="5211" y="732"/>
                    </a:lnTo>
                    <a:lnTo>
                      <a:pt x="5211" y="498"/>
                    </a:lnTo>
                    <a:lnTo>
                      <a:pt x="5182" y="293"/>
                    </a:lnTo>
                    <a:lnTo>
                      <a:pt x="5094" y="147"/>
                    </a:lnTo>
                    <a:lnTo>
                      <a:pt x="5036" y="88"/>
                    </a:lnTo>
                    <a:lnTo>
                      <a:pt x="4919" y="30"/>
                    </a:lnTo>
                    <a:lnTo>
                      <a:pt x="480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49"/>
              <p:cNvSpPr/>
              <p:nvPr/>
            </p:nvSpPr>
            <p:spPr>
              <a:xfrm>
                <a:off x="6437925" y="3819154"/>
                <a:ext cx="65818" cy="83327"/>
              </a:xfrm>
              <a:custGeom>
                <a:rect b="b" l="l" r="r" t="t"/>
                <a:pathLst>
                  <a:path extrusionOk="0" h="5154" w="4071">
                    <a:moveTo>
                      <a:pt x="498" y="0"/>
                    </a:moveTo>
                    <a:lnTo>
                      <a:pt x="293" y="59"/>
                    </a:lnTo>
                    <a:lnTo>
                      <a:pt x="147" y="147"/>
                    </a:lnTo>
                    <a:lnTo>
                      <a:pt x="88" y="205"/>
                    </a:lnTo>
                    <a:lnTo>
                      <a:pt x="30" y="322"/>
                    </a:lnTo>
                    <a:lnTo>
                      <a:pt x="30" y="440"/>
                    </a:lnTo>
                    <a:lnTo>
                      <a:pt x="1" y="586"/>
                    </a:lnTo>
                    <a:lnTo>
                      <a:pt x="59" y="937"/>
                    </a:lnTo>
                    <a:lnTo>
                      <a:pt x="176" y="1318"/>
                    </a:lnTo>
                    <a:lnTo>
                      <a:pt x="323" y="1728"/>
                    </a:lnTo>
                    <a:lnTo>
                      <a:pt x="498" y="2167"/>
                    </a:lnTo>
                    <a:lnTo>
                      <a:pt x="879" y="3016"/>
                    </a:lnTo>
                    <a:lnTo>
                      <a:pt x="1289" y="3836"/>
                    </a:lnTo>
                    <a:lnTo>
                      <a:pt x="1464" y="4216"/>
                    </a:lnTo>
                    <a:lnTo>
                      <a:pt x="1669" y="4509"/>
                    </a:lnTo>
                    <a:lnTo>
                      <a:pt x="1874" y="4773"/>
                    </a:lnTo>
                    <a:lnTo>
                      <a:pt x="2079" y="4978"/>
                    </a:lnTo>
                    <a:lnTo>
                      <a:pt x="2196" y="5065"/>
                    </a:lnTo>
                    <a:lnTo>
                      <a:pt x="2314" y="5124"/>
                    </a:lnTo>
                    <a:lnTo>
                      <a:pt x="2431" y="5153"/>
                    </a:lnTo>
                    <a:lnTo>
                      <a:pt x="2694" y="5153"/>
                    </a:lnTo>
                    <a:lnTo>
                      <a:pt x="2841" y="5095"/>
                    </a:lnTo>
                    <a:lnTo>
                      <a:pt x="2987" y="5036"/>
                    </a:lnTo>
                    <a:lnTo>
                      <a:pt x="3104" y="4948"/>
                    </a:lnTo>
                    <a:lnTo>
                      <a:pt x="3250" y="4860"/>
                    </a:lnTo>
                    <a:lnTo>
                      <a:pt x="3367" y="4714"/>
                    </a:lnTo>
                    <a:lnTo>
                      <a:pt x="3602" y="4421"/>
                    </a:lnTo>
                    <a:lnTo>
                      <a:pt x="3807" y="4070"/>
                    </a:lnTo>
                    <a:lnTo>
                      <a:pt x="3953" y="3689"/>
                    </a:lnTo>
                    <a:lnTo>
                      <a:pt x="4070" y="3309"/>
                    </a:lnTo>
                    <a:lnTo>
                      <a:pt x="4070" y="3104"/>
                    </a:lnTo>
                    <a:lnTo>
                      <a:pt x="4070" y="2899"/>
                    </a:lnTo>
                    <a:lnTo>
                      <a:pt x="4070" y="2723"/>
                    </a:lnTo>
                    <a:lnTo>
                      <a:pt x="4041" y="2548"/>
                    </a:lnTo>
                    <a:lnTo>
                      <a:pt x="3924" y="2196"/>
                    </a:lnTo>
                    <a:lnTo>
                      <a:pt x="3748" y="1874"/>
                    </a:lnTo>
                    <a:lnTo>
                      <a:pt x="3514" y="1552"/>
                    </a:lnTo>
                    <a:lnTo>
                      <a:pt x="3250" y="1259"/>
                    </a:lnTo>
                    <a:lnTo>
                      <a:pt x="2958" y="996"/>
                    </a:lnTo>
                    <a:lnTo>
                      <a:pt x="2665" y="762"/>
                    </a:lnTo>
                    <a:lnTo>
                      <a:pt x="2314" y="557"/>
                    </a:lnTo>
                    <a:lnTo>
                      <a:pt x="1991" y="381"/>
                    </a:lnTo>
                    <a:lnTo>
                      <a:pt x="1669" y="235"/>
                    </a:lnTo>
                    <a:lnTo>
                      <a:pt x="1347" y="117"/>
                    </a:lnTo>
                    <a:lnTo>
                      <a:pt x="1025" y="59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49"/>
              <p:cNvSpPr/>
              <p:nvPr/>
            </p:nvSpPr>
            <p:spPr>
              <a:xfrm>
                <a:off x="6234393" y="3408758"/>
                <a:ext cx="17057" cy="31252"/>
              </a:xfrm>
              <a:custGeom>
                <a:rect b="b" l="l" r="r" t="t"/>
                <a:pathLst>
                  <a:path extrusionOk="0" h="1933" w="1055">
                    <a:moveTo>
                      <a:pt x="527" y="1"/>
                    </a:moveTo>
                    <a:lnTo>
                      <a:pt x="439" y="30"/>
                    </a:lnTo>
                    <a:lnTo>
                      <a:pt x="322" y="88"/>
                    </a:lnTo>
                    <a:lnTo>
                      <a:pt x="234" y="176"/>
                    </a:lnTo>
                    <a:lnTo>
                      <a:pt x="147" y="293"/>
                    </a:lnTo>
                    <a:lnTo>
                      <a:pt x="88" y="440"/>
                    </a:lnTo>
                    <a:lnTo>
                      <a:pt x="59" y="586"/>
                    </a:lnTo>
                    <a:lnTo>
                      <a:pt x="29" y="762"/>
                    </a:lnTo>
                    <a:lnTo>
                      <a:pt x="0" y="967"/>
                    </a:lnTo>
                    <a:lnTo>
                      <a:pt x="29" y="1142"/>
                    </a:lnTo>
                    <a:lnTo>
                      <a:pt x="59" y="1347"/>
                    </a:lnTo>
                    <a:lnTo>
                      <a:pt x="88" y="1494"/>
                    </a:lnTo>
                    <a:lnTo>
                      <a:pt x="147" y="1640"/>
                    </a:lnTo>
                    <a:lnTo>
                      <a:pt x="234" y="1757"/>
                    </a:lnTo>
                    <a:lnTo>
                      <a:pt x="322" y="1845"/>
                    </a:lnTo>
                    <a:lnTo>
                      <a:pt x="439" y="1904"/>
                    </a:lnTo>
                    <a:lnTo>
                      <a:pt x="527" y="1933"/>
                    </a:lnTo>
                    <a:lnTo>
                      <a:pt x="644" y="1904"/>
                    </a:lnTo>
                    <a:lnTo>
                      <a:pt x="732" y="1845"/>
                    </a:lnTo>
                    <a:lnTo>
                      <a:pt x="820" y="1757"/>
                    </a:lnTo>
                    <a:lnTo>
                      <a:pt x="908" y="1640"/>
                    </a:lnTo>
                    <a:lnTo>
                      <a:pt x="966" y="1494"/>
                    </a:lnTo>
                    <a:lnTo>
                      <a:pt x="1025" y="1347"/>
                    </a:lnTo>
                    <a:lnTo>
                      <a:pt x="1054" y="1142"/>
                    </a:lnTo>
                    <a:lnTo>
                      <a:pt x="1054" y="967"/>
                    </a:lnTo>
                    <a:lnTo>
                      <a:pt x="1054" y="762"/>
                    </a:lnTo>
                    <a:lnTo>
                      <a:pt x="1025" y="586"/>
                    </a:lnTo>
                    <a:lnTo>
                      <a:pt x="966" y="440"/>
                    </a:lnTo>
                    <a:lnTo>
                      <a:pt x="908" y="293"/>
                    </a:lnTo>
                    <a:lnTo>
                      <a:pt x="820" y="176"/>
                    </a:lnTo>
                    <a:lnTo>
                      <a:pt x="732" y="88"/>
                    </a:lnTo>
                    <a:lnTo>
                      <a:pt x="644" y="30"/>
                    </a:lnTo>
                    <a:lnTo>
                      <a:pt x="5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49"/>
              <p:cNvSpPr/>
              <p:nvPr/>
            </p:nvSpPr>
            <p:spPr>
              <a:xfrm>
                <a:off x="6347985" y="3417747"/>
                <a:ext cx="17057" cy="31268"/>
              </a:xfrm>
              <a:custGeom>
                <a:rect b="b" l="l" r="r" t="t"/>
                <a:pathLst>
                  <a:path extrusionOk="0" h="1934" w="1055">
                    <a:moveTo>
                      <a:pt x="528" y="1"/>
                    </a:moveTo>
                    <a:lnTo>
                      <a:pt x="411" y="30"/>
                    </a:lnTo>
                    <a:lnTo>
                      <a:pt x="323" y="89"/>
                    </a:lnTo>
                    <a:lnTo>
                      <a:pt x="235" y="177"/>
                    </a:lnTo>
                    <a:lnTo>
                      <a:pt x="147" y="294"/>
                    </a:lnTo>
                    <a:lnTo>
                      <a:pt x="89" y="440"/>
                    </a:lnTo>
                    <a:lnTo>
                      <a:pt x="30" y="586"/>
                    </a:lnTo>
                    <a:lnTo>
                      <a:pt x="1" y="762"/>
                    </a:lnTo>
                    <a:lnTo>
                      <a:pt x="1" y="967"/>
                    </a:lnTo>
                    <a:lnTo>
                      <a:pt x="1" y="1143"/>
                    </a:lnTo>
                    <a:lnTo>
                      <a:pt x="30" y="1348"/>
                    </a:lnTo>
                    <a:lnTo>
                      <a:pt x="89" y="1494"/>
                    </a:lnTo>
                    <a:lnTo>
                      <a:pt x="147" y="1640"/>
                    </a:lnTo>
                    <a:lnTo>
                      <a:pt x="235" y="1758"/>
                    </a:lnTo>
                    <a:lnTo>
                      <a:pt x="323" y="1845"/>
                    </a:lnTo>
                    <a:lnTo>
                      <a:pt x="411" y="1904"/>
                    </a:lnTo>
                    <a:lnTo>
                      <a:pt x="528" y="1933"/>
                    </a:lnTo>
                    <a:lnTo>
                      <a:pt x="616" y="1904"/>
                    </a:lnTo>
                    <a:lnTo>
                      <a:pt x="733" y="1845"/>
                    </a:lnTo>
                    <a:lnTo>
                      <a:pt x="821" y="1758"/>
                    </a:lnTo>
                    <a:lnTo>
                      <a:pt x="908" y="1640"/>
                    </a:lnTo>
                    <a:lnTo>
                      <a:pt x="967" y="1494"/>
                    </a:lnTo>
                    <a:lnTo>
                      <a:pt x="996" y="1348"/>
                    </a:lnTo>
                    <a:lnTo>
                      <a:pt x="1026" y="1143"/>
                    </a:lnTo>
                    <a:lnTo>
                      <a:pt x="1055" y="967"/>
                    </a:lnTo>
                    <a:lnTo>
                      <a:pt x="1026" y="762"/>
                    </a:lnTo>
                    <a:lnTo>
                      <a:pt x="996" y="586"/>
                    </a:lnTo>
                    <a:lnTo>
                      <a:pt x="967" y="440"/>
                    </a:lnTo>
                    <a:lnTo>
                      <a:pt x="908" y="294"/>
                    </a:lnTo>
                    <a:lnTo>
                      <a:pt x="821" y="177"/>
                    </a:lnTo>
                    <a:lnTo>
                      <a:pt x="733" y="89"/>
                    </a:lnTo>
                    <a:lnTo>
                      <a:pt x="616" y="30"/>
                    </a:lnTo>
                    <a:lnTo>
                      <a:pt x="5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49"/>
              <p:cNvSpPr/>
              <p:nvPr/>
            </p:nvSpPr>
            <p:spPr>
              <a:xfrm>
                <a:off x="6265628" y="3460833"/>
                <a:ext cx="68647" cy="44509"/>
              </a:xfrm>
              <a:custGeom>
                <a:rect b="b" l="l" r="r" t="t"/>
                <a:pathLst>
                  <a:path extrusionOk="0" h="2753" w="4246">
                    <a:moveTo>
                      <a:pt x="1816" y="0"/>
                    </a:moveTo>
                    <a:lnTo>
                      <a:pt x="1464" y="59"/>
                    </a:lnTo>
                    <a:lnTo>
                      <a:pt x="1113" y="147"/>
                    </a:lnTo>
                    <a:lnTo>
                      <a:pt x="791" y="293"/>
                    </a:lnTo>
                    <a:lnTo>
                      <a:pt x="498" y="439"/>
                    </a:lnTo>
                    <a:lnTo>
                      <a:pt x="264" y="644"/>
                    </a:lnTo>
                    <a:lnTo>
                      <a:pt x="176" y="732"/>
                    </a:lnTo>
                    <a:lnTo>
                      <a:pt x="118" y="849"/>
                    </a:lnTo>
                    <a:lnTo>
                      <a:pt x="59" y="996"/>
                    </a:lnTo>
                    <a:lnTo>
                      <a:pt x="30" y="1113"/>
                    </a:lnTo>
                    <a:lnTo>
                      <a:pt x="0" y="1259"/>
                    </a:lnTo>
                    <a:lnTo>
                      <a:pt x="30" y="1406"/>
                    </a:lnTo>
                    <a:lnTo>
                      <a:pt x="88" y="1523"/>
                    </a:lnTo>
                    <a:lnTo>
                      <a:pt x="147" y="1669"/>
                    </a:lnTo>
                    <a:lnTo>
                      <a:pt x="235" y="1815"/>
                    </a:lnTo>
                    <a:lnTo>
                      <a:pt x="323" y="1933"/>
                    </a:lnTo>
                    <a:lnTo>
                      <a:pt x="586" y="2196"/>
                    </a:lnTo>
                    <a:lnTo>
                      <a:pt x="879" y="2401"/>
                    </a:lnTo>
                    <a:lnTo>
                      <a:pt x="1230" y="2577"/>
                    </a:lnTo>
                    <a:lnTo>
                      <a:pt x="1611" y="2694"/>
                    </a:lnTo>
                    <a:lnTo>
                      <a:pt x="1786" y="2752"/>
                    </a:lnTo>
                    <a:lnTo>
                      <a:pt x="2431" y="2752"/>
                    </a:lnTo>
                    <a:lnTo>
                      <a:pt x="2635" y="2694"/>
                    </a:lnTo>
                    <a:lnTo>
                      <a:pt x="2840" y="2635"/>
                    </a:lnTo>
                    <a:lnTo>
                      <a:pt x="3221" y="2460"/>
                    </a:lnTo>
                    <a:lnTo>
                      <a:pt x="3572" y="2255"/>
                    </a:lnTo>
                    <a:lnTo>
                      <a:pt x="3865" y="1991"/>
                    </a:lnTo>
                    <a:lnTo>
                      <a:pt x="3982" y="1845"/>
                    </a:lnTo>
                    <a:lnTo>
                      <a:pt x="4099" y="1698"/>
                    </a:lnTo>
                    <a:lnTo>
                      <a:pt x="4158" y="1552"/>
                    </a:lnTo>
                    <a:lnTo>
                      <a:pt x="4216" y="1406"/>
                    </a:lnTo>
                    <a:lnTo>
                      <a:pt x="4246" y="1259"/>
                    </a:lnTo>
                    <a:lnTo>
                      <a:pt x="4246" y="1113"/>
                    </a:lnTo>
                    <a:lnTo>
                      <a:pt x="4216" y="996"/>
                    </a:lnTo>
                    <a:lnTo>
                      <a:pt x="4158" y="879"/>
                    </a:lnTo>
                    <a:lnTo>
                      <a:pt x="4070" y="761"/>
                    </a:lnTo>
                    <a:lnTo>
                      <a:pt x="3982" y="644"/>
                    </a:lnTo>
                    <a:lnTo>
                      <a:pt x="3748" y="469"/>
                    </a:lnTo>
                    <a:lnTo>
                      <a:pt x="3485" y="293"/>
                    </a:lnTo>
                    <a:lnTo>
                      <a:pt x="3162" y="176"/>
                    </a:lnTo>
                    <a:lnTo>
                      <a:pt x="2811" y="59"/>
                    </a:lnTo>
                    <a:lnTo>
                      <a:pt x="24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49"/>
              <p:cNvSpPr/>
              <p:nvPr/>
            </p:nvSpPr>
            <p:spPr>
              <a:xfrm>
                <a:off x="6162916" y="3551242"/>
                <a:ext cx="565183" cy="178942"/>
              </a:xfrm>
              <a:custGeom>
                <a:rect b="b" l="l" r="r" t="t"/>
                <a:pathLst>
                  <a:path extrusionOk="0" h="11068" w="34958">
                    <a:moveTo>
                      <a:pt x="34665" y="0"/>
                    </a:moveTo>
                    <a:lnTo>
                      <a:pt x="26760" y="234"/>
                    </a:lnTo>
                    <a:lnTo>
                      <a:pt x="25589" y="205"/>
                    </a:lnTo>
                    <a:lnTo>
                      <a:pt x="24886" y="234"/>
                    </a:lnTo>
                    <a:lnTo>
                      <a:pt x="24096" y="264"/>
                    </a:lnTo>
                    <a:lnTo>
                      <a:pt x="23042" y="352"/>
                    </a:lnTo>
                    <a:lnTo>
                      <a:pt x="22222" y="469"/>
                    </a:lnTo>
                    <a:lnTo>
                      <a:pt x="21519" y="586"/>
                    </a:lnTo>
                    <a:lnTo>
                      <a:pt x="20817" y="703"/>
                    </a:lnTo>
                    <a:lnTo>
                      <a:pt x="20173" y="849"/>
                    </a:lnTo>
                    <a:lnTo>
                      <a:pt x="19528" y="996"/>
                    </a:lnTo>
                    <a:lnTo>
                      <a:pt x="18270" y="1347"/>
                    </a:lnTo>
                    <a:lnTo>
                      <a:pt x="17098" y="1757"/>
                    </a:lnTo>
                    <a:lnTo>
                      <a:pt x="15986" y="2167"/>
                    </a:lnTo>
                    <a:lnTo>
                      <a:pt x="14873" y="2606"/>
                    </a:lnTo>
                    <a:lnTo>
                      <a:pt x="12795" y="3543"/>
                    </a:lnTo>
                    <a:lnTo>
                      <a:pt x="11741" y="4011"/>
                    </a:lnTo>
                    <a:lnTo>
                      <a:pt x="10687" y="4450"/>
                    </a:lnTo>
                    <a:lnTo>
                      <a:pt x="9603" y="4860"/>
                    </a:lnTo>
                    <a:lnTo>
                      <a:pt x="8520" y="5270"/>
                    </a:lnTo>
                    <a:lnTo>
                      <a:pt x="7349" y="5622"/>
                    </a:lnTo>
                    <a:lnTo>
                      <a:pt x="6763" y="5768"/>
                    </a:lnTo>
                    <a:lnTo>
                      <a:pt x="6149" y="5914"/>
                    </a:lnTo>
                    <a:lnTo>
                      <a:pt x="5534" y="6031"/>
                    </a:lnTo>
                    <a:lnTo>
                      <a:pt x="4890" y="6149"/>
                    </a:lnTo>
                    <a:lnTo>
                      <a:pt x="4216" y="6236"/>
                    </a:lnTo>
                    <a:lnTo>
                      <a:pt x="3543" y="6324"/>
                    </a:lnTo>
                    <a:lnTo>
                      <a:pt x="2430" y="6412"/>
                    </a:lnTo>
                    <a:lnTo>
                      <a:pt x="1464" y="6441"/>
                    </a:lnTo>
                    <a:lnTo>
                      <a:pt x="674" y="6412"/>
                    </a:lnTo>
                    <a:lnTo>
                      <a:pt x="88" y="6383"/>
                    </a:lnTo>
                    <a:lnTo>
                      <a:pt x="0" y="9603"/>
                    </a:lnTo>
                    <a:lnTo>
                      <a:pt x="996" y="9838"/>
                    </a:lnTo>
                    <a:lnTo>
                      <a:pt x="2050" y="10042"/>
                    </a:lnTo>
                    <a:lnTo>
                      <a:pt x="3133" y="10277"/>
                    </a:lnTo>
                    <a:lnTo>
                      <a:pt x="4275" y="10452"/>
                    </a:lnTo>
                    <a:lnTo>
                      <a:pt x="5475" y="10628"/>
                    </a:lnTo>
                    <a:lnTo>
                      <a:pt x="6705" y="10774"/>
                    </a:lnTo>
                    <a:lnTo>
                      <a:pt x="7993" y="10921"/>
                    </a:lnTo>
                    <a:lnTo>
                      <a:pt x="9311" y="11009"/>
                    </a:lnTo>
                    <a:lnTo>
                      <a:pt x="10657" y="11067"/>
                    </a:lnTo>
                    <a:lnTo>
                      <a:pt x="13497" y="11067"/>
                    </a:lnTo>
                    <a:lnTo>
                      <a:pt x="14990" y="10979"/>
                    </a:lnTo>
                    <a:lnTo>
                      <a:pt x="16513" y="10862"/>
                    </a:lnTo>
                    <a:lnTo>
                      <a:pt x="18065" y="10716"/>
                    </a:lnTo>
                    <a:lnTo>
                      <a:pt x="19646" y="10482"/>
                    </a:lnTo>
                    <a:lnTo>
                      <a:pt x="21256" y="10218"/>
                    </a:lnTo>
                    <a:lnTo>
                      <a:pt x="22544" y="9955"/>
                    </a:lnTo>
                    <a:lnTo>
                      <a:pt x="23774" y="9662"/>
                    </a:lnTo>
                    <a:lnTo>
                      <a:pt x="24974" y="9369"/>
                    </a:lnTo>
                    <a:lnTo>
                      <a:pt x="26145" y="9047"/>
                    </a:lnTo>
                    <a:lnTo>
                      <a:pt x="27287" y="8696"/>
                    </a:lnTo>
                    <a:lnTo>
                      <a:pt x="28400" y="8344"/>
                    </a:lnTo>
                    <a:lnTo>
                      <a:pt x="29454" y="7964"/>
                    </a:lnTo>
                    <a:lnTo>
                      <a:pt x="30508" y="7583"/>
                    </a:lnTo>
                    <a:lnTo>
                      <a:pt x="31064" y="7466"/>
                    </a:lnTo>
                    <a:lnTo>
                      <a:pt x="31386" y="7407"/>
                    </a:lnTo>
                    <a:lnTo>
                      <a:pt x="31708" y="7290"/>
                    </a:lnTo>
                    <a:lnTo>
                      <a:pt x="32030" y="7173"/>
                    </a:lnTo>
                    <a:lnTo>
                      <a:pt x="32381" y="6998"/>
                    </a:lnTo>
                    <a:lnTo>
                      <a:pt x="32703" y="6793"/>
                    </a:lnTo>
                    <a:lnTo>
                      <a:pt x="33055" y="6558"/>
                    </a:lnTo>
                    <a:lnTo>
                      <a:pt x="33348" y="6266"/>
                    </a:lnTo>
                    <a:lnTo>
                      <a:pt x="33640" y="5973"/>
                    </a:lnTo>
                    <a:lnTo>
                      <a:pt x="33904" y="5651"/>
                    </a:lnTo>
                    <a:lnTo>
                      <a:pt x="34138" y="5299"/>
                    </a:lnTo>
                    <a:lnTo>
                      <a:pt x="34343" y="4948"/>
                    </a:lnTo>
                    <a:lnTo>
                      <a:pt x="34519" y="4568"/>
                    </a:lnTo>
                    <a:lnTo>
                      <a:pt x="34665" y="4158"/>
                    </a:lnTo>
                    <a:lnTo>
                      <a:pt x="34782" y="3718"/>
                    </a:lnTo>
                    <a:lnTo>
                      <a:pt x="34870" y="3309"/>
                    </a:lnTo>
                    <a:lnTo>
                      <a:pt x="34928" y="2840"/>
                    </a:lnTo>
                    <a:lnTo>
                      <a:pt x="34958" y="2401"/>
                    </a:lnTo>
                    <a:lnTo>
                      <a:pt x="34958" y="1933"/>
                    </a:lnTo>
                    <a:lnTo>
                      <a:pt x="34928" y="1435"/>
                    </a:lnTo>
                    <a:lnTo>
                      <a:pt x="34870" y="966"/>
                    </a:lnTo>
                    <a:lnTo>
                      <a:pt x="34782" y="469"/>
                    </a:lnTo>
                    <a:lnTo>
                      <a:pt x="34665" y="0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49"/>
              <p:cNvSpPr/>
              <p:nvPr/>
            </p:nvSpPr>
            <p:spPr>
              <a:xfrm>
                <a:off x="5987774" y="3552180"/>
                <a:ext cx="533479" cy="262253"/>
              </a:xfrm>
              <a:custGeom>
                <a:rect b="b" l="l" r="r" t="t"/>
                <a:pathLst>
                  <a:path extrusionOk="0" h="16221" w="32997">
                    <a:moveTo>
                      <a:pt x="586" y="1"/>
                    </a:moveTo>
                    <a:lnTo>
                      <a:pt x="440" y="469"/>
                    </a:lnTo>
                    <a:lnTo>
                      <a:pt x="293" y="908"/>
                    </a:lnTo>
                    <a:lnTo>
                      <a:pt x="205" y="1377"/>
                    </a:lnTo>
                    <a:lnTo>
                      <a:pt x="118" y="1845"/>
                    </a:lnTo>
                    <a:lnTo>
                      <a:pt x="59" y="2284"/>
                    </a:lnTo>
                    <a:lnTo>
                      <a:pt x="1" y="2753"/>
                    </a:lnTo>
                    <a:lnTo>
                      <a:pt x="1" y="3192"/>
                    </a:lnTo>
                    <a:lnTo>
                      <a:pt x="1" y="3660"/>
                    </a:lnTo>
                    <a:lnTo>
                      <a:pt x="30" y="4070"/>
                    </a:lnTo>
                    <a:lnTo>
                      <a:pt x="88" y="4510"/>
                    </a:lnTo>
                    <a:lnTo>
                      <a:pt x="176" y="4919"/>
                    </a:lnTo>
                    <a:lnTo>
                      <a:pt x="264" y="5329"/>
                    </a:lnTo>
                    <a:lnTo>
                      <a:pt x="381" y="5710"/>
                    </a:lnTo>
                    <a:lnTo>
                      <a:pt x="527" y="6061"/>
                    </a:lnTo>
                    <a:lnTo>
                      <a:pt x="674" y="6413"/>
                    </a:lnTo>
                    <a:lnTo>
                      <a:pt x="879" y="6735"/>
                    </a:lnTo>
                    <a:lnTo>
                      <a:pt x="1084" y="7057"/>
                    </a:lnTo>
                    <a:lnTo>
                      <a:pt x="1289" y="7320"/>
                    </a:lnTo>
                    <a:lnTo>
                      <a:pt x="1523" y="7554"/>
                    </a:lnTo>
                    <a:lnTo>
                      <a:pt x="1728" y="7730"/>
                    </a:lnTo>
                    <a:lnTo>
                      <a:pt x="1962" y="7906"/>
                    </a:lnTo>
                    <a:lnTo>
                      <a:pt x="2167" y="8052"/>
                    </a:lnTo>
                    <a:lnTo>
                      <a:pt x="2577" y="8257"/>
                    </a:lnTo>
                    <a:lnTo>
                      <a:pt x="3250" y="8813"/>
                    </a:lnTo>
                    <a:lnTo>
                      <a:pt x="3982" y="9399"/>
                    </a:lnTo>
                    <a:lnTo>
                      <a:pt x="4714" y="9955"/>
                    </a:lnTo>
                    <a:lnTo>
                      <a:pt x="5505" y="10541"/>
                    </a:lnTo>
                    <a:lnTo>
                      <a:pt x="6295" y="11068"/>
                    </a:lnTo>
                    <a:lnTo>
                      <a:pt x="7115" y="11624"/>
                    </a:lnTo>
                    <a:lnTo>
                      <a:pt x="7964" y="12122"/>
                    </a:lnTo>
                    <a:lnTo>
                      <a:pt x="8872" y="12619"/>
                    </a:lnTo>
                    <a:lnTo>
                      <a:pt x="9662" y="13059"/>
                    </a:lnTo>
                    <a:lnTo>
                      <a:pt x="10453" y="13439"/>
                    </a:lnTo>
                    <a:lnTo>
                      <a:pt x="11243" y="13820"/>
                    </a:lnTo>
                    <a:lnTo>
                      <a:pt x="12034" y="14142"/>
                    </a:lnTo>
                    <a:lnTo>
                      <a:pt x="12795" y="14435"/>
                    </a:lnTo>
                    <a:lnTo>
                      <a:pt x="13556" y="14727"/>
                    </a:lnTo>
                    <a:lnTo>
                      <a:pt x="14317" y="14962"/>
                    </a:lnTo>
                    <a:lnTo>
                      <a:pt x="15049" y="15167"/>
                    </a:lnTo>
                    <a:lnTo>
                      <a:pt x="15781" y="15372"/>
                    </a:lnTo>
                    <a:lnTo>
                      <a:pt x="16513" y="15547"/>
                    </a:lnTo>
                    <a:lnTo>
                      <a:pt x="17216" y="15694"/>
                    </a:lnTo>
                    <a:lnTo>
                      <a:pt x="17918" y="15811"/>
                    </a:lnTo>
                    <a:lnTo>
                      <a:pt x="19265" y="16016"/>
                    </a:lnTo>
                    <a:lnTo>
                      <a:pt x="20553" y="16133"/>
                    </a:lnTo>
                    <a:lnTo>
                      <a:pt x="21637" y="16191"/>
                    </a:lnTo>
                    <a:lnTo>
                      <a:pt x="22632" y="16221"/>
                    </a:lnTo>
                    <a:lnTo>
                      <a:pt x="23481" y="16191"/>
                    </a:lnTo>
                    <a:lnTo>
                      <a:pt x="24242" y="16162"/>
                    </a:lnTo>
                    <a:lnTo>
                      <a:pt x="24799" y="16133"/>
                    </a:lnTo>
                    <a:lnTo>
                      <a:pt x="25501" y="16103"/>
                    </a:lnTo>
                    <a:lnTo>
                      <a:pt x="26350" y="15986"/>
                    </a:lnTo>
                    <a:lnTo>
                      <a:pt x="26819" y="15869"/>
                    </a:lnTo>
                    <a:lnTo>
                      <a:pt x="27287" y="15781"/>
                    </a:lnTo>
                    <a:lnTo>
                      <a:pt x="27785" y="15635"/>
                    </a:lnTo>
                    <a:lnTo>
                      <a:pt x="28283" y="15430"/>
                    </a:lnTo>
                    <a:lnTo>
                      <a:pt x="28780" y="15225"/>
                    </a:lnTo>
                    <a:lnTo>
                      <a:pt x="29278" y="14991"/>
                    </a:lnTo>
                    <a:lnTo>
                      <a:pt x="29776" y="14698"/>
                    </a:lnTo>
                    <a:lnTo>
                      <a:pt x="30244" y="14347"/>
                    </a:lnTo>
                    <a:lnTo>
                      <a:pt x="30742" y="13966"/>
                    </a:lnTo>
                    <a:lnTo>
                      <a:pt x="31181" y="13527"/>
                    </a:lnTo>
                    <a:lnTo>
                      <a:pt x="31533" y="13117"/>
                    </a:lnTo>
                    <a:lnTo>
                      <a:pt x="31913" y="12619"/>
                    </a:lnTo>
                    <a:lnTo>
                      <a:pt x="32294" y="12092"/>
                    </a:lnTo>
                    <a:lnTo>
                      <a:pt x="32587" y="11565"/>
                    </a:lnTo>
                    <a:lnTo>
                      <a:pt x="32733" y="11302"/>
                    </a:lnTo>
                    <a:lnTo>
                      <a:pt x="32821" y="11038"/>
                    </a:lnTo>
                    <a:lnTo>
                      <a:pt x="32909" y="10775"/>
                    </a:lnTo>
                    <a:lnTo>
                      <a:pt x="32967" y="10511"/>
                    </a:lnTo>
                    <a:lnTo>
                      <a:pt x="32996" y="10277"/>
                    </a:lnTo>
                    <a:lnTo>
                      <a:pt x="32996" y="10043"/>
                    </a:lnTo>
                    <a:lnTo>
                      <a:pt x="32938" y="9838"/>
                    </a:lnTo>
                    <a:lnTo>
                      <a:pt x="32850" y="9662"/>
                    </a:lnTo>
                    <a:lnTo>
                      <a:pt x="32762" y="9575"/>
                    </a:lnTo>
                    <a:lnTo>
                      <a:pt x="32674" y="9487"/>
                    </a:lnTo>
                    <a:lnTo>
                      <a:pt x="32469" y="9340"/>
                    </a:lnTo>
                    <a:lnTo>
                      <a:pt x="32177" y="9253"/>
                    </a:lnTo>
                    <a:lnTo>
                      <a:pt x="31855" y="9194"/>
                    </a:lnTo>
                    <a:lnTo>
                      <a:pt x="31503" y="9165"/>
                    </a:lnTo>
                    <a:lnTo>
                      <a:pt x="31123" y="9165"/>
                    </a:lnTo>
                    <a:lnTo>
                      <a:pt x="30742" y="9194"/>
                    </a:lnTo>
                    <a:lnTo>
                      <a:pt x="30303" y="9253"/>
                    </a:lnTo>
                    <a:lnTo>
                      <a:pt x="29425" y="9399"/>
                    </a:lnTo>
                    <a:lnTo>
                      <a:pt x="28576" y="9604"/>
                    </a:lnTo>
                    <a:lnTo>
                      <a:pt x="27785" y="9838"/>
                    </a:lnTo>
                    <a:lnTo>
                      <a:pt x="27082" y="10043"/>
                    </a:lnTo>
                    <a:lnTo>
                      <a:pt x="26292" y="10306"/>
                    </a:lnTo>
                    <a:lnTo>
                      <a:pt x="25560" y="10570"/>
                    </a:lnTo>
                    <a:lnTo>
                      <a:pt x="24857" y="10863"/>
                    </a:lnTo>
                    <a:lnTo>
                      <a:pt x="24213" y="11126"/>
                    </a:lnTo>
                    <a:lnTo>
                      <a:pt x="23598" y="11419"/>
                    </a:lnTo>
                    <a:lnTo>
                      <a:pt x="23071" y="11712"/>
                    </a:lnTo>
                    <a:lnTo>
                      <a:pt x="22134" y="12268"/>
                    </a:lnTo>
                    <a:lnTo>
                      <a:pt x="19763" y="10365"/>
                    </a:lnTo>
                    <a:lnTo>
                      <a:pt x="17538" y="8667"/>
                    </a:lnTo>
                    <a:lnTo>
                      <a:pt x="15547" y="7145"/>
                    </a:lnTo>
                    <a:lnTo>
                      <a:pt x="13761" y="5798"/>
                    </a:lnTo>
                    <a:lnTo>
                      <a:pt x="12239" y="4714"/>
                    </a:lnTo>
                    <a:lnTo>
                      <a:pt x="11009" y="3836"/>
                    </a:lnTo>
                    <a:lnTo>
                      <a:pt x="10072" y="3221"/>
                    </a:lnTo>
                    <a:lnTo>
                      <a:pt x="9721" y="3016"/>
                    </a:lnTo>
                    <a:lnTo>
                      <a:pt x="9457" y="2870"/>
                    </a:lnTo>
                    <a:lnTo>
                      <a:pt x="8989" y="2665"/>
                    </a:lnTo>
                    <a:lnTo>
                      <a:pt x="8550" y="2489"/>
                    </a:lnTo>
                    <a:lnTo>
                      <a:pt x="8140" y="2314"/>
                    </a:lnTo>
                    <a:lnTo>
                      <a:pt x="7583" y="2138"/>
                    </a:lnTo>
                    <a:lnTo>
                      <a:pt x="7086" y="1962"/>
                    </a:lnTo>
                    <a:lnTo>
                      <a:pt x="6237" y="1757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rgbClr val="EEC3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49"/>
              <p:cNvSpPr/>
              <p:nvPr/>
            </p:nvSpPr>
            <p:spPr>
              <a:xfrm>
                <a:off x="6215929" y="3649217"/>
                <a:ext cx="108403" cy="84750"/>
              </a:xfrm>
              <a:custGeom>
                <a:rect b="b" l="l" r="r" t="t"/>
                <a:pathLst>
                  <a:path extrusionOk="0" h="5242" w="6705">
                    <a:moveTo>
                      <a:pt x="205" y="1"/>
                    </a:moveTo>
                    <a:lnTo>
                      <a:pt x="117" y="30"/>
                    </a:lnTo>
                    <a:lnTo>
                      <a:pt x="30" y="89"/>
                    </a:lnTo>
                    <a:lnTo>
                      <a:pt x="0" y="206"/>
                    </a:lnTo>
                    <a:lnTo>
                      <a:pt x="0" y="293"/>
                    </a:lnTo>
                    <a:lnTo>
                      <a:pt x="30" y="411"/>
                    </a:lnTo>
                    <a:lnTo>
                      <a:pt x="88" y="469"/>
                    </a:lnTo>
                    <a:lnTo>
                      <a:pt x="6266" y="5183"/>
                    </a:lnTo>
                    <a:lnTo>
                      <a:pt x="6354" y="5241"/>
                    </a:lnTo>
                    <a:lnTo>
                      <a:pt x="6441" y="5241"/>
                    </a:lnTo>
                    <a:lnTo>
                      <a:pt x="6559" y="5212"/>
                    </a:lnTo>
                    <a:lnTo>
                      <a:pt x="6646" y="5124"/>
                    </a:lnTo>
                    <a:lnTo>
                      <a:pt x="6705" y="5036"/>
                    </a:lnTo>
                    <a:lnTo>
                      <a:pt x="6705" y="4949"/>
                    </a:lnTo>
                    <a:lnTo>
                      <a:pt x="6676" y="4831"/>
                    </a:lnTo>
                    <a:lnTo>
                      <a:pt x="6588" y="4773"/>
                    </a:lnTo>
                    <a:lnTo>
                      <a:pt x="410" y="59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49"/>
              <p:cNvSpPr/>
              <p:nvPr/>
            </p:nvSpPr>
            <p:spPr>
              <a:xfrm>
                <a:off x="6373546" y="3697978"/>
                <a:ext cx="151489" cy="36458"/>
              </a:xfrm>
              <a:custGeom>
                <a:rect b="b" l="l" r="r" t="t"/>
                <a:pathLst>
                  <a:path extrusionOk="0" h="2255" w="9370">
                    <a:moveTo>
                      <a:pt x="5242" y="0"/>
                    </a:moveTo>
                    <a:lnTo>
                      <a:pt x="4802" y="30"/>
                    </a:lnTo>
                    <a:lnTo>
                      <a:pt x="4363" y="59"/>
                    </a:lnTo>
                    <a:lnTo>
                      <a:pt x="3953" y="147"/>
                    </a:lnTo>
                    <a:lnTo>
                      <a:pt x="3543" y="235"/>
                    </a:lnTo>
                    <a:lnTo>
                      <a:pt x="2782" y="439"/>
                    </a:lnTo>
                    <a:lnTo>
                      <a:pt x="2080" y="703"/>
                    </a:lnTo>
                    <a:lnTo>
                      <a:pt x="1465" y="966"/>
                    </a:lnTo>
                    <a:lnTo>
                      <a:pt x="938" y="1259"/>
                    </a:lnTo>
                    <a:lnTo>
                      <a:pt x="469" y="1523"/>
                    </a:lnTo>
                    <a:lnTo>
                      <a:pt x="118" y="1786"/>
                    </a:lnTo>
                    <a:lnTo>
                      <a:pt x="30" y="1874"/>
                    </a:lnTo>
                    <a:lnTo>
                      <a:pt x="1" y="1962"/>
                    </a:lnTo>
                    <a:lnTo>
                      <a:pt x="1" y="2050"/>
                    </a:lnTo>
                    <a:lnTo>
                      <a:pt x="59" y="2167"/>
                    </a:lnTo>
                    <a:lnTo>
                      <a:pt x="147" y="2255"/>
                    </a:lnTo>
                    <a:lnTo>
                      <a:pt x="352" y="2255"/>
                    </a:lnTo>
                    <a:lnTo>
                      <a:pt x="411" y="2225"/>
                    </a:lnTo>
                    <a:lnTo>
                      <a:pt x="762" y="1991"/>
                    </a:lnTo>
                    <a:lnTo>
                      <a:pt x="1201" y="1728"/>
                    </a:lnTo>
                    <a:lnTo>
                      <a:pt x="1699" y="1435"/>
                    </a:lnTo>
                    <a:lnTo>
                      <a:pt x="2284" y="1171"/>
                    </a:lnTo>
                    <a:lnTo>
                      <a:pt x="2929" y="937"/>
                    </a:lnTo>
                    <a:lnTo>
                      <a:pt x="3661" y="762"/>
                    </a:lnTo>
                    <a:lnTo>
                      <a:pt x="4041" y="674"/>
                    </a:lnTo>
                    <a:lnTo>
                      <a:pt x="4451" y="615"/>
                    </a:lnTo>
                    <a:lnTo>
                      <a:pt x="4861" y="557"/>
                    </a:lnTo>
                    <a:lnTo>
                      <a:pt x="5271" y="527"/>
                    </a:lnTo>
                    <a:lnTo>
                      <a:pt x="5739" y="527"/>
                    </a:lnTo>
                    <a:lnTo>
                      <a:pt x="6237" y="557"/>
                    </a:lnTo>
                    <a:lnTo>
                      <a:pt x="6705" y="586"/>
                    </a:lnTo>
                    <a:lnTo>
                      <a:pt x="7174" y="674"/>
                    </a:lnTo>
                    <a:lnTo>
                      <a:pt x="7642" y="762"/>
                    </a:lnTo>
                    <a:lnTo>
                      <a:pt x="8111" y="879"/>
                    </a:lnTo>
                    <a:lnTo>
                      <a:pt x="8550" y="1025"/>
                    </a:lnTo>
                    <a:lnTo>
                      <a:pt x="9018" y="1201"/>
                    </a:lnTo>
                    <a:lnTo>
                      <a:pt x="9106" y="1230"/>
                    </a:lnTo>
                    <a:lnTo>
                      <a:pt x="9223" y="1201"/>
                    </a:lnTo>
                    <a:lnTo>
                      <a:pt x="9311" y="1142"/>
                    </a:lnTo>
                    <a:lnTo>
                      <a:pt x="9370" y="1054"/>
                    </a:lnTo>
                    <a:lnTo>
                      <a:pt x="9370" y="966"/>
                    </a:lnTo>
                    <a:lnTo>
                      <a:pt x="9370" y="849"/>
                    </a:lnTo>
                    <a:lnTo>
                      <a:pt x="9311" y="762"/>
                    </a:lnTo>
                    <a:lnTo>
                      <a:pt x="9223" y="703"/>
                    </a:lnTo>
                    <a:lnTo>
                      <a:pt x="8726" y="527"/>
                    </a:lnTo>
                    <a:lnTo>
                      <a:pt x="8257" y="381"/>
                    </a:lnTo>
                    <a:lnTo>
                      <a:pt x="7759" y="235"/>
                    </a:lnTo>
                    <a:lnTo>
                      <a:pt x="7262" y="147"/>
                    </a:lnTo>
                    <a:lnTo>
                      <a:pt x="6764" y="59"/>
                    </a:lnTo>
                    <a:lnTo>
                      <a:pt x="62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49"/>
              <p:cNvSpPr/>
              <p:nvPr/>
            </p:nvSpPr>
            <p:spPr>
              <a:xfrm>
                <a:off x="6586084" y="3550288"/>
                <a:ext cx="37880" cy="14211"/>
              </a:xfrm>
              <a:custGeom>
                <a:rect b="b" l="l" r="r" t="t"/>
                <a:pathLst>
                  <a:path extrusionOk="0" h="879" w="2343">
                    <a:moveTo>
                      <a:pt x="205" y="1"/>
                    </a:moveTo>
                    <a:lnTo>
                      <a:pt x="118" y="59"/>
                    </a:lnTo>
                    <a:lnTo>
                      <a:pt x="59" y="118"/>
                    </a:lnTo>
                    <a:lnTo>
                      <a:pt x="0" y="235"/>
                    </a:lnTo>
                    <a:lnTo>
                      <a:pt x="0" y="323"/>
                    </a:lnTo>
                    <a:lnTo>
                      <a:pt x="59" y="440"/>
                    </a:lnTo>
                    <a:lnTo>
                      <a:pt x="118" y="498"/>
                    </a:lnTo>
                    <a:lnTo>
                      <a:pt x="235" y="528"/>
                    </a:lnTo>
                    <a:lnTo>
                      <a:pt x="2079" y="879"/>
                    </a:lnTo>
                    <a:lnTo>
                      <a:pt x="2167" y="850"/>
                    </a:lnTo>
                    <a:lnTo>
                      <a:pt x="2255" y="820"/>
                    </a:lnTo>
                    <a:lnTo>
                      <a:pt x="2313" y="733"/>
                    </a:lnTo>
                    <a:lnTo>
                      <a:pt x="2343" y="645"/>
                    </a:lnTo>
                    <a:lnTo>
                      <a:pt x="2343" y="557"/>
                    </a:lnTo>
                    <a:lnTo>
                      <a:pt x="2284" y="440"/>
                    </a:lnTo>
                    <a:lnTo>
                      <a:pt x="2226" y="381"/>
                    </a:lnTo>
                    <a:lnTo>
                      <a:pt x="2108" y="352"/>
                    </a:lnTo>
                    <a:lnTo>
                      <a:pt x="3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49"/>
              <p:cNvSpPr/>
              <p:nvPr/>
            </p:nvSpPr>
            <p:spPr>
              <a:xfrm>
                <a:off x="6035581" y="3568282"/>
                <a:ext cx="31737" cy="19886"/>
              </a:xfrm>
              <a:custGeom>
                <a:rect b="b" l="l" r="r" t="t"/>
                <a:pathLst>
                  <a:path extrusionOk="0" h="1230" w="1963">
                    <a:moveTo>
                      <a:pt x="1669" y="0"/>
                    </a:moveTo>
                    <a:lnTo>
                      <a:pt x="1582" y="29"/>
                    </a:lnTo>
                    <a:lnTo>
                      <a:pt x="147" y="732"/>
                    </a:lnTo>
                    <a:lnTo>
                      <a:pt x="59" y="791"/>
                    </a:lnTo>
                    <a:lnTo>
                      <a:pt x="30" y="879"/>
                    </a:lnTo>
                    <a:lnTo>
                      <a:pt x="1" y="966"/>
                    </a:lnTo>
                    <a:lnTo>
                      <a:pt x="30" y="1083"/>
                    </a:lnTo>
                    <a:lnTo>
                      <a:pt x="88" y="1142"/>
                    </a:lnTo>
                    <a:lnTo>
                      <a:pt x="147" y="1201"/>
                    </a:lnTo>
                    <a:lnTo>
                      <a:pt x="205" y="1230"/>
                    </a:lnTo>
                    <a:lnTo>
                      <a:pt x="264" y="1230"/>
                    </a:lnTo>
                    <a:lnTo>
                      <a:pt x="381" y="1201"/>
                    </a:lnTo>
                    <a:lnTo>
                      <a:pt x="1816" y="498"/>
                    </a:lnTo>
                    <a:lnTo>
                      <a:pt x="1874" y="439"/>
                    </a:lnTo>
                    <a:lnTo>
                      <a:pt x="1933" y="352"/>
                    </a:lnTo>
                    <a:lnTo>
                      <a:pt x="1962" y="264"/>
                    </a:lnTo>
                    <a:lnTo>
                      <a:pt x="1933" y="147"/>
                    </a:lnTo>
                    <a:lnTo>
                      <a:pt x="1874" y="59"/>
                    </a:lnTo>
                    <a:lnTo>
                      <a:pt x="1786" y="29"/>
                    </a:lnTo>
                    <a:lnTo>
                      <a:pt x="16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49"/>
              <p:cNvSpPr/>
              <p:nvPr/>
            </p:nvSpPr>
            <p:spPr>
              <a:xfrm>
                <a:off x="6045055" y="2860631"/>
                <a:ext cx="79059" cy="28891"/>
              </a:xfrm>
              <a:custGeom>
                <a:rect b="b" l="l" r="r" t="t"/>
                <a:pathLst>
                  <a:path extrusionOk="0" h="1787" w="4890">
                    <a:moveTo>
                      <a:pt x="2459" y="0"/>
                    </a:moveTo>
                    <a:lnTo>
                      <a:pt x="2196" y="29"/>
                    </a:lnTo>
                    <a:lnTo>
                      <a:pt x="1932" y="88"/>
                    </a:lnTo>
                    <a:lnTo>
                      <a:pt x="1669" y="147"/>
                    </a:lnTo>
                    <a:lnTo>
                      <a:pt x="1464" y="234"/>
                    </a:lnTo>
                    <a:lnTo>
                      <a:pt x="1259" y="322"/>
                    </a:lnTo>
                    <a:lnTo>
                      <a:pt x="1054" y="439"/>
                    </a:lnTo>
                    <a:lnTo>
                      <a:pt x="703" y="674"/>
                    </a:lnTo>
                    <a:lnTo>
                      <a:pt x="439" y="908"/>
                    </a:lnTo>
                    <a:lnTo>
                      <a:pt x="264" y="1113"/>
                    </a:lnTo>
                    <a:lnTo>
                      <a:pt x="59" y="1376"/>
                    </a:lnTo>
                    <a:lnTo>
                      <a:pt x="0" y="1464"/>
                    </a:lnTo>
                    <a:lnTo>
                      <a:pt x="0" y="1581"/>
                    </a:lnTo>
                    <a:lnTo>
                      <a:pt x="59" y="1669"/>
                    </a:lnTo>
                    <a:lnTo>
                      <a:pt x="146" y="1757"/>
                    </a:lnTo>
                    <a:lnTo>
                      <a:pt x="205" y="1786"/>
                    </a:lnTo>
                    <a:lnTo>
                      <a:pt x="264" y="1786"/>
                    </a:lnTo>
                    <a:lnTo>
                      <a:pt x="410" y="1757"/>
                    </a:lnTo>
                    <a:lnTo>
                      <a:pt x="498" y="1669"/>
                    </a:lnTo>
                    <a:lnTo>
                      <a:pt x="644" y="1464"/>
                    </a:lnTo>
                    <a:lnTo>
                      <a:pt x="820" y="1288"/>
                    </a:lnTo>
                    <a:lnTo>
                      <a:pt x="1025" y="1113"/>
                    </a:lnTo>
                    <a:lnTo>
                      <a:pt x="1318" y="908"/>
                    </a:lnTo>
                    <a:lnTo>
                      <a:pt x="1669" y="732"/>
                    </a:lnTo>
                    <a:lnTo>
                      <a:pt x="1874" y="644"/>
                    </a:lnTo>
                    <a:lnTo>
                      <a:pt x="2079" y="586"/>
                    </a:lnTo>
                    <a:lnTo>
                      <a:pt x="2313" y="556"/>
                    </a:lnTo>
                    <a:lnTo>
                      <a:pt x="2547" y="527"/>
                    </a:lnTo>
                    <a:lnTo>
                      <a:pt x="2928" y="586"/>
                    </a:lnTo>
                    <a:lnTo>
                      <a:pt x="3279" y="644"/>
                    </a:lnTo>
                    <a:lnTo>
                      <a:pt x="3572" y="761"/>
                    </a:lnTo>
                    <a:lnTo>
                      <a:pt x="3835" y="908"/>
                    </a:lnTo>
                    <a:lnTo>
                      <a:pt x="4040" y="1054"/>
                    </a:lnTo>
                    <a:lnTo>
                      <a:pt x="4216" y="1201"/>
                    </a:lnTo>
                    <a:lnTo>
                      <a:pt x="4421" y="1376"/>
                    </a:lnTo>
                    <a:lnTo>
                      <a:pt x="4509" y="1464"/>
                    </a:lnTo>
                    <a:lnTo>
                      <a:pt x="4597" y="1493"/>
                    </a:lnTo>
                    <a:lnTo>
                      <a:pt x="4685" y="1464"/>
                    </a:lnTo>
                    <a:lnTo>
                      <a:pt x="4802" y="1405"/>
                    </a:lnTo>
                    <a:lnTo>
                      <a:pt x="4860" y="1318"/>
                    </a:lnTo>
                    <a:lnTo>
                      <a:pt x="4889" y="1230"/>
                    </a:lnTo>
                    <a:lnTo>
                      <a:pt x="4860" y="1142"/>
                    </a:lnTo>
                    <a:lnTo>
                      <a:pt x="4802" y="1025"/>
                    </a:lnTo>
                    <a:lnTo>
                      <a:pt x="4567" y="791"/>
                    </a:lnTo>
                    <a:lnTo>
                      <a:pt x="4362" y="644"/>
                    </a:lnTo>
                    <a:lnTo>
                      <a:pt x="4099" y="469"/>
                    </a:lnTo>
                    <a:lnTo>
                      <a:pt x="3777" y="293"/>
                    </a:lnTo>
                    <a:lnTo>
                      <a:pt x="3396" y="147"/>
                    </a:lnTo>
                    <a:lnTo>
                      <a:pt x="2957" y="29"/>
                    </a:lnTo>
                    <a:lnTo>
                      <a:pt x="2723" y="29"/>
                    </a:lnTo>
                    <a:lnTo>
                      <a:pt x="24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49"/>
              <p:cNvSpPr/>
              <p:nvPr/>
            </p:nvSpPr>
            <p:spPr>
              <a:xfrm>
                <a:off x="6057827" y="2867729"/>
                <a:ext cx="30314" cy="35035"/>
              </a:xfrm>
              <a:custGeom>
                <a:rect b="b" l="l" r="r" t="t"/>
                <a:pathLst>
                  <a:path extrusionOk="0" h="2167" w="1875">
                    <a:moveTo>
                      <a:pt x="586" y="0"/>
                    </a:moveTo>
                    <a:lnTo>
                      <a:pt x="440" y="59"/>
                    </a:lnTo>
                    <a:lnTo>
                      <a:pt x="293" y="147"/>
                    </a:lnTo>
                    <a:lnTo>
                      <a:pt x="176" y="293"/>
                    </a:lnTo>
                    <a:lnTo>
                      <a:pt x="88" y="439"/>
                    </a:lnTo>
                    <a:lnTo>
                      <a:pt x="30" y="644"/>
                    </a:lnTo>
                    <a:lnTo>
                      <a:pt x="1" y="820"/>
                    </a:lnTo>
                    <a:lnTo>
                      <a:pt x="30" y="1025"/>
                    </a:lnTo>
                    <a:lnTo>
                      <a:pt x="59" y="1259"/>
                    </a:lnTo>
                    <a:lnTo>
                      <a:pt x="147" y="1464"/>
                    </a:lnTo>
                    <a:lnTo>
                      <a:pt x="264" y="1669"/>
                    </a:lnTo>
                    <a:lnTo>
                      <a:pt x="410" y="1845"/>
                    </a:lnTo>
                    <a:lnTo>
                      <a:pt x="557" y="1962"/>
                    </a:lnTo>
                    <a:lnTo>
                      <a:pt x="733" y="2079"/>
                    </a:lnTo>
                    <a:lnTo>
                      <a:pt x="908" y="2138"/>
                    </a:lnTo>
                    <a:lnTo>
                      <a:pt x="1084" y="2167"/>
                    </a:lnTo>
                    <a:lnTo>
                      <a:pt x="1260" y="2167"/>
                    </a:lnTo>
                    <a:lnTo>
                      <a:pt x="1435" y="2108"/>
                    </a:lnTo>
                    <a:lnTo>
                      <a:pt x="1582" y="1991"/>
                    </a:lnTo>
                    <a:lnTo>
                      <a:pt x="1699" y="1874"/>
                    </a:lnTo>
                    <a:lnTo>
                      <a:pt x="1787" y="1698"/>
                    </a:lnTo>
                    <a:lnTo>
                      <a:pt x="1845" y="1523"/>
                    </a:lnTo>
                    <a:lnTo>
                      <a:pt x="1874" y="1318"/>
                    </a:lnTo>
                    <a:lnTo>
                      <a:pt x="1845" y="1113"/>
                    </a:lnTo>
                    <a:lnTo>
                      <a:pt x="1816" y="908"/>
                    </a:lnTo>
                    <a:lnTo>
                      <a:pt x="1728" y="703"/>
                    </a:lnTo>
                    <a:lnTo>
                      <a:pt x="1611" y="498"/>
                    </a:lnTo>
                    <a:lnTo>
                      <a:pt x="1464" y="322"/>
                    </a:lnTo>
                    <a:lnTo>
                      <a:pt x="1289" y="176"/>
                    </a:lnTo>
                    <a:lnTo>
                      <a:pt x="1142" y="88"/>
                    </a:lnTo>
                    <a:lnTo>
                      <a:pt x="967" y="30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1" name="Google Shape;1851;p49"/>
            <p:cNvGrpSpPr/>
            <p:nvPr/>
          </p:nvGrpSpPr>
          <p:grpSpPr>
            <a:xfrm>
              <a:off x="7410815" y="3957118"/>
              <a:ext cx="695281" cy="907751"/>
              <a:chOff x="4109650" y="6360675"/>
              <a:chExt cx="1211925" cy="1582275"/>
            </a:xfrm>
          </p:grpSpPr>
          <p:sp>
            <p:nvSpPr>
              <p:cNvPr id="1852" name="Google Shape;1852;p49"/>
              <p:cNvSpPr/>
              <p:nvPr/>
            </p:nvSpPr>
            <p:spPr>
              <a:xfrm>
                <a:off x="4668925" y="6465950"/>
                <a:ext cx="93375" cy="1275400"/>
              </a:xfrm>
              <a:custGeom>
                <a:rect b="b" l="l" r="r" t="t"/>
                <a:pathLst>
                  <a:path extrusionOk="0" h="51016" w="3735">
                    <a:moveTo>
                      <a:pt x="1" y="1"/>
                    </a:moveTo>
                    <a:lnTo>
                      <a:pt x="1" y="51016"/>
                    </a:lnTo>
                    <a:lnTo>
                      <a:pt x="3735" y="51016"/>
                    </a:lnTo>
                    <a:lnTo>
                      <a:pt x="37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49"/>
              <p:cNvSpPr/>
              <p:nvPr/>
            </p:nvSpPr>
            <p:spPr>
              <a:xfrm>
                <a:off x="4109650" y="7638275"/>
                <a:ext cx="1211925" cy="304675"/>
              </a:xfrm>
              <a:custGeom>
                <a:rect b="b" l="l" r="r" t="t"/>
                <a:pathLst>
                  <a:path extrusionOk="0" h="12187" w="48477">
                    <a:moveTo>
                      <a:pt x="7737" y="1"/>
                    </a:moveTo>
                    <a:lnTo>
                      <a:pt x="6751" y="31"/>
                    </a:lnTo>
                    <a:lnTo>
                      <a:pt x="5795" y="90"/>
                    </a:lnTo>
                    <a:lnTo>
                      <a:pt x="5317" y="150"/>
                    </a:lnTo>
                    <a:lnTo>
                      <a:pt x="4839" y="240"/>
                    </a:lnTo>
                    <a:lnTo>
                      <a:pt x="4391" y="329"/>
                    </a:lnTo>
                    <a:lnTo>
                      <a:pt x="3943" y="449"/>
                    </a:lnTo>
                    <a:lnTo>
                      <a:pt x="3525" y="598"/>
                    </a:lnTo>
                    <a:lnTo>
                      <a:pt x="3137" y="777"/>
                    </a:lnTo>
                    <a:lnTo>
                      <a:pt x="2719" y="986"/>
                    </a:lnTo>
                    <a:lnTo>
                      <a:pt x="2360" y="1255"/>
                    </a:lnTo>
                    <a:lnTo>
                      <a:pt x="2002" y="1524"/>
                    </a:lnTo>
                    <a:lnTo>
                      <a:pt x="1673" y="1853"/>
                    </a:lnTo>
                    <a:lnTo>
                      <a:pt x="1375" y="2211"/>
                    </a:lnTo>
                    <a:lnTo>
                      <a:pt x="1076" y="2599"/>
                    </a:lnTo>
                    <a:lnTo>
                      <a:pt x="837" y="3047"/>
                    </a:lnTo>
                    <a:lnTo>
                      <a:pt x="598" y="3555"/>
                    </a:lnTo>
                    <a:lnTo>
                      <a:pt x="389" y="4093"/>
                    </a:lnTo>
                    <a:lnTo>
                      <a:pt x="240" y="4720"/>
                    </a:lnTo>
                    <a:lnTo>
                      <a:pt x="90" y="5377"/>
                    </a:lnTo>
                    <a:lnTo>
                      <a:pt x="1" y="6064"/>
                    </a:lnTo>
                    <a:lnTo>
                      <a:pt x="120" y="6841"/>
                    </a:lnTo>
                    <a:lnTo>
                      <a:pt x="240" y="7528"/>
                    </a:lnTo>
                    <a:lnTo>
                      <a:pt x="389" y="8155"/>
                    </a:lnTo>
                    <a:lnTo>
                      <a:pt x="598" y="8722"/>
                    </a:lnTo>
                    <a:lnTo>
                      <a:pt x="807" y="9230"/>
                    </a:lnTo>
                    <a:lnTo>
                      <a:pt x="1076" y="9678"/>
                    </a:lnTo>
                    <a:lnTo>
                      <a:pt x="1404" y="10096"/>
                    </a:lnTo>
                    <a:lnTo>
                      <a:pt x="1584" y="10305"/>
                    </a:lnTo>
                    <a:lnTo>
                      <a:pt x="1763" y="10485"/>
                    </a:lnTo>
                    <a:lnTo>
                      <a:pt x="1972" y="10634"/>
                    </a:lnTo>
                    <a:lnTo>
                      <a:pt x="2211" y="10813"/>
                    </a:lnTo>
                    <a:lnTo>
                      <a:pt x="2719" y="11082"/>
                    </a:lnTo>
                    <a:lnTo>
                      <a:pt x="3286" y="11321"/>
                    </a:lnTo>
                    <a:lnTo>
                      <a:pt x="3943" y="11530"/>
                    </a:lnTo>
                    <a:lnTo>
                      <a:pt x="4660" y="11709"/>
                    </a:lnTo>
                    <a:lnTo>
                      <a:pt x="5496" y="11858"/>
                    </a:lnTo>
                    <a:lnTo>
                      <a:pt x="6422" y="11948"/>
                    </a:lnTo>
                    <a:lnTo>
                      <a:pt x="7438" y="12038"/>
                    </a:lnTo>
                    <a:lnTo>
                      <a:pt x="8573" y="12127"/>
                    </a:lnTo>
                    <a:lnTo>
                      <a:pt x="9797" y="12157"/>
                    </a:lnTo>
                    <a:lnTo>
                      <a:pt x="12665" y="12187"/>
                    </a:lnTo>
                    <a:lnTo>
                      <a:pt x="16040" y="12187"/>
                    </a:lnTo>
                    <a:lnTo>
                      <a:pt x="19983" y="12157"/>
                    </a:lnTo>
                    <a:lnTo>
                      <a:pt x="24552" y="12097"/>
                    </a:lnTo>
                    <a:lnTo>
                      <a:pt x="29809" y="12038"/>
                    </a:lnTo>
                    <a:lnTo>
                      <a:pt x="35753" y="12038"/>
                    </a:lnTo>
                    <a:lnTo>
                      <a:pt x="42473" y="12097"/>
                    </a:lnTo>
                    <a:lnTo>
                      <a:pt x="42832" y="12068"/>
                    </a:lnTo>
                    <a:lnTo>
                      <a:pt x="43220" y="12038"/>
                    </a:lnTo>
                    <a:lnTo>
                      <a:pt x="43549" y="11978"/>
                    </a:lnTo>
                    <a:lnTo>
                      <a:pt x="43907" y="11888"/>
                    </a:lnTo>
                    <a:lnTo>
                      <a:pt x="44236" y="11799"/>
                    </a:lnTo>
                    <a:lnTo>
                      <a:pt x="44534" y="11709"/>
                    </a:lnTo>
                    <a:lnTo>
                      <a:pt x="45132" y="11440"/>
                    </a:lnTo>
                    <a:lnTo>
                      <a:pt x="45699" y="11142"/>
                    </a:lnTo>
                    <a:lnTo>
                      <a:pt x="46207" y="10783"/>
                    </a:lnTo>
                    <a:lnTo>
                      <a:pt x="46655" y="10395"/>
                    </a:lnTo>
                    <a:lnTo>
                      <a:pt x="47073" y="9947"/>
                    </a:lnTo>
                    <a:lnTo>
                      <a:pt x="47402" y="9469"/>
                    </a:lnTo>
                    <a:lnTo>
                      <a:pt x="47730" y="8991"/>
                    </a:lnTo>
                    <a:lnTo>
                      <a:pt x="47969" y="8453"/>
                    </a:lnTo>
                    <a:lnTo>
                      <a:pt x="48178" y="7886"/>
                    </a:lnTo>
                    <a:lnTo>
                      <a:pt x="48328" y="7348"/>
                    </a:lnTo>
                    <a:lnTo>
                      <a:pt x="48417" y="6751"/>
                    </a:lnTo>
                    <a:lnTo>
                      <a:pt x="48477" y="6183"/>
                    </a:lnTo>
                    <a:lnTo>
                      <a:pt x="48447" y="5586"/>
                    </a:lnTo>
                    <a:lnTo>
                      <a:pt x="48387" y="5019"/>
                    </a:lnTo>
                    <a:lnTo>
                      <a:pt x="48268" y="4451"/>
                    </a:lnTo>
                    <a:lnTo>
                      <a:pt x="48089" y="3884"/>
                    </a:lnTo>
                    <a:lnTo>
                      <a:pt x="47850" y="3346"/>
                    </a:lnTo>
                    <a:lnTo>
                      <a:pt x="47551" y="2838"/>
                    </a:lnTo>
                    <a:lnTo>
                      <a:pt x="47222" y="2360"/>
                    </a:lnTo>
                    <a:lnTo>
                      <a:pt x="46804" y="1882"/>
                    </a:lnTo>
                    <a:lnTo>
                      <a:pt x="46326" y="1464"/>
                    </a:lnTo>
                    <a:lnTo>
                      <a:pt x="46087" y="1285"/>
                    </a:lnTo>
                    <a:lnTo>
                      <a:pt x="45819" y="1106"/>
                    </a:lnTo>
                    <a:lnTo>
                      <a:pt x="45520" y="927"/>
                    </a:lnTo>
                    <a:lnTo>
                      <a:pt x="45221" y="777"/>
                    </a:lnTo>
                    <a:lnTo>
                      <a:pt x="44893" y="628"/>
                    </a:lnTo>
                    <a:lnTo>
                      <a:pt x="44564" y="509"/>
                    </a:lnTo>
                    <a:lnTo>
                      <a:pt x="44236" y="389"/>
                    </a:lnTo>
                    <a:lnTo>
                      <a:pt x="43847" y="270"/>
                    </a:lnTo>
                    <a:lnTo>
                      <a:pt x="43489" y="180"/>
                    </a:lnTo>
                    <a:lnTo>
                      <a:pt x="43101" y="120"/>
                    </a:lnTo>
                    <a:lnTo>
                      <a:pt x="42682" y="61"/>
                    </a:lnTo>
                    <a:lnTo>
                      <a:pt x="42264" y="31"/>
                    </a:lnTo>
                    <a:lnTo>
                      <a:pt x="41816" y="1"/>
                    </a:lnTo>
                    <a:lnTo>
                      <a:pt x="41368" y="1"/>
                    </a:lnTo>
                    <a:lnTo>
                      <a:pt x="40890" y="31"/>
                    </a:lnTo>
                    <a:lnTo>
                      <a:pt x="40383" y="61"/>
                    </a:lnTo>
                    <a:lnTo>
                      <a:pt x="12545" y="61"/>
                    </a:lnTo>
                    <a:lnTo>
                      <a:pt x="11649" y="90"/>
                    </a:lnTo>
                    <a:lnTo>
                      <a:pt x="10693" y="90"/>
                    </a:lnTo>
                    <a:lnTo>
                      <a:pt x="8752" y="31"/>
                    </a:lnTo>
                    <a:lnTo>
                      <a:pt x="77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49"/>
              <p:cNvSpPr/>
              <p:nvPr/>
            </p:nvSpPr>
            <p:spPr>
              <a:xfrm>
                <a:off x="4201500" y="7338100"/>
                <a:ext cx="1027500" cy="303950"/>
              </a:xfrm>
              <a:custGeom>
                <a:rect b="b" l="l" r="r" t="t"/>
                <a:pathLst>
                  <a:path extrusionOk="0" h="12158" w="41100">
                    <a:moveTo>
                      <a:pt x="7169" y="1"/>
                    </a:moveTo>
                    <a:lnTo>
                      <a:pt x="6213" y="60"/>
                    </a:lnTo>
                    <a:lnTo>
                      <a:pt x="5317" y="150"/>
                    </a:lnTo>
                    <a:lnTo>
                      <a:pt x="4839" y="210"/>
                    </a:lnTo>
                    <a:lnTo>
                      <a:pt x="4421" y="329"/>
                    </a:lnTo>
                    <a:lnTo>
                      <a:pt x="3973" y="419"/>
                    </a:lnTo>
                    <a:lnTo>
                      <a:pt x="3555" y="568"/>
                    </a:lnTo>
                    <a:lnTo>
                      <a:pt x="3166" y="747"/>
                    </a:lnTo>
                    <a:lnTo>
                      <a:pt x="2778" y="927"/>
                    </a:lnTo>
                    <a:lnTo>
                      <a:pt x="2420" y="1166"/>
                    </a:lnTo>
                    <a:lnTo>
                      <a:pt x="2061" y="1434"/>
                    </a:lnTo>
                    <a:lnTo>
                      <a:pt x="1733" y="1733"/>
                    </a:lnTo>
                    <a:lnTo>
                      <a:pt x="1434" y="2062"/>
                    </a:lnTo>
                    <a:lnTo>
                      <a:pt x="1165" y="2420"/>
                    </a:lnTo>
                    <a:lnTo>
                      <a:pt x="896" y="2838"/>
                    </a:lnTo>
                    <a:lnTo>
                      <a:pt x="687" y="3316"/>
                    </a:lnTo>
                    <a:lnTo>
                      <a:pt x="478" y="3824"/>
                    </a:lnTo>
                    <a:lnTo>
                      <a:pt x="299" y="4361"/>
                    </a:lnTo>
                    <a:lnTo>
                      <a:pt x="180" y="4959"/>
                    </a:lnTo>
                    <a:lnTo>
                      <a:pt x="90" y="5616"/>
                    </a:lnTo>
                    <a:lnTo>
                      <a:pt x="0" y="6333"/>
                    </a:lnTo>
                    <a:lnTo>
                      <a:pt x="150" y="7050"/>
                    </a:lnTo>
                    <a:lnTo>
                      <a:pt x="299" y="7707"/>
                    </a:lnTo>
                    <a:lnTo>
                      <a:pt x="448" y="8274"/>
                    </a:lnTo>
                    <a:lnTo>
                      <a:pt x="658" y="8812"/>
                    </a:lnTo>
                    <a:lnTo>
                      <a:pt x="896" y="9320"/>
                    </a:lnTo>
                    <a:lnTo>
                      <a:pt x="1165" y="9768"/>
                    </a:lnTo>
                    <a:lnTo>
                      <a:pt x="1494" y="10156"/>
                    </a:lnTo>
                    <a:lnTo>
                      <a:pt x="1852" y="10484"/>
                    </a:lnTo>
                    <a:lnTo>
                      <a:pt x="2270" y="10813"/>
                    </a:lnTo>
                    <a:lnTo>
                      <a:pt x="2718" y="11082"/>
                    </a:lnTo>
                    <a:lnTo>
                      <a:pt x="3256" y="11321"/>
                    </a:lnTo>
                    <a:lnTo>
                      <a:pt x="3824" y="11500"/>
                    </a:lnTo>
                    <a:lnTo>
                      <a:pt x="4481" y="11679"/>
                    </a:lnTo>
                    <a:lnTo>
                      <a:pt x="5198" y="11799"/>
                    </a:lnTo>
                    <a:lnTo>
                      <a:pt x="6004" y="11918"/>
                    </a:lnTo>
                    <a:lnTo>
                      <a:pt x="6870" y="12008"/>
                    </a:lnTo>
                    <a:lnTo>
                      <a:pt x="7826" y="12068"/>
                    </a:lnTo>
                    <a:lnTo>
                      <a:pt x="8901" y="12127"/>
                    </a:lnTo>
                    <a:lnTo>
                      <a:pt x="11261" y="12157"/>
                    </a:lnTo>
                    <a:lnTo>
                      <a:pt x="14039" y="12157"/>
                    </a:lnTo>
                    <a:lnTo>
                      <a:pt x="17264" y="12127"/>
                    </a:lnTo>
                    <a:lnTo>
                      <a:pt x="20938" y="12068"/>
                    </a:lnTo>
                    <a:lnTo>
                      <a:pt x="25120" y="12038"/>
                    </a:lnTo>
                    <a:lnTo>
                      <a:pt x="29839" y="12038"/>
                    </a:lnTo>
                    <a:lnTo>
                      <a:pt x="35126" y="12068"/>
                    </a:lnTo>
                    <a:lnTo>
                      <a:pt x="35514" y="12038"/>
                    </a:lnTo>
                    <a:lnTo>
                      <a:pt x="35872" y="12008"/>
                    </a:lnTo>
                    <a:lnTo>
                      <a:pt x="36231" y="11948"/>
                    </a:lnTo>
                    <a:lnTo>
                      <a:pt x="36589" y="11858"/>
                    </a:lnTo>
                    <a:lnTo>
                      <a:pt x="37246" y="11649"/>
                    </a:lnTo>
                    <a:lnTo>
                      <a:pt x="37844" y="11410"/>
                    </a:lnTo>
                    <a:lnTo>
                      <a:pt x="38381" y="11112"/>
                    </a:lnTo>
                    <a:lnTo>
                      <a:pt x="38889" y="10753"/>
                    </a:lnTo>
                    <a:lnTo>
                      <a:pt x="39337" y="10365"/>
                    </a:lnTo>
                    <a:lnTo>
                      <a:pt x="39725" y="9917"/>
                    </a:lnTo>
                    <a:lnTo>
                      <a:pt x="40084" y="9469"/>
                    </a:lnTo>
                    <a:lnTo>
                      <a:pt x="40382" y="8961"/>
                    </a:lnTo>
                    <a:lnTo>
                      <a:pt x="40621" y="8453"/>
                    </a:lnTo>
                    <a:lnTo>
                      <a:pt x="40830" y="7916"/>
                    </a:lnTo>
                    <a:lnTo>
                      <a:pt x="40980" y="7348"/>
                    </a:lnTo>
                    <a:lnTo>
                      <a:pt x="41069" y="6781"/>
                    </a:lnTo>
                    <a:lnTo>
                      <a:pt x="41099" y="6213"/>
                    </a:lnTo>
                    <a:lnTo>
                      <a:pt x="41099" y="5646"/>
                    </a:lnTo>
                    <a:lnTo>
                      <a:pt x="41039" y="5078"/>
                    </a:lnTo>
                    <a:lnTo>
                      <a:pt x="40920" y="4541"/>
                    </a:lnTo>
                    <a:lnTo>
                      <a:pt x="40741" y="3973"/>
                    </a:lnTo>
                    <a:lnTo>
                      <a:pt x="40532" y="3465"/>
                    </a:lnTo>
                    <a:lnTo>
                      <a:pt x="40263" y="2958"/>
                    </a:lnTo>
                    <a:lnTo>
                      <a:pt x="39964" y="2450"/>
                    </a:lnTo>
                    <a:lnTo>
                      <a:pt x="39576" y="2002"/>
                    </a:lnTo>
                    <a:lnTo>
                      <a:pt x="39158" y="1584"/>
                    </a:lnTo>
                    <a:lnTo>
                      <a:pt x="38710" y="1225"/>
                    </a:lnTo>
                    <a:lnTo>
                      <a:pt x="38172" y="867"/>
                    </a:lnTo>
                    <a:lnTo>
                      <a:pt x="37605" y="598"/>
                    </a:lnTo>
                    <a:lnTo>
                      <a:pt x="36977" y="359"/>
                    </a:lnTo>
                    <a:lnTo>
                      <a:pt x="36290" y="180"/>
                    </a:lnTo>
                    <a:lnTo>
                      <a:pt x="35932" y="120"/>
                    </a:lnTo>
                    <a:lnTo>
                      <a:pt x="35574" y="60"/>
                    </a:lnTo>
                    <a:lnTo>
                      <a:pt x="35185" y="31"/>
                    </a:lnTo>
                    <a:lnTo>
                      <a:pt x="11769" y="31"/>
                    </a:lnTo>
                    <a:lnTo>
                      <a:pt x="10902" y="60"/>
                    </a:lnTo>
                    <a:lnTo>
                      <a:pt x="10006" y="60"/>
                    </a:lnTo>
                    <a:lnTo>
                      <a:pt x="812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49"/>
              <p:cNvSpPr/>
              <p:nvPr/>
            </p:nvSpPr>
            <p:spPr>
              <a:xfrm>
                <a:off x="4296325" y="7037925"/>
                <a:ext cx="838575" cy="301700"/>
              </a:xfrm>
              <a:custGeom>
                <a:rect b="b" l="l" r="r" t="t"/>
                <a:pathLst>
                  <a:path extrusionOk="0" h="12068" w="33543">
                    <a:moveTo>
                      <a:pt x="11112" y="1"/>
                    </a:moveTo>
                    <a:lnTo>
                      <a:pt x="7647" y="31"/>
                    </a:lnTo>
                    <a:lnTo>
                      <a:pt x="6303" y="60"/>
                    </a:lnTo>
                    <a:lnTo>
                      <a:pt x="5317" y="90"/>
                    </a:lnTo>
                    <a:lnTo>
                      <a:pt x="4750" y="120"/>
                    </a:lnTo>
                    <a:lnTo>
                      <a:pt x="4600" y="150"/>
                    </a:lnTo>
                    <a:lnTo>
                      <a:pt x="4600" y="180"/>
                    </a:lnTo>
                    <a:lnTo>
                      <a:pt x="4630" y="180"/>
                    </a:lnTo>
                    <a:lnTo>
                      <a:pt x="4093" y="329"/>
                    </a:lnTo>
                    <a:lnTo>
                      <a:pt x="3585" y="538"/>
                    </a:lnTo>
                    <a:lnTo>
                      <a:pt x="3107" y="747"/>
                    </a:lnTo>
                    <a:lnTo>
                      <a:pt x="2689" y="1016"/>
                    </a:lnTo>
                    <a:lnTo>
                      <a:pt x="2271" y="1315"/>
                    </a:lnTo>
                    <a:lnTo>
                      <a:pt x="1912" y="1643"/>
                    </a:lnTo>
                    <a:lnTo>
                      <a:pt x="1554" y="1972"/>
                    </a:lnTo>
                    <a:lnTo>
                      <a:pt x="1255" y="2360"/>
                    </a:lnTo>
                    <a:lnTo>
                      <a:pt x="986" y="2749"/>
                    </a:lnTo>
                    <a:lnTo>
                      <a:pt x="718" y="3167"/>
                    </a:lnTo>
                    <a:lnTo>
                      <a:pt x="508" y="3585"/>
                    </a:lnTo>
                    <a:lnTo>
                      <a:pt x="359" y="4033"/>
                    </a:lnTo>
                    <a:lnTo>
                      <a:pt x="210" y="4511"/>
                    </a:lnTo>
                    <a:lnTo>
                      <a:pt x="90" y="4959"/>
                    </a:lnTo>
                    <a:lnTo>
                      <a:pt x="31" y="5437"/>
                    </a:lnTo>
                    <a:lnTo>
                      <a:pt x="1" y="5915"/>
                    </a:lnTo>
                    <a:lnTo>
                      <a:pt x="1" y="6393"/>
                    </a:lnTo>
                    <a:lnTo>
                      <a:pt x="31" y="6870"/>
                    </a:lnTo>
                    <a:lnTo>
                      <a:pt x="120" y="7318"/>
                    </a:lnTo>
                    <a:lnTo>
                      <a:pt x="240" y="7796"/>
                    </a:lnTo>
                    <a:lnTo>
                      <a:pt x="389" y="8244"/>
                    </a:lnTo>
                    <a:lnTo>
                      <a:pt x="568" y="8692"/>
                    </a:lnTo>
                    <a:lnTo>
                      <a:pt x="777" y="9111"/>
                    </a:lnTo>
                    <a:lnTo>
                      <a:pt x="1046" y="9529"/>
                    </a:lnTo>
                    <a:lnTo>
                      <a:pt x="1375" y="9917"/>
                    </a:lnTo>
                    <a:lnTo>
                      <a:pt x="1703" y="10275"/>
                    </a:lnTo>
                    <a:lnTo>
                      <a:pt x="2091" y="10634"/>
                    </a:lnTo>
                    <a:lnTo>
                      <a:pt x="2510" y="10932"/>
                    </a:lnTo>
                    <a:lnTo>
                      <a:pt x="2988" y="11231"/>
                    </a:lnTo>
                    <a:lnTo>
                      <a:pt x="3495" y="11500"/>
                    </a:lnTo>
                    <a:lnTo>
                      <a:pt x="4033" y="11709"/>
                    </a:lnTo>
                    <a:lnTo>
                      <a:pt x="4630" y="11888"/>
                    </a:lnTo>
                    <a:lnTo>
                      <a:pt x="5377" y="11978"/>
                    </a:lnTo>
                    <a:lnTo>
                      <a:pt x="5944" y="12038"/>
                    </a:lnTo>
                    <a:lnTo>
                      <a:pt x="6363" y="12067"/>
                    </a:lnTo>
                    <a:lnTo>
                      <a:pt x="6751" y="12067"/>
                    </a:lnTo>
                    <a:lnTo>
                      <a:pt x="7737" y="12038"/>
                    </a:lnTo>
                    <a:lnTo>
                      <a:pt x="27569" y="12038"/>
                    </a:lnTo>
                    <a:lnTo>
                      <a:pt x="28286" y="11978"/>
                    </a:lnTo>
                    <a:lnTo>
                      <a:pt x="29003" y="11829"/>
                    </a:lnTo>
                    <a:lnTo>
                      <a:pt x="29630" y="11649"/>
                    </a:lnTo>
                    <a:lnTo>
                      <a:pt x="30227" y="11410"/>
                    </a:lnTo>
                    <a:lnTo>
                      <a:pt x="30765" y="11112"/>
                    </a:lnTo>
                    <a:lnTo>
                      <a:pt x="31273" y="10783"/>
                    </a:lnTo>
                    <a:lnTo>
                      <a:pt x="31721" y="10395"/>
                    </a:lnTo>
                    <a:lnTo>
                      <a:pt x="32109" y="9977"/>
                    </a:lnTo>
                    <a:lnTo>
                      <a:pt x="32468" y="9559"/>
                    </a:lnTo>
                    <a:lnTo>
                      <a:pt x="32766" y="9081"/>
                    </a:lnTo>
                    <a:lnTo>
                      <a:pt x="33005" y="8573"/>
                    </a:lnTo>
                    <a:lnTo>
                      <a:pt x="33214" y="8065"/>
                    </a:lnTo>
                    <a:lnTo>
                      <a:pt x="33364" y="7557"/>
                    </a:lnTo>
                    <a:lnTo>
                      <a:pt x="33453" y="7020"/>
                    </a:lnTo>
                    <a:lnTo>
                      <a:pt x="33513" y="6452"/>
                    </a:lnTo>
                    <a:lnTo>
                      <a:pt x="33543" y="5915"/>
                    </a:lnTo>
                    <a:lnTo>
                      <a:pt x="33513" y="5377"/>
                    </a:lnTo>
                    <a:lnTo>
                      <a:pt x="33423" y="4839"/>
                    </a:lnTo>
                    <a:lnTo>
                      <a:pt x="33304" y="4302"/>
                    </a:lnTo>
                    <a:lnTo>
                      <a:pt x="33125" y="3764"/>
                    </a:lnTo>
                    <a:lnTo>
                      <a:pt x="32886" y="3286"/>
                    </a:lnTo>
                    <a:lnTo>
                      <a:pt x="32617" y="2778"/>
                    </a:lnTo>
                    <a:lnTo>
                      <a:pt x="32318" y="2330"/>
                    </a:lnTo>
                    <a:lnTo>
                      <a:pt x="31960" y="1912"/>
                    </a:lnTo>
                    <a:lnTo>
                      <a:pt x="31542" y="1524"/>
                    </a:lnTo>
                    <a:lnTo>
                      <a:pt x="31094" y="1166"/>
                    </a:lnTo>
                    <a:lnTo>
                      <a:pt x="30616" y="837"/>
                    </a:lnTo>
                    <a:lnTo>
                      <a:pt x="30078" y="568"/>
                    </a:lnTo>
                    <a:lnTo>
                      <a:pt x="29481" y="359"/>
                    </a:lnTo>
                    <a:lnTo>
                      <a:pt x="28853" y="180"/>
                    </a:lnTo>
                    <a:lnTo>
                      <a:pt x="28167" y="60"/>
                    </a:lnTo>
                    <a:lnTo>
                      <a:pt x="27450" y="31"/>
                    </a:lnTo>
                    <a:lnTo>
                      <a:pt x="23119" y="31"/>
                    </a:lnTo>
                    <a:lnTo>
                      <a:pt x="151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49"/>
              <p:cNvSpPr/>
              <p:nvPr/>
            </p:nvSpPr>
            <p:spPr>
              <a:xfrm>
                <a:off x="4385925" y="6734025"/>
                <a:ext cx="658625" cy="304675"/>
              </a:xfrm>
              <a:custGeom>
                <a:rect b="b" l="l" r="r" t="t"/>
                <a:pathLst>
                  <a:path extrusionOk="0" h="12187" w="26345">
                    <a:moveTo>
                      <a:pt x="6303" y="0"/>
                    </a:moveTo>
                    <a:lnTo>
                      <a:pt x="5945" y="30"/>
                    </a:lnTo>
                    <a:lnTo>
                      <a:pt x="5258" y="150"/>
                    </a:lnTo>
                    <a:lnTo>
                      <a:pt x="4571" y="329"/>
                    </a:lnTo>
                    <a:lnTo>
                      <a:pt x="3973" y="538"/>
                    </a:lnTo>
                    <a:lnTo>
                      <a:pt x="3376" y="837"/>
                    </a:lnTo>
                    <a:lnTo>
                      <a:pt x="2838" y="1165"/>
                    </a:lnTo>
                    <a:lnTo>
                      <a:pt x="2331" y="1524"/>
                    </a:lnTo>
                    <a:lnTo>
                      <a:pt x="1883" y="1942"/>
                    </a:lnTo>
                    <a:lnTo>
                      <a:pt x="1464" y="2390"/>
                    </a:lnTo>
                    <a:lnTo>
                      <a:pt x="1106" y="2868"/>
                    </a:lnTo>
                    <a:lnTo>
                      <a:pt x="777" y="3375"/>
                    </a:lnTo>
                    <a:lnTo>
                      <a:pt x="509" y="3913"/>
                    </a:lnTo>
                    <a:lnTo>
                      <a:pt x="300" y="4481"/>
                    </a:lnTo>
                    <a:lnTo>
                      <a:pt x="150" y="5018"/>
                    </a:lnTo>
                    <a:lnTo>
                      <a:pt x="31" y="5616"/>
                    </a:lnTo>
                    <a:lnTo>
                      <a:pt x="1" y="6183"/>
                    </a:lnTo>
                    <a:lnTo>
                      <a:pt x="1" y="6751"/>
                    </a:lnTo>
                    <a:lnTo>
                      <a:pt x="61" y="7318"/>
                    </a:lnTo>
                    <a:lnTo>
                      <a:pt x="210" y="7886"/>
                    </a:lnTo>
                    <a:lnTo>
                      <a:pt x="389" y="8423"/>
                    </a:lnTo>
                    <a:lnTo>
                      <a:pt x="628" y="8961"/>
                    </a:lnTo>
                    <a:lnTo>
                      <a:pt x="957" y="9469"/>
                    </a:lnTo>
                    <a:lnTo>
                      <a:pt x="1136" y="9708"/>
                    </a:lnTo>
                    <a:lnTo>
                      <a:pt x="1345" y="9946"/>
                    </a:lnTo>
                    <a:lnTo>
                      <a:pt x="1554" y="10185"/>
                    </a:lnTo>
                    <a:lnTo>
                      <a:pt x="1793" y="10394"/>
                    </a:lnTo>
                    <a:lnTo>
                      <a:pt x="2062" y="10604"/>
                    </a:lnTo>
                    <a:lnTo>
                      <a:pt x="2331" y="10813"/>
                    </a:lnTo>
                    <a:lnTo>
                      <a:pt x="2599" y="11022"/>
                    </a:lnTo>
                    <a:lnTo>
                      <a:pt x="2928" y="11201"/>
                    </a:lnTo>
                    <a:lnTo>
                      <a:pt x="3257" y="11350"/>
                    </a:lnTo>
                    <a:lnTo>
                      <a:pt x="3585" y="11529"/>
                    </a:lnTo>
                    <a:lnTo>
                      <a:pt x="3944" y="11649"/>
                    </a:lnTo>
                    <a:lnTo>
                      <a:pt x="4332" y="11798"/>
                    </a:lnTo>
                    <a:lnTo>
                      <a:pt x="4720" y="11918"/>
                    </a:lnTo>
                    <a:lnTo>
                      <a:pt x="5138" y="12007"/>
                    </a:lnTo>
                    <a:lnTo>
                      <a:pt x="5586" y="12097"/>
                    </a:lnTo>
                    <a:lnTo>
                      <a:pt x="6034" y="12187"/>
                    </a:lnTo>
                    <a:lnTo>
                      <a:pt x="20341" y="12187"/>
                    </a:lnTo>
                    <a:lnTo>
                      <a:pt x="20968" y="12127"/>
                    </a:lnTo>
                    <a:lnTo>
                      <a:pt x="21596" y="12037"/>
                    </a:lnTo>
                    <a:lnTo>
                      <a:pt x="22163" y="11888"/>
                    </a:lnTo>
                    <a:lnTo>
                      <a:pt x="22701" y="11709"/>
                    </a:lnTo>
                    <a:lnTo>
                      <a:pt x="23209" y="11470"/>
                    </a:lnTo>
                    <a:lnTo>
                      <a:pt x="23686" y="11171"/>
                    </a:lnTo>
                    <a:lnTo>
                      <a:pt x="24105" y="10843"/>
                    </a:lnTo>
                    <a:lnTo>
                      <a:pt x="24493" y="10484"/>
                    </a:lnTo>
                    <a:lnTo>
                      <a:pt x="24881" y="10096"/>
                    </a:lnTo>
                    <a:lnTo>
                      <a:pt x="25180" y="9708"/>
                    </a:lnTo>
                    <a:lnTo>
                      <a:pt x="25479" y="9259"/>
                    </a:lnTo>
                    <a:lnTo>
                      <a:pt x="25718" y="8782"/>
                    </a:lnTo>
                    <a:lnTo>
                      <a:pt x="25927" y="8304"/>
                    </a:lnTo>
                    <a:lnTo>
                      <a:pt x="26076" y="7826"/>
                    </a:lnTo>
                    <a:lnTo>
                      <a:pt x="26225" y="7318"/>
                    </a:lnTo>
                    <a:lnTo>
                      <a:pt x="26285" y="6810"/>
                    </a:lnTo>
                    <a:lnTo>
                      <a:pt x="26345" y="6273"/>
                    </a:lnTo>
                    <a:lnTo>
                      <a:pt x="26345" y="5765"/>
                    </a:lnTo>
                    <a:lnTo>
                      <a:pt x="26285" y="5257"/>
                    </a:lnTo>
                    <a:lnTo>
                      <a:pt x="26195" y="4720"/>
                    </a:lnTo>
                    <a:lnTo>
                      <a:pt x="26076" y="4242"/>
                    </a:lnTo>
                    <a:lnTo>
                      <a:pt x="25897" y="3734"/>
                    </a:lnTo>
                    <a:lnTo>
                      <a:pt x="25658" y="3256"/>
                    </a:lnTo>
                    <a:lnTo>
                      <a:pt x="25389" y="2808"/>
                    </a:lnTo>
                    <a:lnTo>
                      <a:pt x="25060" y="2390"/>
                    </a:lnTo>
                    <a:lnTo>
                      <a:pt x="24702" y="1972"/>
                    </a:lnTo>
                    <a:lnTo>
                      <a:pt x="24284" y="1583"/>
                    </a:lnTo>
                    <a:lnTo>
                      <a:pt x="23806" y="1255"/>
                    </a:lnTo>
                    <a:lnTo>
                      <a:pt x="23298" y="926"/>
                    </a:lnTo>
                    <a:lnTo>
                      <a:pt x="22731" y="657"/>
                    </a:lnTo>
                    <a:lnTo>
                      <a:pt x="22103" y="448"/>
                    </a:lnTo>
                    <a:lnTo>
                      <a:pt x="21446" y="239"/>
                    </a:lnTo>
                    <a:lnTo>
                      <a:pt x="20759" y="180"/>
                    </a:lnTo>
                    <a:lnTo>
                      <a:pt x="20132" y="150"/>
                    </a:lnTo>
                    <a:lnTo>
                      <a:pt x="19475" y="120"/>
                    </a:lnTo>
                    <a:lnTo>
                      <a:pt x="18728" y="150"/>
                    </a:lnTo>
                    <a:lnTo>
                      <a:pt x="8245" y="150"/>
                    </a:lnTo>
                    <a:lnTo>
                      <a:pt x="7826" y="90"/>
                    </a:lnTo>
                    <a:lnTo>
                      <a:pt x="7438" y="30"/>
                    </a:lnTo>
                    <a:lnTo>
                      <a:pt x="7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49"/>
              <p:cNvSpPr/>
              <p:nvPr/>
            </p:nvSpPr>
            <p:spPr>
              <a:xfrm>
                <a:off x="4494200" y="6360675"/>
                <a:ext cx="442825" cy="308400"/>
              </a:xfrm>
              <a:custGeom>
                <a:rect b="b" l="l" r="r" t="t"/>
                <a:pathLst>
                  <a:path extrusionOk="0" h="12336" w="17713">
                    <a:moveTo>
                      <a:pt x="7886" y="0"/>
                    </a:moveTo>
                    <a:lnTo>
                      <a:pt x="7139" y="60"/>
                    </a:lnTo>
                    <a:lnTo>
                      <a:pt x="6333" y="120"/>
                    </a:lnTo>
                    <a:lnTo>
                      <a:pt x="5526" y="209"/>
                    </a:lnTo>
                    <a:lnTo>
                      <a:pt x="4690" y="329"/>
                    </a:lnTo>
                    <a:lnTo>
                      <a:pt x="4152" y="448"/>
                    </a:lnTo>
                    <a:lnTo>
                      <a:pt x="3645" y="627"/>
                    </a:lnTo>
                    <a:lnTo>
                      <a:pt x="3167" y="866"/>
                    </a:lnTo>
                    <a:lnTo>
                      <a:pt x="2719" y="1165"/>
                    </a:lnTo>
                    <a:lnTo>
                      <a:pt x="2271" y="1523"/>
                    </a:lnTo>
                    <a:lnTo>
                      <a:pt x="1853" y="1912"/>
                    </a:lnTo>
                    <a:lnTo>
                      <a:pt x="1494" y="2360"/>
                    </a:lnTo>
                    <a:lnTo>
                      <a:pt x="1136" y="2808"/>
                    </a:lnTo>
                    <a:lnTo>
                      <a:pt x="837" y="3316"/>
                    </a:lnTo>
                    <a:lnTo>
                      <a:pt x="598" y="3853"/>
                    </a:lnTo>
                    <a:lnTo>
                      <a:pt x="359" y="4391"/>
                    </a:lnTo>
                    <a:lnTo>
                      <a:pt x="210" y="4958"/>
                    </a:lnTo>
                    <a:lnTo>
                      <a:pt x="90" y="5526"/>
                    </a:lnTo>
                    <a:lnTo>
                      <a:pt x="31" y="6093"/>
                    </a:lnTo>
                    <a:lnTo>
                      <a:pt x="1" y="6691"/>
                    </a:lnTo>
                    <a:lnTo>
                      <a:pt x="61" y="7258"/>
                    </a:lnTo>
                    <a:lnTo>
                      <a:pt x="180" y="7826"/>
                    </a:lnTo>
                    <a:lnTo>
                      <a:pt x="359" y="8393"/>
                    </a:lnTo>
                    <a:lnTo>
                      <a:pt x="479" y="8662"/>
                    </a:lnTo>
                    <a:lnTo>
                      <a:pt x="598" y="8931"/>
                    </a:lnTo>
                    <a:lnTo>
                      <a:pt x="777" y="9200"/>
                    </a:lnTo>
                    <a:lnTo>
                      <a:pt x="927" y="9439"/>
                    </a:lnTo>
                    <a:lnTo>
                      <a:pt x="1136" y="9678"/>
                    </a:lnTo>
                    <a:lnTo>
                      <a:pt x="1345" y="9946"/>
                    </a:lnTo>
                    <a:lnTo>
                      <a:pt x="1584" y="10155"/>
                    </a:lnTo>
                    <a:lnTo>
                      <a:pt x="1823" y="10394"/>
                    </a:lnTo>
                    <a:lnTo>
                      <a:pt x="2092" y="10603"/>
                    </a:lnTo>
                    <a:lnTo>
                      <a:pt x="2390" y="10813"/>
                    </a:lnTo>
                    <a:lnTo>
                      <a:pt x="2689" y="11022"/>
                    </a:lnTo>
                    <a:lnTo>
                      <a:pt x="3018" y="11201"/>
                    </a:lnTo>
                    <a:lnTo>
                      <a:pt x="3376" y="11380"/>
                    </a:lnTo>
                    <a:lnTo>
                      <a:pt x="3764" y="11529"/>
                    </a:lnTo>
                    <a:lnTo>
                      <a:pt x="4182" y="11679"/>
                    </a:lnTo>
                    <a:lnTo>
                      <a:pt x="4601" y="11798"/>
                    </a:lnTo>
                    <a:lnTo>
                      <a:pt x="5049" y="11948"/>
                    </a:lnTo>
                    <a:lnTo>
                      <a:pt x="5526" y="12037"/>
                    </a:lnTo>
                    <a:lnTo>
                      <a:pt x="6004" y="12127"/>
                    </a:lnTo>
                    <a:lnTo>
                      <a:pt x="6542" y="12216"/>
                    </a:lnTo>
                    <a:lnTo>
                      <a:pt x="7080" y="12276"/>
                    </a:lnTo>
                    <a:lnTo>
                      <a:pt x="7647" y="12306"/>
                    </a:lnTo>
                    <a:lnTo>
                      <a:pt x="8274" y="12336"/>
                    </a:lnTo>
                    <a:lnTo>
                      <a:pt x="9529" y="12336"/>
                    </a:lnTo>
                    <a:lnTo>
                      <a:pt x="10216" y="12306"/>
                    </a:lnTo>
                    <a:lnTo>
                      <a:pt x="10933" y="12246"/>
                    </a:lnTo>
                    <a:lnTo>
                      <a:pt x="11679" y="12186"/>
                    </a:lnTo>
                    <a:lnTo>
                      <a:pt x="12307" y="12186"/>
                    </a:lnTo>
                    <a:lnTo>
                      <a:pt x="12635" y="12157"/>
                    </a:lnTo>
                    <a:lnTo>
                      <a:pt x="12934" y="12097"/>
                    </a:lnTo>
                    <a:lnTo>
                      <a:pt x="13232" y="12007"/>
                    </a:lnTo>
                    <a:lnTo>
                      <a:pt x="13531" y="11918"/>
                    </a:lnTo>
                    <a:lnTo>
                      <a:pt x="13830" y="11798"/>
                    </a:lnTo>
                    <a:lnTo>
                      <a:pt x="14129" y="11679"/>
                    </a:lnTo>
                    <a:lnTo>
                      <a:pt x="14666" y="11380"/>
                    </a:lnTo>
                    <a:lnTo>
                      <a:pt x="15174" y="11022"/>
                    </a:lnTo>
                    <a:lnTo>
                      <a:pt x="15652" y="10574"/>
                    </a:lnTo>
                    <a:lnTo>
                      <a:pt x="16100" y="10126"/>
                    </a:lnTo>
                    <a:lnTo>
                      <a:pt x="16488" y="9618"/>
                    </a:lnTo>
                    <a:lnTo>
                      <a:pt x="16847" y="9050"/>
                    </a:lnTo>
                    <a:lnTo>
                      <a:pt x="17145" y="8483"/>
                    </a:lnTo>
                    <a:lnTo>
                      <a:pt x="17384" y="7885"/>
                    </a:lnTo>
                    <a:lnTo>
                      <a:pt x="17563" y="7258"/>
                    </a:lnTo>
                    <a:lnTo>
                      <a:pt x="17683" y="6631"/>
                    </a:lnTo>
                    <a:lnTo>
                      <a:pt x="17713" y="6004"/>
                    </a:lnTo>
                    <a:lnTo>
                      <a:pt x="17713" y="5705"/>
                    </a:lnTo>
                    <a:lnTo>
                      <a:pt x="17713" y="5376"/>
                    </a:lnTo>
                    <a:lnTo>
                      <a:pt x="17683" y="5078"/>
                    </a:lnTo>
                    <a:lnTo>
                      <a:pt x="17623" y="4749"/>
                    </a:lnTo>
                    <a:lnTo>
                      <a:pt x="17533" y="4451"/>
                    </a:lnTo>
                    <a:lnTo>
                      <a:pt x="17444" y="4152"/>
                    </a:lnTo>
                    <a:lnTo>
                      <a:pt x="17324" y="3853"/>
                    </a:lnTo>
                    <a:lnTo>
                      <a:pt x="17175" y="3555"/>
                    </a:lnTo>
                    <a:lnTo>
                      <a:pt x="17026" y="3256"/>
                    </a:lnTo>
                    <a:lnTo>
                      <a:pt x="16847" y="2987"/>
                    </a:lnTo>
                    <a:lnTo>
                      <a:pt x="16637" y="2718"/>
                    </a:lnTo>
                    <a:lnTo>
                      <a:pt x="16399" y="2449"/>
                    </a:lnTo>
                    <a:lnTo>
                      <a:pt x="16160" y="2181"/>
                    </a:lnTo>
                    <a:lnTo>
                      <a:pt x="15891" y="1942"/>
                    </a:lnTo>
                    <a:lnTo>
                      <a:pt x="15592" y="1703"/>
                    </a:lnTo>
                    <a:lnTo>
                      <a:pt x="15264" y="1494"/>
                    </a:lnTo>
                    <a:lnTo>
                      <a:pt x="14905" y="1285"/>
                    </a:lnTo>
                    <a:lnTo>
                      <a:pt x="14547" y="1075"/>
                    </a:lnTo>
                    <a:lnTo>
                      <a:pt x="14158" y="896"/>
                    </a:lnTo>
                    <a:lnTo>
                      <a:pt x="13710" y="717"/>
                    </a:lnTo>
                    <a:lnTo>
                      <a:pt x="13262" y="568"/>
                    </a:lnTo>
                    <a:lnTo>
                      <a:pt x="12784" y="418"/>
                    </a:lnTo>
                    <a:lnTo>
                      <a:pt x="12277" y="299"/>
                    </a:lnTo>
                    <a:lnTo>
                      <a:pt x="11739" y="209"/>
                    </a:lnTo>
                    <a:lnTo>
                      <a:pt x="11172" y="120"/>
                    </a:lnTo>
                    <a:lnTo>
                      <a:pt x="10574" y="60"/>
                    </a:lnTo>
                    <a:lnTo>
                      <a:pt x="99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50"/>
          <p:cNvSpPr txBox="1"/>
          <p:nvPr>
            <p:ph type="title"/>
          </p:nvPr>
        </p:nvSpPr>
        <p:spPr>
          <a:xfrm>
            <a:off x="377750" y="360925"/>
            <a:ext cx="1896300" cy="57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Resources</a:t>
            </a:r>
            <a:endParaRPr sz="2500"/>
          </a:p>
        </p:txBody>
      </p:sp>
      <p:sp>
        <p:nvSpPr>
          <p:cNvPr id="1863" name="Google Shape;1863;p50"/>
          <p:cNvSpPr txBox="1"/>
          <p:nvPr/>
        </p:nvSpPr>
        <p:spPr>
          <a:xfrm>
            <a:off x="565525" y="992175"/>
            <a:ext cx="74433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igtree Medium"/>
              <a:buChar char="●"/>
            </a:pPr>
            <a:r>
              <a:rPr lang="en" sz="1500">
                <a:latin typeface="Figtree Medium"/>
                <a:ea typeface="Figtree Medium"/>
                <a:cs typeface="Figtree Medium"/>
                <a:sym typeface="Figtree Medium"/>
              </a:rPr>
              <a:t>Landivar, L.C., Graf, N.L., &amp; Altamirano Rayo, G. (2023). </a:t>
            </a:r>
            <a:r>
              <a:rPr i="1" lang="en" sz="1500">
                <a:latin typeface="Figtree Medium"/>
                <a:ea typeface="Figtree Medium"/>
                <a:cs typeface="Figtree Medium"/>
                <a:sym typeface="Figtree Medium"/>
              </a:rPr>
              <a:t>Childcare Prices in Local Areas: Initial Findings from the National Database of Childcare Prices.</a:t>
            </a:r>
            <a:r>
              <a:rPr lang="en" sz="1500">
                <a:latin typeface="Figtree Medium"/>
                <a:ea typeface="Figtree Medium"/>
                <a:cs typeface="Figtree Medium"/>
                <a:sym typeface="Figtree Medium"/>
              </a:rPr>
              <a:t> U.S. Department of Labor, Women's  Bureau. </a:t>
            </a:r>
            <a:r>
              <a:rPr lang="en" sz="1500" u="sng">
                <a:solidFill>
                  <a:schemeClr val="hlink"/>
                </a:solidFill>
                <a:latin typeface="Figtree Medium"/>
                <a:ea typeface="Figtree Medium"/>
                <a:cs typeface="Figtree Medium"/>
                <a:sym typeface="Figtree Medium"/>
                <a:hlinkClick r:id="rId3"/>
              </a:rPr>
              <a:t>https://www.dol.gov/sites/dolgov/files/WB/NDCP/508_WB_IssueBrief-NDCP-20230213.pdf</a:t>
            </a:r>
            <a:endParaRPr sz="15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igtree Medium"/>
              <a:buChar char="●"/>
            </a:pPr>
            <a:r>
              <a:rPr lang="en" sz="1500">
                <a:latin typeface="Figtree Medium"/>
                <a:ea typeface="Figtree Medium"/>
                <a:cs typeface="Figtree Medium"/>
                <a:sym typeface="Figtree Medium"/>
              </a:rPr>
              <a:t>Araujo, V., McBride, L., &amp; Sandler, D.H. (2025). </a:t>
            </a:r>
            <a:r>
              <a:rPr i="1" lang="en" sz="1500">
                <a:latin typeface="Figtree Medium"/>
                <a:ea typeface="Figtree Medium"/>
                <a:cs typeface="Figtree Medium"/>
                <a:sym typeface="Figtree Medium"/>
              </a:rPr>
              <a:t>The Impact of Childcare Costs on Mothers' Labor Force Participation.</a:t>
            </a:r>
            <a:r>
              <a:rPr lang="en" sz="1500">
                <a:latin typeface="Figtree Medium"/>
                <a:ea typeface="Figtree Medium"/>
                <a:cs typeface="Figtree Medium"/>
                <a:sym typeface="Figtree Medium"/>
              </a:rPr>
              <a:t> U.S. Census Bureau, Center for Economic Studies Working Paper No. CES-WP-25-25. </a:t>
            </a:r>
            <a:r>
              <a:rPr lang="en" sz="1500" u="sng">
                <a:solidFill>
                  <a:schemeClr val="hlink"/>
                </a:solidFill>
                <a:latin typeface="Figtree Medium"/>
                <a:ea typeface="Figtree Medium"/>
                <a:cs typeface="Figtree Medium"/>
                <a:sym typeface="Figtree Medium"/>
                <a:hlinkClick r:id="rId4"/>
              </a:rPr>
              <a:t>https://www.census.gov/library/working-papers/2025/adrm/CES-WP-25-25.html</a:t>
            </a:r>
            <a:endParaRPr sz="15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igtree Medium"/>
              <a:buChar char="●"/>
            </a:pPr>
            <a:r>
              <a:rPr lang="en" sz="1500">
                <a:latin typeface="Figtree Medium"/>
                <a:ea typeface="Figtree Medium"/>
                <a:cs typeface="Figtree Medium"/>
                <a:sym typeface="Figtree Medium"/>
              </a:rPr>
              <a:t>U.S. Government Accountability Office. (2023). </a:t>
            </a:r>
            <a:r>
              <a:rPr i="1" lang="en" sz="1500">
                <a:latin typeface="Figtree Medium"/>
                <a:ea typeface="Figtree Medium"/>
                <a:cs typeface="Figtree Medium"/>
                <a:sym typeface="Figtree Medium"/>
              </a:rPr>
              <a:t>Child Care: Subsidy Eligibility and Use in Fiscal Year 2019 and State Program Changes During the Pandemic.</a:t>
            </a:r>
            <a:r>
              <a:rPr lang="en" sz="1500">
                <a:latin typeface="Figtree Medium"/>
                <a:ea typeface="Figtree Medium"/>
                <a:cs typeface="Figtree Medium"/>
                <a:sym typeface="Figtree Medium"/>
              </a:rPr>
              <a:t> GAO-23-106073. </a:t>
            </a:r>
            <a:r>
              <a:rPr lang="en" sz="1500" u="sng">
                <a:solidFill>
                  <a:schemeClr val="hlink"/>
                </a:solidFill>
                <a:latin typeface="Figtree Medium"/>
                <a:ea typeface="Figtree Medium"/>
                <a:cs typeface="Figtree Medium"/>
                <a:sym typeface="Figtree Medium"/>
                <a:hlinkClick r:id="rId5"/>
              </a:rPr>
              <a:t>https://www.gao.gov/products/gao-23-106073</a:t>
            </a:r>
            <a:endParaRPr sz="15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51"/>
          <p:cNvSpPr txBox="1"/>
          <p:nvPr>
            <p:ph type="title"/>
          </p:nvPr>
        </p:nvSpPr>
        <p:spPr>
          <a:xfrm>
            <a:off x="713225" y="948388"/>
            <a:ext cx="5201700" cy="11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grpSp>
        <p:nvGrpSpPr>
          <p:cNvPr id="1869" name="Google Shape;1869;p51"/>
          <p:cNvGrpSpPr/>
          <p:nvPr/>
        </p:nvGrpSpPr>
        <p:grpSpPr>
          <a:xfrm>
            <a:off x="5878512" y="2605896"/>
            <a:ext cx="2903594" cy="2443927"/>
            <a:chOff x="-847725" y="4134750"/>
            <a:chExt cx="4391400" cy="3696200"/>
          </a:xfrm>
        </p:grpSpPr>
        <p:sp>
          <p:nvSpPr>
            <p:cNvPr id="1870" name="Google Shape;1870;p51"/>
            <p:cNvSpPr/>
            <p:nvPr/>
          </p:nvSpPr>
          <p:spPr>
            <a:xfrm>
              <a:off x="291750" y="4841875"/>
              <a:ext cx="755675" cy="919225"/>
            </a:xfrm>
            <a:custGeom>
              <a:rect b="b" l="l" r="r" t="t"/>
              <a:pathLst>
                <a:path extrusionOk="0" h="36769" w="30227">
                  <a:moveTo>
                    <a:pt x="29928" y="0"/>
                  </a:moveTo>
                  <a:lnTo>
                    <a:pt x="29809" y="90"/>
                  </a:lnTo>
                  <a:lnTo>
                    <a:pt x="29659" y="269"/>
                  </a:lnTo>
                  <a:lnTo>
                    <a:pt x="29510" y="508"/>
                  </a:lnTo>
                  <a:lnTo>
                    <a:pt x="29331" y="837"/>
                  </a:lnTo>
                  <a:lnTo>
                    <a:pt x="29151" y="1225"/>
                  </a:lnTo>
                  <a:lnTo>
                    <a:pt x="28703" y="2240"/>
                  </a:lnTo>
                  <a:lnTo>
                    <a:pt x="28166" y="3584"/>
                  </a:lnTo>
                  <a:lnTo>
                    <a:pt x="27598" y="5197"/>
                  </a:lnTo>
                  <a:lnTo>
                    <a:pt x="26911" y="7139"/>
                  </a:lnTo>
                  <a:lnTo>
                    <a:pt x="26165" y="9379"/>
                  </a:lnTo>
                  <a:lnTo>
                    <a:pt x="25806" y="9857"/>
                  </a:lnTo>
                  <a:lnTo>
                    <a:pt x="25328" y="10514"/>
                  </a:lnTo>
                  <a:lnTo>
                    <a:pt x="24701" y="11290"/>
                  </a:lnTo>
                  <a:lnTo>
                    <a:pt x="23925" y="12127"/>
                  </a:lnTo>
                  <a:lnTo>
                    <a:pt x="23417" y="12634"/>
                  </a:lnTo>
                  <a:lnTo>
                    <a:pt x="22909" y="13112"/>
                  </a:lnTo>
                  <a:lnTo>
                    <a:pt x="22401" y="13560"/>
                  </a:lnTo>
                  <a:lnTo>
                    <a:pt x="21923" y="14008"/>
                  </a:lnTo>
                  <a:lnTo>
                    <a:pt x="21416" y="14397"/>
                  </a:lnTo>
                  <a:lnTo>
                    <a:pt x="20908" y="14785"/>
                  </a:lnTo>
                  <a:lnTo>
                    <a:pt x="19892" y="15502"/>
                  </a:lnTo>
                  <a:lnTo>
                    <a:pt x="18847" y="16159"/>
                  </a:lnTo>
                  <a:lnTo>
                    <a:pt x="17831" y="16756"/>
                  </a:lnTo>
                  <a:lnTo>
                    <a:pt x="16786" y="17324"/>
                  </a:lnTo>
                  <a:lnTo>
                    <a:pt x="15770" y="17861"/>
                  </a:lnTo>
                  <a:lnTo>
                    <a:pt x="13680" y="18996"/>
                  </a:lnTo>
                  <a:lnTo>
                    <a:pt x="12604" y="19594"/>
                  </a:lnTo>
                  <a:lnTo>
                    <a:pt x="11559" y="20251"/>
                  </a:lnTo>
                  <a:lnTo>
                    <a:pt x="10484" y="20938"/>
                  </a:lnTo>
                  <a:lnTo>
                    <a:pt x="9409" y="21714"/>
                  </a:lnTo>
                  <a:lnTo>
                    <a:pt x="8871" y="22162"/>
                  </a:lnTo>
                  <a:lnTo>
                    <a:pt x="8333" y="22610"/>
                  </a:lnTo>
                  <a:lnTo>
                    <a:pt x="7796" y="23088"/>
                  </a:lnTo>
                  <a:lnTo>
                    <a:pt x="7228" y="23596"/>
                  </a:lnTo>
                  <a:lnTo>
                    <a:pt x="6631" y="24193"/>
                  </a:lnTo>
                  <a:lnTo>
                    <a:pt x="5884" y="24970"/>
                  </a:lnTo>
                  <a:lnTo>
                    <a:pt x="5346" y="25597"/>
                  </a:lnTo>
                  <a:lnTo>
                    <a:pt x="4898" y="26165"/>
                  </a:lnTo>
                  <a:lnTo>
                    <a:pt x="4152" y="27121"/>
                  </a:lnTo>
                  <a:lnTo>
                    <a:pt x="0" y="32915"/>
                  </a:lnTo>
                  <a:lnTo>
                    <a:pt x="119" y="33333"/>
                  </a:lnTo>
                  <a:lnTo>
                    <a:pt x="269" y="33751"/>
                  </a:lnTo>
                  <a:lnTo>
                    <a:pt x="448" y="34140"/>
                  </a:lnTo>
                  <a:lnTo>
                    <a:pt x="627" y="34498"/>
                  </a:lnTo>
                  <a:lnTo>
                    <a:pt x="866" y="34856"/>
                  </a:lnTo>
                  <a:lnTo>
                    <a:pt x="1105" y="35185"/>
                  </a:lnTo>
                  <a:lnTo>
                    <a:pt x="1374" y="35484"/>
                  </a:lnTo>
                  <a:lnTo>
                    <a:pt x="1673" y="35753"/>
                  </a:lnTo>
                  <a:lnTo>
                    <a:pt x="1971" y="35991"/>
                  </a:lnTo>
                  <a:lnTo>
                    <a:pt x="2300" y="36201"/>
                  </a:lnTo>
                  <a:lnTo>
                    <a:pt x="2628" y="36380"/>
                  </a:lnTo>
                  <a:lnTo>
                    <a:pt x="2987" y="36529"/>
                  </a:lnTo>
                  <a:lnTo>
                    <a:pt x="3345" y="36649"/>
                  </a:lnTo>
                  <a:lnTo>
                    <a:pt x="3704" y="36738"/>
                  </a:lnTo>
                  <a:lnTo>
                    <a:pt x="4062" y="36768"/>
                  </a:lnTo>
                  <a:lnTo>
                    <a:pt x="4421" y="36768"/>
                  </a:lnTo>
                  <a:lnTo>
                    <a:pt x="4779" y="36738"/>
                  </a:lnTo>
                  <a:lnTo>
                    <a:pt x="5137" y="36678"/>
                  </a:lnTo>
                  <a:lnTo>
                    <a:pt x="5466" y="36589"/>
                  </a:lnTo>
                  <a:lnTo>
                    <a:pt x="5765" y="36469"/>
                  </a:lnTo>
                  <a:lnTo>
                    <a:pt x="6033" y="36350"/>
                  </a:lnTo>
                  <a:lnTo>
                    <a:pt x="6302" y="36201"/>
                  </a:lnTo>
                  <a:lnTo>
                    <a:pt x="6541" y="36021"/>
                  </a:lnTo>
                  <a:lnTo>
                    <a:pt x="6780" y="35872"/>
                  </a:lnTo>
                  <a:lnTo>
                    <a:pt x="7139" y="35543"/>
                  </a:lnTo>
                  <a:lnTo>
                    <a:pt x="7437" y="35215"/>
                  </a:lnTo>
                  <a:lnTo>
                    <a:pt x="7646" y="34976"/>
                  </a:lnTo>
                  <a:lnTo>
                    <a:pt x="7736" y="34856"/>
                  </a:lnTo>
                  <a:lnTo>
                    <a:pt x="8722" y="34259"/>
                  </a:lnTo>
                  <a:lnTo>
                    <a:pt x="9707" y="33632"/>
                  </a:lnTo>
                  <a:lnTo>
                    <a:pt x="10693" y="32945"/>
                  </a:lnTo>
                  <a:lnTo>
                    <a:pt x="11708" y="32258"/>
                  </a:lnTo>
                  <a:lnTo>
                    <a:pt x="12724" y="31511"/>
                  </a:lnTo>
                  <a:lnTo>
                    <a:pt x="13739" y="30705"/>
                  </a:lnTo>
                  <a:lnTo>
                    <a:pt x="14755" y="29898"/>
                  </a:lnTo>
                  <a:lnTo>
                    <a:pt x="15770" y="29032"/>
                  </a:lnTo>
                  <a:lnTo>
                    <a:pt x="16756" y="28136"/>
                  </a:lnTo>
                  <a:lnTo>
                    <a:pt x="17682" y="27240"/>
                  </a:lnTo>
                  <a:lnTo>
                    <a:pt x="18578" y="26344"/>
                  </a:lnTo>
                  <a:lnTo>
                    <a:pt x="19444" y="25448"/>
                  </a:lnTo>
                  <a:lnTo>
                    <a:pt x="20281" y="24552"/>
                  </a:lnTo>
                  <a:lnTo>
                    <a:pt x="21057" y="23656"/>
                  </a:lnTo>
                  <a:lnTo>
                    <a:pt x="21804" y="22760"/>
                  </a:lnTo>
                  <a:lnTo>
                    <a:pt x="22521" y="21864"/>
                  </a:lnTo>
                  <a:lnTo>
                    <a:pt x="23238" y="20908"/>
                  </a:lnTo>
                  <a:lnTo>
                    <a:pt x="24014" y="19833"/>
                  </a:lnTo>
                  <a:lnTo>
                    <a:pt x="24821" y="18668"/>
                  </a:lnTo>
                  <a:lnTo>
                    <a:pt x="25627" y="17413"/>
                  </a:lnTo>
                  <a:lnTo>
                    <a:pt x="26433" y="16039"/>
                  </a:lnTo>
                  <a:lnTo>
                    <a:pt x="27240" y="14576"/>
                  </a:lnTo>
                  <a:lnTo>
                    <a:pt x="28046" y="12993"/>
                  </a:lnTo>
                  <a:lnTo>
                    <a:pt x="28823" y="11350"/>
                  </a:lnTo>
                  <a:lnTo>
                    <a:pt x="29271" y="8722"/>
                  </a:lnTo>
                  <a:lnTo>
                    <a:pt x="29629" y="6452"/>
                  </a:lnTo>
                  <a:lnTo>
                    <a:pt x="29898" y="4510"/>
                  </a:lnTo>
                  <a:lnTo>
                    <a:pt x="30107" y="2927"/>
                  </a:lnTo>
                  <a:lnTo>
                    <a:pt x="30197" y="1673"/>
                  </a:lnTo>
                  <a:lnTo>
                    <a:pt x="30227" y="1165"/>
                  </a:lnTo>
                  <a:lnTo>
                    <a:pt x="30227" y="777"/>
                  </a:lnTo>
                  <a:lnTo>
                    <a:pt x="30227" y="448"/>
                  </a:lnTo>
                  <a:lnTo>
                    <a:pt x="30167" y="209"/>
                  </a:lnTo>
                  <a:lnTo>
                    <a:pt x="30107" y="60"/>
                  </a:lnTo>
                  <a:lnTo>
                    <a:pt x="30077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51"/>
            <p:cNvSpPr/>
            <p:nvPr/>
          </p:nvSpPr>
          <p:spPr>
            <a:xfrm>
              <a:off x="-123425" y="5096500"/>
              <a:ext cx="660850" cy="690725"/>
            </a:xfrm>
            <a:custGeom>
              <a:rect b="b" l="l" r="r" t="t"/>
              <a:pathLst>
                <a:path extrusionOk="0" h="27629" w="26434">
                  <a:moveTo>
                    <a:pt x="7945" y="0"/>
                  </a:moveTo>
                  <a:lnTo>
                    <a:pt x="7378" y="30"/>
                  </a:lnTo>
                  <a:lnTo>
                    <a:pt x="6721" y="120"/>
                  </a:lnTo>
                  <a:lnTo>
                    <a:pt x="6392" y="180"/>
                  </a:lnTo>
                  <a:lnTo>
                    <a:pt x="6004" y="269"/>
                  </a:lnTo>
                  <a:lnTo>
                    <a:pt x="5645" y="389"/>
                  </a:lnTo>
                  <a:lnTo>
                    <a:pt x="5257" y="538"/>
                  </a:lnTo>
                  <a:lnTo>
                    <a:pt x="4839" y="717"/>
                  </a:lnTo>
                  <a:lnTo>
                    <a:pt x="4421" y="926"/>
                  </a:lnTo>
                  <a:lnTo>
                    <a:pt x="4003" y="1165"/>
                  </a:lnTo>
                  <a:lnTo>
                    <a:pt x="3614" y="1434"/>
                  </a:lnTo>
                  <a:lnTo>
                    <a:pt x="3226" y="1733"/>
                  </a:lnTo>
                  <a:lnTo>
                    <a:pt x="2838" y="2061"/>
                  </a:lnTo>
                  <a:lnTo>
                    <a:pt x="2479" y="2390"/>
                  </a:lnTo>
                  <a:lnTo>
                    <a:pt x="2151" y="2748"/>
                  </a:lnTo>
                  <a:lnTo>
                    <a:pt x="1852" y="3107"/>
                  </a:lnTo>
                  <a:lnTo>
                    <a:pt x="1553" y="3495"/>
                  </a:lnTo>
                  <a:lnTo>
                    <a:pt x="1255" y="3913"/>
                  </a:lnTo>
                  <a:lnTo>
                    <a:pt x="1016" y="4331"/>
                  </a:lnTo>
                  <a:lnTo>
                    <a:pt x="777" y="4749"/>
                  </a:lnTo>
                  <a:lnTo>
                    <a:pt x="568" y="5167"/>
                  </a:lnTo>
                  <a:lnTo>
                    <a:pt x="389" y="5616"/>
                  </a:lnTo>
                  <a:lnTo>
                    <a:pt x="239" y="6093"/>
                  </a:lnTo>
                  <a:lnTo>
                    <a:pt x="90" y="6541"/>
                  </a:lnTo>
                  <a:lnTo>
                    <a:pt x="0" y="6989"/>
                  </a:lnTo>
                  <a:lnTo>
                    <a:pt x="896" y="8513"/>
                  </a:lnTo>
                  <a:lnTo>
                    <a:pt x="1822" y="10036"/>
                  </a:lnTo>
                  <a:lnTo>
                    <a:pt x="2868" y="11559"/>
                  </a:lnTo>
                  <a:lnTo>
                    <a:pt x="3943" y="13112"/>
                  </a:lnTo>
                  <a:lnTo>
                    <a:pt x="4242" y="13560"/>
                  </a:lnTo>
                  <a:lnTo>
                    <a:pt x="4540" y="14008"/>
                  </a:lnTo>
                  <a:lnTo>
                    <a:pt x="5257" y="14934"/>
                  </a:lnTo>
                  <a:lnTo>
                    <a:pt x="5944" y="15830"/>
                  </a:lnTo>
                  <a:lnTo>
                    <a:pt x="7288" y="17503"/>
                  </a:lnTo>
                  <a:lnTo>
                    <a:pt x="8632" y="19026"/>
                  </a:lnTo>
                  <a:lnTo>
                    <a:pt x="9946" y="20430"/>
                  </a:lnTo>
                  <a:lnTo>
                    <a:pt x="11261" y="21804"/>
                  </a:lnTo>
                  <a:lnTo>
                    <a:pt x="12605" y="23088"/>
                  </a:lnTo>
                  <a:lnTo>
                    <a:pt x="13919" y="24313"/>
                  </a:lnTo>
                  <a:lnTo>
                    <a:pt x="15233" y="25478"/>
                  </a:lnTo>
                  <a:lnTo>
                    <a:pt x="16517" y="26583"/>
                  </a:lnTo>
                  <a:lnTo>
                    <a:pt x="17802" y="27628"/>
                  </a:lnTo>
                  <a:lnTo>
                    <a:pt x="26434" y="22939"/>
                  </a:lnTo>
                  <a:lnTo>
                    <a:pt x="21894" y="16936"/>
                  </a:lnTo>
                  <a:lnTo>
                    <a:pt x="17324" y="10992"/>
                  </a:lnTo>
                  <a:lnTo>
                    <a:pt x="9080" y="120"/>
                  </a:lnTo>
                  <a:lnTo>
                    <a:pt x="8811" y="60"/>
                  </a:lnTo>
                  <a:lnTo>
                    <a:pt x="8423" y="30"/>
                  </a:lnTo>
                  <a:lnTo>
                    <a:pt x="7945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51"/>
            <p:cNvSpPr/>
            <p:nvPr/>
          </p:nvSpPr>
          <p:spPr>
            <a:xfrm>
              <a:off x="-24875" y="5326475"/>
              <a:ext cx="334550" cy="207625"/>
            </a:xfrm>
            <a:custGeom>
              <a:rect b="b" l="l" r="r" t="t"/>
              <a:pathLst>
                <a:path extrusionOk="0" h="8305" w="13382">
                  <a:moveTo>
                    <a:pt x="8483" y="1"/>
                  </a:moveTo>
                  <a:lnTo>
                    <a:pt x="1" y="3913"/>
                  </a:lnTo>
                  <a:lnTo>
                    <a:pt x="300" y="4361"/>
                  </a:lnTo>
                  <a:lnTo>
                    <a:pt x="598" y="4809"/>
                  </a:lnTo>
                  <a:lnTo>
                    <a:pt x="1315" y="5735"/>
                  </a:lnTo>
                  <a:lnTo>
                    <a:pt x="2002" y="6631"/>
                  </a:lnTo>
                  <a:lnTo>
                    <a:pt x="3346" y="8304"/>
                  </a:lnTo>
                  <a:lnTo>
                    <a:pt x="13382" y="1793"/>
                  </a:lnTo>
                  <a:lnTo>
                    <a:pt x="10933" y="897"/>
                  </a:lnTo>
                  <a:lnTo>
                    <a:pt x="8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51"/>
            <p:cNvSpPr/>
            <p:nvPr/>
          </p:nvSpPr>
          <p:spPr>
            <a:xfrm>
              <a:off x="-209300" y="5075575"/>
              <a:ext cx="527200" cy="468225"/>
            </a:xfrm>
            <a:custGeom>
              <a:rect b="b" l="l" r="r" t="t"/>
              <a:pathLst>
                <a:path extrusionOk="0" h="18729" w="21088">
                  <a:moveTo>
                    <a:pt x="8722" y="1"/>
                  </a:moveTo>
                  <a:lnTo>
                    <a:pt x="7975" y="31"/>
                  </a:lnTo>
                  <a:lnTo>
                    <a:pt x="7139" y="150"/>
                  </a:lnTo>
                  <a:lnTo>
                    <a:pt x="6332" y="330"/>
                  </a:lnTo>
                  <a:lnTo>
                    <a:pt x="5586" y="539"/>
                  </a:lnTo>
                  <a:lnTo>
                    <a:pt x="4899" y="807"/>
                  </a:lnTo>
                  <a:lnTo>
                    <a:pt x="4242" y="1106"/>
                  </a:lnTo>
                  <a:lnTo>
                    <a:pt x="3614" y="1435"/>
                  </a:lnTo>
                  <a:lnTo>
                    <a:pt x="3047" y="1763"/>
                  </a:lnTo>
                  <a:lnTo>
                    <a:pt x="2509" y="2122"/>
                  </a:lnTo>
                  <a:lnTo>
                    <a:pt x="2031" y="2480"/>
                  </a:lnTo>
                  <a:lnTo>
                    <a:pt x="1613" y="2838"/>
                  </a:lnTo>
                  <a:lnTo>
                    <a:pt x="1225" y="3197"/>
                  </a:lnTo>
                  <a:lnTo>
                    <a:pt x="867" y="3525"/>
                  </a:lnTo>
                  <a:lnTo>
                    <a:pt x="359" y="4063"/>
                  </a:lnTo>
                  <a:lnTo>
                    <a:pt x="0" y="4481"/>
                  </a:lnTo>
                  <a:lnTo>
                    <a:pt x="6303" y="18728"/>
                  </a:lnTo>
                  <a:lnTo>
                    <a:pt x="21087" y="11679"/>
                  </a:lnTo>
                  <a:lnTo>
                    <a:pt x="12784" y="658"/>
                  </a:lnTo>
                  <a:lnTo>
                    <a:pt x="12366" y="509"/>
                  </a:lnTo>
                  <a:lnTo>
                    <a:pt x="11888" y="389"/>
                  </a:lnTo>
                  <a:lnTo>
                    <a:pt x="11350" y="240"/>
                  </a:lnTo>
                  <a:lnTo>
                    <a:pt x="10753" y="150"/>
                  </a:lnTo>
                  <a:lnTo>
                    <a:pt x="10126" y="61"/>
                  </a:lnTo>
                  <a:lnTo>
                    <a:pt x="94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51"/>
            <p:cNvSpPr/>
            <p:nvPr/>
          </p:nvSpPr>
          <p:spPr>
            <a:xfrm>
              <a:off x="998125" y="4390850"/>
              <a:ext cx="2193850" cy="1897400"/>
            </a:xfrm>
            <a:custGeom>
              <a:rect b="b" l="l" r="r" t="t"/>
              <a:pathLst>
                <a:path extrusionOk="0" h="75896" w="87754">
                  <a:moveTo>
                    <a:pt x="926" y="1"/>
                  </a:moveTo>
                  <a:lnTo>
                    <a:pt x="1046" y="509"/>
                  </a:lnTo>
                  <a:lnTo>
                    <a:pt x="0" y="6154"/>
                  </a:lnTo>
                  <a:lnTo>
                    <a:pt x="1912" y="17444"/>
                  </a:lnTo>
                  <a:lnTo>
                    <a:pt x="2390" y="20311"/>
                  </a:lnTo>
                  <a:lnTo>
                    <a:pt x="2718" y="22193"/>
                  </a:lnTo>
                  <a:lnTo>
                    <a:pt x="7348" y="49612"/>
                  </a:lnTo>
                  <a:lnTo>
                    <a:pt x="10872" y="70341"/>
                  </a:lnTo>
                  <a:lnTo>
                    <a:pt x="11828" y="75896"/>
                  </a:lnTo>
                  <a:lnTo>
                    <a:pt x="87753" y="75896"/>
                  </a:lnTo>
                  <a:lnTo>
                    <a:pt x="76732" y="10992"/>
                  </a:lnTo>
                  <a:lnTo>
                    <a:pt x="75926" y="6154"/>
                  </a:lnTo>
                  <a:lnTo>
                    <a:pt x="748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51"/>
            <p:cNvSpPr/>
            <p:nvPr/>
          </p:nvSpPr>
          <p:spPr>
            <a:xfrm>
              <a:off x="2243625" y="4390850"/>
              <a:ext cx="722100" cy="3245975"/>
            </a:xfrm>
            <a:custGeom>
              <a:rect b="b" l="l" r="r" t="t"/>
              <a:pathLst>
                <a:path extrusionOk="0" h="129839" w="28884">
                  <a:moveTo>
                    <a:pt x="23298" y="1"/>
                  </a:moveTo>
                  <a:lnTo>
                    <a:pt x="1" y="129838"/>
                  </a:lnTo>
                  <a:lnTo>
                    <a:pt x="5586" y="129838"/>
                  </a:lnTo>
                  <a:lnTo>
                    <a:pt x="288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51"/>
            <p:cNvSpPr/>
            <p:nvPr/>
          </p:nvSpPr>
          <p:spPr>
            <a:xfrm>
              <a:off x="444075" y="4390850"/>
              <a:ext cx="722075" cy="3245975"/>
            </a:xfrm>
            <a:custGeom>
              <a:rect b="b" l="l" r="r" t="t"/>
              <a:pathLst>
                <a:path extrusionOk="0" h="129839" w="28883">
                  <a:moveTo>
                    <a:pt x="23268" y="1"/>
                  </a:moveTo>
                  <a:lnTo>
                    <a:pt x="23208" y="509"/>
                  </a:lnTo>
                  <a:lnTo>
                    <a:pt x="22162" y="6154"/>
                  </a:lnTo>
                  <a:lnTo>
                    <a:pt x="9677" y="75896"/>
                  </a:lnTo>
                  <a:lnTo>
                    <a:pt x="0" y="129838"/>
                  </a:lnTo>
                  <a:lnTo>
                    <a:pt x="5556" y="129838"/>
                  </a:lnTo>
                  <a:lnTo>
                    <a:pt x="15233" y="75896"/>
                  </a:lnTo>
                  <a:lnTo>
                    <a:pt x="16249" y="70341"/>
                  </a:lnTo>
                  <a:lnTo>
                    <a:pt x="24880" y="22193"/>
                  </a:lnTo>
                  <a:lnTo>
                    <a:pt x="25239" y="20311"/>
                  </a:lnTo>
                  <a:lnTo>
                    <a:pt x="25986" y="16100"/>
                  </a:lnTo>
                  <a:lnTo>
                    <a:pt x="27867" y="5556"/>
                  </a:lnTo>
                  <a:lnTo>
                    <a:pt x="28763" y="509"/>
                  </a:lnTo>
                  <a:lnTo>
                    <a:pt x="288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51"/>
            <p:cNvSpPr/>
            <p:nvPr/>
          </p:nvSpPr>
          <p:spPr>
            <a:xfrm>
              <a:off x="2821575" y="4390850"/>
              <a:ext cx="722100" cy="3245975"/>
            </a:xfrm>
            <a:custGeom>
              <a:rect b="b" l="l" r="r" t="t"/>
              <a:pathLst>
                <a:path extrusionOk="0" h="129839" w="28884">
                  <a:moveTo>
                    <a:pt x="1" y="1"/>
                  </a:moveTo>
                  <a:lnTo>
                    <a:pt x="23298" y="129838"/>
                  </a:lnTo>
                  <a:lnTo>
                    <a:pt x="28883" y="129838"/>
                  </a:lnTo>
                  <a:lnTo>
                    <a:pt x="55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51"/>
            <p:cNvSpPr/>
            <p:nvPr/>
          </p:nvSpPr>
          <p:spPr>
            <a:xfrm>
              <a:off x="1021275" y="4390850"/>
              <a:ext cx="722075" cy="3245975"/>
            </a:xfrm>
            <a:custGeom>
              <a:rect b="b" l="l" r="r" t="t"/>
              <a:pathLst>
                <a:path extrusionOk="0" h="129839" w="28883">
                  <a:moveTo>
                    <a:pt x="0" y="1"/>
                  </a:moveTo>
                  <a:lnTo>
                    <a:pt x="120" y="509"/>
                  </a:lnTo>
                  <a:lnTo>
                    <a:pt x="2061" y="11470"/>
                  </a:lnTo>
                  <a:lnTo>
                    <a:pt x="2898" y="16100"/>
                  </a:lnTo>
                  <a:lnTo>
                    <a:pt x="3644" y="20251"/>
                  </a:lnTo>
                  <a:lnTo>
                    <a:pt x="9050" y="50478"/>
                  </a:lnTo>
                  <a:lnTo>
                    <a:pt x="9260" y="51613"/>
                  </a:lnTo>
                  <a:lnTo>
                    <a:pt x="9887" y="55108"/>
                  </a:lnTo>
                  <a:lnTo>
                    <a:pt x="12605" y="70341"/>
                  </a:lnTo>
                  <a:lnTo>
                    <a:pt x="13620" y="75896"/>
                  </a:lnTo>
                  <a:lnTo>
                    <a:pt x="23298" y="129838"/>
                  </a:lnTo>
                  <a:lnTo>
                    <a:pt x="28883" y="129838"/>
                  </a:lnTo>
                  <a:lnTo>
                    <a:pt x="19206" y="75896"/>
                  </a:lnTo>
                  <a:lnTo>
                    <a:pt x="18190" y="70341"/>
                  </a:lnTo>
                  <a:lnTo>
                    <a:pt x="15621" y="55735"/>
                  </a:lnTo>
                  <a:lnTo>
                    <a:pt x="15024" y="52569"/>
                  </a:lnTo>
                  <a:lnTo>
                    <a:pt x="12993" y="41249"/>
                  </a:lnTo>
                  <a:lnTo>
                    <a:pt x="9887" y="23955"/>
                  </a:lnTo>
                  <a:lnTo>
                    <a:pt x="9080" y="19505"/>
                  </a:lnTo>
                  <a:lnTo>
                    <a:pt x="6601" y="5556"/>
                  </a:lnTo>
                  <a:lnTo>
                    <a:pt x="5675" y="509"/>
                  </a:lnTo>
                  <a:lnTo>
                    <a:pt x="55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51"/>
            <p:cNvSpPr/>
            <p:nvPr/>
          </p:nvSpPr>
          <p:spPr>
            <a:xfrm>
              <a:off x="686000" y="4390850"/>
              <a:ext cx="2237900" cy="1897400"/>
            </a:xfrm>
            <a:custGeom>
              <a:rect b="b" l="l" r="r" t="t"/>
              <a:pathLst>
                <a:path extrusionOk="0" h="75896" w="89516">
                  <a:moveTo>
                    <a:pt x="13591" y="1"/>
                  </a:moveTo>
                  <a:lnTo>
                    <a:pt x="13531" y="509"/>
                  </a:lnTo>
                  <a:lnTo>
                    <a:pt x="12485" y="6154"/>
                  </a:lnTo>
                  <a:lnTo>
                    <a:pt x="0" y="75896"/>
                  </a:lnTo>
                  <a:lnTo>
                    <a:pt x="75926" y="75896"/>
                  </a:lnTo>
                  <a:lnTo>
                    <a:pt x="87485" y="11410"/>
                  </a:lnTo>
                  <a:lnTo>
                    <a:pt x="88411" y="6154"/>
                  </a:lnTo>
                  <a:lnTo>
                    <a:pt x="89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51"/>
            <p:cNvSpPr/>
            <p:nvPr/>
          </p:nvSpPr>
          <p:spPr>
            <a:xfrm>
              <a:off x="808450" y="4529750"/>
              <a:ext cx="1993000" cy="1619625"/>
            </a:xfrm>
            <a:custGeom>
              <a:rect b="b" l="l" r="r" t="t"/>
              <a:pathLst>
                <a:path extrusionOk="0" h="64785" w="79720">
                  <a:moveTo>
                    <a:pt x="11620" y="0"/>
                  </a:moveTo>
                  <a:lnTo>
                    <a:pt x="1" y="64785"/>
                  </a:lnTo>
                  <a:lnTo>
                    <a:pt x="68071" y="64785"/>
                  </a:lnTo>
                  <a:lnTo>
                    <a:pt x="797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51"/>
            <p:cNvSpPr/>
            <p:nvPr/>
          </p:nvSpPr>
          <p:spPr>
            <a:xfrm>
              <a:off x="1336375" y="4987475"/>
              <a:ext cx="312150" cy="444325"/>
            </a:xfrm>
            <a:custGeom>
              <a:rect b="b" l="l" r="r" t="t"/>
              <a:pathLst>
                <a:path extrusionOk="0" h="17773" w="12486">
                  <a:moveTo>
                    <a:pt x="11978" y="1"/>
                  </a:moveTo>
                  <a:lnTo>
                    <a:pt x="11918" y="30"/>
                  </a:lnTo>
                  <a:lnTo>
                    <a:pt x="11829" y="60"/>
                  </a:lnTo>
                  <a:lnTo>
                    <a:pt x="11739" y="120"/>
                  </a:lnTo>
                  <a:lnTo>
                    <a:pt x="11649" y="180"/>
                  </a:lnTo>
                  <a:lnTo>
                    <a:pt x="10096" y="2211"/>
                  </a:lnTo>
                  <a:lnTo>
                    <a:pt x="8573" y="4272"/>
                  </a:lnTo>
                  <a:lnTo>
                    <a:pt x="7080" y="6333"/>
                  </a:lnTo>
                  <a:lnTo>
                    <a:pt x="5616" y="8423"/>
                  </a:lnTo>
                  <a:lnTo>
                    <a:pt x="4182" y="10544"/>
                  </a:lnTo>
                  <a:lnTo>
                    <a:pt x="2779" y="12695"/>
                  </a:lnTo>
                  <a:lnTo>
                    <a:pt x="1434" y="14845"/>
                  </a:lnTo>
                  <a:lnTo>
                    <a:pt x="90" y="17025"/>
                  </a:lnTo>
                  <a:lnTo>
                    <a:pt x="31" y="17115"/>
                  </a:lnTo>
                  <a:lnTo>
                    <a:pt x="1" y="17235"/>
                  </a:lnTo>
                  <a:lnTo>
                    <a:pt x="1" y="17324"/>
                  </a:lnTo>
                  <a:lnTo>
                    <a:pt x="31" y="17414"/>
                  </a:lnTo>
                  <a:lnTo>
                    <a:pt x="61" y="17503"/>
                  </a:lnTo>
                  <a:lnTo>
                    <a:pt x="120" y="17563"/>
                  </a:lnTo>
                  <a:lnTo>
                    <a:pt x="270" y="17683"/>
                  </a:lnTo>
                  <a:lnTo>
                    <a:pt x="449" y="17742"/>
                  </a:lnTo>
                  <a:lnTo>
                    <a:pt x="628" y="17772"/>
                  </a:lnTo>
                  <a:lnTo>
                    <a:pt x="718" y="17742"/>
                  </a:lnTo>
                  <a:lnTo>
                    <a:pt x="807" y="17683"/>
                  </a:lnTo>
                  <a:lnTo>
                    <a:pt x="867" y="17623"/>
                  </a:lnTo>
                  <a:lnTo>
                    <a:pt x="957" y="17533"/>
                  </a:lnTo>
                  <a:lnTo>
                    <a:pt x="2271" y="15383"/>
                  </a:lnTo>
                  <a:lnTo>
                    <a:pt x="3615" y="13232"/>
                  </a:lnTo>
                  <a:lnTo>
                    <a:pt x="4989" y="11141"/>
                  </a:lnTo>
                  <a:lnTo>
                    <a:pt x="6422" y="9051"/>
                  </a:lnTo>
                  <a:lnTo>
                    <a:pt x="7856" y="6990"/>
                  </a:lnTo>
                  <a:lnTo>
                    <a:pt x="9320" y="4929"/>
                  </a:lnTo>
                  <a:lnTo>
                    <a:pt x="10843" y="2898"/>
                  </a:lnTo>
                  <a:lnTo>
                    <a:pt x="12366" y="897"/>
                  </a:lnTo>
                  <a:lnTo>
                    <a:pt x="12426" y="807"/>
                  </a:lnTo>
                  <a:lnTo>
                    <a:pt x="12456" y="687"/>
                  </a:lnTo>
                  <a:lnTo>
                    <a:pt x="12486" y="598"/>
                  </a:lnTo>
                  <a:lnTo>
                    <a:pt x="12486" y="508"/>
                  </a:lnTo>
                  <a:lnTo>
                    <a:pt x="12426" y="329"/>
                  </a:lnTo>
                  <a:lnTo>
                    <a:pt x="12307" y="150"/>
                  </a:lnTo>
                  <a:lnTo>
                    <a:pt x="12157" y="60"/>
                  </a:lnTo>
                  <a:lnTo>
                    <a:pt x="12068" y="30"/>
                  </a:lnTo>
                  <a:lnTo>
                    <a:pt x="119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51"/>
            <p:cNvSpPr/>
            <p:nvPr/>
          </p:nvSpPr>
          <p:spPr>
            <a:xfrm>
              <a:off x="1626850" y="4994950"/>
              <a:ext cx="224050" cy="403975"/>
            </a:xfrm>
            <a:custGeom>
              <a:rect b="b" l="l" r="r" t="t"/>
              <a:pathLst>
                <a:path extrusionOk="0" h="16159" w="8962">
                  <a:moveTo>
                    <a:pt x="419" y="0"/>
                  </a:moveTo>
                  <a:lnTo>
                    <a:pt x="239" y="90"/>
                  </a:lnTo>
                  <a:lnTo>
                    <a:pt x="120" y="209"/>
                  </a:lnTo>
                  <a:lnTo>
                    <a:pt x="1" y="359"/>
                  </a:lnTo>
                  <a:lnTo>
                    <a:pt x="1" y="448"/>
                  </a:lnTo>
                  <a:lnTo>
                    <a:pt x="1" y="538"/>
                  </a:lnTo>
                  <a:lnTo>
                    <a:pt x="1" y="657"/>
                  </a:lnTo>
                  <a:lnTo>
                    <a:pt x="60" y="747"/>
                  </a:lnTo>
                  <a:lnTo>
                    <a:pt x="8035" y="15890"/>
                  </a:lnTo>
                  <a:lnTo>
                    <a:pt x="8095" y="16010"/>
                  </a:lnTo>
                  <a:lnTo>
                    <a:pt x="8184" y="16069"/>
                  </a:lnTo>
                  <a:lnTo>
                    <a:pt x="8244" y="16129"/>
                  </a:lnTo>
                  <a:lnTo>
                    <a:pt x="8334" y="16129"/>
                  </a:lnTo>
                  <a:lnTo>
                    <a:pt x="8423" y="16159"/>
                  </a:lnTo>
                  <a:lnTo>
                    <a:pt x="8513" y="16129"/>
                  </a:lnTo>
                  <a:lnTo>
                    <a:pt x="8692" y="16069"/>
                  </a:lnTo>
                  <a:lnTo>
                    <a:pt x="8842" y="15950"/>
                  </a:lnTo>
                  <a:lnTo>
                    <a:pt x="8931" y="15801"/>
                  </a:lnTo>
                  <a:lnTo>
                    <a:pt x="8961" y="15711"/>
                  </a:lnTo>
                  <a:lnTo>
                    <a:pt x="8961" y="15591"/>
                  </a:lnTo>
                  <a:lnTo>
                    <a:pt x="8931" y="15502"/>
                  </a:lnTo>
                  <a:lnTo>
                    <a:pt x="8901" y="15382"/>
                  </a:lnTo>
                  <a:lnTo>
                    <a:pt x="897" y="239"/>
                  </a:lnTo>
                  <a:lnTo>
                    <a:pt x="837" y="150"/>
                  </a:lnTo>
                  <a:lnTo>
                    <a:pt x="777" y="90"/>
                  </a:lnTo>
                  <a:lnTo>
                    <a:pt x="688" y="30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51"/>
            <p:cNvSpPr/>
            <p:nvPr/>
          </p:nvSpPr>
          <p:spPr>
            <a:xfrm>
              <a:off x="1330400" y="5396675"/>
              <a:ext cx="516000" cy="41100"/>
            </a:xfrm>
            <a:custGeom>
              <a:rect b="b" l="l" r="r" t="t"/>
              <a:pathLst>
                <a:path extrusionOk="0" h="1644" w="20640">
                  <a:moveTo>
                    <a:pt x="20162" y="0"/>
                  </a:moveTo>
                  <a:lnTo>
                    <a:pt x="17683" y="209"/>
                  </a:lnTo>
                  <a:lnTo>
                    <a:pt x="15234" y="389"/>
                  </a:lnTo>
                  <a:lnTo>
                    <a:pt x="12784" y="508"/>
                  </a:lnTo>
                  <a:lnTo>
                    <a:pt x="10305" y="598"/>
                  </a:lnTo>
                  <a:lnTo>
                    <a:pt x="7856" y="628"/>
                  </a:lnTo>
                  <a:lnTo>
                    <a:pt x="5407" y="628"/>
                  </a:lnTo>
                  <a:lnTo>
                    <a:pt x="2928" y="598"/>
                  </a:lnTo>
                  <a:lnTo>
                    <a:pt x="479" y="508"/>
                  </a:lnTo>
                  <a:lnTo>
                    <a:pt x="359" y="538"/>
                  </a:lnTo>
                  <a:lnTo>
                    <a:pt x="270" y="568"/>
                  </a:lnTo>
                  <a:lnTo>
                    <a:pt x="180" y="598"/>
                  </a:lnTo>
                  <a:lnTo>
                    <a:pt x="120" y="657"/>
                  </a:lnTo>
                  <a:lnTo>
                    <a:pt x="61" y="747"/>
                  </a:lnTo>
                  <a:lnTo>
                    <a:pt x="31" y="807"/>
                  </a:lnTo>
                  <a:lnTo>
                    <a:pt x="1" y="1016"/>
                  </a:lnTo>
                  <a:lnTo>
                    <a:pt x="31" y="1195"/>
                  </a:lnTo>
                  <a:lnTo>
                    <a:pt x="120" y="1344"/>
                  </a:lnTo>
                  <a:lnTo>
                    <a:pt x="180" y="1404"/>
                  </a:lnTo>
                  <a:lnTo>
                    <a:pt x="270" y="1464"/>
                  </a:lnTo>
                  <a:lnTo>
                    <a:pt x="359" y="1494"/>
                  </a:lnTo>
                  <a:lnTo>
                    <a:pt x="479" y="1524"/>
                  </a:lnTo>
                  <a:lnTo>
                    <a:pt x="2928" y="1613"/>
                  </a:lnTo>
                  <a:lnTo>
                    <a:pt x="5407" y="1643"/>
                  </a:lnTo>
                  <a:lnTo>
                    <a:pt x="7856" y="1643"/>
                  </a:lnTo>
                  <a:lnTo>
                    <a:pt x="10305" y="1583"/>
                  </a:lnTo>
                  <a:lnTo>
                    <a:pt x="12784" y="1494"/>
                  </a:lnTo>
                  <a:lnTo>
                    <a:pt x="15234" y="1374"/>
                  </a:lnTo>
                  <a:lnTo>
                    <a:pt x="17683" y="1195"/>
                  </a:lnTo>
                  <a:lnTo>
                    <a:pt x="20162" y="986"/>
                  </a:lnTo>
                  <a:lnTo>
                    <a:pt x="20252" y="986"/>
                  </a:lnTo>
                  <a:lnTo>
                    <a:pt x="20371" y="926"/>
                  </a:lnTo>
                  <a:lnTo>
                    <a:pt x="20431" y="867"/>
                  </a:lnTo>
                  <a:lnTo>
                    <a:pt x="20520" y="807"/>
                  </a:lnTo>
                  <a:lnTo>
                    <a:pt x="20610" y="657"/>
                  </a:lnTo>
                  <a:lnTo>
                    <a:pt x="20640" y="448"/>
                  </a:lnTo>
                  <a:lnTo>
                    <a:pt x="20610" y="269"/>
                  </a:lnTo>
                  <a:lnTo>
                    <a:pt x="20550" y="209"/>
                  </a:lnTo>
                  <a:lnTo>
                    <a:pt x="20520" y="120"/>
                  </a:lnTo>
                  <a:lnTo>
                    <a:pt x="20431" y="60"/>
                  </a:lnTo>
                  <a:lnTo>
                    <a:pt x="20371" y="30"/>
                  </a:lnTo>
                  <a:lnTo>
                    <a:pt x="20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51"/>
            <p:cNvSpPr/>
            <p:nvPr/>
          </p:nvSpPr>
          <p:spPr>
            <a:xfrm>
              <a:off x="1305775" y="5419075"/>
              <a:ext cx="41825" cy="289750"/>
            </a:xfrm>
            <a:custGeom>
              <a:rect b="b" l="l" r="r" t="t"/>
              <a:pathLst>
                <a:path extrusionOk="0" h="11590" w="1673">
                  <a:moveTo>
                    <a:pt x="1195" y="0"/>
                  </a:moveTo>
                  <a:lnTo>
                    <a:pt x="1016" y="30"/>
                  </a:lnTo>
                  <a:lnTo>
                    <a:pt x="866" y="120"/>
                  </a:lnTo>
                  <a:lnTo>
                    <a:pt x="777" y="209"/>
                  </a:lnTo>
                  <a:lnTo>
                    <a:pt x="747" y="269"/>
                  </a:lnTo>
                  <a:lnTo>
                    <a:pt x="687" y="389"/>
                  </a:lnTo>
                  <a:lnTo>
                    <a:pt x="687" y="478"/>
                  </a:lnTo>
                  <a:lnTo>
                    <a:pt x="0" y="11111"/>
                  </a:lnTo>
                  <a:lnTo>
                    <a:pt x="0" y="11231"/>
                  </a:lnTo>
                  <a:lnTo>
                    <a:pt x="30" y="11320"/>
                  </a:lnTo>
                  <a:lnTo>
                    <a:pt x="90" y="11410"/>
                  </a:lnTo>
                  <a:lnTo>
                    <a:pt x="150" y="11470"/>
                  </a:lnTo>
                  <a:lnTo>
                    <a:pt x="209" y="11530"/>
                  </a:lnTo>
                  <a:lnTo>
                    <a:pt x="299" y="11559"/>
                  </a:lnTo>
                  <a:lnTo>
                    <a:pt x="478" y="11589"/>
                  </a:lnTo>
                  <a:lnTo>
                    <a:pt x="657" y="11559"/>
                  </a:lnTo>
                  <a:lnTo>
                    <a:pt x="836" y="11470"/>
                  </a:lnTo>
                  <a:lnTo>
                    <a:pt x="896" y="11410"/>
                  </a:lnTo>
                  <a:lnTo>
                    <a:pt x="956" y="11320"/>
                  </a:lnTo>
                  <a:lnTo>
                    <a:pt x="986" y="11231"/>
                  </a:lnTo>
                  <a:lnTo>
                    <a:pt x="1016" y="11111"/>
                  </a:lnTo>
                  <a:lnTo>
                    <a:pt x="1673" y="478"/>
                  </a:lnTo>
                  <a:lnTo>
                    <a:pt x="1673" y="389"/>
                  </a:lnTo>
                  <a:lnTo>
                    <a:pt x="1643" y="269"/>
                  </a:lnTo>
                  <a:lnTo>
                    <a:pt x="1613" y="209"/>
                  </a:lnTo>
                  <a:lnTo>
                    <a:pt x="1553" y="120"/>
                  </a:lnTo>
                  <a:lnTo>
                    <a:pt x="1464" y="90"/>
                  </a:lnTo>
                  <a:lnTo>
                    <a:pt x="1404" y="30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51"/>
            <p:cNvSpPr/>
            <p:nvPr/>
          </p:nvSpPr>
          <p:spPr>
            <a:xfrm>
              <a:off x="1305775" y="5690125"/>
              <a:ext cx="499575" cy="31375"/>
            </a:xfrm>
            <a:custGeom>
              <a:rect b="b" l="l" r="r" t="t"/>
              <a:pathLst>
                <a:path extrusionOk="0" h="1255" w="19983">
                  <a:moveTo>
                    <a:pt x="388" y="1"/>
                  </a:moveTo>
                  <a:lnTo>
                    <a:pt x="299" y="30"/>
                  </a:lnTo>
                  <a:lnTo>
                    <a:pt x="209" y="60"/>
                  </a:lnTo>
                  <a:lnTo>
                    <a:pt x="120" y="120"/>
                  </a:lnTo>
                  <a:lnTo>
                    <a:pt x="90" y="210"/>
                  </a:lnTo>
                  <a:lnTo>
                    <a:pt x="30" y="269"/>
                  </a:lnTo>
                  <a:lnTo>
                    <a:pt x="0" y="449"/>
                  </a:lnTo>
                  <a:lnTo>
                    <a:pt x="30" y="658"/>
                  </a:lnTo>
                  <a:lnTo>
                    <a:pt x="150" y="807"/>
                  </a:lnTo>
                  <a:lnTo>
                    <a:pt x="209" y="867"/>
                  </a:lnTo>
                  <a:lnTo>
                    <a:pt x="299" y="926"/>
                  </a:lnTo>
                  <a:lnTo>
                    <a:pt x="388" y="956"/>
                  </a:lnTo>
                  <a:lnTo>
                    <a:pt x="508" y="986"/>
                  </a:lnTo>
                  <a:lnTo>
                    <a:pt x="2868" y="1106"/>
                  </a:lnTo>
                  <a:lnTo>
                    <a:pt x="5257" y="1165"/>
                  </a:lnTo>
                  <a:lnTo>
                    <a:pt x="7617" y="1225"/>
                  </a:lnTo>
                  <a:lnTo>
                    <a:pt x="10006" y="1255"/>
                  </a:lnTo>
                  <a:lnTo>
                    <a:pt x="12366" y="1255"/>
                  </a:lnTo>
                  <a:lnTo>
                    <a:pt x="14755" y="1225"/>
                  </a:lnTo>
                  <a:lnTo>
                    <a:pt x="17115" y="1195"/>
                  </a:lnTo>
                  <a:lnTo>
                    <a:pt x="19504" y="1106"/>
                  </a:lnTo>
                  <a:lnTo>
                    <a:pt x="19624" y="1076"/>
                  </a:lnTo>
                  <a:lnTo>
                    <a:pt x="19713" y="1046"/>
                  </a:lnTo>
                  <a:lnTo>
                    <a:pt x="19803" y="1016"/>
                  </a:lnTo>
                  <a:lnTo>
                    <a:pt x="19863" y="926"/>
                  </a:lnTo>
                  <a:lnTo>
                    <a:pt x="19952" y="777"/>
                  </a:lnTo>
                  <a:lnTo>
                    <a:pt x="19982" y="598"/>
                  </a:lnTo>
                  <a:lnTo>
                    <a:pt x="19952" y="419"/>
                  </a:lnTo>
                  <a:lnTo>
                    <a:pt x="19922" y="329"/>
                  </a:lnTo>
                  <a:lnTo>
                    <a:pt x="19863" y="239"/>
                  </a:lnTo>
                  <a:lnTo>
                    <a:pt x="19803" y="180"/>
                  </a:lnTo>
                  <a:lnTo>
                    <a:pt x="19713" y="150"/>
                  </a:lnTo>
                  <a:lnTo>
                    <a:pt x="19624" y="120"/>
                  </a:lnTo>
                  <a:lnTo>
                    <a:pt x="19504" y="120"/>
                  </a:lnTo>
                  <a:lnTo>
                    <a:pt x="17115" y="180"/>
                  </a:lnTo>
                  <a:lnTo>
                    <a:pt x="14755" y="239"/>
                  </a:lnTo>
                  <a:lnTo>
                    <a:pt x="12366" y="269"/>
                  </a:lnTo>
                  <a:lnTo>
                    <a:pt x="10006" y="269"/>
                  </a:lnTo>
                  <a:lnTo>
                    <a:pt x="7617" y="239"/>
                  </a:lnTo>
                  <a:lnTo>
                    <a:pt x="5257" y="180"/>
                  </a:lnTo>
                  <a:lnTo>
                    <a:pt x="2868" y="90"/>
                  </a:lnTo>
                  <a:lnTo>
                    <a:pt x="5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51"/>
            <p:cNvSpPr/>
            <p:nvPr/>
          </p:nvSpPr>
          <p:spPr>
            <a:xfrm>
              <a:off x="1788875" y="5392925"/>
              <a:ext cx="70225" cy="321125"/>
            </a:xfrm>
            <a:custGeom>
              <a:rect b="b" l="l" r="r" t="t"/>
              <a:pathLst>
                <a:path extrusionOk="0" h="12845" w="2809">
                  <a:moveTo>
                    <a:pt x="2331" y="1"/>
                  </a:moveTo>
                  <a:lnTo>
                    <a:pt x="2151" y="31"/>
                  </a:lnTo>
                  <a:lnTo>
                    <a:pt x="2002" y="120"/>
                  </a:lnTo>
                  <a:lnTo>
                    <a:pt x="1913" y="210"/>
                  </a:lnTo>
                  <a:lnTo>
                    <a:pt x="1853" y="270"/>
                  </a:lnTo>
                  <a:lnTo>
                    <a:pt x="1823" y="389"/>
                  </a:lnTo>
                  <a:lnTo>
                    <a:pt x="1793" y="479"/>
                  </a:lnTo>
                  <a:lnTo>
                    <a:pt x="1674" y="1972"/>
                  </a:lnTo>
                  <a:lnTo>
                    <a:pt x="1524" y="3436"/>
                  </a:lnTo>
                  <a:lnTo>
                    <a:pt x="1345" y="4929"/>
                  </a:lnTo>
                  <a:lnTo>
                    <a:pt x="1136" y="6393"/>
                  </a:lnTo>
                  <a:lnTo>
                    <a:pt x="897" y="7856"/>
                  </a:lnTo>
                  <a:lnTo>
                    <a:pt x="628" y="9320"/>
                  </a:lnTo>
                  <a:lnTo>
                    <a:pt x="330" y="10783"/>
                  </a:lnTo>
                  <a:lnTo>
                    <a:pt x="1" y="12217"/>
                  </a:lnTo>
                  <a:lnTo>
                    <a:pt x="1" y="12337"/>
                  </a:lnTo>
                  <a:lnTo>
                    <a:pt x="1" y="12426"/>
                  </a:lnTo>
                  <a:lnTo>
                    <a:pt x="31" y="12546"/>
                  </a:lnTo>
                  <a:lnTo>
                    <a:pt x="91" y="12605"/>
                  </a:lnTo>
                  <a:lnTo>
                    <a:pt x="210" y="12755"/>
                  </a:lnTo>
                  <a:lnTo>
                    <a:pt x="389" y="12814"/>
                  </a:lnTo>
                  <a:lnTo>
                    <a:pt x="568" y="12844"/>
                  </a:lnTo>
                  <a:lnTo>
                    <a:pt x="658" y="12844"/>
                  </a:lnTo>
                  <a:lnTo>
                    <a:pt x="748" y="12785"/>
                  </a:lnTo>
                  <a:lnTo>
                    <a:pt x="837" y="12755"/>
                  </a:lnTo>
                  <a:lnTo>
                    <a:pt x="897" y="12695"/>
                  </a:lnTo>
                  <a:lnTo>
                    <a:pt x="927" y="12605"/>
                  </a:lnTo>
                  <a:lnTo>
                    <a:pt x="987" y="12486"/>
                  </a:lnTo>
                  <a:lnTo>
                    <a:pt x="1315" y="10992"/>
                  </a:lnTo>
                  <a:lnTo>
                    <a:pt x="1614" y="9499"/>
                  </a:lnTo>
                  <a:lnTo>
                    <a:pt x="1883" y="8006"/>
                  </a:lnTo>
                  <a:lnTo>
                    <a:pt x="2122" y="6512"/>
                  </a:lnTo>
                  <a:lnTo>
                    <a:pt x="2331" y="5019"/>
                  </a:lnTo>
                  <a:lnTo>
                    <a:pt x="2510" y="3525"/>
                  </a:lnTo>
                  <a:lnTo>
                    <a:pt x="2689" y="2002"/>
                  </a:lnTo>
                  <a:lnTo>
                    <a:pt x="2809" y="479"/>
                  </a:lnTo>
                  <a:lnTo>
                    <a:pt x="2809" y="389"/>
                  </a:lnTo>
                  <a:lnTo>
                    <a:pt x="2779" y="270"/>
                  </a:lnTo>
                  <a:lnTo>
                    <a:pt x="2749" y="180"/>
                  </a:lnTo>
                  <a:lnTo>
                    <a:pt x="2689" y="120"/>
                  </a:lnTo>
                  <a:lnTo>
                    <a:pt x="2600" y="61"/>
                  </a:lnTo>
                  <a:lnTo>
                    <a:pt x="2510" y="31"/>
                  </a:lnTo>
                  <a:lnTo>
                    <a:pt x="23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51"/>
            <p:cNvSpPr/>
            <p:nvPr/>
          </p:nvSpPr>
          <p:spPr>
            <a:xfrm>
              <a:off x="1711225" y="4983000"/>
              <a:ext cx="45575" cy="176250"/>
            </a:xfrm>
            <a:custGeom>
              <a:rect b="b" l="l" r="r" t="t"/>
              <a:pathLst>
                <a:path extrusionOk="0" h="7050" w="1823">
                  <a:moveTo>
                    <a:pt x="1375" y="0"/>
                  </a:moveTo>
                  <a:lnTo>
                    <a:pt x="1195" y="30"/>
                  </a:lnTo>
                  <a:lnTo>
                    <a:pt x="1016" y="120"/>
                  </a:lnTo>
                  <a:lnTo>
                    <a:pt x="927" y="180"/>
                  </a:lnTo>
                  <a:lnTo>
                    <a:pt x="867" y="269"/>
                  </a:lnTo>
                  <a:lnTo>
                    <a:pt x="837" y="359"/>
                  </a:lnTo>
                  <a:lnTo>
                    <a:pt x="807" y="478"/>
                  </a:lnTo>
                  <a:lnTo>
                    <a:pt x="1" y="6571"/>
                  </a:lnTo>
                  <a:lnTo>
                    <a:pt x="1" y="6691"/>
                  </a:lnTo>
                  <a:lnTo>
                    <a:pt x="31" y="6780"/>
                  </a:lnTo>
                  <a:lnTo>
                    <a:pt x="60" y="6870"/>
                  </a:lnTo>
                  <a:lnTo>
                    <a:pt x="120" y="6930"/>
                  </a:lnTo>
                  <a:lnTo>
                    <a:pt x="180" y="6989"/>
                  </a:lnTo>
                  <a:lnTo>
                    <a:pt x="269" y="7019"/>
                  </a:lnTo>
                  <a:lnTo>
                    <a:pt x="449" y="7049"/>
                  </a:lnTo>
                  <a:lnTo>
                    <a:pt x="628" y="7019"/>
                  </a:lnTo>
                  <a:lnTo>
                    <a:pt x="807" y="6930"/>
                  </a:lnTo>
                  <a:lnTo>
                    <a:pt x="867" y="6870"/>
                  </a:lnTo>
                  <a:lnTo>
                    <a:pt x="927" y="6780"/>
                  </a:lnTo>
                  <a:lnTo>
                    <a:pt x="986" y="6691"/>
                  </a:lnTo>
                  <a:lnTo>
                    <a:pt x="1016" y="6571"/>
                  </a:lnTo>
                  <a:lnTo>
                    <a:pt x="1823" y="478"/>
                  </a:lnTo>
                  <a:lnTo>
                    <a:pt x="1823" y="359"/>
                  </a:lnTo>
                  <a:lnTo>
                    <a:pt x="1793" y="269"/>
                  </a:lnTo>
                  <a:lnTo>
                    <a:pt x="1763" y="180"/>
                  </a:lnTo>
                  <a:lnTo>
                    <a:pt x="1703" y="120"/>
                  </a:lnTo>
                  <a:lnTo>
                    <a:pt x="1643" y="60"/>
                  </a:lnTo>
                  <a:lnTo>
                    <a:pt x="1554" y="30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51"/>
            <p:cNvSpPr/>
            <p:nvPr/>
          </p:nvSpPr>
          <p:spPr>
            <a:xfrm>
              <a:off x="1732875" y="4975525"/>
              <a:ext cx="78450" cy="29150"/>
            </a:xfrm>
            <a:custGeom>
              <a:rect b="b" l="l" r="r" t="t"/>
              <a:pathLst>
                <a:path extrusionOk="0" h="1166" w="3138">
                  <a:moveTo>
                    <a:pt x="479" y="1"/>
                  </a:moveTo>
                  <a:lnTo>
                    <a:pt x="389" y="31"/>
                  </a:lnTo>
                  <a:lnTo>
                    <a:pt x="270" y="31"/>
                  </a:lnTo>
                  <a:lnTo>
                    <a:pt x="210" y="90"/>
                  </a:lnTo>
                  <a:lnTo>
                    <a:pt x="120" y="150"/>
                  </a:lnTo>
                  <a:lnTo>
                    <a:pt x="90" y="210"/>
                  </a:lnTo>
                  <a:lnTo>
                    <a:pt x="31" y="299"/>
                  </a:lnTo>
                  <a:lnTo>
                    <a:pt x="1" y="479"/>
                  </a:lnTo>
                  <a:lnTo>
                    <a:pt x="31" y="658"/>
                  </a:lnTo>
                  <a:lnTo>
                    <a:pt x="120" y="837"/>
                  </a:lnTo>
                  <a:lnTo>
                    <a:pt x="210" y="897"/>
                  </a:lnTo>
                  <a:lnTo>
                    <a:pt x="270" y="956"/>
                  </a:lnTo>
                  <a:lnTo>
                    <a:pt x="389" y="986"/>
                  </a:lnTo>
                  <a:lnTo>
                    <a:pt x="479" y="1016"/>
                  </a:lnTo>
                  <a:lnTo>
                    <a:pt x="2659" y="1165"/>
                  </a:lnTo>
                  <a:lnTo>
                    <a:pt x="2749" y="1165"/>
                  </a:lnTo>
                  <a:lnTo>
                    <a:pt x="2868" y="1136"/>
                  </a:lnTo>
                  <a:lnTo>
                    <a:pt x="2928" y="1106"/>
                  </a:lnTo>
                  <a:lnTo>
                    <a:pt x="3018" y="1046"/>
                  </a:lnTo>
                  <a:lnTo>
                    <a:pt x="3047" y="956"/>
                  </a:lnTo>
                  <a:lnTo>
                    <a:pt x="3107" y="897"/>
                  </a:lnTo>
                  <a:lnTo>
                    <a:pt x="3137" y="688"/>
                  </a:lnTo>
                  <a:lnTo>
                    <a:pt x="3107" y="508"/>
                  </a:lnTo>
                  <a:lnTo>
                    <a:pt x="3018" y="359"/>
                  </a:lnTo>
                  <a:lnTo>
                    <a:pt x="2928" y="269"/>
                  </a:lnTo>
                  <a:lnTo>
                    <a:pt x="2868" y="240"/>
                  </a:lnTo>
                  <a:lnTo>
                    <a:pt x="2749" y="180"/>
                  </a:lnTo>
                  <a:lnTo>
                    <a:pt x="2659" y="180"/>
                  </a:lnTo>
                  <a:lnTo>
                    <a:pt x="4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51"/>
            <p:cNvSpPr/>
            <p:nvPr/>
          </p:nvSpPr>
          <p:spPr>
            <a:xfrm>
              <a:off x="1760500" y="4987475"/>
              <a:ext cx="62025" cy="268850"/>
            </a:xfrm>
            <a:custGeom>
              <a:rect b="b" l="l" r="r" t="t"/>
              <a:pathLst>
                <a:path extrusionOk="0" h="10754" w="2481">
                  <a:moveTo>
                    <a:pt x="1823" y="1"/>
                  </a:moveTo>
                  <a:lnTo>
                    <a:pt x="1733" y="30"/>
                  </a:lnTo>
                  <a:lnTo>
                    <a:pt x="1644" y="90"/>
                  </a:lnTo>
                  <a:lnTo>
                    <a:pt x="1584" y="150"/>
                  </a:lnTo>
                  <a:lnTo>
                    <a:pt x="1524" y="239"/>
                  </a:lnTo>
                  <a:lnTo>
                    <a:pt x="1494" y="329"/>
                  </a:lnTo>
                  <a:lnTo>
                    <a:pt x="1196" y="1554"/>
                  </a:lnTo>
                  <a:lnTo>
                    <a:pt x="957" y="2808"/>
                  </a:lnTo>
                  <a:lnTo>
                    <a:pt x="718" y="4033"/>
                  </a:lnTo>
                  <a:lnTo>
                    <a:pt x="509" y="5257"/>
                  </a:lnTo>
                  <a:lnTo>
                    <a:pt x="359" y="6512"/>
                  </a:lnTo>
                  <a:lnTo>
                    <a:pt x="210" y="7766"/>
                  </a:lnTo>
                  <a:lnTo>
                    <a:pt x="91" y="8991"/>
                  </a:lnTo>
                  <a:lnTo>
                    <a:pt x="1" y="10245"/>
                  </a:lnTo>
                  <a:lnTo>
                    <a:pt x="31" y="10365"/>
                  </a:lnTo>
                  <a:lnTo>
                    <a:pt x="31" y="10454"/>
                  </a:lnTo>
                  <a:lnTo>
                    <a:pt x="91" y="10544"/>
                  </a:lnTo>
                  <a:lnTo>
                    <a:pt x="150" y="10634"/>
                  </a:lnTo>
                  <a:lnTo>
                    <a:pt x="210" y="10663"/>
                  </a:lnTo>
                  <a:lnTo>
                    <a:pt x="300" y="10723"/>
                  </a:lnTo>
                  <a:lnTo>
                    <a:pt x="479" y="10753"/>
                  </a:lnTo>
                  <a:lnTo>
                    <a:pt x="658" y="10723"/>
                  </a:lnTo>
                  <a:lnTo>
                    <a:pt x="837" y="10634"/>
                  </a:lnTo>
                  <a:lnTo>
                    <a:pt x="897" y="10544"/>
                  </a:lnTo>
                  <a:lnTo>
                    <a:pt x="957" y="10454"/>
                  </a:lnTo>
                  <a:lnTo>
                    <a:pt x="987" y="10365"/>
                  </a:lnTo>
                  <a:lnTo>
                    <a:pt x="1016" y="10245"/>
                  </a:lnTo>
                  <a:lnTo>
                    <a:pt x="1106" y="9051"/>
                  </a:lnTo>
                  <a:lnTo>
                    <a:pt x="1196" y="7826"/>
                  </a:lnTo>
                  <a:lnTo>
                    <a:pt x="1345" y="6601"/>
                  </a:lnTo>
                  <a:lnTo>
                    <a:pt x="1524" y="5407"/>
                  </a:lnTo>
                  <a:lnTo>
                    <a:pt x="1703" y="4182"/>
                  </a:lnTo>
                  <a:lnTo>
                    <a:pt x="1913" y="2987"/>
                  </a:lnTo>
                  <a:lnTo>
                    <a:pt x="2181" y="1793"/>
                  </a:lnTo>
                  <a:lnTo>
                    <a:pt x="2450" y="598"/>
                  </a:lnTo>
                  <a:lnTo>
                    <a:pt x="2480" y="508"/>
                  </a:lnTo>
                  <a:lnTo>
                    <a:pt x="2450" y="389"/>
                  </a:lnTo>
                  <a:lnTo>
                    <a:pt x="2420" y="299"/>
                  </a:lnTo>
                  <a:lnTo>
                    <a:pt x="2390" y="210"/>
                  </a:lnTo>
                  <a:lnTo>
                    <a:pt x="2241" y="90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51"/>
            <p:cNvSpPr/>
            <p:nvPr/>
          </p:nvSpPr>
          <p:spPr>
            <a:xfrm>
              <a:off x="1765750" y="4637275"/>
              <a:ext cx="477150" cy="292725"/>
            </a:xfrm>
            <a:custGeom>
              <a:rect b="b" l="l" r="r" t="t"/>
              <a:pathLst>
                <a:path extrusionOk="0" h="11709" w="19086">
                  <a:moveTo>
                    <a:pt x="17115" y="0"/>
                  </a:moveTo>
                  <a:lnTo>
                    <a:pt x="16398" y="60"/>
                  </a:lnTo>
                  <a:lnTo>
                    <a:pt x="15651" y="120"/>
                  </a:lnTo>
                  <a:lnTo>
                    <a:pt x="14934" y="239"/>
                  </a:lnTo>
                  <a:lnTo>
                    <a:pt x="14217" y="359"/>
                  </a:lnTo>
                  <a:lnTo>
                    <a:pt x="13501" y="538"/>
                  </a:lnTo>
                  <a:lnTo>
                    <a:pt x="12754" y="717"/>
                  </a:lnTo>
                  <a:lnTo>
                    <a:pt x="12604" y="777"/>
                  </a:lnTo>
                  <a:lnTo>
                    <a:pt x="12515" y="867"/>
                  </a:lnTo>
                  <a:lnTo>
                    <a:pt x="12425" y="986"/>
                  </a:lnTo>
                  <a:lnTo>
                    <a:pt x="12395" y="1135"/>
                  </a:lnTo>
                  <a:lnTo>
                    <a:pt x="12395" y="1285"/>
                  </a:lnTo>
                  <a:lnTo>
                    <a:pt x="12455" y="1404"/>
                  </a:lnTo>
                  <a:lnTo>
                    <a:pt x="12515" y="1524"/>
                  </a:lnTo>
                  <a:lnTo>
                    <a:pt x="12634" y="1643"/>
                  </a:lnTo>
                  <a:lnTo>
                    <a:pt x="12664" y="1673"/>
                  </a:lnTo>
                  <a:lnTo>
                    <a:pt x="12664" y="1703"/>
                  </a:lnTo>
                  <a:lnTo>
                    <a:pt x="12604" y="1733"/>
                  </a:lnTo>
                  <a:lnTo>
                    <a:pt x="12455" y="1763"/>
                  </a:lnTo>
                  <a:lnTo>
                    <a:pt x="12246" y="1822"/>
                  </a:lnTo>
                  <a:lnTo>
                    <a:pt x="11619" y="1852"/>
                  </a:lnTo>
                  <a:lnTo>
                    <a:pt x="10902" y="1882"/>
                  </a:lnTo>
                  <a:lnTo>
                    <a:pt x="9468" y="1912"/>
                  </a:lnTo>
                  <a:lnTo>
                    <a:pt x="8811" y="1912"/>
                  </a:lnTo>
                  <a:lnTo>
                    <a:pt x="8094" y="1792"/>
                  </a:lnTo>
                  <a:lnTo>
                    <a:pt x="7168" y="1643"/>
                  </a:lnTo>
                  <a:lnTo>
                    <a:pt x="6691" y="1583"/>
                  </a:lnTo>
                  <a:lnTo>
                    <a:pt x="6243" y="1553"/>
                  </a:lnTo>
                  <a:lnTo>
                    <a:pt x="5824" y="1583"/>
                  </a:lnTo>
                  <a:lnTo>
                    <a:pt x="5645" y="1583"/>
                  </a:lnTo>
                  <a:lnTo>
                    <a:pt x="5496" y="1643"/>
                  </a:lnTo>
                  <a:lnTo>
                    <a:pt x="5167" y="1763"/>
                  </a:lnTo>
                  <a:lnTo>
                    <a:pt x="4869" y="1882"/>
                  </a:lnTo>
                  <a:lnTo>
                    <a:pt x="4719" y="1972"/>
                  </a:lnTo>
                  <a:lnTo>
                    <a:pt x="4570" y="2061"/>
                  </a:lnTo>
                  <a:lnTo>
                    <a:pt x="4450" y="2151"/>
                  </a:lnTo>
                  <a:lnTo>
                    <a:pt x="4361" y="2300"/>
                  </a:lnTo>
                  <a:lnTo>
                    <a:pt x="4152" y="2688"/>
                  </a:lnTo>
                  <a:lnTo>
                    <a:pt x="4092" y="2838"/>
                  </a:lnTo>
                  <a:lnTo>
                    <a:pt x="4062" y="2957"/>
                  </a:lnTo>
                  <a:lnTo>
                    <a:pt x="4032" y="3047"/>
                  </a:lnTo>
                  <a:lnTo>
                    <a:pt x="4062" y="3136"/>
                  </a:lnTo>
                  <a:lnTo>
                    <a:pt x="4152" y="3256"/>
                  </a:lnTo>
                  <a:lnTo>
                    <a:pt x="4241" y="3375"/>
                  </a:lnTo>
                  <a:lnTo>
                    <a:pt x="4361" y="3555"/>
                  </a:lnTo>
                  <a:lnTo>
                    <a:pt x="4421" y="3644"/>
                  </a:lnTo>
                  <a:lnTo>
                    <a:pt x="4450" y="3794"/>
                  </a:lnTo>
                  <a:lnTo>
                    <a:pt x="4450" y="3943"/>
                  </a:lnTo>
                  <a:lnTo>
                    <a:pt x="4450" y="4122"/>
                  </a:lnTo>
                  <a:lnTo>
                    <a:pt x="4480" y="4242"/>
                  </a:lnTo>
                  <a:lnTo>
                    <a:pt x="4480" y="4361"/>
                  </a:lnTo>
                  <a:lnTo>
                    <a:pt x="4540" y="4451"/>
                  </a:lnTo>
                  <a:lnTo>
                    <a:pt x="4600" y="4510"/>
                  </a:lnTo>
                  <a:lnTo>
                    <a:pt x="4659" y="4570"/>
                  </a:lnTo>
                  <a:lnTo>
                    <a:pt x="4749" y="4600"/>
                  </a:lnTo>
                  <a:lnTo>
                    <a:pt x="4958" y="4660"/>
                  </a:lnTo>
                  <a:lnTo>
                    <a:pt x="5406" y="4660"/>
                  </a:lnTo>
                  <a:lnTo>
                    <a:pt x="5794" y="4630"/>
                  </a:lnTo>
                  <a:lnTo>
                    <a:pt x="5914" y="4630"/>
                  </a:lnTo>
                  <a:lnTo>
                    <a:pt x="5944" y="4660"/>
                  </a:lnTo>
                  <a:lnTo>
                    <a:pt x="5974" y="4690"/>
                  </a:lnTo>
                  <a:lnTo>
                    <a:pt x="5974" y="4720"/>
                  </a:lnTo>
                  <a:lnTo>
                    <a:pt x="5944" y="4779"/>
                  </a:lnTo>
                  <a:lnTo>
                    <a:pt x="5824" y="4929"/>
                  </a:lnTo>
                  <a:lnTo>
                    <a:pt x="5556" y="5138"/>
                  </a:lnTo>
                  <a:lnTo>
                    <a:pt x="5167" y="5466"/>
                  </a:lnTo>
                  <a:lnTo>
                    <a:pt x="3883" y="6422"/>
                  </a:lnTo>
                  <a:lnTo>
                    <a:pt x="3734" y="6512"/>
                  </a:lnTo>
                  <a:lnTo>
                    <a:pt x="3554" y="6601"/>
                  </a:lnTo>
                  <a:lnTo>
                    <a:pt x="3136" y="6780"/>
                  </a:lnTo>
                  <a:lnTo>
                    <a:pt x="2658" y="6900"/>
                  </a:lnTo>
                  <a:lnTo>
                    <a:pt x="2151" y="7019"/>
                  </a:lnTo>
                  <a:lnTo>
                    <a:pt x="1195" y="7169"/>
                  </a:lnTo>
                  <a:lnTo>
                    <a:pt x="747" y="7258"/>
                  </a:lnTo>
                  <a:lnTo>
                    <a:pt x="358" y="7348"/>
                  </a:lnTo>
                  <a:lnTo>
                    <a:pt x="179" y="7408"/>
                  </a:lnTo>
                  <a:lnTo>
                    <a:pt x="60" y="7527"/>
                  </a:lnTo>
                  <a:lnTo>
                    <a:pt x="0" y="7676"/>
                  </a:lnTo>
                  <a:lnTo>
                    <a:pt x="0" y="7826"/>
                  </a:lnTo>
                  <a:lnTo>
                    <a:pt x="30" y="7975"/>
                  </a:lnTo>
                  <a:lnTo>
                    <a:pt x="90" y="8095"/>
                  </a:lnTo>
                  <a:lnTo>
                    <a:pt x="209" y="8214"/>
                  </a:lnTo>
                  <a:lnTo>
                    <a:pt x="358" y="8304"/>
                  </a:lnTo>
                  <a:lnTo>
                    <a:pt x="1225" y="10783"/>
                  </a:lnTo>
                  <a:lnTo>
                    <a:pt x="1135" y="10842"/>
                  </a:lnTo>
                  <a:lnTo>
                    <a:pt x="1075" y="10932"/>
                  </a:lnTo>
                  <a:lnTo>
                    <a:pt x="1016" y="10992"/>
                  </a:lnTo>
                  <a:lnTo>
                    <a:pt x="986" y="11081"/>
                  </a:lnTo>
                  <a:lnTo>
                    <a:pt x="986" y="11171"/>
                  </a:lnTo>
                  <a:lnTo>
                    <a:pt x="986" y="11261"/>
                  </a:lnTo>
                  <a:lnTo>
                    <a:pt x="1045" y="11440"/>
                  </a:lnTo>
                  <a:lnTo>
                    <a:pt x="1165" y="11589"/>
                  </a:lnTo>
                  <a:lnTo>
                    <a:pt x="1344" y="11679"/>
                  </a:lnTo>
                  <a:lnTo>
                    <a:pt x="1434" y="11709"/>
                  </a:lnTo>
                  <a:lnTo>
                    <a:pt x="1613" y="11709"/>
                  </a:lnTo>
                  <a:lnTo>
                    <a:pt x="1732" y="11649"/>
                  </a:lnTo>
                  <a:lnTo>
                    <a:pt x="2180" y="11380"/>
                  </a:lnTo>
                  <a:lnTo>
                    <a:pt x="2360" y="11261"/>
                  </a:lnTo>
                  <a:lnTo>
                    <a:pt x="2539" y="11111"/>
                  </a:lnTo>
                  <a:lnTo>
                    <a:pt x="2658" y="10962"/>
                  </a:lnTo>
                  <a:lnTo>
                    <a:pt x="2778" y="10813"/>
                  </a:lnTo>
                  <a:lnTo>
                    <a:pt x="2867" y="10663"/>
                  </a:lnTo>
                  <a:lnTo>
                    <a:pt x="2957" y="10514"/>
                  </a:lnTo>
                  <a:lnTo>
                    <a:pt x="3017" y="10365"/>
                  </a:lnTo>
                  <a:lnTo>
                    <a:pt x="3047" y="10215"/>
                  </a:lnTo>
                  <a:lnTo>
                    <a:pt x="3076" y="9887"/>
                  </a:lnTo>
                  <a:lnTo>
                    <a:pt x="3017" y="9588"/>
                  </a:lnTo>
                  <a:lnTo>
                    <a:pt x="2897" y="9259"/>
                  </a:lnTo>
                  <a:lnTo>
                    <a:pt x="2748" y="8961"/>
                  </a:lnTo>
                  <a:lnTo>
                    <a:pt x="2539" y="8692"/>
                  </a:lnTo>
                  <a:lnTo>
                    <a:pt x="2300" y="8393"/>
                  </a:lnTo>
                  <a:lnTo>
                    <a:pt x="2001" y="8154"/>
                  </a:lnTo>
                  <a:lnTo>
                    <a:pt x="1878" y="8064"/>
                  </a:lnTo>
                  <a:lnTo>
                    <a:pt x="2031" y="8035"/>
                  </a:lnTo>
                  <a:lnTo>
                    <a:pt x="2897" y="7886"/>
                  </a:lnTo>
                  <a:lnTo>
                    <a:pt x="3793" y="7706"/>
                  </a:lnTo>
                  <a:lnTo>
                    <a:pt x="4241" y="7617"/>
                  </a:lnTo>
                  <a:lnTo>
                    <a:pt x="4659" y="7497"/>
                  </a:lnTo>
                  <a:lnTo>
                    <a:pt x="5078" y="7348"/>
                  </a:lnTo>
                  <a:lnTo>
                    <a:pt x="5436" y="7199"/>
                  </a:lnTo>
                  <a:lnTo>
                    <a:pt x="5794" y="7019"/>
                  </a:lnTo>
                  <a:lnTo>
                    <a:pt x="6093" y="6810"/>
                  </a:lnTo>
                  <a:lnTo>
                    <a:pt x="6332" y="6571"/>
                  </a:lnTo>
                  <a:lnTo>
                    <a:pt x="6511" y="6332"/>
                  </a:lnTo>
                  <a:lnTo>
                    <a:pt x="6661" y="6034"/>
                  </a:lnTo>
                  <a:lnTo>
                    <a:pt x="6720" y="5825"/>
                  </a:lnTo>
                  <a:lnTo>
                    <a:pt x="6750" y="5645"/>
                  </a:lnTo>
                  <a:lnTo>
                    <a:pt x="6750" y="5466"/>
                  </a:lnTo>
                  <a:lnTo>
                    <a:pt x="6691" y="5317"/>
                  </a:lnTo>
                  <a:lnTo>
                    <a:pt x="6631" y="5108"/>
                  </a:lnTo>
                  <a:lnTo>
                    <a:pt x="6541" y="4899"/>
                  </a:lnTo>
                  <a:lnTo>
                    <a:pt x="6452" y="4600"/>
                  </a:lnTo>
                  <a:lnTo>
                    <a:pt x="6422" y="4540"/>
                  </a:lnTo>
                  <a:lnTo>
                    <a:pt x="6392" y="4481"/>
                  </a:lnTo>
                  <a:lnTo>
                    <a:pt x="6272" y="4391"/>
                  </a:lnTo>
                  <a:lnTo>
                    <a:pt x="6153" y="4301"/>
                  </a:lnTo>
                  <a:lnTo>
                    <a:pt x="6093" y="4271"/>
                  </a:lnTo>
                  <a:lnTo>
                    <a:pt x="6093" y="4212"/>
                  </a:lnTo>
                  <a:lnTo>
                    <a:pt x="6004" y="3734"/>
                  </a:lnTo>
                  <a:lnTo>
                    <a:pt x="5974" y="3405"/>
                  </a:lnTo>
                  <a:lnTo>
                    <a:pt x="5974" y="3286"/>
                  </a:lnTo>
                  <a:lnTo>
                    <a:pt x="6033" y="3166"/>
                  </a:lnTo>
                  <a:lnTo>
                    <a:pt x="6063" y="3077"/>
                  </a:lnTo>
                  <a:lnTo>
                    <a:pt x="6153" y="3017"/>
                  </a:lnTo>
                  <a:lnTo>
                    <a:pt x="6243" y="2957"/>
                  </a:lnTo>
                  <a:lnTo>
                    <a:pt x="6362" y="2898"/>
                  </a:lnTo>
                  <a:lnTo>
                    <a:pt x="6661" y="2838"/>
                  </a:lnTo>
                  <a:lnTo>
                    <a:pt x="7527" y="2778"/>
                  </a:lnTo>
                  <a:lnTo>
                    <a:pt x="7826" y="2748"/>
                  </a:lnTo>
                  <a:lnTo>
                    <a:pt x="8184" y="2778"/>
                  </a:lnTo>
                  <a:lnTo>
                    <a:pt x="8901" y="2898"/>
                  </a:lnTo>
                  <a:lnTo>
                    <a:pt x="9707" y="3047"/>
                  </a:lnTo>
                  <a:lnTo>
                    <a:pt x="10514" y="3196"/>
                  </a:lnTo>
                  <a:lnTo>
                    <a:pt x="10932" y="3256"/>
                  </a:lnTo>
                  <a:lnTo>
                    <a:pt x="11350" y="3286"/>
                  </a:lnTo>
                  <a:lnTo>
                    <a:pt x="11738" y="3286"/>
                  </a:lnTo>
                  <a:lnTo>
                    <a:pt x="12097" y="3256"/>
                  </a:lnTo>
                  <a:lnTo>
                    <a:pt x="12455" y="3196"/>
                  </a:lnTo>
                  <a:lnTo>
                    <a:pt x="12784" y="3077"/>
                  </a:lnTo>
                  <a:lnTo>
                    <a:pt x="13052" y="2927"/>
                  </a:lnTo>
                  <a:lnTo>
                    <a:pt x="13202" y="2808"/>
                  </a:lnTo>
                  <a:lnTo>
                    <a:pt x="13321" y="2688"/>
                  </a:lnTo>
                  <a:lnTo>
                    <a:pt x="13530" y="2450"/>
                  </a:lnTo>
                  <a:lnTo>
                    <a:pt x="13680" y="2181"/>
                  </a:lnTo>
                  <a:lnTo>
                    <a:pt x="13739" y="1912"/>
                  </a:lnTo>
                  <a:lnTo>
                    <a:pt x="13769" y="1643"/>
                  </a:lnTo>
                  <a:lnTo>
                    <a:pt x="13731" y="1489"/>
                  </a:lnTo>
                  <a:lnTo>
                    <a:pt x="13731" y="1489"/>
                  </a:lnTo>
                  <a:lnTo>
                    <a:pt x="14426" y="1344"/>
                  </a:lnTo>
                  <a:lnTo>
                    <a:pt x="15113" y="1225"/>
                  </a:lnTo>
                  <a:lnTo>
                    <a:pt x="15800" y="1135"/>
                  </a:lnTo>
                  <a:lnTo>
                    <a:pt x="16487" y="1046"/>
                  </a:lnTo>
                  <a:lnTo>
                    <a:pt x="17204" y="1016"/>
                  </a:lnTo>
                  <a:lnTo>
                    <a:pt x="18727" y="1016"/>
                  </a:lnTo>
                  <a:lnTo>
                    <a:pt x="18817" y="986"/>
                  </a:lnTo>
                  <a:lnTo>
                    <a:pt x="18907" y="956"/>
                  </a:lnTo>
                  <a:lnTo>
                    <a:pt x="18966" y="896"/>
                  </a:lnTo>
                  <a:lnTo>
                    <a:pt x="19026" y="807"/>
                  </a:lnTo>
                  <a:lnTo>
                    <a:pt x="19056" y="747"/>
                  </a:lnTo>
                  <a:lnTo>
                    <a:pt x="19086" y="538"/>
                  </a:lnTo>
                  <a:lnTo>
                    <a:pt x="19056" y="359"/>
                  </a:lnTo>
                  <a:lnTo>
                    <a:pt x="18966" y="209"/>
                  </a:lnTo>
                  <a:lnTo>
                    <a:pt x="18907" y="150"/>
                  </a:lnTo>
                  <a:lnTo>
                    <a:pt x="18817" y="90"/>
                  </a:lnTo>
                  <a:lnTo>
                    <a:pt x="18727" y="60"/>
                  </a:lnTo>
                  <a:lnTo>
                    <a:pt x="18608" y="30"/>
                  </a:lnTo>
                  <a:lnTo>
                    <a:pt x="178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51"/>
            <p:cNvSpPr/>
            <p:nvPr/>
          </p:nvSpPr>
          <p:spPr>
            <a:xfrm>
              <a:off x="1585025" y="5242100"/>
              <a:ext cx="26175" cy="25425"/>
            </a:xfrm>
            <a:custGeom>
              <a:rect b="b" l="l" r="r" t="t"/>
              <a:pathLst>
                <a:path extrusionOk="0" h="1017" w="1047">
                  <a:moveTo>
                    <a:pt x="539" y="1"/>
                  </a:moveTo>
                  <a:lnTo>
                    <a:pt x="419" y="30"/>
                  </a:lnTo>
                  <a:lnTo>
                    <a:pt x="329" y="60"/>
                  </a:lnTo>
                  <a:lnTo>
                    <a:pt x="210" y="120"/>
                  </a:lnTo>
                  <a:lnTo>
                    <a:pt x="120" y="210"/>
                  </a:lnTo>
                  <a:lnTo>
                    <a:pt x="61" y="299"/>
                  </a:lnTo>
                  <a:lnTo>
                    <a:pt x="1" y="389"/>
                  </a:lnTo>
                  <a:lnTo>
                    <a:pt x="1" y="478"/>
                  </a:lnTo>
                  <a:lnTo>
                    <a:pt x="1" y="568"/>
                  </a:lnTo>
                  <a:lnTo>
                    <a:pt x="61" y="747"/>
                  </a:lnTo>
                  <a:lnTo>
                    <a:pt x="150" y="897"/>
                  </a:lnTo>
                  <a:lnTo>
                    <a:pt x="329" y="986"/>
                  </a:lnTo>
                  <a:lnTo>
                    <a:pt x="419" y="1016"/>
                  </a:lnTo>
                  <a:lnTo>
                    <a:pt x="628" y="1016"/>
                  </a:lnTo>
                  <a:lnTo>
                    <a:pt x="718" y="986"/>
                  </a:lnTo>
                  <a:lnTo>
                    <a:pt x="837" y="897"/>
                  </a:lnTo>
                  <a:lnTo>
                    <a:pt x="927" y="837"/>
                  </a:lnTo>
                  <a:lnTo>
                    <a:pt x="987" y="747"/>
                  </a:lnTo>
                  <a:lnTo>
                    <a:pt x="1016" y="658"/>
                  </a:lnTo>
                  <a:lnTo>
                    <a:pt x="1046" y="568"/>
                  </a:lnTo>
                  <a:lnTo>
                    <a:pt x="1046" y="478"/>
                  </a:lnTo>
                  <a:lnTo>
                    <a:pt x="987" y="299"/>
                  </a:lnTo>
                  <a:lnTo>
                    <a:pt x="867" y="150"/>
                  </a:lnTo>
                  <a:lnTo>
                    <a:pt x="718" y="60"/>
                  </a:lnTo>
                  <a:lnTo>
                    <a:pt x="628" y="30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51"/>
            <p:cNvSpPr/>
            <p:nvPr/>
          </p:nvSpPr>
          <p:spPr>
            <a:xfrm>
              <a:off x="1458850" y="5301100"/>
              <a:ext cx="23900" cy="25400"/>
            </a:xfrm>
            <a:custGeom>
              <a:rect b="b" l="l" r="r" t="t"/>
              <a:pathLst>
                <a:path extrusionOk="0" h="1016" w="956">
                  <a:moveTo>
                    <a:pt x="388" y="0"/>
                  </a:moveTo>
                  <a:lnTo>
                    <a:pt x="299" y="30"/>
                  </a:lnTo>
                  <a:lnTo>
                    <a:pt x="209" y="60"/>
                  </a:lnTo>
                  <a:lnTo>
                    <a:pt x="150" y="90"/>
                  </a:lnTo>
                  <a:lnTo>
                    <a:pt x="90" y="150"/>
                  </a:lnTo>
                  <a:lnTo>
                    <a:pt x="30" y="239"/>
                  </a:lnTo>
                  <a:lnTo>
                    <a:pt x="0" y="359"/>
                  </a:lnTo>
                  <a:lnTo>
                    <a:pt x="0" y="478"/>
                  </a:lnTo>
                  <a:lnTo>
                    <a:pt x="0" y="598"/>
                  </a:lnTo>
                  <a:lnTo>
                    <a:pt x="30" y="687"/>
                  </a:lnTo>
                  <a:lnTo>
                    <a:pt x="90" y="777"/>
                  </a:lnTo>
                  <a:lnTo>
                    <a:pt x="209" y="926"/>
                  </a:lnTo>
                  <a:lnTo>
                    <a:pt x="388" y="1016"/>
                  </a:lnTo>
                  <a:lnTo>
                    <a:pt x="657" y="1016"/>
                  </a:lnTo>
                  <a:lnTo>
                    <a:pt x="747" y="986"/>
                  </a:lnTo>
                  <a:lnTo>
                    <a:pt x="807" y="926"/>
                  </a:lnTo>
                  <a:lnTo>
                    <a:pt x="866" y="866"/>
                  </a:lnTo>
                  <a:lnTo>
                    <a:pt x="926" y="777"/>
                  </a:lnTo>
                  <a:lnTo>
                    <a:pt x="956" y="657"/>
                  </a:lnTo>
                  <a:lnTo>
                    <a:pt x="956" y="538"/>
                  </a:lnTo>
                  <a:lnTo>
                    <a:pt x="956" y="448"/>
                  </a:lnTo>
                  <a:lnTo>
                    <a:pt x="926" y="329"/>
                  </a:lnTo>
                  <a:lnTo>
                    <a:pt x="866" y="239"/>
                  </a:lnTo>
                  <a:lnTo>
                    <a:pt x="747" y="120"/>
                  </a:lnTo>
                  <a:lnTo>
                    <a:pt x="568" y="30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51"/>
            <p:cNvSpPr/>
            <p:nvPr/>
          </p:nvSpPr>
          <p:spPr>
            <a:xfrm>
              <a:off x="1485725" y="5339925"/>
              <a:ext cx="40350" cy="25400"/>
            </a:xfrm>
            <a:custGeom>
              <a:rect b="b" l="l" r="r" t="t"/>
              <a:pathLst>
                <a:path extrusionOk="0" h="1016" w="1614">
                  <a:moveTo>
                    <a:pt x="478" y="0"/>
                  </a:moveTo>
                  <a:lnTo>
                    <a:pt x="359" y="30"/>
                  </a:lnTo>
                  <a:lnTo>
                    <a:pt x="269" y="60"/>
                  </a:lnTo>
                  <a:lnTo>
                    <a:pt x="180" y="90"/>
                  </a:lnTo>
                  <a:lnTo>
                    <a:pt x="120" y="180"/>
                  </a:lnTo>
                  <a:lnTo>
                    <a:pt x="60" y="239"/>
                  </a:lnTo>
                  <a:lnTo>
                    <a:pt x="30" y="329"/>
                  </a:lnTo>
                  <a:lnTo>
                    <a:pt x="0" y="508"/>
                  </a:lnTo>
                  <a:lnTo>
                    <a:pt x="30" y="687"/>
                  </a:lnTo>
                  <a:lnTo>
                    <a:pt x="60" y="777"/>
                  </a:lnTo>
                  <a:lnTo>
                    <a:pt x="120" y="867"/>
                  </a:lnTo>
                  <a:lnTo>
                    <a:pt x="180" y="926"/>
                  </a:lnTo>
                  <a:lnTo>
                    <a:pt x="269" y="956"/>
                  </a:lnTo>
                  <a:lnTo>
                    <a:pt x="359" y="986"/>
                  </a:lnTo>
                  <a:lnTo>
                    <a:pt x="478" y="1016"/>
                  </a:lnTo>
                  <a:lnTo>
                    <a:pt x="1135" y="1016"/>
                  </a:lnTo>
                  <a:lnTo>
                    <a:pt x="1255" y="986"/>
                  </a:lnTo>
                  <a:lnTo>
                    <a:pt x="1345" y="956"/>
                  </a:lnTo>
                  <a:lnTo>
                    <a:pt x="1434" y="926"/>
                  </a:lnTo>
                  <a:lnTo>
                    <a:pt x="1494" y="867"/>
                  </a:lnTo>
                  <a:lnTo>
                    <a:pt x="1554" y="777"/>
                  </a:lnTo>
                  <a:lnTo>
                    <a:pt x="1583" y="687"/>
                  </a:lnTo>
                  <a:lnTo>
                    <a:pt x="1613" y="508"/>
                  </a:lnTo>
                  <a:lnTo>
                    <a:pt x="1583" y="329"/>
                  </a:lnTo>
                  <a:lnTo>
                    <a:pt x="1554" y="239"/>
                  </a:lnTo>
                  <a:lnTo>
                    <a:pt x="1494" y="180"/>
                  </a:lnTo>
                  <a:lnTo>
                    <a:pt x="1434" y="90"/>
                  </a:lnTo>
                  <a:lnTo>
                    <a:pt x="1345" y="60"/>
                  </a:lnTo>
                  <a:lnTo>
                    <a:pt x="1255" y="30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51"/>
            <p:cNvSpPr/>
            <p:nvPr/>
          </p:nvSpPr>
          <p:spPr>
            <a:xfrm>
              <a:off x="1633575" y="5327225"/>
              <a:ext cx="24675" cy="25425"/>
            </a:xfrm>
            <a:custGeom>
              <a:rect b="b" l="l" r="r" t="t"/>
              <a:pathLst>
                <a:path extrusionOk="0" h="1017" w="987">
                  <a:moveTo>
                    <a:pt x="419" y="1"/>
                  </a:moveTo>
                  <a:lnTo>
                    <a:pt x="329" y="30"/>
                  </a:lnTo>
                  <a:lnTo>
                    <a:pt x="239" y="60"/>
                  </a:lnTo>
                  <a:lnTo>
                    <a:pt x="150" y="90"/>
                  </a:lnTo>
                  <a:lnTo>
                    <a:pt x="90" y="180"/>
                  </a:lnTo>
                  <a:lnTo>
                    <a:pt x="60" y="240"/>
                  </a:lnTo>
                  <a:lnTo>
                    <a:pt x="30" y="359"/>
                  </a:lnTo>
                  <a:lnTo>
                    <a:pt x="0" y="478"/>
                  </a:lnTo>
                  <a:lnTo>
                    <a:pt x="30" y="598"/>
                  </a:lnTo>
                  <a:lnTo>
                    <a:pt x="60" y="688"/>
                  </a:lnTo>
                  <a:lnTo>
                    <a:pt x="90" y="777"/>
                  </a:lnTo>
                  <a:lnTo>
                    <a:pt x="239" y="926"/>
                  </a:lnTo>
                  <a:lnTo>
                    <a:pt x="419" y="1016"/>
                  </a:lnTo>
                  <a:lnTo>
                    <a:pt x="687" y="1016"/>
                  </a:lnTo>
                  <a:lnTo>
                    <a:pt x="777" y="986"/>
                  </a:lnTo>
                  <a:lnTo>
                    <a:pt x="837" y="926"/>
                  </a:lnTo>
                  <a:lnTo>
                    <a:pt x="896" y="867"/>
                  </a:lnTo>
                  <a:lnTo>
                    <a:pt x="956" y="777"/>
                  </a:lnTo>
                  <a:lnTo>
                    <a:pt x="986" y="658"/>
                  </a:lnTo>
                  <a:lnTo>
                    <a:pt x="986" y="538"/>
                  </a:lnTo>
                  <a:lnTo>
                    <a:pt x="986" y="449"/>
                  </a:lnTo>
                  <a:lnTo>
                    <a:pt x="956" y="329"/>
                  </a:lnTo>
                  <a:lnTo>
                    <a:pt x="896" y="240"/>
                  </a:lnTo>
                  <a:lnTo>
                    <a:pt x="747" y="120"/>
                  </a:lnTo>
                  <a:lnTo>
                    <a:pt x="598" y="30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51"/>
            <p:cNvSpPr/>
            <p:nvPr/>
          </p:nvSpPr>
          <p:spPr>
            <a:xfrm>
              <a:off x="1475275" y="5490750"/>
              <a:ext cx="54525" cy="155350"/>
            </a:xfrm>
            <a:custGeom>
              <a:rect b="b" l="l" r="r" t="t"/>
              <a:pathLst>
                <a:path extrusionOk="0" h="6214" w="2181">
                  <a:moveTo>
                    <a:pt x="1613" y="1"/>
                  </a:moveTo>
                  <a:lnTo>
                    <a:pt x="1524" y="31"/>
                  </a:lnTo>
                  <a:lnTo>
                    <a:pt x="1434" y="60"/>
                  </a:lnTo>
                  <a:lnTo>
                    <a:pt x="1374" y="90"/>
                  </a:lnTo>
                  <a:lnTo>
                    <a:pt x="1285" y="180"/>
                  </a:lnTo>
                  <a:lnTo>
                    <a:pt x="1255" y="270"/>
                  </a:lnTo>
                  <a:lnTo>
                    <a:pt x="1225" y="359"/>
                  </a:lnTo>
                  <a:lnTo>
                    <a:pt x="30" y="5586"/>
                  </a:lnTo>
                  <a:lnTo>
                    <a:pt x="0" y="5706"/>
                  </a:lnTo>
                  <a:lnTo>
                    <a:pt x="0" y="5825"/>
                  </a:lnTo>
                  <a:lnTo>
                    <a:pt x="30" y="5915"/>
                  </a:lnTo>
                  <a:lnTo>
                    <a:pt x="90" y="6004"/>
                  </a:lnTo>
                  <a:lnTo>
                    <a:pt x="209" y="6124"/>
                  </a:lnTo>
                  <a:lnTo>
                    <a:pt x="389" y="6213"/>
                  </a:lnTo>
                  <a:lnTo>
                    <a:pt x="657" y="6213"/>
                  </a:lnTo>
                  <a:lnTo>
                    <a:pt x="747" y="6183"/>
                  </a:lnTo>
                  <a:lnTo>
                    <a:pt x="837" y="6124"/>
                  </a:lnTo>
                  <a:lnTo>
                    <a:pt x="896" y="6064"/>
                  </a:lnTo>
                  <a:lnTo>
                    <a:pt x="956" y="5974"/>
                  </a:lnTo>
                  <a:lnTo>
                    <a:pt x="986" y="5855"/>
                  </a:lnTo>
                  <a:lnTo>
                    <a:pt x="2181" y="628"/>
                  </a:lnTo>
                  <a:lnTo>
                    <a:pt x="2181" y="508"/>
                  </a:lnTo>
                  <a:lnTo>
                    <a:pt x="2181" y="419"/>
                  </a:lnTo>
                  <a:lnTo>
                    <a:pt x="2151" y="329"/>
                  </a:lnTo>
                  <a:lnTo>
                    <a:pt x="2091" y="240"/>
                  </a:lnTo>
                  <a:lnTo>
                    <a:pt x="1972" y="90"/>
                  </a:lnTo>
                  <a:lnTo>
                    <a:pt x="1792" y="31"/>
                  </a:lnTo>
                  <a:lnTo>
                    <a:pt x="16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51"/>
            <p:cNvSpPr/>
            <p:nvPr/>
          </p:nvSpPr>
          <p:spPr>
            <a:xfrm>
              <a:off x="1476775" y="5621425"/>
              <a:ext cx="177725" cy="26175"/>
            </a:xfrm>
            <a:custGeom>
              <a:rect b="b" l="l" r="r" t="t"/>
              <a:pathLst>
                <a:path extrusionOk="0" h="1047" w="7109">
                  <a:moveTo>
                    <a:pt x="358" y="1"/>
                  </a:moveTo>
                  <a:lnTo>
                    <a:pt x="269" y="31"/>
                  </a:lnTo>
                  <a:lnTo>
                    <a:pt x="179" y="90"/>
                  </a:lnTo>
                  <a:lnTo>
                    <a:pt x="119" y="150"/>
                  </a:lnTo>
                  <a:lnTo>
                    <a:pt x="60" y="210"/>
                  </a:lnTo>
                  <a:lnTo>
                    <a:pt x="30" y="299"/>
                  </a:lnTo>
                  <a:lnTo>
                    <a:pt x="0" y="479"/>
                  </a:lnTo>
                  <a:lnTo>
                    <a:pt x="30" y="658"/>
                  </a:lnTo>
                  <a:lnTo>
                    <a:pt x="119" y="837"/>
                  </a:lnTo>
                  <a:lnTo>
                    <a:pt x="179" y="897"/>
                  </a:lnTo>
                  <a:lnTo>
                    <a:pt x="269" y="956"/>
                  </a:lnTo>
                  <a:lnTo>
                    <a:pt x="358" y="986"/>
                  </a:lnTo>
                  <a:lnTo>
                    <a:pt x="478" y="986"/>
                  </a:lnTo>
                  <a:lnTo>
                    <a:pt x="6631" y="1046"/>
                  </a:lnTo>
                  <a:lnTo>
                    <a:pt x="6720" y="1046"/>
                  </a:lnTo>
                  <a:lnTo>
                    <a:pt x="6840" y="1016"/>
                  </a:lnTo>
                  <a:lnTo>
                    <a:pt x="6900" y="956"/>
                  </a:lnTo>
                  <a:lnTo>
                    <a:pt x="6989" y="897"/>
                  </a:lnTo>
                  <a:lnTo>
                    <a:pt x="7019" y="807"/>
                  </a:lnTo>
                  <a:lnTo>
                    <a:pt x="7079" y="747"/>
                  </a:lnTo>
                  <a:lnTo>
                    <a:pt x="7109" y="538"/>
                  </a:lnTo>
                  <a:lnTo>
                    <a:pt x="7079" y="359"/>
                  </a:lnTo>
                  <a:lnTo>
                    <a:pt x="6989" y="210"/>
                  </a:lnTo>
                  <a:lnTo>
                    <a:pt x="6900" y="150"/>
                  </a:lnTo>
                  <a:lnTo>
                    <a:pt x="6840" y="90"/>
                  </a:lnTo>
                  <a:lnTo>
                    <a:pt x="6720" y="60"/>
                  </a:lnTo>
                  <a:lnTo>
                    <a:pt x="6631" y="60"/>
                  </a:lnTo>
                  <a:lnTo>
                    <a:pt x="4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51"/>
            <p:cNvSpPr/>
            <p:nvPr/>
          </p:nvSpPr>
          <p:spPr>
            <a:xfrm>
              <a:off x="1635075" y="5471350"/>
              <a:ext cx="53775" cy="178475"/>
            </a:xfrm>
            <a:custGeom>
              <a:rect b="b" l="l" r="r" t="t"/>
              <a:pathLst>
                <a:path extrusionOk="0" h="7139" w="2151">
                  <a:moveTo>
                    <a:pt x="1464" y="0"/>
                  </a:moveTo>
                  <a:lnTo>
                    <a:pt x="1374" y="30"/>
                  </a:lnTo>
                  <a:lnTo>
                    <a:pt x="1314" y="90"/>
                  </a:lnTo>
                  <a:lnTo>
                    <a:pt x="1255" y="149"/>
                  </a:lnTo>
                  <a:lnTo>
                    <a:pt x="1195" y="239"/>
                  </a:lnTo>
                  <a:lnTo>
                    <a:pt x="1165" y="359"/>
                  </a:lnTo>
                  <a:lnTo>
                    <a:pt x="0" y="6511"/>
                  </a:lnTo>
                  <a:lnTo>
                    <a:pt x="0" y="6631"/>
                  </a:lnTo>
                  <a:lnTo>
                    <a:pt x="0" y="6720"/>
                  </a:lnTo>
                  <a:lnTo>
                    <a:pt x="30" y="6810"/>
                  </a:lnTo>
                  <a:lnTo>
                    <a:pt x="90" y="6900"/>
                  </a:lnTo>
                  <a:lnTo>
                    <a:pt x="239" y="7049"/>
                  </a:lnTo>
                  <a:lnTo>
                    <a:pt x="388" y="7109"/>
                  </a:lnTo>
                  <a:lnTo>
                    <a:pt x="597" y="7139"/>
                  </a:lnTo>
                  <a:lnTo>
                    <a:pt x="687" y="7109"/>
                  </a:lnTo>
                  <a:lnTo>
                    <a:pt x="747" y="7079"/>
                  </a:lnTo>
                  <a:lnTo>
                    <a:pt x="836" y="7049"/>
                  </a:lnTo>
                  <a:lnTo>
                    <a:pt x="896" y="6959"/>
                  </a:lnTo>
                  <a:lnTo>
                    <a:pt x="956" y="6870"/>
                  </a:lnTo>
                  <a:lnTo>
                    <a:pt x="986" y="6780"/>
                  </a:lnTo>
                  <a:lnTo>
                    <a:pt x="2121" y="627"/>
                  </a:lnTo>
                  <a:lnTo>
                    <a:pt x="2151" y="508"/>
                  </a:lnTo>
                  <a:lnTo>
                    <a:pt x="2121" y="418"/>
                  </a:lnTo>
                  <a:lnTo>
                    <a:pt x="2091" y="299"/>
                  </a:lnTo>
                  <a:lnTo>
                    <a:pt x="2061" y="239"/>
                  </a:lnTo>
                  <a:lnTo>
                    <a:pt x="1912" y="90"/>
                  </a:lnTo>
                  <a:lnTo>
                    <a:pt x="1732" y="30"/>
                  </a:lnTo>
                  <a:lnTo>
                    <a:pt x="15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51"/>
            <p:cNvSpPr/>
            <p:nvPr/>
          </p:nvSpPr>
          <p:spPr>
            <a:xfrm>
              <a:off x="1503650" y="5472825"/>
              <a:ext cx="178475" cy="40350"/>
            </a:xfrm>
            <a:custGeom>
              <a:rect b="b" l="l" r="r" t="t"/>
              <a:pathLst>
                <a:path extrusionOk="0" h="1614" w="7139">
                  <a:moveTo>
                    <a:pt x="5078" y="1"/>
                  </a:moveTo>
                  <a:lnTo>
                    <a:pt x="4271" y="31"/>
                  </a:lnTo>
                  <a:lnTo>
                    <a:pt x="3495" y="90"/>
                  </a:lnTo>
                  <a:lnTo>
                    <a:pt x="2688" y="180"/>
                  </a:lnTo>
                  <a:lnTo>
                    <a:pt x="1912" y="300"/>
                  </a:lnTo>
                  <a:lnTo>
                    <a:pt x="1135" y="449"/>
                  </a:lnTo>
                  <a:lnTo>
                    <a:pt x="359" y="628"/>
                  </a:lnTo>
                  <a:lnTo>
                    <a:pt x="239" y="658"/>
                  </a:lnTo>
                  <a:lnTo>
                    <a:pt x="179" y="718"/>
                  </a:lnTo>
                  <a:lnTo>
                    <a:pt x="90" y="777"/>
                  </a:lnTo>
                  <a:lnTo>
                    <a:pt x="60" y="867"/>
                  </a:lnTo>
                  <a:lnTo>
                    <a:pt x="30" y="957"/>
                  </a:lnTo>
                  <a:lnTo>
                    <a:pt x="0" y="1046"/>
                  </a:lnTo>
                  <a:lnTo>
                    <a:pt x="30" y="1225"/>
                  </a:lnTo>
                  <a:lnTo>
                    <a:pt x="90" y="1375"/>
                  </a:lnTo>
                  <a:lnTo>
                    <a:pt x="239" y="1524"/>
                  </a:lnTo>
                  <a:lnTo>
                    <a:pt x="329" y="1554"/>
                  </a:lnTo>
                  <a:lnTo>
                    <a:pt x="418" y="1584"/>
                  </a:lnTo>
                  <a:lnTo>
                    <a:pt x="508" y="1614"/>
                  </a:lnTo>
                  <a:lnTo>
                    <a:pt x="628" y="1584"/>
                  </a:lnTo>
                  <a:lnTo>
                    <a:pt x="1374" y="1405"/>
                  </a:lnTo>
                  <a:lnTo>
                    <a:pt x="2121" y="1285"/>
                  </a:lnTo>
                  <a:lnTo>
                    <a:pt x="2868" y="1166"/>
                  </a:lnTo>
                  <a:lnTo>
                    <a:pt x="3614" y="1076"/>
                  </a:lnTo>
                  <a:lnTo>
                    <a:pt x="4361" y="1016"/>
                  </a:lnTo>
                  <a:lnTo>
                    <a:pt x="5138" y="987"/>
                  </a:lnTo>
                  <a:lnTo>
                    <a:pt x="5884" y="987"/>
                  </a:lnTo>
                  <a:lnTo>
                    <a:pt x="6661" y="1016"/>
                  </a:lnTo>
                  <a:lnTo>
                    <a:pt x="6780" y="1016"/>
                  </a:lnTo>
                  <a:lnTo>
                    <a:pt x="6870" y="987"/>
                  </a:lnTo>
                  <a:lnTo>
                    <a:pt x="6960" y="957"/>
                  </a:lnTo>
                  <a:lnTo>
                    <a:pt x="7019" y="897"/>
                  </a:lnTo>
                  <a:lnTo>
                    <a:pt x="7079" y="807"/>
                  </a:lnTo>
                  <a:lnTo>
                    <a:pt x="7109" y="718"/>
                  </a:lnTo>
                  <a:lnTo>
                    <a:pt x="7139" y="539"/>
                  </a:lnTo>
                  <a:lnTo>
                    <a:pt x="7109" y="359"/>
                  </a:lnTo>
                  <a:lnTo>
                    <a:pt x="7019" y="210"/>
                  </a:lnTo>
                  <a:lnTo>
                    <a:pt x="6960" y="120"/>
                  </a:lnTo>
                  <a:lnTo>
                    <a:pt x="6870" y="90"/>
                  </a:lnTo>
                  <a:lnTo>
                    <a:pt x="6780" y="31"/>
                  </a:lnTo>
                  <a:lnTo>
                    <a:pt x="6661" y="31"/>
                  </a:lnTo>
                  <a:lnTo>
                    <a:pt x="58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51"/>
            <p:cNvSpPr/>
            <p:nvPr/>
          </p:nvSpPr>
          <p:spPr>
            <a:xfrm>
              <a:off x="1561150" y="5482550"/>
              <a:ext cx="53025" cy="167275"/>
            </a:xfrm>
            <a:custGeom>
              <a:rect b="b" l="l" r="r" t="t"/>
              <a:pathLst>
                <a:path extrusionOk="0" h="6691" w="2121">
                  <a:moveTo>
                    <a:pt x="1464" y="0"/>
                  </a:moveTo>
                  <a:lnTo>
                    <a:pt x="1374" y="30"/>
                  </a:lnTo>
                  <a:lnTo>
                    <a:pt x="1314" y="90"/>
                  </a:lnTo>
                  <a:lnTo>
                    <a:pt x="1225" y="150"/>
                  </a:lnTo>
                  <a:lnTo>
                    <a:pt x="1165" y="239"/>
                  </a:lnTo>
                  <a:lnTo>
                    <a:pt x="1135" y="359"/>
                  </a:lnTo>
                  <a:lnTo>
                    <a:pt x="807" y="1762"/>
                  </a:lnTo>
                  <a:lnTo>
                    <a:pt x="508" y="3196"/>
                  </a:lnTo>
                  <a:lnTo>
                    <a:pt x="239" y="4630"/>
                  </a:lnTo>
                  <a:lnTo>
                    <a:pt x="0" y="6063"/>
                  </a:lnTo>
                  <a:lnTo>
                    <a:pt x="0" y="6183"/>
                  </a:lnTo>
                  <a:lnTo>
                    <a:pt x="0" y="6272"/>
                  </a:lnTo>
                  <a:lnTo>
                    <a:pt x="60" y="6362"/>
                  </a:lnTo>
                  <a:lnTo>
                    <a:pt x="90" y="6452"/>
                  </a:lnTo>
                  <a:lnTo>
                    <a:pt x="239" y="6601"/>
                  </a:lnTo>
                  <a:lnTo>
                    <a:pt x="418" y="6661"/>
                  </a:lnTo>
                  <a:lnTo>
                    <a:pt x="597" y="6691"/>
                  </a:lnTo>
                  <a:lnTo>
                    <a:pt x="687" y="6661"/>
                  </a:lnTo>
                  <a:lnTo>
                    <a:pt x="777" y="6631"/>
                  </a:lnTo>
                  <a:lnTo>
                    <a:pt x="836" y="6601"/>
                  </a:lnTo>
                  <a:lnTo>
                    <a:pt x="896" y="6511"/>
                  </a:lnTo>
                  <a:lnTo>
                    <a:pt x="926" y="6422"/>
                  </a:lnTo>
                  <a:lnTo>
                    <a:pt x="956" y="6332"/>
                  </a:lnTo>
                  <a:lnTo>
                    <a:pt x="1195" y="4899"/>
                  </a:lnTo>
                  <a:lnTo>
                    <a:pt x="1464" y="3465"/>
                  </a:lnTo>
                  <a:lnTo>
                    <a:pt x="1762" y="2031"/>
                  </a:lnTo>
                  <a:lnTo>
                    <a:pt x="2091" y="598"/>
                  </a:lnTo>
                  <a:lnTo>
                    <a:pt x="2121" y="508"/>
                  </a:lnTo>
                  <a:lnTo>
                    <a:pt x="2121" y="388"/>
                  </a:lnTo>
                  <a:lnTo>
                    <a:pt x="2091" y="299"/>
                  </a:lnTo>
                  <a:lnTo>
                    <a:pt x="2031" y="209"/>
                  </a:lnTo>
                  <a:lnTo>
                    <a:pt x="1912" y="90"/>
                  </a:lnTo>
                  <a:lnTo>
                    <a:pt x="17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51"/>
            <p:cNvSpPr/>
            <p:nvPr/>
          </p:nvSpPr>
          <p:spPr>
            <a:xfrm>
              <a:off x="1490950" y="5547500"/>
              <a:ext cx="188200" cy="34375"/>
            </a:xfrm>
            <a:custGeom>
              <a:rect b="b" l="l" r="r" t="t"/>
              <a:pathLst>
                <a:path extrusionOk="0" h="1375" w="7528">
                  <a:moveTo>
                    <a:pt x="5377" y="1"/>
                  </a:moveTo>
                  <a:lnTo>
                    <a:pt x="4540" y="31"/>
                  </a:lnTo>
                  <a:lnTo>
                    <a:pt x="3704" y="60"/>
                  </a:lnTo>
                  <a:lnTo>
                    <a:pt x="2868" y="120"/>
                  </a:lnTo>
                  <a:lnTo>
                    <a:pt x="2032" y="180"/>
                  </a:lnTo>
                  <a:lnTo>
                    <a:pt x="1195" y="270"/>
                  </a:lnTo>
                  <a:lnTo>
                    <a:pt x="359" y="389"/>
                  </a:lnTo>
                  <a:lnTo>
                    <a:pt x="269" y="419"/>
                  </a:lnTo>
                  <a:lnTo>
                    <a:pt x="180" y="479"/>
                  </a:lnTo>
                  <a:lnTo>
                    <a:pt x="90" y="538"/>
                  </a:lnTo>
                  <a:lnTo>
                    <a:pt x="60" y="598"/>
                  </a:lnTo>
                  <a:lnTo>
                    <a:pt x="30" y="688"/>
                  </a:lnTo>
                  <a:lnTo>
                    <a:pt x="1" y="777"/>
                  </a:lnTo>
                  <a:lnTo>
                    <a:pt x="30" y="956"/>
                  </a:lnTo>
                  <a:lnTo>
                    <a:pt x="90" y="1136"/>
                  </a:lnTo>
                  <a:lnTo>
                    <a:pt x="239" y="1255"/>
                  </a:lnTo>
                  <a:lnTo>
                    <a:pt x="329" y="1315"/>
                  </a:lnTo>
                  <a:lnTo>
                    <a:pt x="419" y="1345"/>
                  </a:lnTo>
                  <a:lnTo>
                    <a:pt x="508" y="1375"/>
                  </a:lnTo>
                  <a:lnTo>
                    <a:pt x="628" y="1375"/>
                  </a:lnTo>
                  <a:lnTo>
                    <a:pt x="1434" y="1255"/>
                  </a:lnTo>
                  <a:lnTo>
                    <a:pt x="2241" y="1166"/>
                  </a:lnTo>
                  <a:lnTo>
                    <a:pt x="3047" y="1106"/>
                  </a:lnTo>
                  <a:lnTo>
                    <a:pt x="3824" y="1046"/>
                  </a:lnTo>
                  <a:lnTo>
                    <a:pt x="4630" y="1016"/>
                  </a:lnTo>
                  <a:lnTo>
                    <a:pt x="6243" y="1016"/>
                  </a:lnTo>
                  <a:lnTo>
                    <a:pt x="7049" y="1046"/>
                  </a:lnTo>
                  <a:lnTo>
                    <a:pt x="7169" y="1046"/>
                  </a:lnTo>
                  <a:lnTo>
                    <a:pt x="7259" y="1016"/>
                  </a:lnTo>
                  <a:lnTo>
                    <a:pt x="7348" y="986"/>
                  </a:lnTo>
                  <a:lnTo>
                    <a:pt x="7408" y="927"/>
                  </a:lnTo>
                  <a:lnTo>
                    <a:pt x="7468" y="837"/>
                  </a:lnTo>
                  <a:lnTo>
                    <a:pt x="7497" y="777"/>
                  </a:lnTo>
                  <a:lnTo>
                    <a:pt x="7527" y="598"/>
                  </a:lnTo>
                  <a:lnTo>
                    <a:pt x="7497" y="389"/>
                  </a:lnTo>
                  <a:lnTo>
                    <a:pt x="7408" y="240"/>
                  </a:lnTo>
                  <a:lnTo>
                    <a:pt x="7348" y="180"/>
                  </a:lnTo>
                  <a:lnTo>
                    <a:pt x="7259" y="120"/>
                  </a:lnTo>
                  <a:lnTo>
                    <a:pt x="7169" y="90"/>
                  </a:lnTo>
                  <a:lnTo>
                    <a:pt x="7049" y="60"/>
                  </a:lnTo>
                  <a:lnTo>
                    <a:pt x="6213" y="31"/>
                  </a:lnTo>
                  <a:lnTo>
                    <a:pt x="53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51"/>
            <p:cNvSpPr/>
            <p:nvPr/>
          </p:nvSpPr>
          <p:spPr>
            <a:xfrm>
              <a:off x="1930750" y="5392925"/>
              <a:ext cx="85900" cy="421925"/>
            </a:xfrm>
            <a:custGeom>
              <a:rect b="b" l="l" r="r" t="t"/>
              <a:pathLst>
                <a:path extrusionOk="0" h="16877" w="3436">
                  <a:moveTo>
                    <a:pt x="2749" y="1"/>
                  </a:moveTo>
                  <a:lnTo>
                    <a:pt x="2659" y="31"/>
                  </a:lnTo>
                  <a:lnTo>
                    <a:pt x="2599" y="91"/>
                  </a:lnTo>
                  <a:lnTo>
                    <a:pt x="2540" y="150"/>
                  </a:lnTo>
                  <a:lnTo>
                    <a:pt x="2480" y="240"/>
                  </a:lnTo>
                  <a:lnTo>
                    <a:pt x="2450" y="359"/>
                  </a:lnTo>
                  <a:lnTo>
                    <a:pt x="1" y="16249"/>
                  </a:lnTo>
                  <a:lnTo>
                    <a:pt x="1" y="16369"/>
                  </a:lnTo>
                  <a:lnTo>
                    <a:pt x="1" y="16488"/>
                  </a:lnTo>
                  <a:lnTo>
                    <a:pt x="31" y="16578"/>
                  </a:lnTo>
                  <a:lnTo>
                    <a:pt x="91" y="16667"/>
                  </a:lnTo>
                  <a:lnTo>
                    <a:pt x="240" y="16787"/>
                  </a:lnTo>
                  <a:lnTo>
                    <a:pt x="419" y="16877"/>
                  </a:lnTo>
                  <a:lnTo>
                    <a:pt x="688" y="16877"/>
                  </a:lnTo>
                  <a:lnTo>
                    <a:pt x="748" y="16847"/>
                  </a:lnTo>
                  <a:lnTo>
                    <a:pt x="837" y="16787"/>
                  </a:lnTo>
                  <a:lnTo>
                    <a:pt x="897" y="16727"/>
                  </a:lnTo>
                  <a:lnTo>
                    <a:pt x="927" y="16638"/>
                  </a:lnTo>
                  <a:lnTo>
                    <a:pt x="957" y="16518"/>
                  </a:lnTo>
                  <a:lnTo>
                    <a:pt x="3436" y="628"/>
                  </a:lnTo>
                  <a:lnTo>
                    <a:pt x="3436" y="509"/>
                  </a:lnTo>
                  <a:lnTo>
                    <a:pt x="3406" y="389"/>
                  </a:lnTo>
                  <a:lnTo>
                    <a:pt x="3376" y="300"/>
                  </a:lnTo>
                  <a:lnTo>
                    <a:pt x="3316" y="210"/>
                  </a:lnTo>
                  <a:lnTo>
                    <a:pt x="3197" y="9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51"/>
            <p:cNvSpPr/>
            <p:nvPr/>
          </p:nvSpPr>
          <p:spPr>
            <a:xfrm>
              <a:off x="2011400" y="5435500"/>
              <a:ext cx="82925" cy="428625"/>
            </a:xfrm>
            <a:custGeom>
              <a:rect b="b" l="l" r="r" t="t"/>
              <a:pathLst>
                <a:path extrusionOk="0" h="17145" w="3317">
                  <a:moveTo>
                    <a:pt x="2629" y="0"/>
                  </a:moveTo>
                  <a:lnTo>
                    <a:pt x="2540" y="30"/>
                  </a:lnTo>
                  <a:lnTo>
                    <a:pt x="2480" y="90"/>
                  </a:lnTo>
                  <a:lnTo>
                    <a:pt x="2420" y="150"/>
                  </a:lnTo>
                  <a:lnTo>
                    <a:pt x="2360" y="239"/>
                  </a:lnTo>
                  <a:lnTo>
                    <a:pt x="2330" y="359"/>
                  </a:lnTo>
                  <a:lnTo>
                    <a:pt x="1" y="16518"/>
                  </a:lnTo>
                  <a:lnTo>
                    <a:pt x="1" y="16637"/>
                  </a:lnTo>
                  <a:lnTo>
                    <a:pt x="31" y="16727"/>
                  </a:lnTo>
                  <a:lnTo>
                    <a:pt x="60" y="16816"/>
                  </a:lnTo>
                  <a:lnTo>
                    <a:pt x="120" y="16906"/>
                  </a:lnTo>
                  <a:lnTo>
                    <a:pt x="270" y="17025"/>
                  </a:lnTo>
                  <a:lnTo>
                    <a:pt x="419" y="17115"/>
                  </a:lnTo>
                  <a:lnTo>
                    <a:pt x="598" y="17145"/>
                  </a:lnTo>
                  <a:lnTo>
                    <a:pt x="688" y="17115"/>
                  </a:lnTo>
                  <a:lnTo>
                    <a:pt x="777" y="17085"/>
                  </a:lnTo>
                  <a:lnTo>
                    <a:pt x="837" y="17055"/>
                  </a:lnTo>
                  <a:lnTo>
                    <a:pt x="897" y="16966"/>
                  </a:lnTo>
                  <a:lnTo>
                    <a:pt x="956" y="16876"/>
                  </a:lnTo>
                  <a:lnTo>
                    <a:pt x="986" y="16786"/>
                  </a:lnTo>
                  <a:lnTo>
                    <a:pt x="3316" y="628"/>
                  </a:lnTo>
                  <a:lnTo>
                    <a:pt x="3316" y="508"/>
                  </a:lnTo>
                  <a:lnTo>
                    <a:pt x="3286" y="389"/>
                  </a:lnTo>
                  <a:lnTo>
                    <a:pt x="3256" y="299"/>
                  </a:lnTo>
                  <a:lnTo>
                    <a:pt x="3197" y="210"/>
                  </a:lnTo>
                  <a:lnTo>
                    <a:pt x="3047" y="90"/>
                  </a:lnTo>
                  <a:lnTo>
                    <a:pt x="2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51"/>
            <p:cNvSpPr/>
            <p:nvPr/>
          </p:nvSpPr>
          <p:spPr>
            <a:xfrm>
              <a:off x="1932250" y="5790175"/>
              <a:ext cx="110550" cy="33625"/>
            </a:xfrm>
            <a:custGeom>
              <a:rect b="b" l="l" r="r" t="t"/>
              <a:pathLst>
                <a:path extrusionOk="0" h="1345" w="4422">
                  <a:moveTo>
                    <a:pt x="3943" y="1"/>
                  </a:moveTo>
                  <a:lnTo>
                    <a:pt x="479" y="359"/>
                  </a:lnTo>
                  <a:lnTo>
                    <a:pt x="389" y="359"/>
                  </a:lnTo>
                  <a:lnTo>
                    <a:pt x="269" y="419"/>
                  </a:lnTo>
                  <a:lnTo>
                    <a:pt x="210" y="479"/>
                  </a:lnTo>
                  <a:lnTo>
                    <a:pt x="120" y="539"/>
                  </a:lnTo>
                  <a:lnTo>
                    <a:pt x="31" y="718"/>
                  </a:lnTo>
                  <a:lnTo>
                    <a:pt x="1" y="897"/>
                  </a:lnTo>
                  <a:lnTo>
                    <a:pt x="31" y="1076"/>
                  </a:lnTo>
                  <a:lnTo>
                    <a:pt x="90" y="1166"/>
                  </a:lnTo>
                  <a:lnTo>
                    <a:pt x="120" y="1225"/>
                  </a:lnTo>
                  <a:lnTo>
                    <a:pt x="210" y="1285"/>
                  </a:lnTo>
                  <a:lnTo>
                    <a:pt x="269" y="1315"/>
                  </a:lnTo>
                  <a:lnTo>
                    <a:pt x="389" y="1345"/>
                  </a:lnTo>
                  <a:lnTo>
                    <a:pt x="479" y="1345"/>
                  </a:lnTo>
                  <a:lnTo>
                    <a:pt x="3943" y="987"/>
                  </a:lnTo>
                  <a:lnTo>
                    <a:pt x="4063" y="957"/>
                  </a:lnTo>
                  <a:lnTo>
                    <a:pt x="4152" y="927"/>
                  </a:lnTo>
                  <a:lnTo>
                    <a:pt x="4242" y="867"/>
                  </a:lnTo>
                  <a:lnTo>
                    <a:pt x="4302" y="807"/>
                  </a:lnTo>
                  <a:lnTo>
                    <a:pt x="4391" y="628"/>
                  </a:lnTo>
                  <a:lnTo>
                    <a:pt x="4421" y="449"/>
                  </a:lnTo>
                  <a:lnTo>
                    <a:pt x="4391" y="270"/>
                  </a:lnTo>
                  <a:lnTo>
                    <a:pt x="4361" y="180"/>
                  </a:lnTo>
                  <a:lnTo>
                    <a:pt x="4302" y="120"/>
                  </a:lnTo>
                  <a:lnTo>
                    <a:pt x="4242" y="61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51"/>
            <p:cNvSpPr/>
            <p:nvPr/>
          </p:nvSpPr>
          <p:spPr>
            <a:xfrm>
              <a:off x="1875500" y="5113675"/>
              <a:ext cx="119500" cy="241200"/>
            </a:xfrm>
            <a:custGeom>
              <a:rect b="b" l="l" r="r" t="t"/>
              <a:pathLst>
                <a:path extrusionOk="0" h="9648" w="4780">
                  <a:moveTo>
                    <a:pt x="2868" y="0"/>
                  </a:moveTo>
                  <a:lnTo>
                    <a:pt x="2450" y="60"/>
                  </a:lnTo>
                  <a:lnTo>
                    <a:pt x="2032" y="150"/>
                  </a:lnTo>
                  <a:lnTo>
                    <a:pt x="1673" y="329"/>
                  </a:lnTo>
                  <a:lnTo>
                    <a:pt x="1345" y="538"/>
                  </a:lnTo>
                  <a:lnTo>
                    <a:pt x="1076" y="777"/>
                  </a:lnTo>
                  <a:lnTo>
                    <a:pt x="837" y="1046"/>
                  </a:lnTo>
                  <a:lnTo>
                    <a:pt x="598" y="1374"/>
                  </a:lnTo>
                  <a:lnTo>
                    <a:pt x="419" y="1703"/>
                  </a:lnTo>
                  <a:lnTo>
                    <a:pt x="269" y="2061"/>
                  </a:lnTo>
                  <a:lnTo>
                    <a:pt x="150" y="2449"/>
                  </a:lnTo>
                  <a:lnTo>
                    <a:pt x="90" y="2838"/>
                  </a:lnTo>
                  <a:lnTo>
                    <a:pt x="31" y="3226"/>
                  </a:lnTo>
                  <a:lnTo>
                    <a:pt x="1" y="3644"/>
                  </a:lnTo>
                  <a:lnTo>
                    <a:pt x="1" y="4032"/>
                  </a:lnTo>
                  <a:lnTo>
                    <a:pt x="31" y="4451"/>
                  </a:lnTo>
                  <a:lnTo>
                    <a:pt x="60" y="4839"/>
                  </a:lnTo>
                  <a:lnTo>
                    <a:pt x="150" y="5257"/>
                  </a:lnTo>
                  <a:lnTo>
                    <a:pt x="269" y="5675"/>
                  </a:lnTo>
                  <a:lnTo>
                    <a:pt x="389" y="6064"/>
                  </a:lnTo>
                  <a:lnTo>
                    <a:pt x="568" y="6452"/>
                  </a:lnTo>
                  <a:lnTo>
                    <a:pt x="747" y="6810"/>
                  </a:lnTo>
                  <a:lnTo>
                    <a:pt x="956" y="7169"/>
                  </a:lnTo>
                  <a:lnTo>
                    <a:pt x="1195" y="7497"/>
                  </a:lnTo>
                  <a:lnTo>
                    <a:pt x="1434" y="7796"/>
                  </a:lnTo>
                  <a:lnTo>
                    <a:pt x="1733" y="8095"/>
                  </a:lnTo>
                  <a:lnTo>
                    <a:pt x="2032" y="8363"/>
                  </a:lnTo>
                  <a:lnTo>
                    <a:pt x="2330" y="8632"/>
                  </a:lnTo>
                  <a:lnTo>
                    <a:pt x="2659" y="8871"/>
                  </a:lnTo>
                  <a:lnTo>
                    <a:pt x="3017" y="9080"/>
                  </a:lnTo>
                  <a:lnTo>
                    <a:pt x="3376" y="9289"/>
                  </a:lnTo>
                  <a:lnTo>
                    <a:pt x="3764" y="9468"/>
                  </a:lnTo>
                  <a:lnTo>
                    <a:pt x="4152" y="9618"/>
                  </a:lnTo>
                  <a:lnTo>
                    <a:pt x="4272" y="9648"/>
                  </a:lnTo>
                  <a:lnTo>
                    <a:pt x="4361" y="9648"/>
                  </a:lnTo>
                  <a:lnTo>
                    <a:pt x="4451" y="9618"/>
                  </a:lnTo>
                  <a:lnTo>
                    <a:pt x="4541" y="9588"/>
                  </a:lnTo>
                  <a:lnTo>
                    <a:pt x="4600" y="9528"/>
                  </a:lnTo>
                  <a:lnTo>
                    <a:pt x="4660" y="9468"/>
                  </a:lnTo>
                  <a:lnTo>
                    <a:pt x="4750" y="9289"/>
                  </a:lnTo>
                  <a:lnTo>
                    <a:pt x="4780" y="9110"/>
                  </a:lnTo>
                  <a:lnTo>
                    <a:pt x="4720" y="8931"/>
                  </a:lnTo>
                  <a:lnTo>
                    <a:pt x="4690" y="8841"/>
                  </a:lnTo>
                  <a:lnTo>
                    <a:pt x="4600" y="8752"/>
                  </a:lnTo>
                  <a:lnTo>
                    <a:pt x="4541" y="8692"/>
                  </a:lnTo>
                  <a:lnTo>
                    <a:pt x="4421" y="8662"/>
                  </a:lnTo>
                  <a:lnTo>
                    <a:pt x="3943" y="8453"/>
                  </a:lnTo>
                  <a:lnTo>
                    <a:pt x="3465" y="8214"/>
                  </a:lnTo>
                  <a:lnTo>
                    <a:pt x="3047" y="7945"/>
                  </a:lnTo>
                  <a:lnTo>
                    <a:pt x="2629" y="7617"/>
                  </a:lnTo>
                  <a:lnTo>
                    <a:pt x="2271" y="7258"/>
                  </a:lnTo>
                  <a:lnTo>
                    <a:pt x="1942" y="6840"/>
                  </a:lnTo>
                  <a:lnTo>
                    <a:pt x="1673" y="6422"/>
                  </a:lnTo>
                  <a:lnTo>
                    <a:pt x="1434" y="5944"/>
                  </a:lnTo>
                  <a:lnTo>
                    <a:pt x="1315" y="5645"/>
                  </a:lnTo>
                  <a:lnTo>
                    <a:pt x="1225" y="5317"/>
                  </a:lnTo>
                  <a:lnTo>
                    <a:pt x="1136" y="4988"/>
                  </a:lnTo>
                  <a:lnTo>
                    <a:pt x="1046" y="4600"/>
                  </a:lnTo>
                  <a:lnTo>
                    <a:pt x="1016" y="4212"/>
                  </a:lnTo>
                  <a:lnTo>
                    <a:pt x="986" y="3823"/>
                  </a:lnTo>
                  <a:lnTo>
                    <a:pt x="986" y="3405"/>
                  </a:lnTo>
                  <a:lnTo>
                    <a:pt x="1016" y="3017"/>
                  </a:lnTo>
                  <a:lnTo>
                    <a:pt x="1076" y="2629"/>
                  </a:lnTo>
                  <a:lnTo>
                    <a:pt x="1195" y="2270"/>
                  </a:lnTo>
                  <a:lnTo>
                    <a:pt x="1345" y="1942"/>
                  </a:lnTo>
                  <a:lnTo>
                    <a:pt x="1524" y="1643"/>
                  </a:lnTo>
                  <a:lnTo>
                    <a:pt x="1643" y="1524"/>
                  </a:lnTo>
                  <a:lnTo>
                    <a:pt x="1793" y="1404"/>
                  </a:lnTo>
                  <a:lnTo>
                    <a:pt x="1912" y="1285"/>
                  </a:lnTo>
                  <a:lnTo>
                    <a:pt x="2091" y="1195"/>
                  </a:lnTo>
                  <a:lnTo>
                    <a:pt x="2271" y="1105"/>
                  </a:lnTo>
                  <a:lnTo>
                    <a:pt x="2450" y="1046"/>
                  </a:lnTo>
                  <a:lnTo>
                    <a:pt x="2659" y="1016"/>
                  </a:lnTo>
                  <a:lnTo>
                    <a:pt x="2868" y="986"/>
                  </a:lnTo>
                  <a:lnTo>
                    <a:pt x="2988" y="956"/>
                  </a:lnTo>
                  <a:lnTo>
                    <a:pt x="3077" y="926"/>
                  </a:lnTo>
                  <a:lnTo>
                    <a:pt x="3167" y="866"/>
                  </a:lnTo>
                  <a:lnTo>
                    <a:pt x="3226" y="807"/>
                  </a:lnTo>
                  <a:lnTo>
                    <a:pt x="3316" y="627"/>
                  </a:lnTo>
                  <a:lnTo>
                    <a:pt x="3346" y="448"/>
                  </a:lnTo>
                  <a:lnTo>
                    <a:pt x="3316" y="269"/>
                  </a:lnTo>
                  <a:lnTo>
                    <a:pt x="3286" y="179"/>
                  </a:lnTo>
                  <a:lnTo>
                    <a:pt x="3226" y="120"/>
                  </a:lnTo>
                  <a:lnTo>
                    <a:pt x="3167" y="60"/>
                  </a:lnTo>
                  <a:lnTo>
                    <a:pt x="30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51"/>
            <p:cNvSpPr/>
            <p:nvPr/>
          </p:nvSpPr>
          <p:spPr>
            <a:xfrm>
              <a:off x="1888950" y="4862025"/>
              <a:ext cx="235225" cy="269600"/>
            </a:xfrm>
            <a:custGeom>
              <a:rect b="b" l="l" r="r" t="t"/>
              <a:pathLst>
                <a:path extrusionOk="0" h="10784" w="9409">
                  <a:moveTo>
                    <a:pt x="4869" y="1"/>
                  </a:moveTo>
                  <a:lnTo>
                    <a:pt x="4301" y="60"/>
                  </a:lnTo>
                  <a:lnTo>
                    <a:pt x="3734" y="150"/>
                  </a:lnTo>
                  <a:lnTo>
                    <a:pt x="3196" y="299"/>
                  </a:lnTo>
                  <a:lnTo>
                    <a:pt x="2688" y="508"/>
                  </a:lnTo>
                  <a:lnTo>
                    <a:pt x="2211" y="747"/>
                  </a:lnTo>
                  <a:lnTo>
                    <a:pt x="1733" y="1046"/>
                  </a:lnTo>
                  <a:lnTo>
                    <a:pt x="1315" y="1375"/>
                  </a:lnTo>
                  <a:lnTo>
                    <a:pt x="926" y="1793"/>
                  </a:lnTo>
                  <a:lnTo>
                    <a:pt x="717" y="2062"/>
                  </a:lnTo>
                  <a:lnTo>
                    <a:pt x="538" y="2330"/>
                  </a:lnTo>
                  <a:lnTo>
                    <a:pt x="389" y="2599"/>
                  </a:lnTo>
                  <a:lnTo>
                    <a:pt x="269" y="2868"/>
                  </a:lnTo>
                  <a:lnTo>
                    <a:pt x="180" y="3137"/>
                  </a:lnTo>
                  <a:lnTo>
                    <a:pt x="90" y="3406"/>
                  </a:lnTo>
                  <a:lnTo>
                    <a:pt x="30" y="3674"/>
                  </a:lnTo>
                  <a:lnTo>
                    <a:pt x="0" y="3943"/>
                  </a:lnTo>
                  <a:lnTo>
                    <a:pt x="0" y="4212"/>
                  </a:lnTo>
                  <a:lnTo>
                    <a:pt x="0" y="4481"/>
                  </a:lnTo>
                  <a:lnTo>
                    <a:pt x="60" y="5048"/>
                  </a:lnTo>
                  <a:lnTo>
                    <a:pt x="180" y="5586"/>
                  </a:lnTo>
                  <a:lnTo>
                    <a:pt x="359" y="6124"/>
                  </a:lnTo>
                  <a:lnTo>
                    <a:pt x="538" y="6661"/>
                  </a:lnTo>
                  <a:lnTo>
                    <a:pt x="777" y="7199"/>
                  </a:lnTo>
                  <a:lnTo>
                    <a:pt x="1255" y="8304"/>
                  </a:lnTo>
                  <a:lnTo>
                    <a:pt x="1494" y="8842"/>
                  </a:lnTo>
                  <a:lnTo>
                    <a:pt x="1703" y="9379"/>
                  </a:lnTo>
                  <a:lnTo>
                    <a:pt x="1882" y="9917"/>
                  </a:lnTo>
                  <a:lnTo>
                    <a:pt x="2031" y="10425"/>
                  </a:lnTo>
                  <a:lnTo>
                    <a:pt x="2061" y="10544"/>
                  </a:lnTo>
                  <a:lnTo>
                    <a:pt x="2121" y="10634"/>
                  </a:lnTo>
                  <a:lnTo>
                    <a:pt x="2181" y="10693"/>
                  </a:lnTo>
                  <a:lnTo>
                    <a:pt x="2270" y="10753"/>
                  </a:lnTo>
                  <a:lnTo>
                    <a:pt x="2360" y="10783"/>
                  </a:lnTo>
                  <a:lnTo>
                    <a:pt x="2629" y="10783"/>
                  </a:lnTo>
                  <a:lnTo>
                    <a:pt x="2778" y="10693"/>
                  </a:lnTo>
                  <a:lnTo>
                    <a:pt x="2927" y="10574"/>
                  </a:lnTo>
                  <a:lnTo>
                    <a:pt x="2957" y="10484"/>
                  </a:lnTo>
                  <a:lnTo>
                    <a:pt x="2987" y="10395"/>
                  </a:lnTo>
                  <a:lnTo>
                    <a:pt x="3017" y="10275"/>
                  </a:lnTo>
                  <a:lnTo>
                    <a:pt x="2987" y="10186"/>
                  </a:lnTo>
                  <a:lnTo>
                    <a:pt x="2898" y="9827"/>
                  </a:lnTo>
                  <a:lnTo>
                    <a:pt x="2778" y="9469"/>
                  </a:lnTo>
                  <a:lnTo>
                    <a:pt x="2479" y="8752"/>
                  </a:lnTo>
                  <a:lnTo>
                    <a:pt x="2151" y="8065"/>
                  </a:lnTo>
                  <a:lnTo>
                    <a:pt x="1792" y="7378"/>
                  </a:lnTo>
                  <a:lnTo>
                    <a:pt x="1464" y="6661"/>
                  </a:lnTo>
                  <a:lnTo>
                    <a:pt x="1344" y="6303"/>
                  </a:lnTo>
                  <a:lnTo>
                    <a:pt x="1225" y="5974"/>
                  </a:lnTo>
                  <a:lnTo>
                    <a:pt x="1105" y="5616"/>
                  </a:lnTo>
                  <a:lnTo>
                    <a:pt x="1046" y="5257"/>
                  </a:lnTo>
                  <a:lnTo>
                    <a:pt x="1016" y="4869"/>
                  </a:lnTo>
                  <a:lnTo>
                    <a:pt x="986" y="4511"/>
                  </a:lnTo>
                  <a:lnTo>
                    <a:pt x="1016" y="4152"/>
                  </a:lnTo>
                  <a:lnTo>
                    <a:pt x="1076" y="3854"/>
                  </a:lnTo>
                  <a:lnTo>
                    <a:pt x="1165" y="3525"/>
                  </a:lnTo>
                  <a:lnTo>
                    <a:pt x="1285" y="3256"/>
                  </a:lnTo>
                  <a:lnTo>
                    <a:pt x="1404" y="2987"/>
                  </a:lnTo>
                  <a:lnTo>
                    <a:pt x="1553" y="2719"/>
                  </a:lnTo>
                  <a:lnTo>
                    <a:pt x="1703" y="2480"/>
                  </a:lnTo>
                  <a:lnTo>
                    <a:pt x="1912" y="2271"/>
                  </a:lnTo>
                  <a:lnTo>
                    <a:pt x="2121" y="2091"/>
                  </a:lnTo>
                  <a:lnTo>
                    <a:pt x="2330" y="1912"/>
                  </a:lnTo>
                  <a:lnTo>
                    <a:pt x="2569" y="1763"/>
                  </a:lnTo>
                  <a:lnTo>
                    <a:pt x="2808" y="1614"/>
                  </a:lnTo>
                  <a:lnTo>
                    <a:pt x="3077" y="1494"/>
                  </a:lnTo>
                  <a:lnTo>
                    <a:pt x="3346" y="1375"/>
                  </a:lnTo>
                  <a:lnTo>
                    <a:pt x="3913" y="1195"/>
                  </a:lnTo>
                  <a:lnTo>
                    <a:pt x="4510" y="1076"/>
                  </a:lnTo>
                  <a:lnTo>
                    <a:pt x="5138" y="1046"/>
                  </a:lnTo>
                  <a:lnTo>
                    <a:pt x="5765" y="1046"/>
                  </a:lnTo>
                  <a:lnTo>
                    <a:pt x="6392" y="1106"/>
                  </a:lnTo>
                  <a:lnTo>
                    <a:pt x="6989" y="1225"/>
                  </a:lnTo>
                  <a:lnTo>
                    <a:pt x="7587" y="1375"/>
                  </a:lnTo>
                  <a:lnTo>
                    <a:pt x="8154" y="1584"/>
                  </a:lnTo>
                  <a:lnTo>
                    <a:pt x="8662" y="1823"/>
                  </a:lnTo>
                  <a:lnTo>
                    <a:pt x="8782" y="1852"/>
                  </a:lnTo>
                  <a:lnTo>
                    <a:pt x="8871" y="1882"/>
                  </a:lnTo>
                  <a:lnTo>
                    <a:pt x="8961" y="1882"/>
                  </a:lnTo>
                  <a:lnTo>
                    <a:pt x="9050" y="1852"/>
                  </a:lnTo>
                  <a:lnTo>
                    <a:pt x="9230" y="1763"/>
                  </a:lnTo>
                  <a:lnTo>
                    <a:pt x="9349" y="1614"/>
                  </a:lnTo>
                  <a:lnTo>
                    <a:pt x="9409" y="1434"/>
                  </a:lnTo>
                  <a:lnTo>
                    <a:pt x="9409" y="1345"/>
                  </a:lnTo>
                  <a:lnTo>
                    <a:pt x="9409" y="1255"/>
                  </a:lnTo>
                  <a:lnTo>
                    <a:pt x="9379" y="1166"/>
                  </a:lnTo>
                  <a:lnTo>
                    <a:pt x="9319" y="1106"/>
                  </a:lnTo>
                  <a:lnTo>
                    <a:pt x="9259" y="1016"/>
                  </a:lnTo>
                  <a:lnTo>
                    <a:pt x="9170" y="956"/>
                  </a:lnTo>
                  <a:lnTo>
                    <a:pt x="8692" y="718"/>
                  </a:lnTo>
                  <a:lnTo>
                    <a:pt x="8184" y="508"/>
                  </a:lnTo>
                  <a:lnTo>
                    <a:pt x="7676" y="359"/>
                  </a:lnTo>
                  <a:lnTo>
                    <a:pt x="7139" y="210"/>
                  </a:lnTo>
                  <a:lnTo>
                    <a:pt x="6571" y="90"/>
                  </a:lnTo>
                  <a:lnTo>
                    <a:pt x="6004" y="31"/>
                  </a:lnTo>
                  <a:lnTo>
                    <a:pt x="54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51"/>
            <p:cNvSpPr/>
            <p:nvPr/>
          </p:nvSpPr>
          <p:spPr>
            <a:xfrm>
              <a:off x="2081600" y="5353350"/>
              <a:ext cx="204625" cy="117275"/>
            </a:xfrm>
            <a:custGeom>
              <a:rect b="b" l="l" r="r" t="t"/>
              <a:pathLst>
                <a:path extrusionOk="0" h="4691" w="8185">
                  <a:moveTo>
                    <a:pt x="7617" y="1"/>
                  </a:moveTo>
                  <a:lnTo>
                    <a:pt x="7527" y="31"/>
                  </a:lnTo>
                  <a:lnTo>
                    <a:pt x="7438" y="61"/>
                  </a:lnTo>
                  <a:lnTo>
                    <a:pt x="7348" y="91"/>
                  </a:lnTo>
                  <a:lnTo>
                    <a:pt x="7288" y="180"/>
                  </a:lnTo>
                  <a:lnTo>
                    <a:pt x="7228" y="270"/>
                  </a:lnTo>
                  <a:lnTo>
                    <a:pt x="7199" y="359"/>
                  </a:lnTo>
                  <a:lnTo>
                    <a:pt x="7139" y="598"/>
                  </a:lnTo>
                  <a:lnTo>
                    <a:pt x="7049" y="837"/>
                  </a:lnTo>
                  <a:lnTo>
                    <a:pt x="6840" y="1315"/>
                  </a:lnTo>
                  <a:lnTo>
                    <a:pt x="6541" y="1763"/>
                  </a:lnTo>
                  <a:lnTo>
                    <a:pt x="6213" y="2181"/>
                  </a:lnTo>
                  <a:lnTo>
                    <a:pt x="5825" y="2570"/>
                  </a:lnTo>
                  <a:lnTo>
                    <a:pt x="5406" y="2898"/>
                  </a:lnTo>
                  <a:lnTo>
                    <a:pt x="4958" y="3197"/>
                  </a:lnTo>
                  <a:lnTo>
                    <a:pt x="4510" y="3436"/>
                  </a:lnTo>
                  <a:lnTo>
                    <a:pt x="4033" y="3615"/>
                  </a:lnTo>
                  <a:lnTo>
                    <a:pt x="3794" y="3675"/>
                  </a:lnTo>
                  <a:lnTo>
                    <a:pt x="3525" y="3705"/>
                  </a:lnTo>
                  <a:lnTo>
                    <a:pt x="2808" y="3705"/>
                  </a:lnTo>
                  <a:lnTo>
                    <a:pt x="2569" y="3645"/>
                  </a:lnTo>
                  <a:lnTo>
                    <a:pt x="2360" y="3585"/>
                  </a:lnTo>
                  <a:lnTo>
                    <a:pt x="2121" y="3466"/>
                  </a:lnTo>
                  <a:lnTo>
                    <a:pt x="1912" y="3346"/>
                  </a:lnTo>
                  <a:lnTo>
                    <a:pt x="1703" y="3197"/>
                  </a:lnTo>
                  <a:lnTo>
                    <a:pt x="1494" y="3018"/>
                  </a:lnTo>
                  <a:lnTo>
                    <a:pt x="1285" y="2809"/>
                  </a:lnTo>
                  <a:lnTo>
                    <a:pt x="1105" y="2570"/>
                  </a:lnTo>
                  <a:lnTo>
                    <a:pt x="956" y="2331"/>
                  </a:lnTo>
                  <a:lnTo>
                    <a:pt x="867" y="2211"/>
                  </a:lnTo>
                  <a:lnTo>
                    <a:pt x="807" y="2151"/>
                  </a:lnTo>
                  <a:lnTo>
                    <a:pt x="717" y="2122"/>
                  </a:lnTo>
                  <a:lnTo>
                    <a:pt x="628" y="2092"/>
                  </a:lnTo>
                  <a:lnTo>
                    <a:pt x="448" y="2092"/>
                  </a:lnTo>
                  <a:lnTo>
                    <a:pt x="269" y="2151"/>
                  </a:lnTo>
                  <a:lnTo>
                    <a:pt x="120" y="2271"/>
                  </a:lnTo>
                  <a:lnTo>
                    <a:pt x="60" y="2331"/>
                  </a:lnTo>
                  <a:lnTo>
                    <a:pt x="30" y="2420"/>
                  </a:lnTo>
                  <a:lnTo>
                    <a:pt x="0" y="2510"/>
                  </a:lnTo>
                  <a:lnTo>
                    <a:pt x="0" y="2629"/>
                  </a:lnTo>
                  <a:lnTo>
                    <a:pt x="30" y="2719"/>
                  </a:lnTo>
                  <a:lnTo>
                    <a:pt x="90" y="2809"/>
                  </a:lnTo>
                  <a:lnTo>
                    <a:pt x="299" y="3137"/>
                  </a:lnTo>
                  <a:lnTo>
                    <a:pt x="538" y="3436"/>
                  </a:lnTo>
                  <a:lnTo>
                    <a:pt x="777" y="3705"/>
                  </a:lnTo>
                  <a:lnTo>
                    <a:pt x="1016" y="3944"/>
                  </a:lnTo>
                  <a:lnTo>
                    <a:pt x="1285" y="4123"/>
                  </a:lnTo>
                  <a:lnTo>
                    <a:pt x="1553" y="4302"/>
                  </a:lnTo>
                  <a:lnTo>
                    <a:pt x="1852" y="4421"/>
                  </a:lnTo>
                  <a:lnTo>
                    <a:pt x="2151" y="4541"/>
                  </a:lnTo>
                  <a:lnTo>
                    <a:pt x="2450" y="4601"/>
                  </a:lnTo>
                  <a:lnTo>
                    <a:pt x="2748" y="4660"/>
                  </a:lnTo>
                  <a:lnTo>
                    <a:pt x="3077" y="4690"/>
                  </a:lnTo>
                  <a:lnTo>
                    <a:pt x="3375" y="4690"/>
                  </a:lnTo>
                  <a:lnTo>
                    <a:pt x="3704" y="4660"/>
                  </a:lnTo>
                  <a:lnTo>
                    <a:pt x="4003" y="4601"/>
                  </a:lnTo>
                  <a:lnTo>
                    <a:pt x="4331" y="4511"/>
                  </a:lnTo>
                  <a:lnTo>
                    <a:pt x="4630" y="4421"/>
                  </a:lnTo>
                  <a:lnTo>
                    <a:pt x="4929" y="4302"/>
                  </a:lnTo>
                  <a:lnTo>
                    <a:pt x="5227" y="4153"/>
                  </a:lnTo>
                  <a:lnTo>
                    <a:pt x="5526" y="4003"/>
                  </a:lnTo>
                  <a:lnTo>
                    <a:pt x="5825" y="3824"/>
                  </a:lnTo>
                  <a:lnTo>
                    <a:pt x="6093" y="3645"/>
                  </a:lnTo>
                  <a:lnTo>
                    <a:pt x="6362" y="3436"/>
                  </a:lnTo>
                  <a:lnTo>
                    <a:pt x="6601" y="3197"/>
                  </a:lnTo>
                  <a:lnTo>
                    <a:pt x="6870" y="2958"/>
                  </a:lnTo>
                  <a:lnTo>
                    <a:pt x="7079" y="2689"/>
                  </a:lnTo>
                  <a:lnTo>
                    <a:pt x="7288" y="2450"/>
                  </a:lnTo>
                  <a:lnTo>
                    <a:pt x="7497" y="2151"/>
                  </a:lnTo>
                  <a:lnTo>
                    <a:pt x="7676" y="1883"/>
                  </a:lnTo>
                  <a:lnTo>
                    <a:pt x="7826" y="1584"/>
                  </a:lnTo>
                  <a:lnTo>
                    <a:pt x="7975" y="1255"/>
                  </a:lnTo>
                  <a:lnTo>
                    <a:pt x="8065" y="957"/>
                  </a:lnTo>
                  <a:lnTo>
                    <a:pt x="8154" y="628"/>
                  </a:lnTo>
                  <a:lnTo>
                    <a:pt x="8184" y="509"/>
                  </a:lnTo>
                  <a:lnTo>
                    <a:pt x="8184" y="419"/>
                  </a:lnTo>
                  <a:lnTo>
                    <a:pt x="8154" y="330"/>
                  </a:lnTo>
                  <a:lnTo>
                    <a:pt x="8095" y="240"/>
                  </a:lnTo>
                  <a:lnTo>
                    <a:pt x="7975" y="120"/>
                  </a:lnTo>
                  <a:lnTo>
                    <a:pt x="7796" y="31"/>
                  </a:lnTo>
                  <a:lnTo>
                    <a:pt x="76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51"/>
            <p:cNvSpPr/>
            <p:nvPr/>
          </p:nvSpPr>
          <p:spPr>
            <a:xfrm>
              <a:off x="2269775" y="5148775"/>
              <a:ext cx="222525" cy="156825"/>
            </a:xfrm>
            <a:custGeom>
              <a:rect b="b" l="l" r="r" t="t"/>
              <a:pathLst>
                <a:path extrusionOk="0" h="6273" w="8901">
                  <a:moveTo>
                    <a:pt x="7676" y="0"/>
                  </a:moveTo>
                  <a:lnTo>
                    <a:pt x="7497" y="60"/>
                  </a:lnTo>
                  <a:lnTo>
                    <a:pt x="7348" y="149"/>
                  </a:lnTo>
                  <a:lnTo>
                    <a:pt x="7228" y="299"/>
                  </a:lnTo>
                  <a:lnTo>
                    <a:pt x="7198" y="388"/>
                  </a:lnTo>
                  <a:lnTo>
                    <a:pt x="7198" y="478"/>
                  </a:lnTo>
                  <a:lnTo>
                    <a:pt x="7198" y="568"/>
                  </a:lnTo>
                  <a:lnTo>
                    <a:pt x="7228" y="657"/>
                  </a:lnTo>
                  <a:lnTo>
                    <a:pt x="7288" y="747"/>
                  </a:lnTo>
                  <a:lnTo>
                    <a:pt x="7348" y="836"/>
                  </a:lnTo>
                  <a:lnTo>
                    <a:pt x="7617" y="1105"/>
                  </a:lnTo>
                  <a:lnTo>
                    <a:pt x="7796" y="1374"/>
                  </a:lnTo>
                  <a:lnTo>
                    <a:pt x="7915" y="1673"/>
                  </a:lnTo>
                  <a:lnTo>
                    <a:pt x="7945" y="1971"/>
                  </a:lnTo>
                  <a:lnTo>
                    <a:pt x="7945" y="2270"/>
                  </a:lnTo>
                  <a:lnTo>
                    <a:pt x="7885" y="2569"/>
                  </a:lnTo>
                  <a:lnTo>
                    <a:pt x="7766" y="2867"/>
                  </a:lnTo>
                  <a:lnTo>
                    <a:pt x="7617" y="3166"/>
                  </a:lnTo>
                  <a:lnTo>
                    <a:pt x="7407" y="3435"/>
                  </a:lnTo>
                  <a:lnTo>
                    <a:pt x="7198" y="3704"/>
                  </a:lnTo>
                  <a:lnTo>
                    <a:pt x="6959" y="3973"/>
                  </a:lnTo>
                  <a:lnTo>
                    <a:pt x="6691" y="4211"/>
                  </a:lnTo>
                  <a:lnTo>
                    <a:pt x="6422" y="4421"/>
                  </a:lnTo>
                  <a:lnTo>
                    <a:pt x="6153" y="4600"/>
                  </a:lnTo>
                  <a:lnTo>
                    <a:pt x="5884" y="4749"/>
                  </a:lnTo>
                  <a:lnTo>
                    <a:pt x="5615" y="4869"/>
                  </a:lnTo>
                  <a:lnTo>
                    <a:pt x="5317" y="4988"/>
                  </a:lnTo>
                  <a:lnTo>
                    <a:pt x="5018" y="5108"/>
                  </a:lnTo>
                  <a:lnTo>
                    <a:pt x="4689" y="5167"/>
                  </a:lnTo>
                  <a:lnTo>
                    <a:pt x="4391" y="5227"/>
                  </a:lnTo>
                  <a:lnTo>
                    <a:pt x="3764" y="5287"/>
                  </a:lnTo>
                  <a:lnTo>
                    <a:pt x="3136" y="5287"/>
                  </a:lnTo>
                  <a:lnTo>
                    <a:pt x="2509" y="5257"/>
                  </a:lnTo>
                  <a:lnTo>
                    <a:pt x="1882" y="5197"/>
                  </a:lnTo>
                  <a:lnTo>
                    <a:pt x="1255" y="5078"/>
                  </a:lnTo>
                  <a:lnTo>
                    <a:pt x="627" y="4988"/>
                  </a:lnTo>
                  <a:lnTo>
                    <a:pt x="508" y="4958"/>
                  </a:lnTo>
                  <a:lnTo>
                    <a:pt x="418" y="4988"/>
                  </a:lnTo>
                  <a:lnTo>
                    <a:pt x="329" y="5018"/>
                  </a:lnTo>
                  <a:lnTo>
                    <a:pt x="239" y="5048"/>
                  </a:lnTo>
                  <a:lnTo>
                    <a:pt x="120" y="5197"/>
                  </a:lnTo>
                  <a:lnTo>
                    <a:pt x="30" y="5376"/>
                  </a:lnTo>
                  <a:lnTo>
                    <a:pt x="0" y="5556"/>
                  </a:lnTo>
                  <a:lnTo>
                    <a:pt x="30" y="5645"/>
                  </a:lnTo>
                  <a:lnTo>
                    <a:pt x="60" y="5705"/>
                  </a:lnTo>
                  <a:lnTo>
                    <a:pt x="120" y="5795"/>
                  </a:lnTo>
                  <a:lnTo>
                    <a:pt x="179" y="5854"/>
                  </a:lnTo>
                  <a:lnTo>
                    <a:pt x="269" y="5914"/>
                  </a:lnTo>
                  <a:lnTo>
                    <a:pt x="359" y="5944"/>
                  </a:lnTo>
                  <a:lnTo>
                    <a:pt x="1284" y="6093"/>
                  </a:lnTo>
                  <a:lnTo>
                    <a:pt x="2210" y="6213"/>
                  </a:lnTo>
                  <a:lnTo>
                    <a:pt x="2658" y="6243"/>
                  </a:lnTo>
                  <a:lnTo>
                    <a:pt x="3136" y="6272"/>
                  </a:lnTo>
                  <a:lnTo>
                    <a:pt x="3584" y="6272"/>
                  </a:lnTo>
                  <a:lnTo>
                    <a:pt x="4032" y="6243"/>
                  </a:lnTo>
                  <a:lnTo>
                    <a:pt x="4480" y="6213"/>
                  </a:lnTo>
                  <a:lnTo>
                    <a:pt x="4928" y="6123"/>
                  </a:lnTo>
                  <a:lnTo>
                    <a:pt x="5376" y="6033"/>
                  </a:lnTo>
                  <a:lnTo>
                    <a:pt x="5795" y="5884"/>
                  </a:lnTo>
                  <a:lnTo>
                    <a:pt x="6213" y="5705"/>
                  </a:lnTo>
                  <a:lnTo>
                    <a:pt x="6631" y="5496"/>
                  </a:lnTo>
                  <a:lnTo>
                    <a:pt x="7019" y="5257"/>
                  </a:lnTo>
                  <a:lnTo>
                    <a:pt x="7407" y="4958"/>
                  </a:lnTo>
                  <a:lnTo>
                    <a:pt x="7676" y="4749"/>
                  </a:lnTo>
                  <a:lnTo>
                    <a:pt x="7915" y="4480"/>
                  </a:lnTo>
                  <a:lnTo>
                    <a:pt x="8124" y="4211"/>
                  </a:lnTo>
                  <a:lnTo>
                    <a:pt x="8333" y="3913"/>
                  </a:lnTo>
                  <a:lnTo>
                    <a:pt x="8483" y="3614"/>
                  </a:lnTo>
                  <a:lnTo>
                    <a:pt x="8632" y="3286"/>
                  </a:lnTo>
                  <a:lnTo>
                    <a:pt x="8752" y="2957"/>
                  </a:lnTo>
                  <a:lnTo>
                    <a:pt x="8841" y="2628"/>
                  </a:lnTo>
                  <a:lnTo>
                    <a:pt x="8901" y="2300"/>
                  </a:lnTo>
                  <a:lnTo>
                    <a:pt x="8901" y="1942"/>
                  </a:lnTo>
                  <a:lnTo>
                    <a:pt x="8901" y="1613"/>
                  </a:lnTo>
                  <a:lnTo>
                    <a:pt x="8811" y="1284"/>
                  </a:lnTo>
                  <a:lnTo>
                    <a:pt x="8692" y="986"/>
                  </a:lnTo>
                  <a:lnTo>
                    <a:pt x="8542" y="687"/>
                  </a:lnTo>
                  <a:lnTo>
                    <a:pt x="8333" y="388"/>
                  </a:lnTo>
                  <a:lnTo>
                    <a:pt x="8065" y="120"/>
                  </a:lnTo>
                  <a:lnTo>
                    <a:pt x="7975" y="60"/>
                  </a:lnTo>
                  <a:lnTo>
                    <a:pt x="7885" y="30"/>
                  </a:lnTo>
                  <a:lnTo>
                    <a:pt x="7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51"/>
            <p:cNvSpPr/>
            <p:nvPr/>
          </p:nvSpPr>
          <p:spPr>
            <a:xfrm>
              <a:off x="2446000" y="4934450"/>
              <a:ext cx="144125" cy="234500"/>
            </a:xfrm>
            <a:custGeom>
              <a:rect b="b" l="l" r="r" t="t"/>
              <a:pathLst>
                <a:path extrusionOk="0" h="9380" w="5765">
                  <a:moveTo>
                    <a:pt x="2718" y="1"/>
                  </a:moveTo>
                  <a:lnTo>
                    <a:pt x="2628" y="31"/>
                  </a:lnTo>
                  <a:lnTo>
                    <a:pt x="2539" y="61"/>
                  </a:lnTo>
                  <a:lnTo>
                    <a:pt x="2479" y="120"/>
                  </a:lnTo>
                  <a:lnTo>
                    <a:pt x="2419" y="210"/>
                  </a:lnTo>
                  <a:lnTo>
                    <a:pt x="2330" y="359"/>
                  </a:lnTo>
                  <a:lnTo>
                    <a:pt x="2300" y="568"/>
                  </a:lnTo>
                  <a:lnTo>
                    <a:pt x="2360" y="748"/>
                  </a:lnTo>
                  <a:lnTo>
                    <a:pt x="2390" y="807"/>
                  </a:lnTo>
                  <a:lnTo>
                    <a:pt x="2479" y="897"/>
                  </a:lnTo>
                  <a:lnTo>
                    <a:pt x="2539" y="957"/>
                  </a:lnTo>
                  <a:lnTo>
                    <a:pt x="2658" y="1016"/>
                  </a:lnTo>
                  <a:lnTo>
                    <a:pt x="3047" y="1166"/>
                  </a:lnTo>
                  <a:lnTo>
                    <a:pt x="3405" y="1345"/>
                  </a:lnTo>
                  <a:lnTo>
                    <a:pt x="3704" y="1524"/>
                  </a:lnTo>
                  <a:lnTo>
                    <a:pt x="3973" y="1763"/>
                  </a:lnTo>
                  <a:lnTo>
                    <a:pt x="4211" y="1972"/>
                  </a:lnTo>
                  <a:lnTo>
                    <a:pt x="4391" y="2211"/>
                  </a:lnTo>
                  <a:lnTo>
                    <a:pt x="4540" y="2480"/>
                  </a:lnTo>
                  <a:lnTo>
                    <a:pt x="4660" y="2749"/>
                  </a:lnTo>
                  <a:lnTo>
                    <a:pt x="4749" y="3018"/>
                  </a:lnTo>
                  <a:lnTo>
                    <a:pt x="4779" y="3316"/>
                  </a:lnTo>
                  <a:lnTo>
                    <a:pt x="4809" y="3615"/>
                  </a:lnTo>
                  <a:lnTo>
                    <a:pt x="4809" y="3914"/>
                  </a:lnTo>
                  <a:lnTo>
                    <a:pt x="4749" y="4212"/>
                  </a:lnTo>
                  <a:lnTo>
                    <a:pt x="4689" y="4511"/>
                  </a:lnTo>
                  <a:lnTo>
                    <a:pt x="4600" y="4810"/>
                  </a:lnTo>
                  <a:lnTo>
                    <a:pt x="4480" y="5108"/>
                  </a:lnTo>
                  <a:lnTo>
                    <a:pt x="4331" y="5407"/>
                  </a:lnTo>
                  <a:lnTo>
                    <a:pt x="4182" y="5706"/>
                  </a:lnTo>
                  <a:lnTo>
                    <a:pt x="4002" y="6004"/>
                  </a:lnTo>
                  <a:lnTo>
                    <a:pt x="3793" y="6273"/>
                  </a:lnTo>
                  <a:lnTo>
                    <a:pt x="3584" y="6542"/>
                  </a:lnTo>
                  <a:lnTo>
                    <a:pt x="3345" y="6811"/>
                  </a:lnTo>
                  <a:lnTo>
                    <a:pt x="3106" y="7050"/>
                  </a:lnTo>
                  <a:lnTo>
                    <a:pt x="2838" y="7289"/>
                  </a:lnTo>
                  <a:lnTo>
                    <a:pt x="2569" y="7498"/>
                  </a:lnTo>
                  <a:lnTo>
                    <a:pt x="2300" y="7677"/>
                  </a:lnTo>
                  <a:lnTo>
                    <a:pt x="2001" y="7856"/>
                  </a:lnTo>
                  <a:lnTo>
                    <a:pt x="1703" y="8006"/>
                  </a:lnTo>
                  <a:lnTo>
                    <a:pt x="1404" y="8155"/>
                  </a:lnTo>
                  <a:lnTo>
                    <a:pt x="1105" y="8245"/>
                  </a:lnTo>
                  <a:lnTo>
                    <a:pt x="777" y="8334"/>
                  </a:lnTo>
                  <a:lnTo>
                    <a:pt x="478" y="8394"/>
                  </a:lnTo>
                  <a:lnTo>
                    <a:pt x="358" y="8394"/>
                  </a:lnTo>
                  <a:lnTo>
                    <a:pt x="269" y="8454"/>
                  </a:lnTo>
                  <a:lnTo>
                    <a:pt x="179" y="8513"/>
                  </a:lnTo>
                  <a:lnTo>
                    <a:pt x="120" y="8573"/>
                  </a:lnTo>
                  <a:lnTo>
                    <a:pt x="30" y="8752"/>
                  </a:lnTo>
                  <a:lnTo>
                    <a:pt x="0" y="8931"/>
                  </a:lnTo>
                  <a:lnTo>
                    <a:pt x="30" y="9111"/>
                  </a:lnTo>
                  <a:lnTo>
                    <a:pt x="60" y="9200"/>
                  </a:lnTo>
                  <a:lnTo>
                    <a:pt x="120" y="9260"/>
                  </a:lnTo>
                  <a:lnTo>
                    <a:pt x="179" y="9320"/>
                  </a:lnTo>
                  <a:lnTo>
                    <a:pt x="269" y="9350"/>
                  </a:lnTo>
                  <a:lnTo>
                    <a:pt x="358" y="9380"/>
                  </a:lnTo>
                  <a:lnTo>
                    <a:pt x="478" y="9380"/>
                  </a:lnTo>
                  <a:lnTo>
                    <a:pt x="926" y="9320"/>
                  </a:lnTo>
                  <a:lnTo>
                    <a:pt x="1374" y="9200"/>
                  </a:lnTo>
                  <a:lnTo>
                    <a:pt x="1792" y="9081"/>
                  </a:lnTo>
                  <a:lnTo>
                    <a:pt x="2210" y="8902"/>
                  </a:lnTo>
                  <a:lnTo>
                    <a:pt x="2628" y="8722"/>
                  </a:lnTo>
                  <a:lnTo>
                    <a:pt x="3017" y="8483"/>
                  </a:lnTo>
                  <a:lnTo>
                    <a:pt x="3405" y="8245"/>
                  </a:lnTo>
                  <a:lnTo>
                    <a:pt x="3763" y="7976"/>
                  </a:lnTo>
                  <a:lnTo>
                    <a:pt x="4092" y="7677"/>
                  </a:lnTo>
                  <a:lnTo>
                    <a:pt x="4421" y="7348"/>
                  </a:lnTo>
                  <a:lnTo>
                    <a:pt x="4689" y="6990"/>
                  </a:lnTo>
                  <a:lnTo>
                    <a:pt x="4958" y="6632"/>
                  </a:lnTo>
                  <a:lnTo>
                    <a:pt x="5197" y="6243"/>
                  </a:lnTo>
                  <a:lnTo>
                    <a:pt x="5376" y="5825"/>
                  </a:lnTo>
                  <a:lnTo>
                    <a:pt x="5556" y="5407"/>
                  </a:lnTo>
                  <a:lnTo>
                    <a:pt x="5675" y="4959"/>
                  </a:lnTo>
                  <a:lnTo>
                    <a:pt x="5735" y="4541"/>
                  </a:lnTo>
                  <a:lnTo>
                    <a:pt x="5765" y="4153"/>
                  </a:lnTo>
                  <a:lnTo>
                    <a:pt x="5765" y="3764"/>
                  </a:lnTo>
                  <a:lnTo>
                    <a:pt x="5735" y="3376"/>
                  </a:lnTo>
                  <a:lnTo>
                    <a:pt x="5645" y="2988"/>
                  </a:lnTo>
                  <a:lnTo>
                    <a:pt x="5556" y="2629"/>
                  </a:lnTo>
                  <a:lnTo>
                    <a:pt x="5406" y="2301"/>
                  </a:lnTo>
                  <a:lnTo>
                    <a:pt x="5257" y="1942"/>
                  </a:lnTo>
                  <a:lnTo>
                    <a:pt x="5048" y="1644"/>
                  </a:lnTo>
                  <a:lnTo>
                    <a:pt x="4809" y="1345"/>
                  </a:lnTo>
                  <a:lnTo>
                    <a:pt x="4570" y="1076"/>
                  </a:lnTo>
                  <a:lnTo>
                    <a:pt x="4301" y="807"/>
                  </a:lnTo>
                  <a:lnTo>
                    <a:pt x="3973" y="568"/>
                  </a:lnTo>
                  <a:lnTo>
                    <a:pt x="3644" y="359"/>
                  </a:lnTo>
                  <a:lnTo>
                    <a:pt x="3286" y="180"/>
                  </a:lnTo>
                  <a:lnTo>
                    <a:pt x="2927" y="31"/>
                  </a:lnTo>
                  <a:lnTo>
                    <a:pt x="2808" y="31"/>
                  </a:lnTo>
                  <a:lnTo>
                    <a:pt x="27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51"/>
            <p:cNvSpPr/>
            <p:nvPr/>
          </p:nvSpPr>
          <p:spPr>
            <a:xfrm>
              <a:off x="2301125" y="4719400"/>
              <a:ext cx="251675" cy="243450"/>
            </a:xfrm>
            <a:custGeom>
              <a:rect b="b" l="l" r="r" t="t"/>
              <a:pathLst>
                <a:path extrusionOk="0" h="9738" w="10067">
                  <a:moveTo>
                    <a:pt x="4660" y="1"/>
                  </a:moveTo>
                  <a:lnTo>
                    <a:pt x="4063" y="31"/>
                  </a:lnTo>
                  <a:lnTo>
                    <a:pt x="3465" y="120"/>
                  </a:lnTo>
                  <a:lnTo>
                    <a:pt x="2898" y="300"/>
                  </a:lnTo>
                  <a:lnTo>
                    <a:pt x="2360" y="538"/>
                  </a:lnTo>
                  <a:lnTo>
                    <a:pt x="2091" y="658"/>
                  </a:lnTo>
                  <a:lnTo>
                    <a:pt x="1852" y="807"/>
                  </a:lnTo>
                  <a:lnTo>
                    <a:pt x="1614" y="986"/>
                  </a:lnTo>
                  <a:lnTo>
                    <a:pt x="1375" y="1166"/>
                  </a:lnTo>
                  <a:lnTo>
                    <a:pt x="1136" y="1375"/>
                  </a:lnTo>
                  <a:lnTo>
                    <a:pt x="956" y="1584"/>
                  </a:lnTo>
                  <a:lnTo>
                    <a:pt x="747" y="1823"/>
                  </a:lnTo>
                  <a:lnTo>
                    <a:pt x="568" y="2062"/>
                  </a:lnTo>
                  <a:lnTo>
                    <a:pt x="419" y="2331"/>
                  </a:lnTo>
                  <a:lnTo>
                    <a:pt x="269" y="2599"/>
                  </a:lnTo>
                  <a:lnTo>
                    <a:pt x="120" y="2898"/>
                  </a:lnTo>
                  <a:lnTo>
                    <a:pt x="30" y="3227"/>
                  </a:lnTo>
                  <a:lnTo>
                    <a:pt x="1" y="3316"/>
                  </a:lnTo>
                  <a:lnTo>
                    <a:pt x="1" y="3436"/>
                  </a:lnTo>
                  <a:lnTo>
                    <a:pt x="1" y="3525"/>
                  </a:lnTo>
                  <a:lnTo>
                    <a:pt x="60" y="3585"/>
                  </a:lnTo>
                  <a:lnTo>
                    <a:pt x="120" y="3675"/>
                  </a:lnTo>
                  <a:lnTo>
                    <a:pt x="180" y="3734"/>
                  </a:lnTo>
                  <a:lnTo>
                    <a:pt x="359" y="3794"/>
                  </a:lnTo>
                  <a:lnTo>
                    <a:pt x="538" y="3824"/>
                  </a:lnTo>
                  <a:lnTo>
                    <a:pt x="717" y="3794"/>
                  </a:lnTo>
                  <a:lnTo>
                    <a:pt x="807" y="3734"/>
                  </a:lnTo>
                  <a:lnTo>
                    <a:pt x="867" y="3675"/>
                  </a:lnTo>
                  <a:lnTo>
                    <a:pt x="927" y="3585"/>
                  </a:lnTo>
                  <a:lnTo>
                    <a:pt x="986" y="3466"/>
                  </a:lnTo>
                  <a:lnTo>
                    <a:pt x="1076" y="3197"/>
                  </a:lnTo>
                  <a:lnTo>
                    <a:pt x="1195" y="2958"/>
                  </a:lnTo>
                  <a:lnTo>
                    <a:pt x="1345" y="2719"/>
                  </a:lnTo>
                  <a:lnTo>
                    <a:pt x="1494" y="2480"/>
                  </a:lnTo>
                  <a:lnTo>
                    <a:pt x="1643" y="2271"/>
                  </a:lnTo>
                  <a:lnTo>
                    <a:pt x="1823" y="2092"/>
                  </a:lnTo>
                  <a:lnTo>
                    <a:pt x="2002" y="1912"/>
                  </a:lnTo>
                  <a:lnTo>
                    <a:pt x="2211" y="1763"/>
                  </a:lnTo>
                  <a:lnTo>
                    <a:pt x="2420" y="1614"/>
                  </a:lnTo>
                  <a:lnTo>
                    <a:pt x="2629" y="1494"/>
                  </a:lnTo>
                  <a:lnTo>
                    <a:pt x="3107" y="1255"/>
                  </a:lnTo>
                  <a:lnTo>
                    <a:pt x="3585" y="1106"/>
                  </a:lnTo>
                  <a:lnTo>
                    <a:pt x="4093" y="1016"/>
                  </a:lnTo>
                  <a:lnTo>
                    <a:pt x="4630" y="986"/>
                  </a:lnTo>
                  <a:lnTo>
                    <a:pt x="5138" y="1016"/>
                  </a:lnTo>
                  <a:lnTo>
                    <a:pt x="5676" y="1106"/>
                  </a:lnTo>
                  <a:lnTo>
                    <a:pt x="6183" y="1225"/>
                  </a:lnTo>
                  <a:lnTo>
                    <a:pt x="6661" y="1435"/>
                  </a:lnTo>
                  <a:lnTo>
                    <a:pt x="7139" y="1673"/>
                  </a:lnTo>
                  <a:lnTo>
                    <a:pt x="7587" y="1972"/>
                  </a:lnTo>
                  <a:lnTo>
                    <a:pt x="7975" y="2331"/>
                  </a:lnTo>
                  <a:lnTo>
                    <a:pt x="8274" y="2689"/>
                  </a:lnTo>
                  <a:lnTo>
                    <a:pt x="8543" y="3077"/>
                  </a:lnTo>
                  <a:lnTo>
                    <a:pt x="8752" y="3466"/>
                  </a:lnTo>
                  <a:lnTo>
                    <a:pt x="8901" y="3884"/>
                  </a:lnTo>
                  <a:lnTo>
                    <a:pt x="9021" y="4302"/>
                  </a:lnTo>
                  <a:lnTo>
                    <a:pt x="9081" y="4720"/>
                  </a:lnTo>
                  <a:lnTo>
                    <a:pt x="9110" y="5138"/>
                  </a:lnTo>
                  <a:lnTo>
                    <a:pt x="9081" y="5586"/>
                  </a:lnTo>
                  <a:lnTo>
                    <a:pt x="9021" y="6034"/>
                  </a:lnTo>
                  <a:lnTo>
                    <a:pt x="8931" y="6452"/>
                  </a:lnTo>
                  <a:lnTo>
                    <a:pt x="8812" y="6871"/>
                  </a:lnTo>
                  <a:lnTo>
                    <a:pt x="8662" y="7319"/>
                  </a:lnTo>
                  <a:lnTo>
                    <a:pt x="8483" y="7707"/>
                  </a:lnTo>
                  <a:lnTo>
                    <a:pt x="8274" y="8095"/>
                  </a:lnTo>
                  <a:lnTo>
                    <a:pt x="8005" y="8483"/>
                  </a:lnTo>
                  <a:lnTo>
                    <a:pt x="7766" y="8842"/>
                  </a:lnTo>
                  <a:lnTo>
                    <a:pt x="7707" y="8931"/>
                  </a:lnTo>
                  <a:lnTo>
                    <a:pt x="7647" y="9051"/>
                  </a:lnTo>
                  <a:lnTo>
                    <a:pt x="7647" y="9141"/>
                  </a:lnTo>
                  <a:lnTo>
                    <a:pt x="7647" y="9230"/>
                  </a:lnTo>
                  <a:lnTo>
                    <a:pt x="7707" y="9439"/>
                  </a:lnTo>
                  <a:lnTo>
                    <a:pt x="7826" y="9589"/>
                  </a:lnTo>
                  <a:lnTo>
                    <a:pt x="7946" y="9678"/>
                  </a:lnTo>
                  <a:lnTo>
                    <a:pt x="8035" y="9708"/>
                  </a:lnTo>
                  <a:lnTo>
                    <a:pt x="8125" y="9738"/>
                  </a:lnTo>
                  <a:lnTo>
                    <a:pt x="8214" y="9708"/>
                  </a:lnTo>
                  <a:lnTo>
                    <a:pt x="8304" y="9678"/>
                  </a:lnTo>
                  <a:lnTo>
                    <a:pt x="8394" y="9648"/>
                  </a:lnTo>
                  <a:lnTo>
                    <a:pt x="8453" y="9559"/>
                  </a:lnTo>
                  <a:lnTo>
                    <a:pt x="8812" y="9081"/>
                  </a:lnTo>
                  <a:lnTo>
                    <a:pt x="9140" y="8573"/>
                  </a:lnTo>
                  <a:lnTo>
                    <a:pt x="9409" y="8035"/>
                  </a:lnTo>
                  <a:lnTo>
                    <a:pt x="9648" y="7468"/>
                  </a:lnTo>
                  <a:lnTo>
                    <a:pt x="9827" y="6900"/>
                  </a:lnTo>
                  <a:lnTo>
                    <a:pt x="9947" y="6333"/>
                  </a:lnTo>
                  <a:lnTo>
                    <a:pt x="10036" y="5765"/>
                  </a:lnTo>
                  <a:lnTo>
                    <a:pt x="10066" y="5198"/>
                  </a:lnTo>
                  <a:lnTo>
                    <a:pt x="10066" y="4630"/>
                  </a:lnTo>
                  <a:lnTo>
                    <a:pt x="9977" y="4063"/>
                  </a:lnTo>
                  <a:lnTo>
                    <a:pt x="9827" y="3495"/>
                  </a:lnTo>
                  <a:lnTo>
                    <a:pt x="9618" y="2988"/>
                  </a:lnTo>
                  <a:lnTo>
                    <a:pt x="9499" y="2719"/>
                  </a:lnTo>
                  <a:lnTo>
                    <a:pt x="9349" y="2480"/>
                  </a:lnTo>
                  <a:lnTo>
                    <a:pt x="9200" y="2211"/>
                  </a:lnTo>
                  <a:lnTo>
                    <a:pt x="9021" y="1972"/>
                  </a:lnTo>
                  <a:lnTo>
                    <a:pt x="8812" y="1763"/>
                  </a:lnTo>
                  <a:lnTo>
                    <a:pt x="8603" y="1524"/>
                  </a:lnTo>
                  <a:lnTo>
                    <a:pt x="8364" y="1315"/>
                  </a:lnTo>
                  <a:lnTo>
                    <a:pt x="8095" y="1106"/>
                  </a:lnTo>
                  <a:lnTo>
                    <a:pt x="7856" y="927"/>
                  </a:lnTo>
                  <a:lnTo>
                    <a:pt x="7587" y="777"/>
                  </a:lnTo>
                  <a:lnTo>
                    <a:pt x="7020" y="479"/>
                  </a:lnTo>
                  <a:lnTo>
                    <a:pt x="6452" y="270"/>
                  </a:lnTo>
                  <a:lnTo>
                    <a:pt x="5855" y="120"/>
                  </a:lnTo>
                  <a:lnTo>
                    <a:pt x="5257" y="31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51"/>
            <p:cNvSpPr/>
            <p:nvPr/>
          </p:nvSpPr>
          <p:spPr>
            <a:xfrm>
              <a:off x="2096525" y="4750775"/>
              <a:ext cx="234500" cy="146375"/>
            </a:xfrm>
            <a:custGeom>
              <a:rect b="b" l="l" r="r" t="t"/>
              <a:pathLst>
                <a:path extrusionOk="0" h="5855" w="9380">
                  <a:moveTo>
                    <a:pt x="5048" y="0"/>
                  </a:moveTo>
                  <a:lnTo>
                    <a:pt x="4630" y="30"/>
                  </a:lnTo>
                  <a:lnTo>
                    <a:pt x="4212" y="60"/>
                  </a:lnTo>
                  <a:lnTo>
                    <a:pt x="3794" y="150"/>
                  </a:lnTo>
                  <a:lnTo>
                    <a:pt x="3346" y="269"/>
                  </a:lnTo>
                  <a:lnTo>
                    <a:pt x="2928" y="418"/>
                  </a:lnTo>
                  <a:lnTo>
                    <a:pt x="2510" y="598"/>
                  </a:lnTo>
                  <a:lnTo>
                    <a:pt x="2211" y="807"/>
                  </a:lnTo>
                  <a:lnTo>
                    <a:pt x="1882" y="986"/>
                  </a:lnTo>
                  <a:lnTo>
                    <a:pt x="1584" y="1225"/>
                  </a:lnTo>
                  <a:lnTo>
                    <a:pt x="1315" y="1494"/>
                  </a:lnTo>
                  <a:lnTo>
                    <a:pt x="1046" y="1763"/>
                  </a:lnTo>
                  <a:lnTo>
                    <a:pt x="807" y="2031"/>
                  </a:lnTo>
                  <a:lnTo>
                    <a:pt x="598" y="2330"/>
                  </a:lnTo>
                  <a:lnTo>
                    <a:pt x="419" y="2659"/>
                  </a:lnTo>
                  <a:lnTo>
                    <a:pt x="270" y="2987"/>
                  </a:lnTo>
                  <a:lnTo>
                    <a:pt x="150" y="3346"/>
                  </a:lnTo>
                  <a:lnTo>
                    <a:pt x="60" y="3674"/>
                  </a:lnTo>
                  <a:lnTo>
                    <a:pt x="1" y="4033"/>
                  </a:lnTo>
                  <a:lnTo>
                    <a:pt x="1" y="4391"/>
                  </a:lnTo>
                  <a:lnTo>
                    <a:pt x="31" y="4779"/>
                  </a:lnTo>
                  <a:lnTo>
                    <a:pt x="90" y="5138"/>
                  </a:lnTo>
                  <a:lnTo>
                    <a:pt x="210" y="5496"/>
                  </a:lnTo>
                  <a:lnTo>
                    <a:pt x="270" y="5616"/>
                  </a:lnTo>
                  <a:lnTo>
                    <a:pt x="329" y="5705"/>
                  </a:lnTo>
                  <a:lnTo>
                    <a:pt x="419" y="5765"/>
                  </a:lnTo>
                  <a:lnTo>
                    <a:pt x="479" y="5795"/>
                  </a:lnTo>
                  <a:lnTo>
                    <a:pt x="688" y="5854"/>
                  </a:lnTo>
                  <a:lnTo>
                    <a:pt x="867" y="5825"/>
                  </a:lnTo>
                  <a:lnTo>
                    <a:pt x="1046" y="5735"/>
                  </a:lnTo>
                  <a:lnTo>
                    <a:pt x="1106" y="5705"/>
                  </a:lnTo>
                  <a:lnTo>
                    <a:pt x="1166" y="5616"/>
                  </a:lnTo>
                  <a:lnTo>
                    <a:pt x="1195" y="5556"/>
                  </a:lnTo>
                  <a:lnTo>
                    <a:pt x="1195" y="5466"/>
                  </a:lnTo>
                  <a:lnTo>
                    <a:pt x="1195" y="5347"/>
                  </a:lnTo>
                  <a:lnTo>
                    <a:pt x="1166" y="5257"/>
                  </a:lnTo>
                  <a:lnTo>
                    <a:pt x="1046" y="4899"/>
                  </a:lnTo>
                  <a:lnTo>
                    <a:pt x="1016" y="4540"/>
                  </a:lnTo>
                  <a:lnTo>
                    <a:pt x="986" y="4182"/>
                  </a:lnTo>
                  <a:lnTo>
                    <a:pt x="1046" y="3853"/>
                  </a:lnTo>
                  <a:lnTo>
                    <a:pt x="1106" y="3555"/>
                  </a:lnTo>
                  <a:lnTo>
                    <a:pt x="1225" y="3226"/>
                  </a:lnTo>
                  <a:lnTo>
                    <a:pt x="1405" y="2927"/>
                  </a:lnTo>
                  <a:lnTo>
                    <a:pt x="1584" y="2659"/>
                  </a:lnTo>
                  <a:lnTo>
                    <a:pt x="1823" y="2390"/>
                  </a:lnTo>
                  <a:lnTo>
                    <a:pt x="2062" y="2151"/>
                  </a:lnTo>
                  <a:lnTo>
                    <a:pt x="2330" y="1942"/>
                  </a:lnTo>
                  <a:lnTo>
                    <a:pt x="2599" y="1733"/>
                  </a:lnTo>
                  <a:lnTo>
                    <a:pt x="2928" y="1553"/>
                  </a:lnTo>
                  <a:lnTo>
                    <a:pt x="3226" y="1404"/>
                  </a:lnTo>
                  <a:lnTo>
                    <a:pt x="3555" y="1255"/>
                  </a:lnTo>
                  <a:lnTo>
                    <a:pt x="3854" y="1165"/>
                  </a:lnTo>
                  <a:lnTo>
                    <a:pt x="4182" y="1076"/>
                  </a:lnTo>
                  <a:lnTo>
                    <a:pt x="4511" y="1016"/>
                  </a:lnTo>
                  <a:lnTo>
                    <a:pt x="4809" y="986"/>
                  </a:lnTo>
                  <a:lnTo>
                    <a:pt x="5437" y="986"/>
                  </a:lnTo>
                  <a:lnTo>
                    <a:pt x="5735" y="1016"/>
                  </a:lnTo>
                  <a:lnTo>
                    <a:pt x="6363" y="1135"/>
                  </a:lnTo>
                  <a:lnTo>
                    <a:pt x="6960" y="1314"/>
                  </a:lnTo>
                  <a:lnTo>
                    <a:pt x="7528" y="1553"/>
                  </a:lnTo>
                  <a:lnTo>
                    <a:pt x="8095" y="1852"/>
                  </a:lnTo>
                  <a:lnTo>
                    <a:pt x="8663" y="2151"/>
                  </a:lnTo>
                  <a:lnTo>
                    <a:pt x="8752" y="2211"/>
                  </a:lnTo>
                  <a:lnTo>
                    <a:pt x="8842" y="2240"/>
                  </a:lnTo>
                  <a:lnTo>
                    <a:pt x="8961" y="2240"/>
                  </a:lnTo>
                  <a:lnTo>
                    <a:pt x="9051" y="2211"/>
                  </a:lnTo>
                  <a:lnTo>
                    <a:pt x="9111" y="2181"/>
                  </a:lnTo>
                  <a:lnTo>
                    <a:pt x="9200" y="2121"/>
                  </a:lnTo>
                  <a:lnTo>
                    <a:pt x="9320" y="1972"/>
                  </a:lnTo>
                  <a:lnTo>
                    <a:pt x="9379" y="1792"/>
                  </a:lnTo>
                  <a:lnTo>
                    <a:pt x="9379" y="1613"/>
                  </a:lnTo>
                  <a:lnTo>
                    <a:pt x="9349" y="1524"/>
                  </a:lnTo>
                  <a:lnTo>
                    <a:pt x="9320" y="1434"/>
                  </a:lnTo>
                  <a:lnTo>
                    <a:pt x="9260" y="1344"/>
                  </a:lnTo>
                  <a:lnTo>
                    <a:pt x="9140" y="1285"/>
                  </a:lnTo>
                  <a:lnTo>
                    <a:pt x="8782" y="1076"/>
                  </a:lnTo>
                  <a:lnTo>
                    <a:pt x="8364" y="866"/>
                  </a:lnTo>
                  <a:lnTo>
                    <a:pt x="7976" y="687"/>
                  </a:lnTo>
                  <a:lnTo>
                    <a:pt x="7557" y="508"/>
                  </a:lnTo>
                  <a:lnTo>
                    <a:pt x="7169" y="359"/>
                  </a:lnTo>
                  <a:lnTo>
                    <a:pt x="6751" y="239"/>
                  </a:lnTo>
                  <a:lnTo>
                    <a:pt x="6333" y="150"/>
                  </a:lnTo>
                  <a:lnTo>
                    <a:pt x="5915" y="60"/>
                  </a:lnTo>
                  <a:lnTo>
                    <a:pt x="5496" y="30"/>
                  </a:lnTo>
                  <a:lnTo>
                    <a:pt x="50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51"/>
            <p:cNvSpPr/>
            <p:nvPr/>
          </p:nvSpPr>
          <p:spPr>
            <a:xfrm>
              <a:off x="1987500" y="5389200"/>
              <a:ext cx="113525" cy="66475"/>
            </a:xfrm>
            <a:custGeom>
              <a:rect b="b" l="l" r="r" t="t"/>
              <a:pathLst>
                <a:path extrusionOk="0" h="2659" w="4541">
                  <a:moveTo>
                    <a:pt x="778" y="1"/>
                  </a:moveTo>
                  <a:lnTo>
                    <a:pt x="598" y="31"/>
                  </a:lnTo>
                  <a:lnTo>
                    <a:pt x="449" y="60"/>
                  </a:lnTo>
                  <a:lnTo>
                    <a:pt x="300" y="150"/>
                  </a:lnTo>
                  <a:lnTo>
                    <a:pt x="180" y="269"/>
                  </a:lnTo>
                  <a:lnTo>
                    <a:pt x="91" y="389"/>
                  </a:lnTo>
                  <a:lnTo>
                    <a:pt x="31" y="538"/>
                  </a:lnTo>
                  <a:lnTo>
                    <a:pt x="1" y="717"/>
                  </a:lnTo>
                  <a:lnTo>
                    <a:pt x="61" y="897"/>
                  </a:lnTo>
                  <a:lnTo>
                    <a:pt x="120" y="1046"/>
                  </a:lnTo>
                  <a:lnTo>
                    <a:pt x="240" y="1166"/>
                  </a:lnTo>
                  <a:lnTo>
                    <a:pt x="389" y="1225"/>
                  </a:lnTo>
                  <a:lnTo>
                    <a:pt x="539" y="1255"/>
                  </a:lnTo>
                  <a:lnTo>
                    <a:pt x="778" y="1255"/>
                  </a:lnTo>
                  <a:lnTo>
                    <a:pt x="867" y="1225"/>
                  </a:lnTo>
                  <a:lnTo>
                    <a:pt x="957" y="1166"/>
                  </a:lnTo>
                  <a:lnTo>
                    <a:pt x="1016" y="1106"/>
                  </a:lnTo>
                  <a:lnTo>
                    <a:pt x="1026" y="1086"/>
                  </a:lnTo>
                  <a:lnTo>
                    <a:pt x="1026" y="1086"/>
                  </a:lnTo>
                  <a:lnTo>
                    <a:pt x="1046" y="1166"/>
                  </a:lnTo>
                  <a:lnTo>
                    <a:pt x="1136" y="1225"/>
                  </a:lnTo>
                  <a:lnTo>
                    <a:pt x="1226" y="1315"/>
                  </a:lnTo>
                  <a:lnTo>
                    <a:pt x="1345" y="1375"/>
                  </a:lnTo>
                  <a:lnTo>
                    <a:pt x="1464" y="1404"/>
                  </a:lnTo>
                  <a:lnTo>
                    <a:pt x="2241" y="1793"/>
                  </a:lnTo>
                  <a:lnTo>
                    <a:pt x="3794" y="2599"/>
                  </a:lnTo>
                  <a:lnTo>
                    <a:pt x="3914" y="2629"/>
                  </a:lnTo>
                  <a:lnTo>
                    <a:pt x="4003" y="2659"/>
                  </a:lnTo>
                  <a:lnTo>
                    <a:pt x="4093" y="2659"/>
                  </a:lnTo>
                  <a:lnTo>
                    <a:pt x="4212" y="2629"/>
                  </a:lnTo>
                  <a:lnTo>
                    <a:pt x="4362" y="2510"/>
                  </a:lnTo>
                  <a:lnTo>
                    <a:pt x="4481" y="2390"/>
                  </a:lnTo>
                  <a:lnTo>
                    <a:pt x="4541" y="2211"/>
                  </a:lnTo>
                  <a:lnTo>
                    <a:pt x="4541" y="2121"/>
                  </a:lnTo>
                  <a:lnTo>
                    <a:pt x="4541" y="2032"/>
                  </a:lnTo>
                  <a:lnTo>
                    <a:pt x="4511" y="1942"/>
                  </a:lnTo>
                  <a:lnTo>
                    <a:pt x="4481" y="1852"/>
                  </a:lnTo>
                  <a:lnTo>
                    <a:pt x="4392" y="1793"/>
                  </a:lnTo>
                  <a:lnTo>
                    <a:pt x="4302" y="1733"/>
                  </a:lnTo>
                  <a:lnTo>
                    <a:pt x="2361" y="747"/>
                  </a:lnTo>
                  <a:lnTo>
                    <a:pt x="2002" y="538"/>
                  </a:lnTo>
                  <a:lnTo>
                    <a:pt x="1614" y="299"/>
                  </a:lnTo>
                  <a:lnTo>
                    <a:pt x="1405" y="180"/>
                  </a:lnTo>
                  <a:lnTo>
                    <a:pt x="1196" y="90"/>
                  </a:lnTo>
                  <a:lnTo>
                    <a:pt x="987" y="31"/>
                  </a:lnTo>
                  <a:lnTo>
                    <a:pt x="7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51"/>
            <p:cNvSpPr/>
            <p:nvPr/>
          </p:nvSpPr>
          <p:spPr>
            <a:xfrm>
              <a:off x="1019025" y="4547675"/>
              <a:ext cx="603375" cy="363650"/>
            </a:xfrm>
            <a:custGeom>
              <a:rect b="b" l="l" r="r" t="t"/>
              <a:pathLst>
                <a:path extrusionOk="0" h="14546" w="24135">
                  <a:moveTo>
                    <a:pt x="23567" y="0"/>
                  </a:moveTo>
                  <a:lnTo>
                    <a:pt x="23477" y="30"/>
                  </a:lnTo>
                  <a:lnTo>
                    <a:pt x="23388" y="60"/>
                  </a:lnTo>
                  <a:lnTo>
                    <a:pt x="23298" y="90"/>
                  </a:lnTo>
                  <a:lnTo>
                    <a:pt x="23238" y="149"/>
                  </a:lnTo>
                  <a:lnTo>
                    <a:pt x="23179" y="239"/>
                  </a:lnTo>
                  <a:lnTo>
                    <a:pt x="23149" y="359"/>
                  </a:lnTo>
                  <a:lnTo>
                    <a:pt x="22880" y="1284"/>
                  </a:lnTo>
                  <a:lnTo>
                    <a:pt x="22581" y="2181"/>
                  </a:lnTo>
                  <a:lnTo>
                    <a:pt x="22223" y="3047"/>
                  </a:lnTo>
                  <a:lnTo>
                    <a:pt x="21834" y="3853"/>
                  </a:lnTo>
                  <a:lnTo>
                    <a:pt x="21386" y="4630"/>
                  </a:lnTo>
                  <a:lnTo>
                    <a:pt x="20909" y="5376"/>
                  </a:lnTo>
                  <a:lnTo>
                    <a:pt x="20371" y="6063"/>
                  </a:lnTo>
                  <a:lnTo>
                    <a:pt x="19833" y="6720"/>
                  </a:lnTo>
                  <a:lnTo>
                    <a:pt x="19236" y="7348"/>
                  </a:lnTo>
                  <a:lnTo>
                    <a:pt x="18609" y="7945"/>
                  </a:lnTo>
                  <a:lnTo>
                    <a:pt x="17981" y="8513"/>
                  </a:lnTo>
                  <a:lnTo>
                    <a:pt x="17294" y="9020"/>
                  </a:lnTo>
                  <a:lnTo>
                    <a:pt x="16578" y="9498"/>
                  </a:lnTo>
                  <a:lnTo>
                    <a:pt x="15861" y="9976"/>
                  </a:lnTo>
                  <a:lnTo>
                    <a:pt x="15114" y="10394"/>
                  </a:lnTo>
                  <a:lnTo>
                    <a:pt x="14338" y="10783"/>
                  </a:lnTo>
                  <a:lnTo>
                    <a:pt x="13531" y="11141"/>
                  </a:lnTo>
                  <a:lnTo>
                    <a:pt x="12725" y="11499"/>
                  </a:lnTo>
                  <a:lnTo>
                    <a:pt x="11888" y="11798"/>
                  </a:lnTo>
                  <a:lnTo>
                    <a:pt x="11052" y="12067"/>
                  </a:lnTo>
                  <a:lnTo>
                    <a:pt x="10186" y="12336"/>
                  </a:lnTo>
                  <a:lnTo>
                    <a:pt x="9320" y="12545"/>
                  </a:lnTo>
                  <a:lnTo>
                    <a:pt x="8453" y="12754"/>
                  </a:lnTo>
                  <a:lnTo>
                    <a:pt x="7557" y="12933"/>
                  </a:lnTo>
                  <a:lnTo>
                    <a:pt x="6691" y="13082"/>
                  </a:lnTo>
                  <a:lnTo>
                    <a:pt x="5795" y="13202"/>
                  </a:lnTo>
                  <a:lnTo>
                    <a:pt x="4899" y="13321"/>
                  </a:lnTo>
                  <a:lnTo>
                    <a:pt x="4003" y="13411"/>
                  </a:lnTo>
                  <a:lnTo>
                    <a:pt x="3107" y="13471"/>
                  </a:lnTo>
                  <a:lnTo>
                    <a:pt x="2241" y="13501"/>
                  </a:lnTo>
                  <a:lnTo>
                    <a:pt x="1345" y="13530"/>
                  </a:lnTo>
                  <a:lnTo>
                    <a:pt x="479" y="13530"/>
                  </a:lnTo>
                  <a:lnTo>
                    <a:pt x="359" y="13560"/>
                  </a:lnTo>
                  <a:lnTo>
                    <a:pt x="270" y="13590"/>
                  </a:lnTo>
                  <a:lnTo>
                    <a:pt x="180" y="13620"/>
                  </a:lnTo>
                  <a:lnTo>
                    <a:pt x="120" y="13710"/>
                  </a:lnTo>
                  <a:lnTo>
                    <a:pt x="60" y="13769"/>
                  </a:lnTo>
                  <a:lnTo>
                    <a:pt x="31" y="13859"/>
                  </a:lnTo>
                  <a:lnTo>
                    <a:pt x="1" y="14038"/>
                  </a:lnTo>
                  <a:lnTo>
                    <a:pt x="31" y="14217"/>
                  </a:lnTo>
                  <a:lnTo>
                    <a:pt x="60" y="14307"/>
                  </a:lnTo>
                  <a:lnTo>
                    <a:pt x="120" y="14397"/>
                  </a:lnTo>
                  <a:lnTo>
                    <a:pt x="180" y="14456"/>
                  </a:lnTo>
                  <a:lnTo>
                    <a:pt x="270" y="14486"/>
                  </a:lnTo>
                  <a:lnTo>
                    <a:pt x="359" y="14546"/>
                  </a:lnTo>
                  <a:lnTo>
                    <a:pt x="1405" y="14546"/>
                  </a:lnTo>
                  <a:lnTo>
                    <a:pt x="2330" y="14516"/>
                  </a:lnTo>
                  <a:lnTo>
                    <a:pt x="3256" y="14456"/>
                  </a:lnTo>
                  <a:lnTo>
                    <a:pt x="4182" y="14397"/>
                  </a:lnTo>
                  <a:lnTo>
                    <a:pt x="5108" y="14307"/>
                  </a:lnTo>
                  <a:lnTo>
                    <a:pt x="6034" y="14188"/>
                  </a:lnTo>
                  <a:lnTo>
                    <a:pt x="6960" y="14038"/>
                  </a:lnTo>
                  <a:lnTo>
                    <a:pt x="7886" y="13859"/>
                  </a:lnTo>
                  <a:lnTo>
                    <a:pt x="8812" y="13680"/>
                  </a:lnTo>
                  <a:lnTo>
                    <a:pt x="9738" y="13471"/>
                  </a:lnTo>
                  <a:lnTo>
                    <a:pt x="10634" y="13202"/>
                  </a:lnTo>
                  <a:lnTo>
                    <a:pt x="11530" y="12933"/>
                  </a:lnTo>
                  <a:lnTo>
                    <a:pt x="12396" y="12634"/>
                  </a:lnTo>
                  <a:lnTo>
                    <a:pt x="13262" y="12306"/>
                  </a:lnTo>
                  <a:lnTo>
                    <a:pt x="14099" y="11947"/>
                  </a:lnTo>
                  <a:lnTo>
                    <a:pt x="14935" y="11559"/>
                  </a:lnTo>
                  <a:lnTo>
                    <a:pt x="15741" y="11141"/>
                  </a:lnTo>
                  <a:lnTo>
                    <a:pt x="16548" y="10693"/>
                  </a:lnTo>
                  <a:lnTo>
                    <a:pt x="17294" y="10215"/>
                  </a:lnTo>
                  <a:lnTo>
                    <a:pt x="18041" y="9677"/>
                  </a:lnTo>
                  <a:lnTo>
                    <a:pt x="18728" y="9140"/>
                  </a:lnTo>
                  <a:lnTo>
                    <a:pt x="19415" y="8542"/>
                  </a:lnTo>
                  <a:lnTo>
                    <a:pt x="20042" y="7915"/>
                  </a:lnTo>
                  <a:lnTo>
                    <a:pt x="20670" y="7258"/>
                  </a:lnTo>
                  <a:lnTo>
                    <a:pt x="21237" y="6571"/>
                  </a:lnTo>
                  <a:lnTo>
                    <a:pt x="21775" y="5824"/>
                  </a:lnTo>
                  <a:lnTo>
                    <a:pt x="22282" y="5078"/>
                  </a:lnTo>
                  <a:lnTo>
                    <a:pt x="22731" y="4271"/>
                  </a:lnTo>
                  <a:lnTo>
                    <a:pt x="23149" y="3405"/>
                  </a:lnTo>
                  <a:lnTo>
                    <a:pt x="23507" y="2509"/>
                  </a:lnTo>
                  <a:lnTo>
                    <a:pt x="23836" y="1583"/>
                  </a:lnTo>
                  <a:lnTo>
                    <a:pt x="24104" y="627"/>
                  </a:lnTo>
                  <a:lnTo>
                    <a:pt x="24134" y="508"/>
                  </a:lnTo>
                  <a:lnTo>
                    <a:pt x="24134" y="418"/>
                  </a:lnTo>
                  <a:lnTo>
                    <a:pt x="24104" y="299"/>
                  </a:lnTo>
                  <a:lnTo>
                    <a:pt x="24045" y="239"/>
                  </a:lnTo>
                  <a:lnTo>
                    <a:pt x="23925" y="90"/>
                  </a:lnTo>
                  <a:lnTo>
                    <a:pt x="23746" y="30"/>
                  </a:lnTo>
                  <a:lnTo>
                    <a:pt x="235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51"/>
            <p:cNvSpPr/>
            <p:nvPr/>
          </p:nvSpPr>
          <p:spPr>
            <a:xfrm>
              <a:off x="1144475" y="4905350"/>
              <a:ext cx="54525" cy="181450"/>
            </a:xfrm>
            <a:custGeom>
              <a:rect b="b" l="l" r="r" t="t"/>
              <a:pathLst>
                <a:path extrusionOk="0" h="7258" w="2181">
                  <a:moveTo>
                    <a:pt x="1524" y="0"/>
                  </a:moveTo>
                  <a:lnTo>
                    <a:pt x="1434" y="30"/>
                  </a:lnTo>
                  <a:lnTo>
                    <a:pt x="1345" y="90"/>
                  </a:lnTo>
                  <a:lnTo>
                    <a:pt x="1285" y="149"/>
                  </a:lnTo>
                  <a:lnTo>
                    <a:pt x="1225" y="239"/>
                  </a:lnTo>
                  <a:lnTo>
                    <a:pt x="1195" y="358"/>
                  </a:lnTo>
                  <a:lnTo>
                    <a:pt x="1" y="6631"/>
                  </a:lnTo>
                  <a:lnTo>
                    <a:pt x="1" y="6750"/>
                  </a:lnTo>
                  <a:lnTo>
                    <a:pt x="1" y="6840"/>
                  </a:lnTo>
                  <a:lnTo>
                    <a:pt x="30" y="6959"/>
                  </a:lnTo>
                  <a:lnTo>
                    <a:pt x="90" y="7019"/>
                  </a:lnTo>
                  <a:lnTo>
                    <a:pt x="210" y="7168"/>
                  </a:lnTo>
                  <a:lnTo>
                    <a:pt x="389" y="7228"/>
                  </a:lnTo>
                  <a:lnTo>
                    <a:pt x="568" y="7258"/>
                  </a:lnTo>
                  <a:lnTo>
                    <a:pt x="658" y="7258"/>
                  </a:lnTo>
                  <a:lnTo>
                    <a:pt x="747" y="7228"/>
                  </a:lnTo>
                  <a:lnTo>
                    <a:pt x="807" y="7168"/>
                  </a:lnTo>
                  <a:lnTo>
                    <a:pt x="867" y="7109"/>
                  </a:lnTo>
                  <a:lnTo>
                    <a:pt x="927" y="7019"/>
                  </a:lnTo>
                  <a:lnTo>
                    <a:pt x="956" y="6900"/>
                  </a:lnTo>
                  <a:lnTo>
                    <a:pt x="2181" y="627"/>
                  </a:lnTo>
                  <a:lnTo>
                    <a:pt x="2181" y="508"/>
                  </a:lnTo>
                  <a:lnTo>
                    <a:pt x="2181" y="388"/>
                  </a:lnTo>
                  <a:lnTo>
                    <a:pt x="2151" y="299"/>
                  </a:lnTo>
                  <a:lnTo>
                    <a:pt x="2091" y="209"/>
                  </a:lnTo>
                  <a:lnTo>
                    <a:pt x="1942" y="90"/>
                  </a:lnTo>
                  <a:lnTo>
                    <a:pt x="17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51"/>
            <p:cNvSpPr/>
            <p:nvPr/>
          </p:nvSpPr>
          <p:spPr>
            <a:xfrm>
              <a:off x="1249775" y="4918025"/>
              <a:ext cx="33625" cy="103075"/>
            </a:xfrm>
            <a:custGeom>
              <a:rect b="b" l="l" r="r" t="t"/>
              <a:pathLst>
                <a:path extrusionOk="0" h="4123" w="1345">
                  <a:moveTo>
                    <a:pt x="448" y="1"/>
                  </a:moveTo>
                  <a:lnTo>
                    <a:pt x="269" y="31"/>
                  </a:lnTo>
                  <a:lnTo>
                    <a:pt x="209" y="90"/>
                  </a:lnTo>
                  <a:lnTo>
                    <a:pt x="120" y="120"/>
                  </a:lnTo>
                  <a:lnTo>
                    <a:pt x="60" y="210"/>
                  </a:lnTo>
                  <a:lnTo>
                    <a:pt x="30" y="270"/>
                  </a:lnTo>
                  <a:lnTo>
                    <a:pt x="0" y="389"/>
                  </a:lnTo>
                  <a:lnTo>
                    <a:pt x="0" y="479"/>
                  </a:lnTo>
                  <a:lnTo>
                    <a:pt x="329" y="3645"/>
                  </a:lnTo>
                  <a:lnTo>
                    <a:pt x="358" y="3764"/>
                  </a:lnTo>
                  <a:lnTo>
                    <a:pt x="388" y="3854"/>
                  </a:lnTo>
                  <a:lnTo>
                    <a:pt x="448" y="3943"/>
                  </a:lnTo>
                  <a:lnTo>
                    <a:pt x="538" y="4003"/>
                  </a:lnTo>
                  <a:lnTo>
                    <a:pt x="687" y="4093"/>
                  </a:lnTo>
                  <a:lnTo>
                    <a:pt x="866" y="4123"/>
                  </a:lnTo>
                  <a:lnTo>
                    <a:pt x="1075" y="4093"/>
                  </a:lnTo>
                  <a:lnTo>
                    <a:pt x="1135" y="4063"/>
                  </a:lnTo>
                  <a:lnTo>
                    <a:pt x="1225" y="4003"/>
                  </a:lnTo>
                  <a:lnTo>
                    <a:pt x="1255" y="3943"/>
                  </a:lnTo>
                  <a:lnTo>
                    <a:pt x="1314" y="3854"/>
                  </a:lnTo>
                  <a:lnTo>
                    <a:pt x="1344" y="3764"/>
                  </a:lnTo>
                  <a:lnTo>
                    <a:pt x="1344" y="3645"/>
                  </a:lnTo>
                  <a:lnTo>
                    <a:pt x="1016" y="479"/>
                  </a:lnTo>
                  <a:lnTo>
                    <a:pt x="986" y="389"/>
                  </a:lnTo>
                  <a:lnTo>
                    <a:pt x="956" y="270"/>
                  </a:lnTo>
                  <a:lnTo>
                    <a:pt x="896" y="210"/>
                  </a:lnTo>
                  <a:lnTo>
                    <a:pt x="806" y="120"/>
                  </a:lnTo>
                  <a:lnTo>
                    <a:pt x="657" y="31"/>
                  </a:lnTo>
                  <a:lnTo>
                    <a:pt x="4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51"/>
            <p:cNvSpPr/>
            <p:nvPr/>
          </p:nvSpPr>
          <p:spPr>
            <a:xfrm>
              <a:off x="1361025" y="4895625"/>
              <a:ext cx="40350" cy="82925"/>
            </a:xfrm>
            <a:custGeom>
              <a:rect b="b" l="l" r="r" t="t"/>
              <a:pathLst>
                <a:path extrusionOk="0" h="3317" w="1614">
                  <a:moveTo>
                    <a:pt x="538" y="1"/>
                  </a:moveTo>
                  <a:lnTo>
                    <a:pt x="359" y="31"/>
                  </a:lnTo>
                  <a:lnTo>
                    <a:pt x="210" y="90"/>
                  </a:lnTo>
                  <a:lnTo>
                    <a:pt x="60" y="240"/>
                  </a:lnTo>
                  <a:lnTo>
                    <a:pt x="30" y="299"/>
                  </a:lnTo>
                  <a:lnTo>
                    <a:pt x="0" y="389"/>
                  </a:lnTo>
                  <a:lnTo>
                    <a:pt x="0" y="508"/>
                  </a:lnTo>
                  <a:lnTo>
                    <a:pt x="0" y="628"/>
                  </a:lnTo>
                  <a:lnTo>
                    <a:pt x="628" y="2958"/>
                  </a:lnTo>
                  <a:lnTo>
                    <a:pt x="687" y="3077"/>
                  </a:lnTo>
                  <a:lnTo>
                    <a:pt x="717" y="3167"/>
                  </a:lnTo>
                  <a:lnTo>
                    <a:pt x="807" y="3227"/>
                  </a:lnTo>
                  <a:lnTo>
                    <a:pt x="867" y="3286"/>
                  </a:lnTo>
                  <a:lnTo>
                    <a:pt x="956" y="3316"/>
                  </a:lnTo>
                  <a:lnTo>
                    <a:pt x="1255" y="3316"/>
                  </a:lnTo>
                  <a:lnTo>
                    <a:pt x="1404" y="3227"/>
                  </a:lnTo>
                  <a:lnTo>
                    <a:pt x="1554" y="3107"/>
                  </a:lnTo>
                  <a:lnTo>
                    <a:pt x="1583" y="3017"/>
                  </a:lnTo>
                  <a:lnTo>
                    <a:pt x="1613" y="2928"/>
                  </a:lnTo>
                  <a:lnTo>
                    <a:pt x="1613" y="2808"/>
                  </a:lnTo>
                  <a:lnTo>
                    <a:pt x="1613" y="2719"/>
                  </a:lnTo>
                  <a:lnTo>
                    <a:pt x="986" y="359"/>
                  </a:lnTo>
                  <a:lnTo>
                    <a:pt x="926" y="240"/>
                  </a:lnTo>
                  <a:lnTo>
                    <a:pt x="867" y="150"/>
                  </a:lnTo>
                  <a:lnTo>
                    <a:pt x="807" y="90"/>
                  </a:lnTo>
                  <a:lnTo>
                    <a:pt x="717" y="31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51"/>
            <p:cNvSpPr/>
            <p:nvPr/>
          </p:nvSpPr>
          <p:spPr>
            <a:xfrm>
              <a:off x="1464075" y="4852325"/>
              <a:ext cx="59750" cy="64975"/>
            </a:xfrm>
            <a:custGeom>
              <a:rect b="b" l="l" r="r" t="t"/>
              <a:pathLst>
                <a:path extrusionOk="0" h="2599" w="2390">
                  <a:moveTo>
                    <a:pt x="389" y="0"/>
                  </a:moveTo>
                  <a:lnTo>
                    <a:pt x="299" y="60"/>
                  </a:lnTo>
                  <a:lnTo>
                    <a:pt x="150" y="150"/>
                  </a:lnTo>
                  <a:lnTo>
                    <a:pt x="60" y="299"/>
                  </a:lnTo>
                  <a:lnTo>
                    <a:pt x="0" y="478"/>
                  </a:lnTo>
                  <a:lnTo>
                    <a:pt x="0" y="568"/>
                  </a:lnTo>
                  <a:lnTo>
                    <a:pt x="0" y="687"/>
                  </a:lnTo>
                  <a:lnTo>
                    <a:pt x="60" y="777"/>
                  </a:lnTo>
                  <a:lnTo>
                    <a:pt x="120" y="867"/>
                  </a:lnTo>
                  <a:lnTo>
                    <a:pt x="1553" y="2450"/>
                  </a:lnTo>
                  <a:lnTo>
                    <a:pt x="1643" y="2509"/>
                  </a:lnTo>
                  <a:lnTo>
                    <a:pt x="1703" y="2569"/>
                  </a:lnTo>
                  <a:lnTo>
                    <a:pt x="1822" y="2599"/>
                  </a:lnTo>
                  <a:lnTo>
                    <a:pt x="1912" y="2599"/>
                  </a:lnTo>
                  <a:lnTo>
                    <a:pt x="2001" y="2569"/>
                  </a:lnTo>
                  <a:lnTo>
                    <a:pt x="2061" y="2539"/>
                  </a:lnTo>
                  <a:lnTo>
                    <a:pt x="2211" y="2450"/>
                  </a:lnTo>
                  <a:lnTo>
                    <a:pt x="2330" y="2300"/>
                  </a:lnTo>
                  <a:lnTo>
                    <a:pt x="2390" y="2121"/>
                  </a:lnTo>
                  <a:lnTo>
                    <a:pt x="2390" y="2002"/>
                  </a:lnTo>
                  <a:lnTo>
                    <a:pt x="2360" y="1912"/>
                  </a:lnTo>
                  <a:lnTo>
                    <a:pt x="2330" y="1822"/>
                  </a:lnTo>
                  <a:lnTo>
                    <a:pt x="2240" y="1733"/>
                  </a:lnTo>
                  <a:lnTo>
                    <a:pt x="837" y="150"/>
                  </a:lnTo>
                  <a:lnTo>
                    <a:pt x="747" y="90"/>
                  </a:lnTo>
                  <a:lnTo>
                    <a:pt x="657" y="30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51"/>
            <p:cNvSpPr/>
            <p:nvPr/>
          </p:nvSpPr>
          <p:spPr>
            <a:xfrm>
              <a:off x="1572350" y="4771675"/>
              <a:ext cx="86625" cy="50050"/>
            </a:xfrm>
            <a:custGeom>
              <a:rect b="b" l="l" r="r" t="t"/>
              <a:pathLst>
                <a:path extrusionOk="0" h="2002" w="3465">
                  <a:moveTo>
                    <a:pt x="478" y="1"/>
                  </a:moveTo>
                  <a:lnTo>
                    <a:pt x="359" y="30"/>
                  </a:lnTo>
                  <a:lnTo>
                    <a:pt x="209" y="120"/>
                  </a:lnTo>
                  <a:lnTo>
                    <a:pt x="90" y="269"/>
                  </a:lnTo>
                  <a:lnTo>
                    <a:pt x="30" y="449"/>
                  </a:lnTo>
                  <a:lnTo>
                    <a:pt x="0" y="538"/>
                  </a:lnTo>
                  <a:lnTo>
                    <a:pt x="30" y="628"/>
                  </a:lnTo>
                  <a:lnTo>
                    <a:pt x="60" y="717"/>
                  </a:lnTo>
                  <a:lnTo>
                    <a:pt x="120" y="777"/>
                  </a:lnTo>
                  <a:lnTo>
                    <a:pt x="179" y="837"/>
                  </a:lnTo>
                  <a:lnTo>
                    <a:pt x="269" y="897"/>
                  </a:lnTo>
                  <a:lnTo>
                    <a:pt x="2718" y="1942"/>
                  </a:lnTo>
                  <a:lnTo>
                    <a:pt x="2808" y="1972"/>
                  </a:lnTo>
                  <a:lnTo>
                    <a:pt x="2927" y="2002"/>
                  </a:lnTo>
                  <a:lnTo>
                    <a:pt x="3017" y="1972"/>
                  </a:lnTo>
                  <a:lnTo>
                    <a:pt x="3106" y="1942"/>
                  </a:lnTo>
                  <a:lnTo>
                    <a:pt x="3286" y="1852"/>
                  </a:lnTo>
                  <a:lnTo>
                    <a:pt x="3405" y="1703"/>
                  </a:lnTo>
                  <a:lnTo>
                    <a:pt x="3465" y="1524"/>
                  </a:lnTo>
                  <a:lnTo>
                    <a:pt x="3465" y="1434"/>
                  </a:lnTo>
                  <a:lnTo>
                    <a:pt x="3465" y="1375"/>
                  </a:lnTo>
                  <a:lnTo>
                    <a:pt x="3435" y="1285"/>
                  </a:lnTo>
                  <a:lnTo>
                    <a:pt x="3375" y="1195"/>
                  </a:lnTo>
                  <a:lnTo>
                    <a:pt x="3316" y="1136"/>
                  </a:lnTo>
                  <a:lnTo>
                    <a:pt x="3196" y="1076"/>
                  </a:lnTo>
                  <a:lnTo>
                    <a:pt x="777" y="30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51"/>
            <p:cNvSpPr/>
            <p:nvPr/>
          </p:nvSpPr>
          <p:spPr>
            <a:xfrm>
              <a:off x="1619375" y="4662650"/>
              <a:ext cx="89650" cy="25425"/>
            </a:xfrm>
            <a:custGeom>
              <a:rect b="b" l="l" r="r" t="t"/>
              <a:pathLst>
                <a:path extrusionOk="0" h="1017" w="3586">
                  <a:moveTo>
                    <a:pt x="479" y="1"/>
                  </a:moveTo>
                  <a:lnTo>
                    <a:pt x="359" y="31"/>
                  </a:lnTo>
                  <a:lnTo>
                    <a:pt x="270" y="61"/>
                  </a:lnTo>
                  <a:lnTo>
                    <a:pt x="180" y="90"/>
                  </a:lnTo>
                  <a:lnTo>
                    <a:pt x="120" y="150"/>
                  </a:lnTo>
                  <a:lnTo>
                    <a:pt x="61" y="240"/>
                  </a:lnTo>
                  <a:lnTo>
                    <a:pt x="31" y="329"/>
                  </a:lnTo>
                  <a:lnTo>
                    <a:pt x="1" y="509"/>
                  </a:lnTo>
                  <a:lnTo>
                    <a:pt x="31" y="688"/>
                  </a:lnTo>
                  <a:lnTo>
                    <a:pt x="61" y="777"/>
                  </a:lnTo>
                  <a:lnTo>
                    <a:pt x="120" y="837"/>
                  </a:lnTo>
                  <a:lnTo>
                    <a:pt x="180" y="927"/>
                  </a:lnTo>
                  <a:lnTo>
                    <a:pt x="270" y="957"/>
                  </a:lnTo>
                  <a:lnTo>
                    <a:pt x="359" y="986"/>
                  </a:lnTo>
                  <a:lnTo>
                    <a:pt x="479" y="1016"/>
                  </a:lnTo>
                  <a:lnTo>
                    <a:pt x="3077" y="1016"/>
                  </a:lnTo>
                  <a:lnTo>
                    <a:pt x="3197" y="986"/>
                  </a:lnTo>
                  <a:lnTo>
                    <a:pt x="3316" y="957"/>
                  </a:lnTo>
                  <a:lnTo>
                    <a:pt x="3376" y="927"/>
                  </a:lnTo>
                  <a:lnTo>
                    <a:pt x="3466" y="837"/>
                  </a:lnTo>
                  <a:lnTo>
                    <a:pt x="3495" y="777"/>
                  </a:lnTo>
                  <a:lnTo>
                    <a:pt x="3555" y="688"/>
                  </a:lnTo>
                  <a:lnTo>
                    <a:pt x="3585" y="509"/>
                  </a:lnTo>
                  <a:lnTo>
                    <a:pt x="3555" y="329"/>
                  </a:lnTo>
                  <a:lnTo>
                    <a:pt x="3495" y="240"/>
                  </a:lnTo>
                  <a:lnTo>
                    <a:pt x="3466" y="150"/>
                  </a:lnTo>
                  <a:lnTo>
                    <a:pt x="3376" y="90"/>
                  </a:lnTo>
                  <a:lnTo>
                    <a:pt x="3316" y="61"/>
                  </a:lnTo>
                  <a:lnTo>
                    <a:pt x="3197" y="31"/>
                  </a:lnTo>
                  <a:lnTo>
                    <a:pt x="30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51"/>
            <p:cNvSpPr/>
            <p:nvPr/>
          </p:nvSpPr>
          <p:spPr>
            <a:xfrm>
              <a:off x="1655225" y="4588000"/>
              <a:ext cx="129200" cy="28400"/>
            </a:xfrm>
            <a:custGeom>
              <a:rect b="b" l="l" r="r" t="t"/>
              <a:pathLst>
                <a:path extrusionOk="0" h="1136" w="5168">
                  <a:moveTo>
                    <a:pt x="4690" y="0"/>
                  </a:moveTo>
                  <a:lnTo>
                    <a:pt x="478" y="149"/>
                  </a:lnTo>
                  <a:lnTo>
                    <a:pt x="359" y="149"/>
                  </a:lnTo>
                  <a:lnTo>
                    <a:pt x="269" y="179"/>
                  </a:lnTo>
                  <a:lnTo>
                    <a:pt x="180" y="239"/>
                  </a:lnTo>
                  <a:lnTo>
                    <a:pt x="120" y="299"/>
                  </a:lnTo>
                  <a:lnTo>
                    <a:pt x="30" y="478"/>
                  </a:lnTo>
                  <a:lnTo>
                    <a:pt x="1" y="657"/>
                  </a:lnTo>
                  <a:lnTo>
                    <a:pt x="30" y="836"/>
                  </a:lnTo>
                  <a:lnTo>
                    <a:pt x="60" y="926"/>
                  </a:lnTo>
                  <a:lnTo>
                    <a:pt x="120" y="986"/>
                  </a:lnTo>
                  <a:lnTo>
                    <a:pt x="180" y="1045"/>
                  </a:lnTo>
                  <a:lnTo>
                    <a:pt x="269" y="1105"/>
                  </a:lnTo>
                  <a:lnTo>
                    <a:pt x="359" y="1135"/>
                  </a:lnTo>
                  <a:lnTo>
                    <a:pt x="478" y="1135"/>
                  </a:lnTo>
                  <a:lnTo>
                    <a:pt x="4690" y="1016"/>
                  </a:lnTo>
                  <a:lnTo>
                    <a:pt x="4779" y="986"/>
                  </a:lnTo>
                  <a:lnTo>
                    <a:pt x="4899" y="956"/>
                  </a:lnTo>
                  <a:lnTo>
                    <a:pt x="4959" y="896"/>
                  </a:lnTo>
                  <a:lnTo>
                    <a:pt x="5048" y="836"/>
                  </a:lnTo>
                  <a:lnTo>
                    <a:pt x="5138" y="687"/>
                  </a:lnTo>
                  <a:lnTo>
                    <a:pt x="5168" y="508"/>
                  </a:lnTo>
                  <a:lnTo>
                    <a:pt x="5138" y="299"/>
                  </a:lnTo>
                  <a:lnTo>
                    <a:pt x="5108" y="239"/>
                  </a:lnTo>
                  <a:lnTo>
                    <a:pt x="5048" y="149"/>
                  </a:lnTo>
                  <a:lnTo>
                    <a:pt x="4989" y="90"/>
                  </a:lnTo>
                  <a:lnTo>
                    <a:pt x="4899" y="60"/>
                  </a:lnTo>
                  <a:lnTo>
                    <a:pt x="4779" y="30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51"/>
            <p:cNvSpPr/>
            <p:nvPr/>
          </p:nvSpPr>
          <p:spPr>
            <a:xfrm>
              <a:off x="945100" y="5610225"/>
              <a:ext cx="746000" cy="197150"/>
            </a:xfrm>
            <a:custGeom>
              <a:rect b="b" l="l" r="r" t="t"/>
              <a:pathLst>
                <a:path extrusionOk="0" h="7886" w="29840">
                  <a:moveTo>
                    <a:pt x="6811" y="1"/>
                  </a:moveTo>
                  <a:lnTo>
                    <a:pt x="5945" y="31"/>
                  </a:lnTo>
                  <a:lnTo>
                    <a:pt x="5078" y="90"/>
                  </a:lnTo>
                  <a:lnTo>
                    <a:pt x="3406" y="269"/>
                  </a:lnTo>
                  <a:lnTo>
                    <a:pt x="1853" y="449"/>
                  </a:lnTo>
                  <a:lnTo>
                    <a:pt x="1136" y="508"/>
                  </a:lnTo>
                  <a:lnTo>
                    <a:pt x="479" y="538"/>
                  </a:lnTo>
                  <a:lnTo>
                    <a:pt x="359" y="538"/>
                  </a:lnTo>
                  <a:lnTo>
                    <a:pt x="270" y="568"/>
                  </a:lnTo>
                  <a:lnTo>
                    <a:pt x="180" y="628"/>
                  </a:lnTo>
                  <a:lnTo>
                    <a:pt x="120" y="688"/>
                  </a:lnTo>
                  <a:lnTo>
                    <a:pt x="31" y="837"/>
                  </a:lnTo>
                  <a:lnTo>
                    <a:pt x="1" y="1046"/>
                  </a:lnTo>
                  <a:lnTo>
                    <a:pt x="31" y="1225"/>
                  </a:lnTo>
                  <a:lnTo>
                    <a:pt x="61" y="1315"/>
                  </a:lnTo>
                  <a:lnTo>
                    <a:pt x="120" y="1375"/>
                  </a:lnTo>
                  <a:lnTo>
                    <a:pt x="180" y="1434"/>
                  </a:lnTo>
                  <a:lnTo>
                    <a:pt x="270" y="1494"/>
                  </a:lnTo>
                  <a:lnTo>
                    <a:pt x="359" y="1524"/>
                  </a:lnTo>
                  <a:lnTo>
                    <a:pt x="479" y="1524"/>
                  </a:lnTo>
                  <a:lnTo>
                    <a:pt x="1166" y="1494"/>
                  </a:lnTo>
                  <a:lnTo>
                    <a:pt x="1882" y="1434"/>
                  </a:lnTo>
                  <a:lnTo>
                    <a:pt x="3406" y="1315"/>
                  </a:lnTo>
                  <a:lnTo>
                    <a:pt x="4212" y="1255"/>
                  </a:lnTo>
                  <a:lnTo>
                    <a:pt x="4989" y="1225"/>
                  </a:lnTo>
                  <a:lnTo>
                    <a:pt x="5795" y="1195"/>
                  </a:lnTo>
                  <a:lnTo>
                    <a:pt x="6572" y="1225"/>
                  </a:lnTo>
                  <a:lnTo>
                    <a:pt x="7319" y="1285"/>
                  </a:lnTo>
                  <a:lnTo>
                    <a:pt x="8035" y="1404"/>
                  </a:lnTo>
                  <a:lnTo>
                    <a:pt x="8394" y="1494"/>
                  </a:lnTo>
                  <a:lnTo>
                    <a:pt x="8722" y="1584"/>
                  </a:lnTo>
                  <a:lnTo>
                    <a:pt x="9051" y="1703"/>
                  </a:lnTo>
                  <a:lnTo>
                    <a:pt x="9350" y="1852"/>
                  </a:lnTo>
                  <a:lnTo>
                    <a:pt x="9648" y="2032"/>
                  </a:lnTo>
                  <a:lnTo>
                    <a:pt x="9947" y="2211"/>
                  </a:lnTo>
                  <a:lnTo>
                    <a:pt x="10216" y="2420"/>
                  </a:lnTo>
                  <a:lnTo>
                    <a:pt x="10455" y="2659"/>
                  </a:lnTo>
                  <a:lnTo>
                    <a:pt x="10694" y="2898"/>
                  </a:lnTo>
                  <a:lnTo>
                    <a:pt x="10903" y="3197"/>
                  </a:lnTo>
                  <a:lnTo>
                    <a:pt x="11082" y="3495"/>
                  </a:lnTo>
                  <a:lnTo>
                    <a:pt x="11261" y="3854"/>
                  </a:lnTo>
                  <a:lnTo>
                    <a:pt x="11351" y="4122"/>
                  </a:lnTo>
                  <a:lnTo>
                    <a:pt x="11410" y="4361"/>
                  </a:lnTo>
                  <a:lnTo>
                    <a:pt x="11410" y="4570"/>
                  </a:lnTo>
                  <a:lnTo>
                    <a:pt x="11410" y="4720"/>
                  </a:lnTo>
                  <a:lnTo>
                    <a:pt x="11351" y="4839"/>
                  </a:lnTo>
                  <a:lnTo>
                    <a:pt x="11261" y="4929"/>
                  </a:lnTo>
                  <a:lnTo>
                    <a:pt x="11112" y="5078"/>
                  </a:lnTo>
                  <a:lnTo>
                    <a:pt x="11052" y="5138"/>
                  </a:lnTo>
                  <a:lnTo>
                    <a:pt x="10992" y="5228"/>
                  </a:lnTo>
                  <a:lnTo>
                    <a:pt x="10962" y="5347"/>
                  </a:lnTo>
                  <a:lnTo>
                    <a:pt x="10962" y="5467"/>
                  </a:lnTo>
                  <a:lnTo>
                    <a:pt x="11022" y="5616"/>
                  </a:lnTo>
                  <a:lnTo>
                    <a:pt x="11142" y="5825"/>
                  </a:lnTo>
                  <a:lnTo>
                    <a:pt x="11321" y="6064"/>
                  </a:lnTo>
                  <a:lnTo>
                    <a:pt x="11560" y="6392"/>
                  </a:lnTo>
                  <a:lnTo>
                    <a:pt x="11769" y="6572"/>
                  </a:lnTo>
                  <a:lnTo>
                    <a:pt x="12008" y="6721"/>
                  </a:lnTo>
                  <a:lnTo>
                    <a:pt x="12307" y="6840"/>
                  </a:lnTo>
                  <a:lnTo>
                    <a:pt x="12665" y="6960"/>
                  </a:lnTo>
                  <a:lnTo>
                    <a:pt x="13053" y="7050"/>
                  </a:lnTo>
                  <a:lnTo>
                    <a:pt x="13471" y="7109"/>
                  </a:lnTo>
                  <a:lnTo>
                    <a:pt x="14338" y="7229"/>
                  </a:lnTo>
                  <a:lnTo>
                    <a:pt x="15204" y="7288"/>
                  </a:lnTo>
                  <a:lnTo>
                    <a:pt x="16010" y="7318"/>
                  </a:lnTo>
                  <a:lnTo>
                    <a:pt x="16667" y="7318"/>
                  </a:lnTo>
                  <a:lnTo>
                    <a:pt x="17115" y="7348"/>
                  </a:lnTo>
                  <a:lnTo>
                    <a:pt x="18668" y="7498"/>
                  </a:lnTo>
                  <a:lnTo>
                    <a:pt x="20192" y="7617"/>
                  </a:lnTo>
                  <a:lnTo>
                    <a:pt x="21715" y="7707"/>
                  </a:lnTo>
                  <a:lnTo>
                    <a:pt x="23238" y="7766"/>
                  </a:lnTo>
                  <a:lnTo>
                    <a:pt x="24762" y="7826"/>
                  </a:lnTo>
                  <a:lnTo>
                    <a:pt x="26285" y="7856"/>
                  </a:lnTo>
                  <a:lnTo>
                    <a:pt x="29361" y="7886"/>
                  </a:lnTo>
                  <a:lnTo>
                    <a:pt x="29481" y="7886"/>
                  </a:lnTo>
                  <a:lnTo>
                    <a:pt x="29570" y="7856"/>
                  </a:lnTo>
                  <a:lnTo>
                    <a:pt x="29660" y="7796"/>
                  </a:lnTo>
                  <a:lnTo>
                    <a:pt x="29720" y="7737"/>
                  </a:lnTo>
                  <a:lnTo>
                    <a:pt x="29809" y="7587"/>
                  </a:lnTo>
                  <a:lnTo>
                    <a:pt x="29839" y="7378"/>
                  </a:lnTo>
                  <a:lnTo>
                    <a:pt x="29809" y="7199"/>
                  </a:lnTo>
                  <a:lnTo>
                    <a:pt x="29779" y="7109"/>
                  </a:lnTo>
                  <a:lnTo>
                    <a:pt x="29720" y="7050"/>
                  </a:lnTo>
                  <a:lnTo>
                    <a:pt x="29660" y="6990"/>
                  </a:lnTo>
                  <a:lnTo>
                    <a:pt x="29570" y="6930"/>
                  </a:lnTo>
                  <a:lnTo>
                    <a:pt x="29481" y="6900"/>
                  </a:lnTo>
                  <a:lnTo>
                    <a:pt x="27868" y="6900"/>
                  </a:lnTo>
                  <a:lnTo>
                    <a:pt x="26345" y="6930"/>
                  </a:lnTo>
                  <a:lnTo>
                    <a:pt x="24791" y="6960"/>
                  </a:lnTo>
                  <a:lnTo>
                    <a:pt x="23208" y="6960"/>
                  </a:lnTo>
                  <a:lnTo>
                    <a:pt x="21625" y="6930"/>
                  </a:lnTo>
                  <a:lnTo>
                    <a:pt x="20849" y="6900"/>
                  </a:lnTo>
                  <a:lnTo>
                    <a:pt x="20072" y="6840"/>
                  </a:lnTo>
                  <a:lnTo>
                    <a:pt x="19326" y="6751"/>
                  </a:lnTo>
                  <a:lnTo>
                    <a:pt x="18579" y="6631"/>
                  </a:lnTo>
                  <a:lnTo>
                    <a:pt x="17832" y="6512"/>
                  </a:lnTo>
                  <a:lnTo>
                    <a:pt x="17115" y="6363"/>
                  </a:lnTo>
                  <a:lnTo>
                    <a:pt x="16249" y="6124"/>
                  </a:lnTo>
                  <a:lnTo>
                    <a:pt x="15891" y="6004"/>
                  </a:lnTo>
                  <a:lnTo>
                    <a:pt x="15562" y="5885"/>
                  </a:lnTo>
                  <a:lnTo>
                    <a:pt x="15263" y="5735"/>
                  </a:lnTo>
                  <a:lnTo>
                    <a:pt x="14995" y="5586"/>
                  </a:lnTo>
                  <a:lnTo>
                    <a:pt x="14756" y="5437"/>
                  </a:lnTo>
                  <a:lnTo>
                    <a:pt x="14547" y="5257"/>
                  </a:lnTo>
                  <a:lnTo>
                    <a:pt x="14338" y="5078"/>
                  </a:lnTo>
                  <a:lnTo>
                    <a:pt x="14128" y="4839"/>
                  </a:lnTo>
                  <a:lnTo>
                    <a:pt x="13740" y="4332"/>
                  </a:lnTo>
                  <a:lnTo>
                    <a:pt x="13292" y="3704"/>
                  </a:lnTo>
                  <a:lnTo>
                    <a:pt x="12814" y="2928"/>
                  </a:lnTo>
                  <a:lnTo>
                    <a:pt x="12784" y="2838"/>
                  </a:lnTo>
                  <a:lnTo>
                    <a:pt x="12755" y="2778"/>
                  </a:lnTo>
                  <a:lnTo>
                    <a:pt x="12784" y="2719"/>
                  </a:lnTo>
                  <a:lnTo>
                    <a:pt x="12844" y="2689"/>
                  </a:lnTo>
                  <a:lnTo>
                    <a:pt x="12993" y="2659"/>
                  </a:lnTo>
                  <a:lnTo>
                    <a:pt x="13143" y="2629"/>
                  </a:lnTo>
                  <a:lnTo>
                    <a:pt x="13203" y="2599"/>
                  </a:lnTo>
                  <a:lnTo>
                    <a:pt x="13232" y="2569"/>
                  </a:lnTo>
                  <a:lnTo>
                    <a:pt x="13232" y="2480"/>
                  </a:lnTo>
                  <a:lnTo>
                    <a:pt x="13232" y="2390"/>
                  </a:lnTo>
                  <a:lnTo>
                    <a:pt x="13173" y="2271"/>
                  </a:lnTo>
                  <a:lnTo>
                    <a:pt x="13053" y="2091"/>
                  </a:lnTo>
                  <a:lnTo>
                    <a:pt x="12635" y="1643"/>
                  </a:lnTo>
                  <a:lnTo>
                    <a:pt x="12396" y="1375"/>
                  </a:lnTo>
                  <a:lnTo>
                    <a:pt x="12127" y="1165"/>
                  </a:lnTo>
                  <a:lnTo>
                    <a:pt x="11829" y="956"/>
                  </a:lnTo>
                  <a:lnTo>
                    <a:pt x="11500" y="777"/>
                  </a:lnTo>
                  <a:lnTo>
                    <a:pt x="11172" y="628"/>
                  </a:lnTo>
                  <a:lnTo>
                    <a:pt x="10843" y="479"/>
                  </a:lnTo>
                  <a:lnTo>
                    <a:pt x="10485" y="359"/>
                  </a:lnTo>
                  <a:lnTo>
                    <a:pt x="10096" y="269"/>
                  </a:lnTo>
                  <a:lnTo>
                    <a:pt x="9708" y="180"/>
                  </a:lnTo>
                  <a:lnTo>
                    <a:pt x="9320" y="120"/>
                  </a:lnTo>
                  <a:lnTo>
                    <a:pt x="8513" y="31"/>
                  </a:lnTo>
                  <a:lnTo>
                    <a:pt x="76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51"/>
            <p:cNvSpPr/>
            <p:nvPr/>
          </p:nvSpPr>
          <p:spPr>
            <a:xfrm>
              <a:off x="1762750" y="5759575"/>
              <a:ext cx="717600" cy="153850"/>
            </a:xfrm>
            <a:custGeom>
              <a:rect b="b" l="l" r="r" t="t"/>
              <a:pathLst>
                <a:path extrusionOk="0" h="6154" w="28704">
                  <a:moveTo>
                    <a:pt x="21595" y="0"/>
                  </a:moveTo>
                  <a:lnTo>
                    <a:pt x="20729" y="90"/>
                  </a:lnTo>
                  <a:lnTo>
                    <a:pt x="19863" y="209"/>
                  </a:lnTo>
                  <a:lnTo>
                    <a:pt x="19027" y="389"/>
                  </a:lnTo>
                  <a:lnTo>
                    <a:pt x="18220" y="598"/>
                  </a:lnTo>
                  <a:lnTo>
                    <a:pt x="17832" y="747"/>
                  </a:lnTo>
                  <a:lnTo>
                    <a:pt x="17474" y="896"/>
                  </a:lnTo>
                  <a:lnTo>
                    <a:pt x="17085" y="1076"/>
                  </a:lnTo>
                  <a:lnTo>
                    <a:pt x="16727" y="1255"/>
                  </a:lnTo>
                  <a:lnTo>
                    <a:pt x="16398" y="1464"/>
                  </a:lnTo>
                  <a:lnTo>
                    <a:pt x="16070" y="1703"/>
                  </a:lnTo>
                  <a:lnTo>
                    <a:pt x="15741" y="1942"/>
                  </a:lnTo>
                  <a:lnTo>
                    <a:pt x="15442" y="2211"/>
                  </a:lnTo>
                  <a:lnTo>
                    <a:pt x="15353" y="2300"/>
                  </a:lnTo>
                  <a:lnTo>
                    <a:pt x="15293" y="2420"/>
                  </a:lnTo>
                  <a:lnTo>
                    <a:pt x="15263" y="2539"/>
                  </a:lnTo>
                  <a:lnTo>
                    <a:pt x="15263" y="2659"/>
                  </a:lnTo>
                  <a:lnTo>
                    <a:pt x="15323" y="2957"/>
                  </a:lnTo>
                  <a:lnTo>
                    <a:pt x="15413" y="3226"/>
                  </a:lnTo>
                  <a:lnTo>
                    <a:pt x="15532" y="3465"/>
                  </a:lnTo>
                  <a:lnTo>
                    <a:pt x="15652" y="3704"/>
                  </a:lnTo>
                  <a:lnTo>
                    <a:pt x="15741" y="3853"/>
                  </a:lnTo>
                  <a:lnTo>
                    <a:pt x="15771" y="3913"/>
                  </a:lnTo>
                  <a:lnTo>
                    <a:pt x="15472" y="4182"/>
                  </a:lnTo>
                  <a:lnTo>
                    <a:pt x="15174" y="4421"/>
                  </a:lnTo>
                  <a:lnTo>
                    <a:pt x="14785" y="4630"/>
                  </a:lnTo>
                  <a:lnTo>
                    <a:pt x="14397" y="4779"/>
                  </a:lnTo>
                  <a:lnTo>
                    <a:pt x="13979" y="4869"/>
                  </a:lnTo>
                  <a:lnTo>
                    <a:pt x="13531" y="4958"/>
                  </a:lnTo>
                  <a:lnTo>
                    <a:pt x="13083" y="5018"/>
                  </a:lnTo>
                  <a:lnTo>
                    <a:pt x="12605" y="5048"/>
                  </a:lnTo>
                  <a:lnTo>
                    <a:pt x="11649" y="5048"/>
                  </a:lnTo>
                  <a:lnTo>
                    <a:pt x="10723" y="5018"/>
                  </a:lnTo>
                  <a:lnTo>
                    <a:pt x="9051" y="4899"/>
                  </a:lnTo>
                  <a:lnTo>
                    <a:pt x="7707" y="4809"/>
                  </a:lnTo>
                  <a:lnTo>
                    <a:pt x="6392" y="4660"/>
                  </a:lnTo>
                  <a:lnTo>
                    <a:pt x="5048" y="4510"/>
                  </a:lnTo>
                  <a:lnTo>
                    <a:pt x="3704" y="4331"/>
                  </a:lnTo>
                  <a:lnTo>
                    <a:pt x="3017" y="3823"/>
                  </a:lnTo>
                  <a:lnTo>
                    <a:pt x="2748" y="3584"/>
                  </a:lnTo>
                  <a:lnTo>
                    <a:pt x="2510" y="3375"/>
                  </a:lnTo>
                  <a:lnTo>
                    <a:pt x="2330" y="3166"/>
                  </a:lnTo>
                  <a:lnTo>
                    <a:pt x="2181" y="2957"/>
                  </a:lnTo>
                  <a:lnTo>
                    <a:pt x="2061" y="2778"/>
                  </a:lnTo>
                  <a:lnTo>
                    <a:pt x="2002" y="2629"/>
                  </a:lnTo>
                  <a:lnTo>
                    <a:pt x="2002" y="2449"/>
                  </a:lnTo>
                  <a:lnTo>
                    <a:pt x="2002" y="2300"/>
                  </a:lnTo>
                  <a:lnTo>
                    <a:pt x="2091" y="2181"/>
                  </a:lnTo>
                  <a:lnTo>
                    <a:pt x="2181" y="2061"/>
                  </a:lnTo>
                  <a:lnTo>
                    <a:pt x="2330" y="1942"/>
                  </a:lnTo>
                  <a:lnTo>
                    <a:pt x="2539" y="1852"/>
                  </a:lnTo>
                  <a:lnTo>
                    <a:pt x="2778" y="1763"/>
                  </a:lnTo>
                  <a:lnTo>
                    <a:pt x="3047" y="1673"/>
                  </a:lnTo>
                  <a:lnTo>
                    <a:pt x="3167" y="1613"/>
                  </a:lnTo>
                  <a:lnTo>
                    <a:pt x="3226" y="1553"/>
                  </a:lnTo>
                  <a:lnTo>
                    <a:pt x="3286" y="1494"/>
                  </a:lnTo>
                  <a:lnTo>
                    <a:pt x="3316" y="1404"/>
                  </a:lnTo>
                  <a:lnTo>
                    <a:pt x="3316" y="1314"/>
                  </a:lnTo>
                  <a:lnTo>
                    <a:pt x="3316" y="1225"/>
                  </a:lnTo>
                  <a:lnTo>
                    <a:pt x="3256" y="1046"/>
                  </a:lnTo>
                  <a:lnTo>
                    <a:pt x="3137" y="896"/>
                  </a:lnTo>
                  <a:lnTo>
                    <a:pt x="2958" y="807"/>
                  </a:lnTo>
                  <a:lnTo>
                    <a:pt x="2868" y="777"/>
                  </a:lnTo>
                  <a:lnTo>
                    <a:pt x="2659" y="777"/>
                  </a:lnTo>
                  <a:lnTo>
                    <a:pt x="2539" y="807"/>
                  </a:lnTo>
                  <a:lnTo>
                    <a:pt x="1882" y="1135"/>
                  </a:lnTo>
                  <a:lnTo>
                    <a:pt x="1345" y="1434"/>
                  </a:lnTo>
                  <a:lnTo>
                    <a:pt x="897" y="1733"/>
                  </a:lnTo>
                  <a:lnTo>
                    <a:pt x="538" y="2001"/>
                  </a:lnTo>
                  <a:lnTo>
                    <a:pt x="299" y="2270"/>
                  </a:lnTo>
                  <a:lnTo>
                    <a:pt x="120" y="2539"/>
                  </a:lnTo>
                  <a:lnTo>
                    <a:pt x="30" y="2778"/>
                  </a:lnTo>
                  <a:lnTo>
                    <a:pt x="1" y="2898"/>
                  </a:lnTo>
                  <a:lnTo>
                    <a:pt x="1" y="3017"/>
                  </a:lnTo>
                  <a:lnTo>
                    <a:pt x="60" y="3256"/>
                  </a:lnTo>
                  <a:lnTo>
                    <a:pt x="180" y="3465"/>
                  </a:lnTo>
                  <a:lnTo>
                    <a:pt x="359" y="3674"/>
                  </a:lnTo>
                  <a:lnTo>
                    <a:pt x="598" y="3883"/>
                  </a:lnTo>
                  <a:lnTo>
                    <a:pt x="897" y="4062"/>
                  </a:lnTo>
                  <a:lnTo>
                    <a:pt x="1225" y="4242"/>
                  </a:lnTo>
                  <a:lnTo>
                    <a:pt x="1613" y="4421"/>
                  </a:lnTo>
                  <a:lnTo>
                    <a:pt x="2002" y="4570"/>
                  </a:lnTo>
                  <a:lnTo>
                    <a:pt x="2928" y="4869"/>
                  </a:lnTo>
                  <a:lnTo>
                    <a:pt x="3883" y="5108"/>
                  </a:lnTo>
                  <a:lnTo>
                    <a:pt x="4899" y="5347"/>
                  </a:lnTo>
                  <a:lnTo>
                    <a:pt x="5914" y="5526"/>
                  </a:lnTo>
                  <a:lnTo>
                    <a:pt x="6870" y="5645"/>
                  </a:lnTo>
                  <a:lnTo>
                    <a:pt x="7736" y="5765"/>
                  </a:lnTo>
                  <a:lnTo>
                    <a:pt x="8483" y="5854"/>
                  </a:lnTo>
                  <a:lnTo>
                    <a:pt x="9051" y="5884"/>
                  </a:lnTo>
                  <a:lnTo>
                    <a:pt x="10006" y="5944"/>
                  </a:lnTo>
                  <a:lnTo>
                    <a:pt x="10992" y="6034"/>
                  </a:lnTo>
                  <a:lnTo>
                    <a:pt x="12037" y="6123"/>
                  </a:lnTo>
                  <a:lnTo>
                    <a:pt x="12545" y="6123"/>
                  </a:lnTo>
                  <a:lnTo>
                    <a:pt x="13083" y="6153"/>
                  </a:lnTo>
                  <a:lnTo>
                    <a:pt x="13591" y="6123"/>
                  </a:lnTo>
                  <a:lnTo>
                    <a:pt x="14098" y="6064"/>
                  </a:lnTo>
                  <a:lnTo>
                    <a:pt x="14606" y="6004"/>
                  </a:lnTo>
                  <a:lnTo>
                    <a:pt x="15084" y="5884"/>
                  </a:lnTo>
                  <a:lnTo>
                    <a:pt x="15532" y="5735"/>
                  </a:lnTo>
                  <a:lnTo>
                    <a:pt x="15980" y="5556"/>
                  </a:lnTo>
                  <a:lnTo>
                    <a:pt x="16398" y="5317"/>
                  </a:lnTo>
                  <a:lnTo>
                    <a:pt x="16787" y="5048"/>
                  </a:lnTo>
                  <a:lnTo>
                    <a:pt x="16876" y="4929"/>
                  </a:lnTo>
                  <a:lnTo>
                    <a:pt x="16906" y="4779"/>
                  </a:lnTo>
                  <a:lnTo>
                    <a:pt x="16936" y="4630"/>
                  </a:lnTo>
                  <a:lnTo>
                    <a:pt x="16936" y="4481"/>
                  </a:lnTo>
                  <a:lnTo>
                    <a:pt x="16936" y="4182"/>
                  </a:lnTo>
                  <a:lnTo>
                    <a:pt x="16936" y="4062"/>
                  </a:lnTo>
                  <a:lnTo>
                    <a:pt x="16966" y="3973"/>
                  </a:lnTo>
                  <a:lnTo>
                    <a:pt x="16637" y="3405"/>
                  </a:lnTo>
                  <a:lnTo>
                    <a:pt x="19564" y="1404"/>
                  </a:lnTo>
                  <a:lnTo>
                    <a:pt x="20012" y="1255"/>
                  </a:lnTo>
                  <a:lnTo>
                    <a:pt x="20490" y="1165"/>
                  </a:lnTo>
                  <a:lnTo>
                    <a:pt x="20998" y="1076"/>
                  </a:lnTo>
                  <a:lnTo>
                    <a:pt x="21536" y="1016"/>
                  </a:lnTo>
                  <a:lnTo>
                    <a:pt x="22103" y="986"/>
                  </a:lnTo>
                  <a:lnTo>
                    <a:pt x="22671" y="986"/>
                  </a:lnTo>
                  <a:lnTo>
                    <a:pt x="23806" y="1016"/>
                  </a:lnTo>
                  <a:lnTo>
                    <a:pt x="24970" y="1105"/>
                  </a:lnTo>
                  <a:lnTo>
                    <a:pt x="26105" y="1255"/>
                  </a:lnTo>
                  <a:lnTo>
                    <a:pt x="27151" y="1404"/>
                  </a:lnTo>
                  <a:lnTo>
                    <a:pt x="28077" y="1583"/>
                  </a:lnTo>
                  <a:lnTo>
                    <a:pt x="28286" y="1583"/>
                  </a:lnTo>
                  <a:lnTo>
                    <a:pt x="28375" y="1553"/>
                  </a:lnTo>
                  <a:lnTo>
                    <a:pt x="28465" y="1494"/>
                  </a:lnTo>
                  <a:lnTo>
                    <a:pt x="28614" y="1344"/>
                  </a:lnTo>
                  <a:lnTo>
                    <a:pt x="28674" y="1195"/>
                  </a:lnTo>
                  <a:lnTo>
                    <a:pt x="28704" y="1016"/>
                  </a:lnTo>
                  <a:lnTo>
                    <a:pt x="28674" y="926"/>
                  </a:lnTo>
                  <a:lnTo>
                    <a:pt x="28644" y="837"/>
                  </a:lnTo>
                  <a:lnTo>
                    <a:pt x="28614" y="747"/>
                  </a:lnTo>
                  <a:lnTo>
                    <a:pt x="28525" y="687"/>
                  </a:lnTo>
                  <a:lnTo>
                    <a:pt x="28435" y="628"/>
                  </a:lnTo>
                  <a:lnTo>
                    <a:pt x="28346" y="598"/>
                  </a:lnTo>
                  <a:lnTo>
                    <a:pt x="26792" y="329"/>
                  </a:lnTo>
                  <a:lnTo>
                    <a:pt x="25956" y="209"/>
                  </a:lnTo>
                  <a:lnTo>
                    <a:pt x="25120" y="120"/>
                  </a:lnTo>
                  <a:lnTo>
                    <a:pt x="24224" y="30"/>
                  </a:lnTo>
                  <a:lnTo>
                    <a:pt x="233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51"/>
            <p:cNvSpPr/>
            <p:nvPr/>
          </p:nvSpPr>
          <p:spPr>
            <a:xfrm>
              <a:off x="2119675" y="5609475"/>
              <a:ext cx="302450" cy="33625"/>
            </a:xfrm>
            <a:custGeom>
              <a:rect b="b" l="l" r="r" t="t"/>
              <a:pathLst>
                <a:path extrusionOk="0" h="1345" w="12098">
                  <a:moveTo>
                    <a:pt x="11619" y="1"/>
                  </a:moveTo>
                  <a:lnTo>
                    <a:pt x="10245" y="90"/>
                  </a:lnTo>
                  <a:lnTo>
                    <a:pt x="8842" y="180"/>
                  </a:lnTo>
                  <a:lnTo>
                    <a:pt x="7468" y="270"/>
                  </a:lnTo>
                  <a:lnTo>
                    <a:pt x="6064" y="299"/>
                  </a:lnTo>
                  <a:lnTo>
                    <a:pt x="4660" y="329"/>
                  </a:lnTo>
                  <a:lnTo>
                    <a:pt x="1882" y="329"/>
                  </a:lnTo>
                  <a:lnTo>
                    <a:pt x="479" y="299"/>
                  </a:lnTo>
                  <a:lnTo>
                    <a:pt x="389" y="299"/>
                  </a:lnTo>
                  <a:lnTo>
                    <a:pt x="269" y="329"/>
                  </a:lnTo>
                  <a:lnTo>
                    <a:pt x="210" y="359"/>
                  </a:lnTo>
                  <a:lnTo>
                    <a:pt x="120" y="419"/>
                  </a:lnTo>
                  <a:lnTo>
                    <a:pt x="90" y="509"/>
                  </a:lnTo>
                  <a:lnTo>
                    <a:pt x="30" y="598"/>
                  </a:lnTo>
                  <a:lnTo>
                    <a:pt x="1" y="777"/>
                  </a:lnTo>
                  <a:lnTo>
                    <a:pt x="30" y="957"/>
                  </a:lnTo>
                  <a:lnTo>
                    <a:pt x="120" y="1136"/>
                  </a:lnTo>
                  <a:lnTo>
                    <a:pt x="210" y="1195"/>
                  </a:lnTo>
                  <a:lnTo>
                    <a:pt x="269" y="1225"/>
                  </a:lnTo>
                  <a:lnTo>
                    <a:pt x="389" y="1285"/>
                  </a:lnTo>
                  <a:lnTo>
                    <a:pt x="479" y="1285"/>
                  </a:lnTo>
                  <a:lnTo>
                    <a:pt x="1882" y="1315"/>
                  </a:lnTo>
                  <a:lnTo>
                    <a:pt x="3286" y="1345"/>
                  </a:lnTo>
                  <a:lnTo>
                    <a:pt x="4660" y="1345"/>
                  </a:lnTo>
                  <a:lnTo>
                    <a:pt x="6064" y="1315"/>
                  </a:lnTo>
                  <a:lnTo>
                    <a:pt x="7468" y="1255"/>
                  </a:lnTo>
                  <a:lnTo>
                    <a:pt x="8842" y="1195"/>
                  </a:lnTo>
                  <a:lnTo>
                    <a:pt x="10245" y="1106"/>
                  </a:lnTo>
                  <a:lnTo>
                    <a:pt x="11619" y="986"/>
                  </a:lnTo>
                  <a:lnTo>
                    <a:pt x="11739" y="957"/>
                  </a:lnTo>
                  <a:lnTo>
                    <a:pt x="11828" y="927"/>
                  </a:lnTo>
                  <a:lnTo>
                    <a:pt x="11918" y="867"/>
                  </a:lnTo>
                  <a:lnTo>
                    <a:pt x="11978" y="807"/>
                  </a:lnTo>
                  <a:lnTo>
                    <a:pt x="12067" y="628"/>
                  </a:lnTo>
                  <a:lnTo>
                    <a:pt x="12097" y="449"/>
                  </a:lnTo>
                  <a:lnTo>
                    <a:pt x="12067" y="270"/>
                  </a:lnTo>
                  <a:lnTo>
                    <a:pt x="12038" y="180"/>
                  </a:lnTo>
                  <a:lnTo>
                    <a:pt x="11978" y="120"/>
                  </a:lnTo>
                  <a:lnTo>
                    <a:pt x="11918" y="61"/>
                  </a:lnTo>
                  <a:lnTo>
                    <a:pt x="118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51"/>
            <p:cNvSpPr/>
            <p:nvPr/>
          </p:nvSpPr>
          <p:spPr>
            <a:xfrm>
              <a:off x="2581900" y="5915625"/>
              <a:ext cx="600375" cy="97850"/>
            </a:xfrm>
            <a:custGeom>
              <a:rect b="b" l="l" r="r" t="t"/>
              <a:pathLst>
                <a:path extrusionOk="0" h="3914" w="24015">
                  <a:moveTo>
                    <a:pt x="0" y="1"/>
                  </a:moveTo>
                  <a:lnTo>
                    <a:pt x="0" y="3913"/>
                  </a:lnTo>
                  <a:lnTo>
                    <a:pt x="24014" y="3913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51"/>
            <p:cNvSpPr/>
            <p:nvPr/>
          </p:nvSpPr>
          <p:spPr>
            <a:xfrm>
              <a:off x="2667750" y="5908900"/>
              <a:ext cx="31400" cy="112050"/>
            </a:xfrm>
            <a:custGeom>
              <a:rect b="b" l="l" r="r" t="t"/>
              <a:pathLst>
                <a:path extrusionOk="0" h="4482" w="1256">
                  <a:moveTo>
                    <a:pt x="897" y="1"/>
                  </a:moveTo>
                  <a:lnTo>
                    <a:pt x="807" y="31"/>
                  </a:lnTo>
                  <a:lnTo>
                    <a:pt x="748" y="120"/>
                  </a:lnTo>
                  <a:lnTo>
                    <a:pt x="688" y="210"/>
                  </a:lnTo>
                  <a:lnTo>
                    <a:pt x="1" y="4153"/>
                  </a:lnTo>
                  <a:lnTo>
                    <a:pt x="1" y="4242"/>
                  </a:lnTo>
                  <a:lnTo>
                    <a:pt x="61" y="4362"/>
                  </a:lnTo>
                  <a:lnTo>
                    <a:pt x="150" y="4421"/>
                  </a:lnTo>
                  <a:lnTo>
                    <a:pt x="270" y="4481"/>
                  </a:lnTo>
                  <a:lnTo>
                    <a:pt x="359" y="4451"/>
                  </a:lnTo>
                  <a:lnTo>
                    <a:pt x="449" y="4421"/>
                  </a:lnTo>
                  <a:lnTo>
                    <a:pt x="509" y="4332"/>
                  </a:lnTo>
                  <a:lnTo>
                    <a:pt x="539" y="4242"/>
                  </a:lnTo>
                  <a:lnTo>
                    <a:pt x="1255" y="329"/>
                  </a:lnTo>
                  <a:lnTo>
                    <a:pt x="1255" y="210"/>
                  </a:lnTo>
                  <a:lnTo>
                    <a:pt x="1196" y="120"/>
                  </a:lnTo>
                  <a:lnTo>
                    <a:pt x="1136" y="31"/>
                  </a:lnTo>
                  <a:lnTo>
                    <a:pt x="10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51"/>
            <p:cNvSpPr/>
            <p:nvPr/>
          </p:nvSpPr>
          <p:spPr>
            <a:xfrm>
              <a:off x="3088150" y="5908900"/>
              <a:ext cx="31400" cy="112050"/>
            </a:xfrm>
            <a:custGeom>
              <a:rect b="b" l="l" r="r" t="t"/>
              <a:pathLst>
                <a:path extrusionOk="0" h="4482" w="1256">
                  <a:moveTo>
                    <a:pt x="210" y="1"/>
                  </a:moveTo>
                  <a:lnTo>
                    <a:pt x="120" y="31"/>
                  </a:lnTo>
                  <a:lnTo>
                    <a:pt x="31" y="120"/>
                  </a:lnTo>
                  <a:lnTo>
                    <a:pt x="1" y="210"/>
                  </a:lnTo>
                  <a:lnTo>
                    <a:pt x="1" y="329"/>
                  </a:lnTo>
                  <a:lnTo>
                    <a:pt x="688" y="4242"/>
                  </a:lnTo>
                  <a:lnTo>
                    <a:pt x="748" y="4332"/>
                  </a:lnTo>
                  <a:lnTo>
                    <a:pt x="807" y="4421"/>
                  </a:lnTo>
                  <a:lnTo>
                    <a:pt x="867" y="4451"/>
                  </a:lnTo>
                  <a:lnTo>
                    <a:pt x="986" y="4481"/>
                  </a:lnTo>
                  <a:lnTo>
                    <a:pt x="1016" y="4481"/>
                  </a:lnTo>
                  <a:lnTo>
                    <a:pt x="1136" y="4421"/>
                  </a:lnTo>
                  <a:lnTo>
                    <a:pt x="1196" y="4362"/>
                  </a:lnTo>
                  <a:lnTo>
                    <a:pt x="1255" y="4242"/>
                  </a:lnTo>
                  <a:lnTo>
                    <a:pt x="1255" y="4153"/>
                  </a:lnTo>
                  <a:lnTo>
                    <a:pt x="538" y="210"/>
                  </a:lnTo>
                  <a:lnTo>
                    <a:pt x="509" y="120"/>
                  </a:lnTo>
                  <a:lnTo>
                    <a:pt x="419" y="31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51"/>
            <p:cNvSpPr/>
            <p:nvPr/>
          </p:nvSpPr>
          <p:spPr>
            <a:xfrm>
              <a:off x="2503475" y="6141875"/>
              <a:ext cx="96350" cy="148625"/>
            </a:xfrm>
            <a:custGeom>
              <a:rect b="b" l="l" r="r" t="t"/>
              <a:pathLst>
                <a:path extrusionOk="0" h="5945" w="3854">
                  <a:moveTo>
                    <a:pt x="240" y="1"/>
                  </a:moveTo>
                  <a:lnTo>
                    <a:pt x="150" y="61"/>
                  </a:lnTo>
                  <a:lnTo>
                    <a:pt x="61" y="120"/>
                  </a:lnTo>
                  <a:lnTo>
                    <a:pt x="1" y="240"/>
                  </a:lnTo>
                  <a:lnTo>
                    <a:pt x="1" y="329"/>
                  </a:lnTo>
                  <a:lnTo>
                    <a:pt x="61" y="449"/>
                  </a:lnTo>
                  <a:lnTo>
                    <a:pt x="3346" y="5825"/>
                  </a:lnTo>
                  <a:lnTo>
                    <a:pt x="3376" y="5885"/>
                  </a:lnTo>
                  <a:lnTo>
                    <a:pt x="3436" y="5915"/>
                  </a:lnTo>
                  <a:lnTo>
                    <a:pt x="3585" y="5945"/>
                  </a:lnTo>
                  <a:lnTo>
                    <a:pt x="3645" y="5945"/>
                  </a:lnTo>
                  <a:lnTo>
                    <a:pt x="3734" y="5915"/>
                  </a:lnTo>
                  <a:lnTo>
                    <a:pt x="3794" y="5825"/>
                  </a:lnTo>
                  <a:lnTo>
                    <a:pt x="3854" y="5736"/>
                  </a:lnTo>
                  <a:lnTo>
                    <a:pt x="3854" y="5616"/>
                  </a:lnTo>
                  <a:lnTo>
                    <a:pt x="3824" y="5526"/>
                  </a:lnTo>
                  <a:lnTo>
                    <a:pt x="509" y="150"/>
                  </a:lnTo>
                  <a:lnTo>
                    <a:pt x="449" y="61"/>
                  </a:lnTo>
                  <a:lnTo>
                    <a:pt x="359" y="31"/>
                  </a:lnTo>
                  <a:lnTo>
                    <a:pt x="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51"/>
            <p:cNvSpPr/>
            <p:nvPr/>
          </p:nvSpPr>
          <p:spPr>
            <a:xfrm>
              <a:off x="678525" y="6141875"/>
              <a:ext cx="123975" cy="144150"/>
            </a:xfrm>
            <a:custGeom>
              <a:rect b="b" l="l" r="r" t="t"/>
              <a:pathLst>
                <a:path extrusionOk="0" h="5766" w="4959">
                  <a:moveTo>
                    <a:pt x="4660" y="1"/>
                  </a:moveTo>
                  <a:lnTo>
                    <a:pt x="4541" y="31"/>
                  </a:lnTo>
                  <a:lnTo>
                    <a:pt x="4451" y="120"/>
                  </a:lnTo>
                  <a:lnTo>
                    <a:pt x="90" y="5317"/>
                  </a:lnTo>
                  <a:lnTo>
                    <a:pt x="31" y="5407"/>
                  </a:lnTo>
                  <a:lnTo>
                    <a:pt x="1" y="5526"/>
                  </a:lnTo>
                  <a:lnTo>
                    <a:pt x="31" y="5616"/>
                  </a:lnTo>
                  <a:lnTo>
                    <a:pt x="120" y="5706"/>
                  </a:lnTo>
                  <a:lnTo>
                    <a:pt x="210" y="5765"/>
                  </a:lnTo>
                  <a:lnTo>
                    <a:pt x="299" y="5765"/>
                  </a:lnTo>
                  <a:lnTo>
                    <a:pt x="419" y="5736"/>
                  </a:lnTo>
                  <a:lnTo>
                    <a:pt x="509" y="5676"/>
                  </a:lnTo>
                  <a:lnTo>
                    <a:pt x="4869" y="479"/>
                  </a:lnTo>
                  <a:lnTo>
                    <a:pt x="4929" y="359"/>
                  </a:lnTo>
                  <a:lnTo>
                    <a:pt x="4959" y="270"/>
                  </a:lnTo>
                  <a:lnTo>
                    <a:pt x="4929" y="150"/>
                  </a:lnTo>
                  <a:lnTo>
                    <a:pt x="4839" y="90"/>
                  </a:lnTo>
                  <a:lnTo>
                    <a:pt x="4750" y="31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51"/>
            <p:cNvSpPr/>
            <p:nvPr/>
          </p:nvSpPr>
          <p:spPr>
            <a:xfrm>
              <a:off x="2800675" y="4397575"/>
              <a:ext cx="169525" cy="139650"/>
            </a:xfrm>
            <a:custGeom>
              <a:rect b="b" l="l" r="r" t="t"/>
              <a:pathLst>
                <a:path extrusionOk="0" h="5586" w="6781">
                  <a:moveTo>
                    <a:pt x="6422" y="1"/>
                  </a:moveTo>
                  <a:lnTo>
                    <a:pt x="6333" y="60"/>
                  </a:lnTo>
                  <a:lnTo>
                    <a:pt x="120" y="5078"/>
                  </a:lnTo>
                  <a:lnTo>
                    <a:pt x="30" y="5168"/>
                  </a:lnTo>
                  <a:lnTo>
                    <a:pt x="1" y="5257"/>
                  </a:lnTo>
                  <a:lnTo>
                    <a:pt x="30" y="5377"/>
                  </a:lnTo>
                  <a:lnTo>
                    <a:pt x="60" y="5467"/>
                  </a:lnTo>
                  <a:lnTo>
                    <a:pt x="180" y="5556"/>
                  </a:lnTo>
                  <a:lnTo>
                    <a:pt x="299" y="5586"/>
                  </a:lnTo>
                  <a:lnTo>
                    <a:pt x="389" y="5556"/>
                  </a:lnTo>
                  <a:lnTo>
                    <a:pt x="449" y="5526"/>
                  </a:lnTo>
                  <a:lnTo>
                    <a:pt x="6691" y="479"/>
                  </a:lnTo>
                  <a:lnTo>
                    <a:pt x="6751" y="389"/>
                  </a:lnTo>
                  <a:lnTo>
                    <a:pt x="6781" y="299"/>
                  </a:lnTo>
                  <a:lnTo>
                    <a:pt x="6781" y="180"/>
                  </a:lnTo>
                  <a:lnTo>
                    <a:pt x="6721" y="90"/>
                  </a:lnTo>
                  <a:lnTo>
                    <a:pt x="6631" y="30"/>
                  </a:lnTo>
                  <a:lnTo>
                    <a:pt x="65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51"/>
            <p:cNvSpPr/>
            <p:nvPr/>
          </p:nvSpPr>
          <p:spPr>
            <a:xfrm>
              <a:off x="1014550" y="4383400"/>
              <a:ext cx="82175" cy="153825"/>
            </a:xfrm>
            <a:custGeom>
              <a:rect b="b" l="l" r="r" t="t"/>
              <a:pathLst>
                <a:path extrusionOk="0" h="6153" w="3287">
                  <a:moveTo>
                    <a:pt x="269" y="0"/>
                  </a:moveTo>
                  <a:lnTo>
                    <a:pt x="150" y="30"/>
                  </a:lnTo>
                  <a:lnTo>
                    <a:pt x="60" y="120"/>
                  </a:lnTo>
                  <a:lnTo>
                    <a:pt x="1" y="209"/>
                  </a:lnTo>
                  <a:lnTo>
                    <a:pt x="1" y="299"/>
                  </a:lnTo>
                  <a:lnTo>
                    <a:pt x="30" y="418"/>
                  </a:lnTo>
                  <a:lnTo>
                    <a:pt x="2748" y="5974"/>
                  </a:lnTo>
                  <a:lnTo>
                    <a:pt x="2808" y="6063"/>
                  </a:lnTo>
                  <a:lnTo>
                    <a:pt x="2868" y="6093"/>
                  </a:lnTo>
                  <a:lnTo>
                    <a:pt x="2928" y="6123"/>
                  </a:lnTo>
                  <a:lnTo>
                    <a:pt x="3017" y="6153"/>
                  </a:lnTo>
                  <a:lnTo>
                    <a:pt x="3137" y="6123"/>
                  </a:lnTo>
                  <a:lnTo>
                    <a:pt x="3226" y="6034"/>
                  </a:lnTo>
                  <a:lnTo>
                    <a:pt x="3286" y="5944"/>
                  </a:lnTo>
                  <a:lnTo>
                    <a:pt x="3286" y="5854"/>
                  </a:lnTo>
                  <a:lnTo>
                    <a:pt x="3256" y="5735"/>
                  </a:lnTo>
                  <a:lnTo>
                    <a:pt x="508" y="179"/>
                  </a:lnTo>
                  <a:lnTo>
                    <a:pt x="449" y="90"/>
                  </a:lnTo>
                  <a:lnTo>
                    <a:pt x="359" y="3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51"/>
            <p:cNvSpPr/>
            <p:nvPr/>
          </p:nvSpPr>
          <p:spPr>
            <a:xfrm>
              <a:off x="307425" y="7460575"/>
              <a:ext cx="413700" cy="350975"/>
            </a:xfrm>
            <a:custGeom>
              <a:rect b="b" l="l" r="r" t="t"/>
              <a:pathLst>
                <a:path extrusionOk="0" h="14039" w="16548">
                  <a:moveTo>
                    <a:pt x="4869" y="0"/>
                  </a:moveTo>
                  <a:lnTo>
                    <a:pt x="4719" y="60"/>
                  </a:lnTo>
                  <a:lnTo>
                    <a:pt x="4540" y="149"/>
                  </a:lnTo>
                  <a:lnTo>
                    <a:pt x="4391" y="269"/>
                  </a:lnTo>
                  <a:lnTo>
                    <a:pt x="4212" y="418"/>
                  </a:lnTo>
                  <a:lnTo>
                    <a:pt x="4092" y="568"/>
                  </a:lnTo>
                  <a:lnTo>
                    <a:pt x="4003" y="747"/>
                  </a:lnTo>
                  <a:lnTo>
                    <a:pt x="3943" y="926"/>
                  </a:lnTo>
                  <a:lnTo>
                    <a:pt x="3913" y="1075"/>
                  </a:lnTo>
                  <a:lnTo>
                    <a:pt x="3913" y="1464"/>
                  </a:lnTo>
                  <a:lnTo>
                    <a:pt x="3973" y="1822"/>
                  </a:lnTo>
                  <a:lnTo>
                    <a:pt x="4003" y="2210"/>
                  </a:lnTo>
                  <a:lnTo>
                    <a:pt x="4032" y="2599"/>
                  </a:lnTo>
                  <a:lnTo>
                    <a:pt x="4003" y="2778"/>
                  </a:lnTo>
                  <a:lnTo>
                    <a:pt x="3973" y="2987"/>
                  </a:lnTo>
                  <a:lnTo>
                    <a:pt x="3913" y="3166"/>
                  </a:lnTo>
                  <a:lnTo>
                    <a:pt x="3794" y="3345"/>
                  </a:lnTo>
                  <a:lnTo>
                    <a:pt x="3614" y="3614"/>
                  </a:lnTo>
                  <a:lnTo>
                    <a:pt x="3405" y="3823"/>
                  </a:lnTo>
                  <a:lnTo>
                    <a:pt x="3166" y="4032"/>
                  </a:lnTo>
                  <a:lnTo>
                    <a:pt x="2927" y="4182"/>
                  </a:lnTo>
                  <a:lnTo>
                    <a:pt x="2688" y="4331"/>
                  </a:lnTo>
                  <a:lnTo>
                    <a:pt x="2420" y="4480"/>
                  </a:lnTo>
                  <a:lnTo>
                    <a:pt x="1912" y="4719"/>
                  </a:lnTo>
                  <a:lnTo>
                    <a:pt x="1404" y="4958"/>
                  </a:lnTo>
                  <a:lnTo>
                    <a:pt x="1165" y="5078"/>
                  </a:lnTo>
                  <a:lnTo>
                    <a:pt x="926" y="5227"/>
                  </a:lnTo>
                  <a:lnTo>
                    <a:pt x="717" y="5376"/>
                  </a:lnTo>
                  <a:lnTo>
                    <a:pt x="538" y="5585"/>
                  </a:lnTo>
                  <a:lnTo>
                    <a:pt x="359" y="5795"/>
                  </a:lnTo>
                  <a:lnTo>
                    <a:pt x="209" y="6034"/>
                  </a:lnTo>
                  <a:lnTo>
                    <a:pt x="90" y="6302"/>
                  </a:lnTo>
                  <a:lnTo>
                    <a:pt x="30" y="6601"/>
                  </a:lnTo>
                  <a:lnTo>
                    <a:pt x="0" y="6900"/>
                  </a:lnTo>
                  <a:lnTo>
                    <a:pt x="0" y="7228"/>
                  </a:lnTo>
                  <a:lnTo>
                    <a:pt x="30" y="7557"/>
                  </a:lnTo>
                  <a:lnTo>
                    <a:pt x="90" y="7885"/>
                  </a:lnTo>
                  <a:lnTo>
                    <a:pt x="179" y="8244"/>
                  </a:lnTo>
                  <a:lnTo>
                    <a:pt x="299" y="8602"/>
                  </a:lnTo>
                  <a:lnTo>
                    <a:pt x="15263" y="14038"/>
                  </a:lnTo>
                  <a:lnTo>
                    <a:pt x="15651" y="13710"/>
                  </a:lnTo>
                  <a:lnTo>
                    <a:pt x="15860" y="13530"/>
                  </a:lnTo>
                  <a:lnTo>
                    <a:pt x="16040" y="13321"/>
                  </a:lnTo>
                  <a:lnTo>
                    <a:pt x="16219" y="13082"/>
                  </a:lnTo>
                  <a:lnTo>
                    <a:pt x="16338" y="12843"/>
                  </a:lnTo>
                  <a:lnTo>
                    <a:pt x="16458" y="12575"/>
                  </a:lnTo>
                  <a:lnTo>
                    <a:pt x="16547" y="12276"/>
                  </a:lnTo>
                  <a:lnTo>
                    <a:pt x="16547" y="11977"/>
                  </a:lnTo>
                  <a:lnTo>
                    <a:pt x="16517" y="11708"/>
                  </a:lnTo>
                  <a:lnTo>
                    <a:pt x="16458" y="11410"/>
                  </a:lnTo>
                  <a:lnTo>
                    <a:pt x="16308" y="11141"/>
                  </a:lnTo>
                  <a:lnTo>
                    <a:pt x="16159" y="10872"/>
                  </a:lnTo>
                  <a:lnTo>
                    <a:pt x="15980" y="10603"/>
                  </a:lnTo>
                  <a:lnTo>
                    <a:pt x="15502" y="10066"/>
                  </a:lnTo>
                  <a:lnTo>
                    <a:pt x="14934" y="9498"/>
                  </a:lnTo>
                  <a:lnTo>
                    <a:pt x="14367" y="8871"/>
                  </a:lnTo>
                  <a:lnTo>
                    <a:pt x="14068" y="8542"/>
                  </a:lnTo>
                  <a:lnTo>
                    <a:pt x="13770" y="8184"/>
                  </a:lnTo>
                  <a:lnTo>
                    <a:pt x="13501" y="7796"/>
                  </a:lnTo>
                  <a:lnTo>
                    <a:pt x="13232" y="7378"/>
                  </a:lnTo>
                  <a:lnTo>
                    <a:pt x="12993" y="6900"/>
                  </a:lnTo>
                  <a:lnTo>
                    <a:pt x="12754" y="6392"/>
                  </a:lnTo>
                  <a:lnTo>
                    <a:pt x="12515" y="5795"/>
                  </a:lnTo>
                  <a:lnTo>
                    <a:pt x="12336" y="5108"/>
                  </a:lnTo>
                  <a:lnTo>
                    <a:pt x="12187" y="4391"/>
                  </a:lnTo>
                  <a:lnTo>
                    <a:pt x="12097" y="3554"/>
                  </a:lnTo>
                  <a:lnTo>
                    <a:pt x="12067" y="2658"/>
                  </a:lnTo>
                  <a:lnTo>
                    <a:pt x="12067" y="2181"/>
                  </a:lnTo>
                  <a:lnTo>
                    <a:pt x="12097" y="1673"/>
                  </a:lnTo>
                  <a:lnTo>
                    <a:pt x="48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51"/>
            <p:cNvSpPr/>
            <p:nvPr/>
          </p:nvSpPr>
          <p:spPr>
            <a:xfrm>
              <a:off x="125975" y="6543600"/>
              <a:ext cx="415925" cy="1040200"/>
            </a:xfrm>
            <a:custGeom>
              <a:rect b="b" l="l" r="r" t="t"/>
              <a:pathLst>
                <a:path extrusionOk="0" h="41608" w="16637">
                  <a:moveTo>
                    <a:pt x="10484" y="1"/>
                  </a:moveTo>
                  <a:lnTo>
                    <a:pt x="837" y="5168"/>
                  </a:lnTo>
                  <a:lnTo>
                    <a:pt x="598" y="6303"/>
                  </a:lnTo>
                  <a:lnTo>
                    <a:pt x="359" y="7587"/>
                  </a:lnTo>
                  <a:lnTo>
                    <a:pt x="269" y="8304"/>
                  </a:lnTo>
                  <a:lnTo>
                    <a:pt x="179" y="9021"/>
                  </a:lnTo>
                  <a:lnTo>
                    <a:pt x="90" y="9768"/>
                  </a:lnTo>
                  <a:lnTo>
                    <a:pt x="60" y="10544"/>
                  </a:lnTo>
                  <a:lnTo>
                    <a:pt x="30" y="11351"/>
                  </a:lnTo>
                  <a:lnTo>
                    <a:pt x="0" y="12187"/>
                  </a:lnTo>
                  <a:lnTo>
                    <a:pt x="30" y="13023"/>
                  </a:lnTo>
                  <a:lnTo>
                    <a:pt x="90" y="13920"/>
                  </a:lnTo>
                  <a:lnTo>
                    <a:pt x="179" y="14816"/>
                  </a:lnTo>
                  <a:lnTo>
                    <a:pt x="299" y="15712"/>
                  </a:lnTo>
                  <a:lnTo>
                    <a:pt x="448" y="16638"/>
                  </a:lnTo>
                  <a:lnTo>
                    <a:pt x="657" y="17593"/>
                  </a:lnTo>
                  <a:lnTo>
                    <a:pt x="926" y="18639"/>
                  </a:lnTo>
                  <a:lnTo>
                    <a:pt x="1225" y="19624"/>
                  </a:lnTo>
                  <a:lnTo>
                    <a:pt x="1613" y="20670"/>
                  </a:lnTo>
                  <a:lnTo>
                    <a:pt x="2091" y="21775"/>
                  </a:lnTo>
                  <a:lnTo>
                    <a:pt x="2688" y="22999"/>
                  </a:lnTo>
                  <a:lnTo>
                    <a:pt x="3435" y="24463"/>
                  </a:lnTo>
                  <a:lnTo>
                    <a:pt x="5406" y="28137"/>
                  </a:lnTo>
                  <a:lnTo>
                    <a:pt x="8811" y="34409"/>
                  </a:lnTo>
                  <a:lnTo>
                    <a:pt x="12784" y="41607"/>
                  </a:lnTo>
                  <a:lnTo>
                    <a:pt x="16637" y="40293"/>
                  </a:lnTo>
                  <a:lnTo>
                    <a:pt x="104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51"/>
            <p:cNvSpPr/>
            <p:nvPr/>
          </p:nvSpPr>
          <p:spPr>
            <a:xfrm>
              <a:off x="-448250" y="4812000"/>
              <a:ext cx="615325" cy="1757775"/>
            </a:xfrm>
            <a:custGeom>
              <a:rect b="b" l="l" r="r" t="t"/>
              <a:pathLst>
                <a:path extrusionOk="0" h="70311" w="24613">
                  <a:moveTo>
                    <a:pt x="16428" y="0"/>
                  </a:moveTo>
                  <a:lnTo>
                    <a:pt x="16398" y="568"/>
                  </a:lnTo>
                  <a:lnTo>
                    <a:pt x="16338" y="1106"/>
                  </a:lnTo>
                  <a:lnTo>
                    <a:pt x="16249" y="1584"/>
                  </a:lnTo>
                  <a:lnTo>
                    <a:pt x="16159" y="2032"/>
                  </a:lnTo>
                  <a:lnTo>
                    <a:pt x="16070" y="2420"/>
                  </a:lnTo>
                  <a:lnTo>
                    <a:pt x="15950" y="2808"/>
                  </a:lnTo>
                  <a:lnTo>
                    <a:pt x="15711" y="3435"/>
                  </a:lnTo>
                  <a:lnTo>
                    <a:pt x="15532" y="3824"/>
                  </a:lnTo>
                  <a:lnTo>
                    <a:pt x="15353" y="4122"/>
                  </a:lnTo>
                  <a:lnTo>
                    <a:pt x="15084" y="4540"/>
                  </a:lnTo>
                  <a:lnTo>
                    <a:pt x="14726" y="5048"/>
                  </a:lnTo>
                  <a:lnTo>
                    <a:pt x="14248" y="5705"/>
                  </a:lnTo>
                  <a:lnTo>
                    <a:pt x="13620" y="6512"/>
                  </a:lnTo>
                  <a:lnTo>
                    <a:pt x="12844" y="7497"/>
                  </a:lnTo>
                  <a:lnTo>
                    <a:pt x="11918" y="8632"/>
                  </a:lnTo>
                  <a:lnTo>
                    <a:pt x="11171" y="9499"/>
                  </a:lnTo>
                  <a:lnTo>
                    <a:pt x="10096" y="11201"/>
                  </a:lnTo>
                  <a:lnTo>
                    <a:pt x="9051" y="13023"/>
                  </a:lnTo>
                  <a:lnTo>
                    <a:pt x="7975" y="14964"/>
                  </a:lnTo>
                  <a:lnTo>
                    <a:pt x="6960" y="16966"/>
                  </a:lnTo>
                  <a:lnTo>
                    <a:pt x="6452" y="18041"/>
                  </a:lnTo>
                  <a:lnTo>
                    <a:pt x="5944" y="19116"/>
                  </a:lnTo>
                  <a:lnTo>
                    <a:pt x="5466" y="20191"/>
                  </a:lnTo>
                  <a:lnTo>
                    <a:pt x="4989" y="21326"/>
                  </a:lnTo>
                  <a:lnTo>
                    <a:pt x="4541" y="22491"/>
                  </a:lnTo>
                  <a:lnTo>
                    <a:pt x="4092" y="23656"/>
                  </a:lnTo>
                  <a:lnTo>
                    <a:pt x="3674" y="24851"/>
                  </a:lnTo>
                  <a:lnTo>
                    <a:pt x="3256" y="26075"/>
                  </a:lnTo>
                  <a:lnTo>
                    <a:pt x="2689" y="27927"/>
                  </a:lnTo>
                  <a:lnTo>
                    <a:pt x="2181" y="29749"/>
                  </a:lnTo>
                  <a:lnTo>
                    <a:pt x="1733" y="31541"/>
                  </a:lnTo>
                  <a:lnTo>
                    <a:pt x="1345" y="33333"/>
                  </a:lnTo>
                  <a:lnTo>
                    <a:pt x="986" y="35096"/>
                  </a:lnTo>
                  <a:lnTo>
                    <a:pt x="717" y="36828"/>
                  </a:lnTo>
                  <a:lnTo>
                    <a:pt x="478" y="38531"/>
                  </a:lnTo>
                  <a:lnTo>
                    <a:pt x="299" y="40233"/>
                  </a:lnTo>
                  <a:lnTo>
                    <a:pt x="150" y="41876"/>
                  </a:lnTo>
                  <a:lnTo>
                    <a:pt x="60" y="43519"/>
                  </a:lnTo>
                  <a:lnTo>
                    <a:pt x="1" y="45131"/>
                  </a:lnTo>
                  <a:lnTo>
                    <a:pt x="1" y="46685"/>
                  </a:lnTo>
                  <a:lnTo>
                    <a:pt x="1" y="48238"/>
                  </a:lnTo>
                  <a:lnTo>
                    <a:pt x="60" y="49761"/>
                  </a:lnTo>
                  <a:lnTo>
                    <a:pt x="150" y="51225"/>
                  </a:lnTo>
                  <a:lnTo>
                    <a:pt x="269" y="52688"/>
                  </a:lnTo>
                  <a:lnTo>
                    <a:pt x="389" y="54092"/>
                  </a:lnTo>
                  <a:lnTo>
                    <a:pt x="568" y="55466"/>
                  </a:lnTo>
                  <a:lnTo>
                    <a:pt x="747" y="56810"/>
                  </a:lnTo>
                  <a:lnTo>
                    <a:pt x="956" y="58094"/>
                  </a:lnTo>
                  <a:lnTo>
                    <a:pt x="1165" y="59379"/>
                  </a:lnTo>
                  <a:lnTo>
                    <a:pt x="1404" y="60573"/>
                  </a:lnTo>
                  <a:lnTo>
                    <a:pt x="1673" y="61768"/>
                  </a:lnTo>
                  <a:lnTo>
                    <a:pt x="1912" y="62903"/>
                  </a:lnTo>
                  <a:lnTo>
                    <a:pt x="2480" y="65024"/>
                  </a:lnTo>
                  <a:lnTo>
                    <a:pt x="3017" y="66995"/>
                  </a:lnTo>
                  <a:lnTo>
                    <a:pt x="3585" y="68757"/>
                  </a:lnTo>
                  <a:lnTo>
                    <a:pt x="4122" y="70310"/>
                  </a:lnTo>
                  <a:lnTo>
                    <a:pt x="5526" y="69623"/>
                  </a:lnTo>
                  <a:lnTo>
                    <a:pt x="7020" y="68907"/>
                  </a:lnTo>
                  <a:lnTo>
                    <a:pt x="8513" y="68100"/>
                  </a:lnTo>
                  <a:lnTo>
                    <a:pt x="10066" y="67234"/>
                  </a:lnTo>
                  <a:lnTo>
                    <a:pt x="11649" y="66308"/>
                  </a:lnTo>
                  <a:lnTo>
                    <a:pt x="13292" y="65322"/>
                  </a:lnTo>
                  <a:lnTo>
                    <a:pt x="14935" y="64247"/>
                  </a:lnTo>
                  <a:lnTo>
                    <a:pt x="16607" y="63082"/>
                  </a:lnTo>
                  <a:lnTo>
                    <a:pt x="17742" y="62276"/>
                  </a:lnTo>
                  <a:lnTo>
                    <a:pt x="18847" y="61439"/>
                  </a:lnTo>
                  <a:lnTo>
                    <a:pt x="19893" y="60633"/>
                  </a:lnTo>
                  <a:lnTo>
                    <a:pt x="20908" y="59797"/>
                  </a:lnTo>
                  <a:lnTo>
                    <a:pt x="21894" y="58990"/>
                  </a:lnTo>
                  <a:lnTo>
                    <a:pt x="22850" y="58184"/>
                  </a:lnTo>
                  <a:lnTo>
                    <a:pt x="23746" y="57377"/>
                  </a:lnTo>
                  <a:lnTo>
                    <a:pt x="24612" y="56601"/>
                  </a:lnTo>
                  <a:lnTo>
                    <a:pt x="24224" y="54331"/>
                  </a:lnTo>
                  <a:lnTo>
                    <a:pt x="23835" y="52001"/>
                  </a:lnTo>
                  <a:lnTo>
                    <a:pt x="23507" y="49612"/>
                  </a:lnTo>
                  <a:lnTo>
                    <a:pt x="23178" y="47162"/>
                  </a:lnTo>
                  <a:lnTo>
                    <a:pt x="22850" y="44654"/>
                  </a:lnTo>
                  <a:lnTo>
                    <a:pt x="22581" y="42115"/>
                  </a:lnTo>
                  <a:lnTo>
                    <a:pt x="22342" y="39486"/>
                  </a:lnTo>
                  <a:lnTo>
                    <a:pt x="22133" y="36828"/>
                  </a:lnTo>
                  <a:lnTo>
                    <a:pt x="21924" y="33513"/>
                  </a:lnTo>
                  <a:lnTo>
                    <a:pt x="21745" y="30257"/>
                  </a:lnTo>
                  <a:lnTo>
                    <a:pt x="21655" y="27091"/>
                  </a:lnTo>
                  <a:lnTo>
                    <a:pt x="21625" y="23985"/>
                  </a:lnTo>
                  <a:lnTo>
                    <a:pt x="21625" y="20968"/>
                  </a:lnTo>
                  <a:lnTo>
                    <a:pt x="21655" y="18011"/>
                  </a:lnTo>
                  <a:lnTo>
                    <a:pt x="21745" y="15144"/>
                  </a:lnTo>
                  <a:lnTo>
                    <a:pt x="21894" y="12396"/>
                  </a:lnTo>
                  <a:lnTo>
                    <a:pt x="22282" y="10723"/>
                  </a:lnTo>
                  <a:lnTo>
                    <a:pt x="22760" y="8662"/>
                  </a:lnTo>
                  <a:lnTo>
                    <a:pt x="23268" y="6601"/>
                  </a:lnTo>
                  <a:lnTo>
                    <a:pt x="22521" y="6123"/>
                  </a:lnTo>
                  <a:lnTo>
                    <a:pt x="21775" y="5586"/>
                  </a:lnTo>
                  <a:lnTo>
                    <a:pt x="21237" y="5168"/>
                  </a:lnTo>
                  <a:lnTo>
                    <a:pt x="20669" y="4720"/>
                  </a:lnTo>
                  <a:lnTo>
                    <a:pt x="19982" y="4122"/>
                  </a:lnTo>
                  <a:lnTo>
                    <a:pt x="19325" y="3525"/>
                  </a:lnTo>
                  <a:lnTo>
                    <a:pt x="18728" y="2898"/>
                  </a:lnTo>
                  <a:lnTo>
                    <a:pt x="18190" y="2300"/>
                  </a:lnTo>
                  <a:lnTo>
                    <a:pt x="17683" y="1703"/>
                  </a:lnTo>
                  <a:lnTo>
                    <a:pt x="17205" y="1135"/>
                  </a:lnTo>
                  <a:lnTo>
                    <a:pt x="16787" y="568"/>
                  </a:lnTo>
                  <a:lnTo>
                    <a:pt x="16428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51"/>
            <p:cNvSpPr/>
            <p:nvPr/>
          </p:nvSpPr>
          <p:spPr>
            <a:xfrm>
              <a:off x="81175" y="4951625"/>
              <a:ext cx="52275" cy="128475"/>
            </a:xfrm>
            <a:custGeom>
              <a:rect b="b" l="l" r="r" t="t"/>
              <a:pathLst>
                <a:path extrusionOk="0" h="5139" w="2091">
                  <a:moveTo>
                    <a:pt x="598" y="1"/>
                  </a:moveTo>
                  <a:lnTo>
                    <a:pt x="388" y="329"/>
                  </a:lnTo>
                  <a:lnTo>
                    <a:pt x="209" y="718"/>
                  </a:lnTo>
                  <a:lnTo>
                    <a:pt x="90" y="1136"/>
                  </a:lnTo>
                  <a:lnTo>
                    <a:pt x="30" y="1584"/>
                  </a:lnTo>
                  <a:lnTo>
                    <a:pt x="0" y="2062"/>
                  </a:lnTo>
                  <a:lnTo>
                    <a:pt x="0" y="2540"/>
                  </a:lnTo>
                  <a:lnTo>
                    <a:pt x="90" y="3018"/>
                  </a:lnTo>
                  <a:lnTo>
                    <a:pt x="209" y="3525"/>
                  </a:lnTo>
                  <a:lnTo>
                    <a:pt x="359" y="3973"/>
                  </a:lnTo>
                  <a:lnTo>
                    <a:pt x="568" y="4421"/>
                  </a:lnTo>
                  <a:lnTo>
                    <a:pt x="807" y="4810"/>
                  </a:lnTo>
                  <a:lnTo>
                    <a:pt x="1105" y="5138"/>
                  </a:lnTo>
                  <a:lnTo>
                    <a:pt x="1583" y="3077"/>
                  </a:lnTo>
                  <a:lnTo>
                    <a:pt x="2091" y="1016"/>
                  </a:lnTo>
                  <a:lnTo>
                    <a:pt x="1344" y="538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51"/>
            <p:cNvSpPr/>
            <p:nvPr/>
          </p:nvSpPr>
          <p:spPr>
            <a:xfrm>
              <a:off x="-517700" y="6188925"/>
              <a:ext cx="1219400" cy="516750"/>
            </a:xfrm>
            <a:custGeom>
              <a:rect b="b" l="l" r="r" t="t"/>
              <a:pathLst>
                <a:path extrusionOk="0" h="20670" w="48776">
                  <a:moveTo>
                    <a:pt x="4152" y="1"/>
                  </a:moveTo>
                  <a:lnTo>
                    <a:pt x="3854" y="269"/>
                  </a:lnTo>
                  <a:lnTo>
                    <a:pt x="3585" y="568"/>
                  </a:lnTo>
                  <a:lnTo>
                    <a:pt x="3227" y="926"/>
                  </a:lnTo>
                  <a:lnTo>
                    <a:pt x="2868" y="1374"/>
                  </a:lnTo>
                  <a:lnTo>
                    <a:pt x="2450" y="1912"/>
                  </a:lnTo>
                  <a:lnTo>
                    <a:pt x="2032" y="2509"/>
                  </a:lnTo>
                  <a:lnTo>
                    <a:pt x="1614" y="3196"/>
                  </a:lnTo>
                  <a:lnTo>
                    <a:pt x="1225" y="3943"/>
                  </a:lnTo>
                  <a:lnTo>
                    <a:pt x="867" y="4779"/>
                  </a:lnTo>
                  <a:lnTo>
                    <a:pt x="688" y="5198"/>
                  </a:lnTo>
                  <a:lnTo>
                    <a:pt x="538" y="5646"/>
                  </a:lnTo>
                  <a:lnTo>
                    <a:pt x="389" y="6094"/>
                  </a:lnTo>
                  <a:lnTo>
                    <a:pt x="270" y="6572"/>
                  </a:lnTo>
                  <a:lnTo>
                    <a:pt x="180" y="7079"/>
                  </a:lnTo>
                  <a:lnTo>
                    <a:pt x="90" y="7587"/>
                  </a:lnTo>
                  <a:lnTo>
                    <a:pt x="31" y="8095"/>
                  </a:lnTo>
                  <a:lnTo>
                    <a:pt x="1" y="8632"/>
                  </a:lnTo>
                  <a:lnTo>
                    <a:pt x="1" y="9170"/>
                  </a:lnTo>
                  <a:lnTo>
                    <a:pt x="1" y="9738"/>
                  </a:lnTo>
                  <a:lnTo>
                    <a:pt x="61" y="10305"/>
                  </a:lnTo>
                  <a:lnTo>
                    <a:pt x="150" y="10873"/>
                  </a:lnTo>
                  <a:lnTo>
                    <a:pt x="299" y="11709"/>
                  </a:lnTo>
                  <a:lnTo>
                    <a:pt x="538" y="12456"/>
                  </a:lnTo>
                  <a:lnTo>
                    <a:pt x="777" y="13202"/>
                  </a:lnTo>
                  <a:lnTo>
                    <a:pt x="1076" y="13859"/>
                  </a:lnTo>
                  <a:lnTo>
                    <a:pt x="1434" y="14487"/>
                  </a:lnTo>
                  <a:lnTo>
                    <a:pt x="1763" y="15084"/>
                  </a:lnTo>
                  <a:lnTo>
                    <a:pt x="2151" y="15622"/>
                  </a:lnTo>
                  <a:lnTo>
                    <a:pt x="2510" y="16100"/>
                  </a:lnTo>
                  <a:lnTo>
                    <a:pt x="2868" y="16548"/>
                  </a:lnTo>
                  <a:lnTo>
                    <a:pt x="3256" y="16966"/>
                  </a:lnTo>
                  <a:lnTo>
                    <a:pt x="3585" y="17294"/>
                  </a:lnTo>
                  <a:lnTo>
                    <a:pt x="3943" y="17623"/>
                  </a:lnTo>
                  <a:lnTo>
                    <a:pt x="4481" y="18101"/>
                  </a:lnTo>
                  <a:lnTo>
                    <a:pt x="4869" y="18369"/>
                  </a:lnTo>
                  <a:lnTo>
                    <a:pt x="26136" y="19863"/>
                  </a:lnTo>
                  <a:lnTo>
                    <a:pt x="27211" y="19953"/>
                  </a:lnTo>
                  <a:lnTo>
                    <a:pt x="33871" y="20430"/>
                  </a:lnTo>
                  <a:lnTo>
                    <a:pt x="36530" y="20610"/>
                  </a:lnTo>
                  <a:lnTo>
                    <a:pt x="37336" y="20669"/>
                  </a:lnTo>
                  <a:lnTo>
                    <a:pt x="38710" y="20669"/>
                  </a:lnTo>
                  <a:lnTo>
                    <a:pt x="39546" y="20639"/>
                  </a:lnTo>
                  <a:lnTo>
                    <a:pt x="40472" y="20580"/>
                  </a:lnTo>
                  <a:lnTo>
                    <a:pt x="41428" y="20490"/>
                  </a:lnTo>
                  <a:lnTo>
                    <a:pt x="42444" y="20371"/>
                  </a:lnTo>
                  <a:lnTo>
                    <a:pt x="43429" y="20191"/>
                  </a:lnTo>
                  <a:lnTo>
                    <a:pt x="44415" y="19982"/>
                  </a:lnTo>
                  <a:lnTo>
                    <a:pt x="44893" y="19833"/>
                  </a:lnTo>
                  <a:lnTo>
                    <a:pt x="45341" y="19684"/>
                  </a:lnTo>
                  <a:lnTo>
                    <a:pt x="45789" y="19534"/>
                  </a:lnTo>
                  <a:lnTo>
                    <a:pt x="46237" y="19325"/>
                  </a:lnTo>
                  <a:lnTo>
                    <a:pt x="46625" y="19116"/>
                  </a:lnTo>
                  <a:lnTo>
                    <a:pt x="47013" y="18907"/>
                  </a:lnTo>
                  <a:lnTo>
                    <a:pt x="47342" y="18668"/>
                  </a:lnTo>
                  <a:lnTo>
                    <a:pt x="47671" y="18399"/>
                  </a:lnTo>
                  <a:lnTo>
                    <a:pt x="47969" y="18101"/>
                  </a:lnTo>
                  <a:lnTo>
                    <a:pt x="48208" y="17802"/>
                  </a:lnTo>
                  <a:lnTo>
                    <a:pt x="48417" y="17473"/>
                  </a:lnTo>
                  <a:lnTo>
                    <a:pt x="48567" y="17115"/>
                  </a:lnTo>
                  <a:lnTo>
                    <a:pt x="48686" y="16757"/>
                  </a:lnTo>
                  <a:lnTo>
                    <a:pt x="48746" y="16428"/>
                  </a:lnTo>
                  <a:lnTo>
                    <a:pt x="48776" y="16070"/>
                  </a:lnTo>
                  <a:lnTo>
                    <a:pt x="48776" y="15711"/>
                  </a:lnTo>
                  <a:lnTo>
                    <a:pt x="48776" y="15353"/>
                  </a:lnTo>
                  <a:lnTo>
                    <a:pt x="48716" y="14965"/>
                  </a:lnTo>
                  <a:lnTo>
                    <a:pt x="48656" y="14606"/>
                  </a:lnTo>
                  <a:lnTo>
                    <a:pt x="48537" y="14248"/>
                  </a:lnTo>
                  <a:lnTo>
                    <a:pt x="48447" y="13889"/>
                  </a:lnTo>
                  <a:lnTo>
                    <a:pt x="48298" y="13531"/>
                  </a:lnTo>
                  <a:lnTo>
                    <a:pt x="48148" y="13202"/>
                  </a:lnTo>
                  <a:lnTo>
                    <a:pt x="47969" y="12874"/>
                  </a:lnTo>
                  <a:lnTo>
                    <a:pt x="47790" y="12545"/>
                  </a:lnTo>
                  <a:lnTo>
                    <a:pt x="47611" y="12276"/>
                  </a:lnTo>
                  <a:lnTo>
                    <a:pt x="47402" y="11978"/>
                  </a:lnTo>
                  <a:lnTo>
                    <a:pt x="47223" y="11739"/>
                  </a:lnTo>
                  <a:lnTo>
                    <a:pt x="46775" y="11321"/>
                  </a:lnTo>
                  <a:lnTo>
                    <a:pt x="46356" y="10962"/>
                  </a:lnTo>
                  <a:lnTo>
                    <a:pt x="45819" y="10574"/>
                  </a:lnTo>
                  <a:lnTo>
                    <a:pt x="45430" y="10305"/>
                  </a:lnTo>
                  <a:lnTo>
                    <a:pt x="45042" y="10096"/>
                  </a:lnTo>
                  <a:lnTo>
                    <a:pt x="44684" y="9887"/>
                  </a:lnTo>
                  <a:lnTo>
                    <a:pt x="44325" y="9738"/>
                  </a:lnTo>
                  <a:lnTo>
                    <a:pt x="43758" y="9528"/>
                  </a:lnTo>
                  <a:lnTo>
                    <a:pt x="43370" y="9409"/>
                  </a:lnTo>
                  <a:lnTo>
                    <a:pt x="42832" y="9230"/>
                  </a:lnTo>
                  <a:lnTo>
                    <a:pt x="42593" y="9110"/>
                  </a:lnTo>
                  <a:lnTo>
                    <a:pt x="42354" y="8991"/>
                  </a:lnTo>
                  <a:lnTo>
                    <a:pt x="41906" y="8782"/>
                  </a:lnTo>
                  <a:lnTo>
                    <a:pt x="40980" y="8393"/>
                  </a:lnTo>
                  <a:lnTo>
                    <a:pt x="39278" y="7736"/>
                  </a:lnTo>
                  <a:lnTo>
                    <a:pt x="36589" y="6751"/>
                  </a:lnTo>
                  <a:lnTo>
                    <a:pt x="32587" y="5287"/>
                  </a:lnTo>
                  <a:lnTo>
                    <a:pt x="31004" y="4720"/>
                  </a:lnTo>
                  <a:lnTo>
                    <a:pt x="29361" y="4182"/>
                  </a:lnTo>
                  <a:lnTo>
                    <a:pt x="27838" y="3704"/>
                  </a:lnTo>
                  <a:lnTo>
                    <a:pt x="26285" y="3256"/>
                  </a:lnTo>
                  <a:lnTo>
                    <a:pt x="24672" y="2838"/>
                  </a:lnTo>
                  <a:lnTo>
                    <a:pt x="23059" y="2420"/>
                  </a:lnTo>
                  <a:lnTo>
                    <a:pt x="21386" y="2061"/>
                  </a:lnTo>
                  <a:lnTo>
                    <a:pt x="19684" y="1703"/>
                  </a:lnTo>
                  <a:lnTo>
                    <a:pt x="17952" y="1374"/>
                  </a:lnTo>
                  <a:lnTo>
                    <a:pt x="16219" y="1076"/>
                  </a:lnTo>
                  <a:lnTo>
                    <a:pt x="14606" y="837"/>
                  </a:lnTo>
                  <a:lnTo>
                    <a:pt x="13023" y="628"/>
                  </a:lnTo>
                  <a:lnTo>
                    <a:pt x="11470" y="449"/>
                  </a:lnTo>
                  <a:lnTo>
                    <a:pt x="9947" y="299"/>
                  </a:lnTo>
                  <a:lnTo>
                    <a:pt x="8454" y="180"/>
                  </a:lnTo>
                  <a:lnTo>
                    <a:pt x="6990" y="90"/>
                  </a:lnTo>
                  <a:lnTo>
                    <a:pt x="5556" y="3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51"/>
            <p:cNvSpPr/>
            <p:nvPr/>
          </p:nvSpPr>
          <p:spPr>
            <a:xfrm>
              <a:off x="-156275" y="4152650"/>
              <a:ext cx="728800" cy="908775"/>
            </a:xfrm>
            <a:custGeom>
              <a:rect b="b" l="l" r="r" t="t"/>
              <a:pathLst>
                <a:path extrusionOk="0" h="36351" w="29152">
                  <a:moveTo>
                    <a:pt x="20281" y="1"/>
                  </a:moveTo>
                  <a:lnTo>
                    <a:pt x="17652" y="61"/>
                  </a:lnTo>
                  <a:lnTo>
                    <a:pt x="14695" y="150"/>
                  </a:lnTo>
                  <a:lnTo>
                    <a:pt x="12067" y="270"/>
                  </a:lnTo>
                  <a:lnTo>
                    <a:pt x="9976" y="389"/>
                  </a:lnTo>
                  <a:lnTo>
                    <a:pt x="8363" y="538"/>
                  </a:lnTo>
                  <a:lnTo>
                    <a:pt x="7168" y="718"/>
                  </a:lnTo>
                  <a:lnTo>
                    <a:pt x="6691" y="807"/>
                  </a:lnTo>
                  <a:lnTo>
                    <a:pt x="6272" y="897"/>
                  </a:lnTo>
                  <a:lnTo>
                    <a:pt x="5944" y="986"/>
                  </a:lnTo>
                  <a:lnTo>
                    <a:pt x="5645" y="1076"/>
                  </a:lnTo>
                  <a:lnTo>
                    <a:pt x="5197" y="1285"/>
                  </a:lnTo>
                  <a:lnTo>
                    <a:pt x="4839" y="1494"/>
                  </a:lnTo>
                  <a:lnTo>
                    <a:pt x="4391" y="1763"/>
                  </a:lnTo>
                  <a:lnTo>
                    <a:pt x="3973" y="2092"/>
                  </a:lnTo>
                  <a:lnTo>
                    <a:pt x="3584" y="2420"/>
                  </a:lnTo>
                  <a:lnTo>
                    <a:pt x="3196" y="2749"/>
                  </a:lnTo>
                  <a:lnTo>
                    <a:pt x="2838" y="3137"/>
                  </a:lnTo>
                  <a:lnTo>
                    <a:pt x="2479" y="3495"/>
                  </a:lnTo>
                  <a:lnTo>
                    <a:pt x="2180" y="3914"/>
                  </a:lnTo>
                  <a:lnTo>
                    <a:pt x="1852" y="4332"/>
                  </a:lnTo>
                  <a:lnTo>
                    <a:pt x="1583" y="4750"/>
                  </a:lnTo>
                  <a:lnTo>
                    <a:pt x="1314" y="5168"/>
                  </a:lnTo>
                  <a:lnTo>
                    <a:pt x="1045" y="5616"/>
                  </a:lnTo>
                  <a:lnTo>
                    <a:pt x="836" y="6094"/>
                  </a:lnTo>
                  <a:lnTo>
                    <a:pt x="597" y="6542"/>
                  </a:lnTo>
                  <a:lnTo>
                    <a:pt x="418" y="7020"/>
                  </a:lnTo>
                  <a:lnTo>
                    <a:pt x="60" y="8006"/>
                  </a:lnTo>
                  <a:lnTo>
                    <a:pt x="0" y="9260"/>
                  </a:lnTo>
                  <a:lnTo>
                    <a:pt x="0" y="10425"/>
                  </a:lnTo>
                  <a:lnTo>
                    <a:pt x="0" y="11590"/>
                  </a:lnTo>
                  <a:lnTo>
                    <a:pt x="60" y="12665"/>
                  </a:lnTo>
                  <a:lnTo>
                    <a:pt x="149" y="13680"/>
                  </a:lnTo>
                  <a:lnTo>
                    <a:pt x="239" y="14636"/>
                  </a:lnTo>
                  <a:lnTo>
                    <a:pt x="358" y="15532"/>
                  </a:lnTo>
                  <a:lnTo>
                    <a:pt x="478" y="16369"/>
                  </a:lnTo>
                  <a:lnTo>
                    <a:pt x="687" y="17743"/>
                  </a:lnTo>
                  <a:lnTo>
                    <a:pt x="806" y="18370"/>
                  </a:lnTo>
                  <a:lnTo>
                    <a:pt x="956" y="19027"/>
                  </a:lnTo>
                  <a:lnTo>
                    <a:pt x="1374" y="19654"/>
                  </a:lnTo>
                  <a:lnTo>
                    <a:pt x="1673" y="20132"/>
                  </a:lnTo>
                  <a:lnTo>
                    <a:pt x="2031" y="20700"/>
                  </a:lnTo>
                  <a:lnTo>
                    <a:pt x="2390" y="21357"/>
                  </a:lnTo>
                  <a:lnTo>
                    <a:pt x="2748" y="22133"/>
                  </a:lnTo>
                  <a:lnTo>
                    <a:pt x="3106" y="22970"/>
                  </a:lnTo>
                  <a:lnTo>
                    <a:pt x="3435" y="23925"/>
                  </a:lnTo>
                  <a:lnTo>
                    <a:pt x="3554" y="24433"/>
                  </a:lnTo>
                  <a:lnTo>
                    <a:pt x="3883" y="25717"/>
                  </a:lnTo>
                  <a:lnTo>
                    <a:pt x="4122" y="26852"/>
                  </a:lnTo>
                  <a:lnTo>
                    <a:pt x="4301" y="27838"/>
                  </a:lnTo>
                  <a:lnTo>
                    <a:pt x="4421" y="28674"/>
                  </a:lnTo>
                  <a:lnTo>
                    <a:pt x="5317" y="29541"/>
                  </a:lnTo>
                  <a:lnTo>
                    <a:pt x="6272" y="30407"/>
                  </a:lnTo>
                  <a:lnTo>
                    <a:pt x="6870" y="30944"/>
                  </a:lnTo>
                  <a:lnTo>
                    <a:pt x="7557" y="31482"/>
                  </a:lnTo>
                  <a:lnTo>
                    <a:pt x="8333" y="32079"/>
                  </a:lnTo>
                  <a:lnTo>
                    <a:pt x="9170" y="32677"/>
                  </a:lnTo>
                  <a:lnTo>
                    <a:pt x="10066" y="33304"/>
                  </a:lnTo>
                  <a:lnTo>
                    <a:pt x="11021" y="33931"/>
                  </a:lnTo>
                  <a:lnTo>
                    <a:pt x="11559" y="34260"/>
                  </a:lnTo>
                  <a:lnTo>
                    <a:pt x="12186" y="34588"/>
                  </a:lnTo>
                  <a:lnTo>
                    <a:pt x="12873" y="34947"/>
                  </a:lnTo>
                  <a:lnTo>
                    <a:pt x="13620" y="35275"/>
                  </a:lnTo>
                  <a:lnTo>
                    <a:pt x="14426" y="35604"/>
                  </a:lnTo>
                  <a:lnTo>
                    <a:pt x="15293" y="35873"/>
                  </a:lnTo>
                  <a:lnTo>
                    <a:pt x="16248" y="36112"/>
                  </a:lnTo>
                  <a:lnTo>
                    <a:pt x="16726" y="36201"/>
                  </a:lnTo>
                  <a:lnTo>
                    <a:pt x="17234" y="36261"/>
                  </a:lnTo>
                  <a:lnTo>
                    <a:pt x="17742" y="36321"/>
                  </a:lnTo>
                  <a:lnTo>
                    <a:pt x="18190" y="36350"/>
                  </a:lnTo>
                  <a:lnTo>
                    <a:pt x="18937" y="36350"/>
                  </a:lnTo>
                  <a:lnTo>
                    <a:pt x="19265" y="36291"/>
                  </a:lnTo>
                  <a:lnTo>
                    <a:pt x="19564" y="36261"/>
                  </a:lnTo>
                  <a:lnTo>
                    <a:pt x="19803" y="36201"/>
                  </a:lnTo>
                  <a:lnTo>
                    <a:pt x="20042" y="36141"/>
                  </a:lnTo>
                  <a:lnTo>
                    <a:pt x="20370" y="35962"/>
                  </a:lnTo>
                  <a:lnTo>
                    <a:pt x="20639" y="35813"/>
                  </a:lnTo>
                  <a:lnTo>
                    <a:pt x="20818" y="35664"/>
                  </a:lnTo>
                  <a:lnTo>
                    <a:pt x="20908" y="35544"/>
                  </a:lnTo>
                  <a:lnTo>
                    <a:pt x="21027" y="35395"/>
                  </a:lnTo>
                  <a:lnTo>
                    <a:pt x="21117" y="35245"/>
                  </a:lnTo>
                  <a:lnTo>
                    <a:pt x="21266" y="34947"/>
                  </a:lnTo>
                  <a:lnTo>
                    <a:pt x="21326" y="34648"/>
                  </a:lnTo>
                  <a:lnTo>
                    <a:pt x="21356" y="34379"/>
                  </a:lnTo>
                  <a:lnTo>
                    <a:pt x="21475" y="34080"/>
                  </a:lnTo>
                  <a:lnTo>
                    <a:pt x="21655" y="33782"/>
                  </a:lnTo>
                  <a:lnTo>
                    <a:pt x="21774" y="33632"/>
                  </a:lnTo>
                  <a:lnTo>
                    <a:pt x="21894" y="33543"/>
                  </a:lnTo>
                  <a:lnTo>
                    <a:pt x="22043" y="33453"/>
                  </a:lnTo>
                  <a:lnTo>
                    <a:pt x="22192" y="33394"/>
                  </a:lnTo>
                  <a:lnTo>
                    <a:pt x="22342" y="33364"/>
                  </a:lnTo>
                  <a:lnTo>
                    <a:pt x="22461" y="33364"/>
                  </a:lnTo>
                  <a:lnTo>
                    <a:pt x="22670" y="33453"/>
                  </a:lnTo>
                  <a:lnTo>
                    <a:pt x="22909" y="33483"/>
                  </a:lnTo>
                  <a:lnTo>
                    <a:pt x="23029" y="33483"/>
                  </a:lnTo>
                  <a:lnTo>
                    <a:pt x="23148" y="33453"/>
                  </a:lnTo>
                  <a:lnTo>
                    <a:pt x="23297" y="33364"/>
                  </a:lnTo>
                  <a:lnTo>
                    <a:pt x="23447" y="33244"/>
                  </a:lnTo>
                  <a:lnTo>
                    <a:pt x="23536" y="33095"/>
                  </a:lnTo>
                  <a:lnTo>
                    <a:pt x="23626" y="32916"/>
                  </a:lnTo>
                  <a:lnTo>
                    <a:pt x="23715" y="32766"/>
                  </a:lnTo>
                  <a:lnTo>
                    <a:pt x="23745" y="32587"/>
                  </a:lnTo>
                  <a:lnTo>
                    <a:pt x="23745" y="32408"/>
                  </a:lnTo>
                  <a:lnTo>
                    <a:pt x="23715" y="32288"/>
                  </a:lnTo>
                  <a:lnTo>
                    <a:pt x="24104" y="32049"/>
                  </a:lnTo>
                  <a:lnTo>
                    <a:pt x="24313" y="31930"/>
                  </a:lnTo>
                  <a:lnTo>
                    <a:pt x="24522" y="31781"/>
                  </a:lnTo>
                  <a:lnTo>
                    <a:pt x="24701" y="31601"/>
                  </a:lnTo>
                  <a:lnTo>
                    <a:pt x="24850" y="31422"/>
                  </a:lnTo>
                  <a:lnTo>
                    <a:pt x="25000" y="31213"/>
                  </a:lnTo>
                  <a:lnTo>
                    <a:pt x="25089" y="30944"/>
                  </a:lnTo>
                  <a:lnTo>
                    <a:pt x="25149" y="30735"/>
                  </a:lnTo>
                  <a:lnTo>
                    <a:pt x="25179" y="30526"/>
                  </a:lnTo>
                  <a:lnTo>
                    <a:pt x="25179" y="30317"/>
                  </a:lnTo>
                  <a:lnTo>
                    <a:pt x="25179" y="30138"/>
                  </a:lnTo>
                  <a:lnTo>
                    <a:pt x="25119" y="29809"/>
                  </a:lnTo>
                  <a:lnTo>
                    <a:pt x="25030" y="29570"/>
                  </a:lnTo>
                  <a:lnTo>
                    <a:pt x="24940" y="29302"/>
                  </a:lnTo>
                  <a:lnTo>
                    <a:pt x="24880" y="29033"/>
                  </a:lnTo>
                  <a:lnTo>
                    <a:pt x="24761" y="28465"/>
                  </a:lnTo>
                  <a:lnTo>
                    <a:pt x="24731" y="27898"/>
                  </a:lnTo>
                  <a:lnTo>
                    <a:pt x="24731" y="27300"/>
                  </a:lnTo>
                  <a:lnTo>
                    <a:pt x="24761" y="26703"/>
                  </a:lnTo>
                  <a:lnTo>
                    <a:pt x="24850" y="26136"/>
                  </a:lnTo>
                  <a:lnTo>
                    <a:pt x="24970" y="25568"/>
                  </a:lnTo>
                  <a:lnTo>
                    <a:pt x="25119" y="25001"/>
                  </a:lnTo>
                  <a:lnTo>
                    <a:pt x="25298" y="24493"/>
                  </a:lnTo>
                  <a:lnTo>
                    <a:pt x="25478" y="23985"/>
                  </a:lnTo>
                  <a:lnTo>
                    <a:pt x="25657" y="23537"/>
                  </a:lnTo>
                  <a:lnTo>
                    <a:pt x="25836" y="23119"/>
                  </a:lnTo>
                  <a:lnTo>
                    <a:pt x="26165" y="22432"/>
                  </a:lnTo>
                  <a:lnTo>
                    <a:pt x="26433" y="22044"/>
                  </a:lnTo>
                  <a:lnTo>
                    <a:pt x="26792" y="21596"/>
                  </a:lnTo>
                  <a:lnTo>
                    <a:pt x="27091" y="21177"/>
                  </a:lnTo>
                  <a:lnTo>
                    <a:pt x="27419" y="20640"/>
                  </a:lnTo>
                  <a:lnTo>
                    <a:pt x="27658" y="20252"/>
                  </a:lnTo>
                  <a:lnTo>
                    <a:pt x="27897" y="19833"/>
                  </a:lnTo>
                  <a:lnTo>
                    <a:pt x="28196" y="19176"/>
                  </a:lnTo>
                  <a:lnTo>
                    <a:pt x="28435" y="18519"/>
                  </a:lnTo>
                  <a:lnTo>
                    <a:pt x="28644" y="17892"/>
                  </a:lnTo>
                  <a:lnTo>
                    <a:pt x="28793" y="17295"/>
                  </a:lnTo>
                  <a:lnTo>
                    <a:pt x="28913" y="16757"/>
                  </a:lnTo>
                  <a:lnTo>
                    <a:pt x="29002" y="16219"/>
                  </a:lnTo>
                  <a:lnTo>
                    <a:pt x="29092" y="15293"/>
                  </a:lnTo>
                  <a:lnTo>
                    <a:pt x="29152" y="14696"/>
                  </a:lnTo>
                  <a:lnTo>
                    <a:pt x="29152" y="13860"/>
                  </a:lnTo>
                  <a:lnTo>
                    <a:pt x="29152" y="13023"/>
                  </a:lnTo>
                  <a:lnTo>
                    <a:pt x="29092" y="12247"/>
                  </a:lnTo>
                  <a:lnTo>
                    <a:pt x="29002" y="11500"/>
                  </a:lnTo>
                  <a:lnTo>
                    <a:pt x="28942" y="11052"/>
                  </a:lnTo>
                  <a:lnTo>
                    <a:pt x="28853" y="10604"/>
                  </a:lnTo>
                  <a:lnTo>
                    <a:pt x="28674" y="9887"/>
                  </a:lnTo>
                  <a:lnTo>
                    <a:pt x="28494" y="9260"/>
                  </a:lnTo>
                  <a:lnTo>
                    <a:pt x="28315" y="8663"/>
                  </a:lnTo>
                  <a:lnTo>
                    <a:pt x="28106" y="8125"/>
                  </a:lnTo>
                  <a:lnTo>
                    <a:pt x="27867" y="7408"/>
                  </a:lnTo>
                  <a:lnTo>
                    <a:pt x="27509" y="6602"/>
                  </a:lnTo>
                  <a:lnTo>
                    <a:pt x="27091" y="5736"/>
                  </a:lnTo>
                  <a:lnTo>
                    <a:pt x="26583" y="4839"/>
                  </a:lnTo>
                  <a:lnTo>
                    <a:pt x="26314" y="4391"/>
                  </a:lnTo>
                  <a:lnTo>
                    <a:pt x="25985" y="3914"/>
                  </a:lnTo>
                  <a:lnTo>
                    <a:pt x="25657" y="3466"/>
                  </a:lnTo>
                  <a:lnTo>
                    <a:pt x="25269" y="2988"/>
                  </a:lnTo>
                  <a:lnTo>
                    <a:pt x="24880" y="2510"/>
                  </a:lnTo>
                  <a:lnTo>
                    <a:pt x="24462" y="2062"/>
                  </a:lnTo>
                  <a:lnTo>
                    <a:pt x="23984" y="1614"/>
                  </a:lnTo>
                  <a:lnTo>
                    <a:pt x="23506" y="1166"/>
                  </a:lnTo>
                  <a:lnTo>
                    <a:pt x="22670" y="807"/>
                  </a:lnTo>
                  <a:lnTo>
                    <a:pt x="21864" y="479"/>
                  </a:lnTo>
                  <a:lnTo>
                    <a:pt x="21057" y="210"/>
                  </a:lnTo>
                  <a:lnTo>
                    <a:pt x="20281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51"/>
            <p:cNvSpPr/>
            <p:nvPr/>
          </p:nvSpPr>
          <p:spPr>
            <a:xfrm>
              <a:off x="447800" y="4726875"/>
              <a:ext cx="76925" cy="147125"/>
            </a:xfrm>
            <a:custGeom>
              <a:rect b="b" l="l" r="r" t="t"/>
              <a:pathLst>
                <a:path extrusionOk="0" h="5885" w="3077">
                  <a:moveTo>
                    <a:pt x="1524" y="1"/>
                  </a:moveTo>
                  <a:lnTo>
                    <a:pt x="60" y="2748"/>
                  </a:lnTo>
                  <a:lnTo>
                    <a:pt x="0" y="5885"/>
                  </a:lnTo>
                  <a:lnTo>
                    <a:pt x="210" y="5795"/>
                  </a:lnTo>
                  <a:lnTo>
                    <a:pt x="419" y="5735"/>
                  </a:lnTo>
                  <a:lnTo>
                    <a:pt x="687" y="5675"/>
                  </a:lnTo>
                  <a:lnTo>
                    <a:pt x="956" y="5646"/>
                  </a:lnTo>
                  <a:lnTo>
                    <a:pt x="1255" y="5646"/>
                  </a:lnTo>
                  <a:lnTo>
                    <a:pt x="1464" y="5705"/>
                  </a:lnTo>
                  <a:lnTo>
                    <a:pt x="1673" y="5735"/>
                  </a:lnTo>
                  <a:lnTo>
                    <a:pt x="1912" y="5705"/>
                  </a:lnTo>
                  <a:lnTo>
                    <a:pt x="2061" y="5675"/>
                  </a:lnTo>
                  <a:lnTo>
                    <a:pt x="2241" y="5616"/>
                  </a:lnTo>
                  <a:lnTo>
                    <a:pt x="2450" y="5496"/>
                  </a:lnTo>
                  <a:lnTo>
                    <a:pt x="2689" y="5317"/>
                  </a:lnTo>
                  <a:lnTo>
                    <a:pt x="2748" y="5227"/>
                  </a:lnTo>
                  <a:lnTo>
                    <a:pt x="2898" y="5048"/>
                  </a:lnTo>
                  <a:lnTo>
                    <a:pt x="3017" y="4779"/>
                  </a:lnTo>
                  <a:lnTo>
                    <a:pt x="3077" y="4630"/>
                  </a:lnTo>
                  <a:lnTo>
                    <a:pt x="3077" y="4481"/>
                  </a:lnTo>
                  <a:lnTo>
                    <a:pt x="3077" y="4272"/>
                  </a:lnTo>
                  <a:lnTo>
                    <a:pt x="3047" y="4063"/>
                  </a:lnTo>
                  <a:lnTo>
                    <a:pt x="2987" y="3883"/>
                  </a:lnTo>
                  <a:lnTo>
                    <a:pt x="2898" y="3704"/>
                  </a:lnTo>
                  <a:lnTo>
                    <a:pt x="2719" y="3435"/>
                  </a:lnTo>
                  <a:lnTo>
                    <a:pt x="2539" y="3256"/>
                  </a:lnTo>
                  <a:lnTo>
                    <a:pt x="2420" y="3047"/>
                  </a:lnTo>
                  <a:lnTo>
                    <a:pt x="2270" y="2838"/>
                  </a:lnTo>
                  <a:lnTo>
                    <a:pt x="2121" y="2539"/>
                  </a:lnTo>
                  <a:lnTo>
                    <a:pt x="2002" y="2181"/>
                  </a:lnTo>
                  <a:lnTo>
                    <a:pt x="1852" y="1763"/>
                  </a:lnTo>
                  <a:lnTo>
                    <a:pt x="1733" y="1255"/>
                  </a:lnTo>
                  <a:lnTo>
                    <a:pt x="1613" y="687"/>
                  </a:lnTo>
                  <a:lnTo>
                    <a:pt x="1524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51"/>
            <p:cNvSpPr/>
            <p:nvPr/>
          </p:nvSpPr>
          <p:spPr>
            <a:xfrm>
              <a:off x="398525" y="4708950"/>
              <a:ext cx="132925" cy="37375"/>
            </a:xfrm>
            <a:custGeom>
              <a:rect b="b" l="l" r="r" t="t"/>
              <a:pathLst>
                <a:path extrusionOk="0" h="1495" w="5317">
                  <a:moveTo>
                    <a:pt x="2778" y="1"/>
                  </a:moveTo>
                  <a:lnTo>
                    <a:pt x="2300" y="31"/>
                  </a:lnTo>
                  <a:lnTo>
                    <a:pt x="1882" y="120"/>
                  </a:lnTo>
                  <a:lnTo>
                    <a:pt x="1494" y="240"/>
                  </a:lnTo>
                  <a:lnTo>
                    <a:pt x="1135" y="389"/>
                  </a:lnTo>
                  <a:lnTo>
                    <a:pt x="807" y="538"/>
                  </a:lnTo>
                  <a:lnTo>
                    <a:pt x="538" y="688"/>
                  </a:lnTo>
                  <a:lnTo>
                    <a:pt x="120" y="986"/>
                  </a:lnTo>
                  <a:lnTo>
                    <a:pt x="30" y="1076"/>
                  </a:lnTo>
                  <a:lnTo>
                    <a:pt x="0" y="1166"/>
                  </a:lnTo>
                  <a:lnTo>
                    <a:pt x="30" y="1285"/>
                  </a:lnTo>
                  <a:lnTo>
                    <a:pt x="60" y="1375"/>
                  </a:lnTo>
                  <a:lnTo>
                    <a:pt x="179" y="1464"/>
                  </a:lnTo>
                  <a:lnTo>
                    <a:pt x="299" y="1494"/>
                  </a:lnTo>
                  <a:lnTo>
                    <a:pt x="388" y="1464"/>
                  </a:lnTo>
                  <a:lnTo>
                    <a:pt x="448" y="1404"/>
                  </a:lnTo>
                  <a:lnTo>
                    <a:pt x="837" y="1166"/>
                  </a:lnTo>
                  <a:lnTo>
                    <a:pt x="1075" y="1016"/>
                  </a:lnTo>
                  <a:lnTo>
                    <a:pt x="1344" y="897"/>
                  </a:lnTo>
                  <a:lnTo>
                    <a:pt x="1673" y="777"/>
                  </a:lnTo>
                  <a:lnTo>
                    <a:pt x="2031" y="658"/>
                  </a:lnTo>
                  <a:lnTo>
                    <a:pt x="2420" y="598"/>
                  </a:lnTo>
                  <a:lnTo>
                    <a:pt x="2868" y="568"/>
                  </a:lnTo>
                  <a:lnTo>
                    <a:pt x="3196" y="568"/>
                  </a:lnTo>
                  <a:lnTo>
                    <a:pt x="3495" y="628"/>
                  </a:lnTo>
                  <a:lnTo>
                    <a:pt x="3793" y="688"/>
                  </a:lnTo>
                  <a:lnTo>
                    <a:pt x="4062" y="747"/>
                  </a:lnTo>
                  <a:lnTo>
                    <a:pt x="4510" y="927"/>
                  </a:lnTo>
                  <a:lnTo>
                    <a:pt x="4899" y="1136"/>
                  </a:lnTo>
                  <a:lnTo>
                    <a:pt x="4988" y="1195"/>
                  </a:lnTo>
                  <a:lnTo>
                    <a:pt x="5108" y="1166"/>
                  </a:lnTo>
                  <a:lnTo>
                    <a:pt x="5197" y="1136"/>
                  </a:lnTo>
                  <a:lnTo>
                    <a:pt x="5257" y="1046"/>
                  </a:lnTo>
                  <a:lnTo>
                    <a:pt x="5317" y="956"/>
                  </a:lnTo>
                  <a:lnTo>
                    <a:pt x="5317" y="837"/>
                  </a:lnTo>
                  <a:lnTo>
                    <a:pt x="5257" y="747"/>
                  </a:lnTo>
                  <a:lnTo>
                    <a:pt x="5167" y="658"/>
                  </a:lnTo>
                  <a:lnTo>
                    <a:pt x="4749" y="419"/>
                  </a:lnTo>
                  <a:lnTo>
                    <a:pt x="4480" y="299"/>
                  </a:lnTo>
                  <a:lnTo>
                    <a:pt x="4182" y="210"/>
                  </a:lnTo>
                  <a:lnTo>
                    <a:pt x="3853" y="120"/>
                  </a:lnTo>
                  <a:lnTo>
                    <a:pt x="3525" y="60"/>
                  </a:lnTo>
                  <a:lnTo>
                    <a:pt x="31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51"/>
            <p:cNvSpPr/>
            <p:nvPr/>
          </p:nvSpPr>
          <p:spPr>
            <a:xfrm>
              <a:off x="439575" y="4713425"/>
              <a:ext cx="52300" cy="70975"/>
            </a:xfrm>
            <a:custGeom>
              <a:rect b="b" l="l" r="r" t="t"/>
              <a:pathLst>
                <a:path extrusionOk="0" h="2839" w="2092">
                  <a:moveTo>
                    <a:pt x="1285" y="1"/>
                  </a:moveTo>
                  <a:lnTo>
                    <a:pt x="1076" y="31"/>
                  </a:lnTo>
                  <a:lnTo>
                    <a:pt x="867" y="90"/>
                  </a:lnTo>
                  <a:lnTo>
                    <a:pt x="688" y="240"/>
                  </a:lnTo>
                  <a:lnTo>
                    <a:pt x="509" y="389"/>
                  </a:lnTo>
                  <a:lnTo>
                    <a:pt x="359" y="598"/>
                  </a:lnTo>
                  <a:lnTo>
                    <a:pt x="210" y="837"/>
                  </a:lnTo>
                  <a:lnTo>
                    <a:pt x="91" y="1136"/>
                  </a:lnTo>
                  <a:lnTo>
                    <a:pt x="31" y="1405"/>
                  </a:lnTo>
                  <a:lnTo>
                    <a:pt x="1" y="1703"/>
                  </a:lnTo>
                  <a:lnTo>
                    <a:pt x="31" y="1942"/>
                  </a:lnTo>
                  <a:lnTo>
                    <a:pt x="91" y="2211"/>
                  </a:lnTo>
                  <a:lnTo>
                    <a:pt x="150" y="2420"/>
                  </a:lnTo>
                  <a:lnTo>
                    <a:pt x="300" y="2599"/>
                  </a:lnTo>
                  <a:lnTo>
                    <a:pt x="449" y="2719"/>
                  </a:lnTo>
                  <a:lnTo>
                    <a:pt x="628" y="2808"/>
                  </a:lnTo>
                  <a:lnTo>
                    <a:pt x="807" y="2838"/>
                  </a:lnTo>
                  <a:lnTo>
                    <a:pt x="1016" y="2808"/>
                  </a:lnTo>
                  <a:lnTo>
                    <a:pt x="1226" y="2749"/>
                  </a:lnTo>
                  <a:lnTo>
                    <a:pt x="1405" y="2599"/>
                  </a:lnTo>
                  <a:lnTo>
                    <a:pt x="1584" y="2450"/>
                  </a:lnTo>
                  <a:lnTo>
                    <a:pt x="1763" y="2241"/>
                  </a:lnTo>
                  <a:lnTo>
                    <a:pt x="1883" y="1972"/>
                  </a:lnTo>
                  <a:lnTo>
                    <a:pt x="2002" y="1703"/>
                  </a:lnTo>
                  <a:lnTo>
                    <a:pt x="2062" y="1435"/>
                  </a:lnTo>
                  <a:lnTo>
                    <a:pt x="2092" y="1136"/>
                  </a:lnTo>
                  <a:lnTo>
                    <a:pt x="2062" y="867"/>
                  </a:lnTo>
                  <a:lnTo>
                    <a:pt x="2032" y="628"/>
                  </a:lnTo>
                  <a:lnTo>
                    <a:pt x="1942" y="419"/>
                  </a:lnTo>
                  <a:lnTo>
                    <a:pt x="1823" y="240"/>
                  </a:lnTo>
                  <a:lnTo>
                    <a:pt x="1674" y="120"/>
                  </a:lnTo>
                  <a:lnTo>
                    <a:pt x="1464" y="31"/>
                  </a:lnTo>
                  <a:lnTo>
                    <a:pt x="12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51"/>
            <p:cNvSpPr/>
            <p:nvPr/>
          </p:nvSpPr>
          <p:spPr>
            <a:xfrm>
              <a:off x="383575" y="4590225"/>
              <a:ext cx="149375" cy="51550"/>
            </a:xfrm>
            <a:custGeom>
              <a:rect b="b" l="l" r="r" t="t"/>
              <a:pathLst>
                <a:path extrusionOk="0" h="2062" w="5975">
                  <a:moveTo>
                    <a:pt x="2749" y="1"/>
                  </a:moveTo>
                  <a:lnTo>
                    <a:pt x="2420" y="60"/>
                  </a:lnTo>
                  <a:lnTo>
                    <a:pt x="2092" y="150"/>
                  </a:lnTo>
                  <a:lnTo>
                    <a:pt x="1793" y="269"/>
                  </a:lnTo>
                  <a:lnTo>
                    <a:pt x="1494" y="389"/>
                  </a:lnTo>
                  <a:lnTo>
                    <a:pt x="1225" y="538"/>
                  </a:lnTo>
                  <a:lnTo>
                    <a:pt x="957" y="717"/>
                  </a:lnTo>
                  <a:lnTo>
                    <a:pt x="748" y="867"/>
                  </a:lnTo>
                  <a:lnTo>
                    <a:pt x="538" y="1046"/>
                  </a:lnTo>
                  <a:lnTo>
                    <a:pt x="359" y="1225"/>
                  </a:lnTo>
                  <a:lnTo>
                    <a:pt x="210" y="1404"/>
                  </a:lnTo>
                  <a:lnTo>
                    <a:pt x="120" y="1554"/>
                  </a:lnTo>
                  <a:lnTo>
                    <a:pt x="31" y="1703"/>
                  </a:lnTo>
                  <a:lnTo>
                    <a:pt x="1" y="1823"/>
                  </a:lnTo>
                  <a:lnTo>
                    <a:pt x="1" y="1912"/>
                  </a:lnTo>
                  <a:lnTo>
                    <a:pt x="31" y="1972"/>
                  </a:lnTo>
                  <a:lnTo>
                    <a:pt x="61" y="2002"/>
                  </a:lnTo>
                  <a:lnTo>
                    <a:pt x="210" y="2062"/>
                  </a:lnTo>
                  <a:lnTo>
                    <a:pt x="479" y="2062"/>
                  </a:lnTo>
                  <a:lnTo>
                    <a:pt x="837" y="2032"/>
                  </a:lnTo>
                  <a:lnTo>
                    <a:pt x="1912" y="1972"/>
                  </a:lnTo>
                  <a:lnTo>
                    <a:pt x="2629" y="1942"/>
                  </a:lnTo>
                  <a:lnTo>
                    <a:pt x="3525" y="1942"/>
                  </a:lnTo>
                  <a:lnTo>
                    <a:pt x="4630" y="2002"/>
                  </a:lnTo>
                  <a:lnTo>
                    <a:pt x="5377" y="2062"/>
                  </a:lnTo>
                  <a:lnTo>
                    <a:pt x="5795" y="2062"/>
                  </a:lnTo>
                  <a:lnTo>
                    <a:pt x="5915" y="2032"/>
                  </a:lnTo>
                  <a:lnTo>
                    <a:pt x="5974" y="1942"/>
                  </a:lnTo>
                  <a:lnTo>
                    <a:pt x="5974" y="1852"/>
                  </a:lnTo>
                  <a:lnTo>
                    <a:pt x="5974" y="1733"/>
                  </a:lnTo>
                  <a:lnTo>
                    <a:pt x="5915" y="1614"/>
                  </a:lnTo>
                  <a:lnTo>
                    <a:pt x="5825" y="1494"/>
                  </a:lnTo>
                  <a:lnTo>
                    <a:pt x="5616" y="1195"/>
                  </a:lnTo>
                  <a:lnTo>
                    <a:pt x="5288" y="897"/>
                  </a:lnTo>
                  <a:lnTo>
                    <a:pt x="4899" y="598"/>
                  </a:lnTo>
                  <a:lnTo>
                    <a:pt x="4451" y="329"/>
                  </a:lnTo>
                  <a:lnTo>
                    <a:pt x="4212" y="210"/>
                  </a:lnTo>
                  <a:lnTo>
                    <a:pt x="3943" y="120"/>
                  </a:lnTo>
                  <a:lnTo>
                    <a:pt x="3675" y="60"/>
                  </a:lnTo>
                  <a:lnTo>
                    <a:pt x="34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51"/>
            <p:cNvSpPr/>
            <p:nvPr/>
          </p:nvSpPr>
          <p:spPr>
            <a:xfrm>
              <a:off x="167775" y="4561850"/>
              <a:ext cx="129950" cy="166550"/>
            </a:xfrm>
            <a:custGeom>
              <a:rect b="b" l="l" r="r" t="t"/>
              <a:pathLst>
                <a:path extrusionOk="0" h="6662" w="5198">
                  <a:moveTo>
                    <a:pt x="2838" y="1"/>
                  </a:moveTo>
                  <a:lnTo>
                    <a:pt x="2599" y="60"/>
                  </a:lnTo>
                  <a:lnTo>
                    <a:pt x="2331" y="120"/>
                  </a:lnTo>
                  <a:lnTo>
                    <a:pt x="2092" y="240"/>
                  </a:lnTo>
                  <a:lnTo>
                    <a:pt x="1853" y="359"/>
                  </a:lnTo>
                  <a:lnTo>
                    <a:pt x="1614" y="508"/>
                  </a:lnTo>
                  <a:lnTo>
                    <a:pt x="1405" y="688"/>
                  </a:lnTo>
                  <a:lnTo>
                    <a:pt x="1166" y="897"/>
                  </a:lnTo>
                  <a:lnTo>
                    <a:pt x="987" y="1136"/>
                  </a:lnTo>
                  <a:lnTo>
                    <a:pt x="777" y="1375"/>
                  </a:lnTo>
                  <a:lnTo>
                    <a:pt x="598" y="1643"/>
                  </a:lnTo>
                  <a:lnTo>
                    <a:pt x="449" y="1942"/>
                  </a:lnTo>
                  <a:lnTo>
                    <a:pt x="329" y="2271"/>
                  </a:lnTo>
                  <a:lnTo>
                    <a:pt x="210" y="2599"/>
                  </a:lnTo>
                  <a:lnTo>
                    <a:pt x="120" y="2928"/>
                  </a:lnTo>
                  <a:lnTo>
                    <a:pt x="61" y="3256"/>
                  </a:lnTo>
                  <a:lnTo>
                    <a:pt x="31" y="3585"/>
                  </a:lnTo>
                  <a:lnTo>
                    <a:pt x="1" y="3913"/>
                  </a:lnTo>
                  <a:lnTo>
                    <a:pt x="31" y="4212"/>
                  </a:lnTo>
                  <a:lnTo>
                    <a:pt x="61" y="4541"/>
                  </a:lnTo>
                  <a:lnTo>
                    <a:pt x="120" y="4809"/>
                  </a:lnTo>
                  <a:lnTo>
                    <a:pt x="210" y="5108"/>
                  </a:lnTo>
                  <a:lnTo>
                    <a:pt x="300" y="5347"/>
                  </a:lnTo>
                  <a:lnTo>
                    <a:pt x="449" y="5616"/>
                  </a:lnTo>
                  <a:lnTo>
                    <a:pt x="568" y="5825"/>
                  </a:lnTo>
                  <a:lnTo>
                    <a:pt x="748" y="6034"/>
                  </a:lnTo>
                  <a:lnTo>
                    <a:pt x="927" y="6213"/>
                  </a:lnTo>
                  <a:lnTo>
                    <a:pt x="1136" y="6363"/>
                  </a:lnTo>
                  <a:lnTo>
                    <a:pt x="1375" y="6482"/>
                  </a:lnTo>
                  <a:lnTo>
                    <a:pt x="1614" y="6572"/>
                  </a:lnTo>
                  <a:lnTo>
                    <a:pt x="1853" y="6631"/>
                  </a:lnTo>
                  <a:lnTo>
                    <a:pt x="2092" y="6661"/>
                  </a:lnTo>
                  <a:lnTo>
                    <a:pt x="2360" y="6631"/>
                  </a:lnTo>
                  <a:lnTo>
                    <a:pt x="2599" y="6602"/>
                  </a:lnTo>
                  <a:lnTo>
                    <a:pt x="2868" y="6542"/>
                  </a:lnTo>
                  <a:lnTo>
                    <a:pt x="3107" y="6422"/>
                  </a:lnTo>
                  <a:lnTo>
                    <a:pt x="3346" y="6303"/>
                  </a:lnTo>
                  <a:lnTo>
                    <a:pt x="3585" y="6153"/>
                  </a:lnTo>
                  <a:lnTo>
                    <a:pt x="3824" y="5974"/>
                  </a:lnTo>
                  <a:lnTo>
                    <a:pt x="4033" y="5765"/>
                  </a:lnTo>
                  <a:lnTo>
                    <a:pt x="4242" y="5526"/>
                  </a:lnTo>
                  <a:lnTo>
                    <a:pt x="4421" y="5257"/>
                  </a:lnTo>
                  <a:lnTo>
                    <a:pt x="4601" y="4989"/>
                  </a:lnTo>
                  <a:lnTo>
                    <a:pt x="4750" y="4690"/>
                  </a:lnTo>
                  <a:lnTo>
                    <a:pt x="4869" y="4391"/>
                  </a:lnTo>
                  <a:lnTo>
                    <a:pt x="4989" y="4063"/>
                  </a:lnTo>
                  <a:lnTo>
                    <a:pt x="5078" y="3734"/>
                  </a:lnTo>
                  <a:lnTo>
                    <a:pt x="5138" y="3406"/>
                  </a:lnTo>
                  <a:lnTo>
                    <a:pt x="5198" y="3077"/>
                  </a:lnTo>
                  <a:lnTo>
                    <a:pt x="5198" y="2749"/>
                  </a:lnTo>
                  <a:lnTo>
                    <a:pt x="5168" y="2420"/>
                  </a:lnTo>
                  <a:lnTo>
                    <a:pt x="5138" y="2121"/>
                  </a:lnTo>
                  <a:lnTo>
                    <a:pt x="5078" y="1823"/>
                  </a:lnTo>
                  <a:lnTo>
                    <a:pt x="4989" y="1554"/>
                  </a:lnTo>
                  <a:lnTo>
                    <a:pt x="4899" y="1285"/>
                  </a:lnTo>
                  <a:lnTo>
                    <a:pt x="4780" y="1046"/>
                  </a:lnTo>
                  <a:lnTo>
                    <a:pt x="4630" y="837"/>
                  </a:lnTo>
                  <a:lnTo>
                    <a:pt x="4451" y="628"/>
                  </a:lnTo>
                  <a:lnTo>
                    <a:pt x="4272" y="449"/>
                  </a:lnTo>
                  <a:lnTo>
                    <a:pt x="4063" y="299"/>
                  </a:lnTo>
                  <a:lnTo>
                    <a:pt x="3854" y="180"/>
                  </a:lnTo>
                  <a:lnTo>
                    <a:pt x="3615" y="90"/>
                  </a:lnTo>
                  <a:lnTo>
                    <a:pt x="3346" y="31"/>
                  </a:lnTo>
                  <a:lnTo>
                    <a:pt x="3107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51"/>
            <p:cNvSpPr/>
            <p:nvPr/>
          </p:nvSpPr>
          <p:spPr>
            <a:xfrm>
              <a:off x="162550" y="4667875"/>
              <a:ext cx="81425" cy="67250"/>
            </a:xfrm>
            <a:custGeom>
              <a:rect b="b" l="l" r="r" t="t"/>
              <a:pathLst>
                <a:path extrusionOk="0" h="2690" w="3257">
                  <a:moveTo>
                    <a:pt x="210" y="1"/>
                  </a:moveTo>
                  <a:lnTo>
                    <a:pt x="120" y="61"/>
                  </a:lnTo>
                  <a:lnTo>
                    <a:pt x="31" y="120"/>
                  </a:lnTo>
                  <a:lnTo>
                    <a:pt x="1" y="210"/>
                  </a:lnTo>
                  <a:lnTo>
                    <a:pt x="1" y="329"/>
                  </a:lnTo>
                  <a:lnTo>
                    <a:pt x="90" y="748"/>
                  </a:lnTo>
                  <a:lnTo>
                    <a:pt x="210" y="1136"/>
                  </a:lnTo>
                  <a:lnTo>
                    <a:pt x="389" y="1464"/>
                  </a:lnTo>
                  <a:lnTo>
                    <a:pt x="598" y="1793"/>
                  </a:lnTo>
                  <a:lnTo>
                    <a:pt x="837" y="2062"/>
                  </a:lnTo>
                  <a:lnTo>
                    <a:pt x="1106" y="2301"/>
                  </a:lnTo>
                  <a:lnTo>
                    <a:pt x="1405" y="2480"/>
                  </a:lnTo>
                  <a:lnTo>
                    <a:pt x="1733" y="2599"/>
                  </a:lnTo>
                  <a:lnTo>
                    <a:pt x="2032" y="2659"/>
                  </a:lnTo>
                  <a:lnTo>
                    <a:pt x="2360" y="2689"/>
                  </a:lnTo>
                  <a:lnTo>
                    <a:pt x="2719" y="2659"/>
                  </a:lnTo>
                  <a:lnTo>
                    <a:pt x="3077" y="2599"/>
                  </a:lnTo>
                  <a:lnTo>
                    <a:pt x="3167" y="2540"/>
                  </a:lnTo>
                  <a:lnTo>
                    <a:pt x="3227" y="2450"/>
                  </a:lnTo>
                  <a:lnTo>
                    <a:pt x="3256" y="2361"/>
                  </a:lnTo>
                  <a:lnTo>
                    <a:pt x="3256" y="2241"/>
                  </a:lnTo>
                  <a:lnTo>
                    <a:pt x="3197" y="2151"/>
                  </a:lnTo>
                  <a:lnTo>
                    <a:pt x="3107" y="2062"/>
                  </a:lnTo>
                  <a:lnTo>
                    <a:pt x="3018" y="2032"/>
                  </a:lnTo>
                  <a:lnTo>
                    <a:pt x="2898" y="2062"/>
                  </a:lnTo>
                  <a:lnTo>
                    <a:pt x="2629" y="2122"/>
                  </a:lnTo>
                  <a:lnTo>
                    <a:pt x="2390" y="2151"/>
                  </a:lnTo>
                  <a:lnTo>
                    <a:pt x="2151" y="2122"/>
                  </a:lnTo>
                  <a:lnTo>
                    <a:pt x="1883" y="2062"/>
                  </a:lnTo>
                  <a:lnTo>
                    <a:pt x="1644" y="1972"/>
                  </a:lnTo>
                  <a:lnTo>
                    <a:pt x="1405" y="1823"/>
                  </a:lnTo>
                  <a:lnTo>
                    <a:pt x="1196" y="1644"/>
                  </a:lnTo>
                  <a:lnTo>
                    <a:pt x="1016" y="1435"/>
                  </a:lnTo>
                  <a:lnTo>
                    <a:pt x="867" y="1166"/>
                  </a:lnTo>
                  <a:lnTo>
                    <a:pt x="718" y="897"/>
                  </a:lnTo>
                  <a:lnTo>
                    <a:pt x="628" y="568"/>
                  </a:lnTo>
                  <a:lnTo>
                    <a:pt x="538" y="240"/>
                  </a:lnTo>
                  <a:lnTo>
                    <a:pt x="509" y="150"/>
                  </a:lnTo>
                  <a:lnTo>
                    <a:pt x="419" y="61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51"/>
            <p:cNvSpPr/>
            <p:nvPr/>
          </p:nvSpPr>
          <p:spPr>
            <a:xfrm>
              <a:off x="161075" y="4626075"/>
              <a:ext cx="17200" cy="44825"/>
            </a:xfrm>
            <a:custGeom>
              <a:rect b="b" l="l" r="r" t="t"/>
              <a:pathLst>
                <a:path extrusionOk="0" h="1793" w="688">
                  <a:moveTo>
                    <a:pt x="358" y="0"/>
                  </a:moveTo>
                  <a:lnTo>
                    <a:pt x="269" y="60"/>
                  </a:lnTo>
                  <a:lnTo>
                    <a:pt x="179" y="120"/>
                  </a:lnTo>
                  <a:lnTo>
                    <a:pt x="120" y="209"/>
                  </a:lnTo>
                  <a:lnTo>
                    <a:pt x="60" y="538"/>
                  </a:lnTo>
                  <a:lnTo>
                    <a:pt x="30" y="866"/>
                  </a:lnTo>
                  <a:lnTo>
                    <a:pt x="0" y="1195"/>
                  </a:lnTo>
                  <a:lnTo>
                    <a:pt x="0" y="1524"/>
                  </a:lnTo>
                  <a:lnTo>
                    <a:pt x="30" y="1613"/>
                  </a:lnTo>
                  <a:lnTo>
                    <a:pt x="90" y="1703"/>
                  </a:lnTo>
                  <a:lnTo>
                    <a:pt x="179" y="1763"/>
                  </a:lnTo>
                  <a:lnTo>
                    <a:pt x="269" y="1792"/>
                  </a:lnTo>
                  <a:lnTo>
                    <a:pt x="299" y="1792"/>
                  </a:lnTo>
                  <a:lnTo>
                    <a:pt x="388" y="1763"/>
                  </a:lnTo>
                  <a:lnTo>
                    <a:pt x="478" y="1703"/>
                  </a:lnTo>
                  <a:lnTo>
                    <a:pt x="538" y="1583"/>
                  </a:lnTo>
                  <a:lnTo>
                    <a:pt x="568" y="1494"/>
                  </a:lnTo>
                  <a:lnTo>
                    <a:pt x="568" y="1195"/>
                  </a:lnTo>
                  <a:lnTo>
                    <a:pt x="568" y="926"/>
                  </a:lnTo>
                  <a:lnTo>
                    <a:pt x="627" y="628"/>
                  </a:lnTo>
                  <a:lnTo>
                    <a:pt x="687" y="359"/>
                  </a:lnTo>
                  <a:lnTo>
                    <a:pt x="687" y="239"/>
                  </a:lnTo>
                  <a:lnTo>
                    <a:pt x="627" y="150"/>
                  </a:lnTo>
                  <a:lnTo>
                    <a:pt x="568" y="60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51"/>
            <p:cNvSpPr/>
            <p:nvPr/>
          </p:nvSpPr>
          <p:spPr>
            <a:xfrm>
              <a:off x="169275" y="4555125"/>
              <a:ext cx="114275" cy="69475"/>
            </a:xfrm>
            <a:custGeom>
              <a:rect b="b" l="l" r="r" t="t"/>
              <a:pathLst>
                <a:path extrusionOk="0" h="2779" w="4571">
                  <a:moveTo>
                    <a:pt x="2838" y="1"/>
                  </a:moveTo>
                  <a:lnTo>
                    <a:pt x="2569" y="31"/>
                  </a:lnTo>
                  <a:lnTo>
                    <a:pt x="2330" y="90"/>
                  </a:lnTo>
                  <a:lnTo>
                    <a:pt x="2062" y="180"/>
                  </a:lnTo>
                  <a:lnTo>
                    <a:pt x="1823" y="300"/>
                  </a:lnTo>
                  <a:lnTo>
                    <a:pt x="1554" y="449"/>
                  </a:lnTo>
                  <a:lnTo>
                    <a:pt x="1315" y="598"/>
                  </a:lnTo>
                  <a:lnTo>
                    <a:pt x="1106" y="807"/>
                  </a:lnTo>
                  <a:lnTo>
                    <a:pt x="897" y="1016"/>
                  </a:lnTo>
                  <a:lnTo>
                    <a:pt x="688" y="1255"/>
                  </a:lnTo>
                  <a:lnTo>
                    <a:pt x="479" y="1524"/>
                  </a:lnTo>
                  <a:lnTo>
                    <a:pt x="299" y="1793"/>
                  </a:lnTo>
                  <a:lnTo>
                    <a:pt x="150" y="2092"/>
                  </a:lnTo>
                  <a:lnTo>
                    <a:pt x="1" y="2420"/>
                  </a:lnTo>
                  <a:lnTo>
                    <a:pt x="1" y="2510"/>
                  </a:lnTo>
                  <a:lnTo>
                    <a:pt x="30" y="2629"/>
                  </a:lnTo>
                  <a:lnTo>
                    <a:pt x="120" y="2719"/>
                  </a:lnTo>
                  <a:lnTo>
                    <a:pt x="269" y="2779"/>
                  </a:lnTo>
                  <a:lnTo>
                    <a:pt x="359" y="2779"/>
                  </a:lnTo>
                  <a:lnTo>
                    <a:pt x="419" y="2749"/>
                  </a:lnTo>
                  <a:lnTo>
                    <a:pt x="479" y="2689"/>
                  </a:lnTo>
                  <a:lnTo>
                    <a:pt x="538" y="2629"/>
                  </a:lnTo>
                  <a:lnTo>
                    <a:pt x="658" y="2360"/>
                  </a:lnTo>
                  <a:lnTo>
                    <a:pt x="777" y="2092"/>
                  </a:lnTo>
                  <a:lnTo>
                    <a:pt x="927" y="1853"/>
                  </a:lnTo>
                  <a:lnTo>
                    <a:pt x="1076" y="1644"/>
                  </a:lnTo>
                  <a:lnTo>
                    <a:pt x="1255" y="1434"/>
                  </a:lnTo>
                  <a:lnTo>
                    <a:pt x="1434" y="1255"/>
                  </a:lnTo>
                  <a:lnTo>
                    <a:pt x="1614" y="1076"/>
                  </a:lnTo>
                  <a:lnTo>
                    <a:pt x="1793" y="927"/>
                  </a:lnTo>
                  <a:lnTo>
                    <a:pt x="2002" y="807"/>
                  </a:lnTo>
                  <a:lnTo>
                    <a:pt x="2211" y="718"/>
                  </a:lnTo>
                  <a:lnTo>
                    <a:pt x="2420" y="628"/>
                  </a:lnTo>
                  <a:lnTo>
                    <a:pt x="2629" y="568"/>
                  </a:lnTo>
                  <a:lnTo>
                    <a:pt x="2838" y="538"/>
                  </a:lnTo>
                  <a:lnTo>
                    <a:pt x="3047" y="538"/>
                  </a:lnTo>
                  <a:lnTo>
                    <a:pt x="3256" y="568"/>
                  </a:lnTo>
                  <a:lnTo>
                    <a:pt x="3465" y="628"/>
                  </a:lnTo>
                  <a:lnTo>
                    <a:pt x="3645" y="688"/>
                  </a:lnTo>
                  <a:lnTo>
                    <a:pt x="3794" y="777"/>
                  </a:lnTo>
                  <a:lnTo>
                    <a:pt x="3943" y="867"/>
                  </a:lnTo>
                  <a:lnTo>
                    <a:pt x="4093" y="986"/>
                  </a:lnTo>
                  <a:lnTo>
                    <a:pt x="4182" y="1046"/>
                  </a:lnTo>
                  <a:lnTo>
                    <a:pt x="4302" y="1076"/>
                  </a:lnTo>
                  <a:lnTo>
                    <a:pt x="4391" y="1046"/>
                  </a:lnTo>
                  <a:lnTo>
                    <a:pt x="4481" y="986"/>
                  </a:lnTo>
                  <a:lnTo>
                    <a:pt x="4541" y="897"/>
                  </a:lnTo>
                  <a:lnTo>
                    <a:pt x="4570" y="777"/>
                  </a:lnTo>
                  <a:lnTo>
                    <a:pt x="4541" y="688"/>
                  </a:lnTo>
                  <a:lnTo>
                    <a:pt x="4481" y="598"/>
                  </a:lnTo>
                  <a:lnTo>
                    <a:pt x="4272" y="419"/>
                  </a:lnTo>
                  <a:lnTo>
                    <a:pt x="4063" y="270"/>
                  </a:lnTo>
                  <a:lnTo>
                    <a:pt x="3854" y="180"/>
                  </a:lnTo>
                  <a:lnTo>
                    <a:pt x="3615" y="90"/>
                  </a:lnTo>
                  <a:lnTo>
                    <a:pt x="3376" y="31"/>
                  </a:lnTo>
                  <a:lnTo>
                    <a:pt x="3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51"/>
            <p:cNvSpPr/>
            <p:nvPr/>
          </p:nvSpPr>
          <p:spPr>
            <a:xfrm>
              <a:off x="219300" y="4596950"/>
              <a:ext cx="20950" cy="97850"/>
            </a:xfrm>
            <a:custGeom>
              <a:rect b="b" l="l" r="r" t="t"/>
              <a:pathLst>
                <a:path extrusionOk="0" h="3914" w="838">
                  <a:moveTo>
                    <a:pt x="240" y="0"/>
                  </a:moveTo>
                  <a:lnTo>
                    <a:pt x="150" y="30"/>
                  </a:lnTo>
                  <a:lnTo>
                    <a:pt x="61" y="120"/>
                  </a:lnTo>
                  <a:lnTo>
                    <a:pt x="1" y="210"/>
                  </a:lnTo>
                  <a:lnTo>
                    <a:pt x="1" y="299"/>
                  </a:lnTo>
                  <a:lnTo>
                    <a:pt x="270" y="3644"/>
                  </a:lnTo>
                  <a:lnTo>
                    <a:pt x="299" y="3764"/>
                  </a:lnTo>
                  <a:lnTo>
                    <a:pt x="359" y="3824"/>
                  </a:lnTo>
                  <a:lnTo>
                    <a:pt x="449" y="3883"/>
                  </a:lnTo>
                  <a:lnTo>
                    <a:pt x="568" y="3913"/>
                  </a:lnTo>
                  <a:lnTo>
                    <a:pt x="598" y="3913"/>
                  </a:lnTo>
                  <a:lnTo>
                    <a:pt x="688" y="3883"/>
                  </a:lnTo>
                  <a:lnTo>
                    <a:pt x="777" y="3794"/>
                  </a:lnTo>
                  <a:lnTo>
                    <a:pt x="837" y="3704"/>
                  </a:lnTo>
                  <a:lnTo>
                    <a:pt x="837" y="3614"/>
                  </a:lnTo>
                  <a:lnTo>
                    <a:pt x="568" y="269"/>
                  </a:lnTo>
                  <a:lnTo>
                    <a:pt x="538" y="150"/>
                  </a:lnTo>
                  <a:lnTo>
                    <a:pt x="479" y="90"/>
                  </a:lnTo>
                  <a:lnTo>
                    <a:pt x="389" y="30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51"/>
            <p:cNvSpPr/>
            <p:nvPr/>
          </p:nvSpPr>
          <p:spPr>
            <a:xfrm>
              <a:off x="224525" y="4613375"/>
              <a:ext cx="35875" cy="32875"/>
            </a:xfrm>
            <a:custGeom>
              <a:rect b="b" l="l" r="r" t="t"/>
              <a:pathLst>
                <a:path extrusionOk="0" h="1315" w="1435">
                  <a:moveTo>
                    <a:pt x="1166" y="1"/>
                  </a:moveTo>
                  <a:lnTo>
                    <a:pt x="1076" y="30"/>
                  </a:lnTo>
                  <a:lnTo>
                    <a:pt x="957" y="90"/>
                  </a:lnTo>
                  <a:lnTo>
                    <a:pt x="120" y="837"/>
                  </a:lnTo>
                  <a:lnTo>
                    <a:pt x="31" y="926"/>
                  </a:lnTo>
                  <a:lnTo>
                    <a:pt x="1" y="1016"/>
                  </a:lnTo>
                  <a:lnTo>
                    <a:pt x="31" y="1136"/>
                  </a:lnTo>
                  <a:lnTo>
                    <a:pt x="90" y="1225"/>
                  </a:lnTo>
                  <a:lnTo>
                    <a:pt x="180" y="1285"/>
                  </a:lnTo>
                  <a:lnTo>
                    <a:pt x="300" y="1315"/>
                  </a:lnTo>
                  <a:lnTo>
                    <a:pt x="389" y="1315"/>
                  </a:lnTo>
                  <a:lnTo>
                    <a:pt x="479" y="1255"/>
                  </a:lnTo>
                  <a:lnTo>
                    <a:pt x="1345" y="478"/>
                  </a:lnTo>
                  <a:lnTo>
                    <a:pt x="1405" y="419"/>
                  </a:lnTo>
                  <a:lnTo>
                    <a:pt x="1435" y="299"/>
                  </a:lnTo>
                  <a:lnTo>
                    <a:pt x="1405" y="210"/>
                  </a:lnTo>
                  <a:lnTo>
                    <a:pt x="1375" y="90"/>
                  </a:lnTo>
                  <a:lnTo>
                    <a:pt x="1285" y="30"/>
                  </a:lnTo>
                  <a:lnTo>
                    <a:pt x="11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51"/>
            <p:cNvSpPr/>
            <p:nvPr/>
          </p:nvSpPr>
          <p:spPr>
            <a:xfrm>
              <a:off x="-622225" y="6643675"/>
              <a:ext cx="1032725" cy="180725"/>
            </a:xfrm>
            <a:custGeom>
              <a:rect b="b" l="l" r="r" t="t"/>
              <a:pathLst>
                <a:path extrusionOk="0" h="7229" w="41309">
                  <a:moveTo>
                    <a:pt x="3614" y="0"/>
                  </a:moveTo>
                  <a:lnTo>
                    <a:pt x="3256" y="30"/>
                  </a:lnTo>
                  <a:lnTo>
                    <a:pt x="2897" y="90"/>
                  </a:lnTo>
                  <a:lnTo>
                    <a:pt x="2539" y="179"/>
                  </a:lnTo>
                  <a:lnTo>
                    <a:pt x="2210" y="299"/>
                  </a:lnTo>
                  <a:lnTo>
                    <a:pt x="1912" y="448"/>
                  </a:lnTo>
                  <a:lnTo>
                    <a:pt x="1613" y="628"/>
                  </a:lnTo>
                  <a:lnTo>
                    <a:pt x="1314" y="837"/>
                  </a:lnTo>
                  <a:lnTo>
                    <a:pt x="1075" y="1076"/>
                  </a:lnTo>
                  <a:lnTo>
                    <a:pt x="837" y="1314"/>
                  </a:lnTo>
                  <a:lnTo>
                    <a:pt x="627" y="1613"/>
                  </a:lnTo>
                  <a:lnTo>
                    <a:pt x="448" y="1912"/>
                  </a:lnTo>
                  <a:lnTo>
                    <a:pt x="299" y="2211"/>
                  </a:lnTo>
                  <a:lnTo>
                    <a:pt x="179" y="2539"/>
                  </a:lnTo>
                  <a:lnTo>
                    <a:pt x="90" y="2897"/>
                  </a:lnTo>
                  <a:lnTo>
                    <a:pt x="30" y="3256"/>
                  </a:lnTo>
                  <a:lnTo>
                    <a:pt x="0" y="3614"/>
                  </a:lnTo>
                  <a:lnTo>
                    <a:pt x="30" y="4003"/>
                  </a:lnTo>
                  <a:lnTo>
                    <a:pt x="90" y="4331"/>
                  </a:lnTo>
                  <a:lnTo>
                    <a:pt x="179" y="4690"/>
                  </a:lnTo>
                  <a:lnTo>
                    <a:pt x="299" y="5018"/>
                  </a:lnTo>
                  <a:lnTo>
                    <a:pt x="448" y="5347"/>
                  </a:lnTo>
                  <a:lnTo>
                    <a:pt x="627" y="5645"/>
                  </a:lnTo>
                  <a:lnTo>
                    <a:pt x="837" y="5914"/>
                  </a:lnTo>
                  <a:lnTo>
                    <a:pt x="1075" y="6183"/>
                  </a:lnTo>
                  <a:lnTo>
                    <a:pt x="1314" y="6422"/>
                  </a:lnTo>
                  <a:lnTo>
                    <a:pt x="1613" y="6631"/>
                  </a:lnTo>
                  <a:lnTo>
                    <a:pt x="1912" y="6810"/>
                  </a:lnTo>
                  <a:lnTo>
                    <a:pt x="2210" y="6960"/>
                  </a:lnTo>
                  <a:lnTo>
                    <a:pt x="2539" y="7079"/>
                  </a:lnTo>
                  <a:lnTo>
                    <a:pt x="2897" y="7169"/>
                  </a:lnTo>
                  <a:lnTo>
                    <a:pt x="3256" y="7228"/>
                  </a:lnTo>
                  <a:lnTo>
                    <a:pt x="38052" y="7228"/>
                  </a:lnTo>
                  <a:lnTo>
                    <a:pt x="38411" y="7169"/>
                  </a:lnTo>
                  <a:lnTo>
                    <a:pt x="38739" y="7079"/>
                  </a:lnTo>
                  <a:lnTo>
                    <a:pt x="39068" y="6960"/>
                  </a:lnTo>
                  <a:lnTo>
                    <a:pt x="39397" y="6810"/>
                  </a:lnTo>
                  <a:lnTo>
                    <a:pt x="39695" y="6631"/>
                  </a:lnTo>
                  <a:lnTo>
                    <a:pt x="39964" y="6422"/>
                  </a:lnTo>
                  <a:lnTo>
                    <a:pt x="40233" y="6183"/>
                  </a:lnTo>
                  <a:lnTo>
                    <a:pt x="40472" y="5914"/>
                  </a:lnTo>
                  <a:lnTo>
                    <a:pt x="40681" y="5645"/>
                  </a:lnTo>
                  <a:lnTo>
                    <a:pt x="40860" y="5347"/>
                  </a:lnTo>
                  <a:lnTo>
                    <a:pt x="41009" y="5018"/>
                  </a:lnTo>
                  <a:lnTo>
                    <a:pt x="41129" y="4690"/>
                  </a:lnTo>
                  <a:lnTo>
                    <a:pt x="41218" y="4331"/>
                  </a:lnTo>
                  <a:lnTo>
                    <a:pt x="41278" y="4003"/>
                  </a:lnTo>
                  <a:lnTo>
                    <a:pt x="41308" y="3614"/>
                  </a:lnTo>
                  <a:lnTo>
                    <a:pt x="41278" y="3256"/>
                  </a:lnTo>
                  <a:lnTo>
                    <a:pt x="41218" y="2897"/>
                  </a:lnTo>
                  <a:lnTo>
                    <a:pt x="41129" y="2539"/>
                  </a:lnTo>
                  <a:lnTo>
                    <a:pt x="41009" y="2211"/>
                  </a:lnTo>
                  <a:lnTo>
                    <a:pt x="40860" y="1912"/>
                  </a:lnTo>
                  <a:lnTo>
                    <a:pt x="40681" y="1613"/>
                  </a:lnTo>
                  <a:lnTo>
                    <a:pt x="40472" y="1314"/>
                  </a:lnTo>
                  <a:lnTo>
                    <a:pt x="40233" y="1076"/>
                  </a:lnTo>
                  <a:lnTo>
                    <a:pt x="39964" y="837"/>
                  </a:lnTo>
                  <a:lnTo>
                    <a:pt x="39695" y="628"/>
                  </a:lnTo>
                  <a:lnTo>
                    <a:pt x="39397" y="448"/>
                  </a:lnTo>
                  <a:lnTo>
                    <a:pt x="39068" y="299"/>
                  </a:lnTo>
                  <a:lnTo>
                    <a:pt x="38739" y="179"/>
                  </a:lnTo>
                  <a:lnTo>
                    <a:pt x="38411" y="90"/>
                  </a:lnTo>
                  <a:lnTo>
                    <a:pt x="38052" y="30"/>
                  </a:lnTo>
                  <a:lnTo>
                    <a:pt x="376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51"/>
            <p:cNvSpPr/>
            <p:nvPr/>
          </p:nvSpPr>
          <p:spPr>
            <a:xfrm>
              <a:off x="-581900" y="6709375"/>
              <a:ext cx="324825" cy="1087225"/>
            </a:xfrm>
            <a:custGeom>
              <a:rect b="b" l="l" r="r" t="t"/>
              <a:pathLst>
                <a:path extrusionOk="0" h="43489" w="12993">
                  <a:moveTo>
                    <a:pt x="10544" y="1"/>
                  </a:moveTo>
                  <a:lnTo>
                    <a:pt x="10275" y="31"/>
                  </a:lnTo>
                  <a:lnTo>
                    <a:pt x="10006" y="120"/>
                  </a:lnTo>
                  <a:lnTo>
                    <a:pt x="9737" y="269"/>
                  </a:lnTo>
                  <a:lnTo>
                    <a:pt x="9468" y="479"/>
                  </a:lnTo>
                  <a:lnTo>
                    <a:pt x="9170" y="718"/>
                  </a:lnTo>
                  <a:lnTo>
                    <a:pt x="8871" y="1016"/>
                  </a:lnTo>
                  <a:lnTo>
                    <a:pt x="8572" y="1375"/>
                  </a:lnTo>
                  <a:lnTo>
                    <a:pt x="8274" y="1763"/>
                  </a:lnTo>
                  <a:lnTo>
                    <a:pt x="7975" y="2181"/>
                  </a:lnTo>
                  <a:lnTo>
                    <a:pt x="7676" y="2689"/>
                  </a:lnTo>
                  <a:lnTo>
                    <a:pt x="7348" y="3197"/>
                  </a:lnTo>
                  <a:lnTo>
                    <a:pt x="7049" y="3764"/>
                  </a:lnTo>
                  <a:lnTo>
                    <a:pt x="6720" y="4391"/>
                  </a:lnTo>
                  <a:lnTo>
                    <a:pt x="6123" y="5706"/>
                  </a:lnTo>
                  <a:lnTo>
                    <a:pt x="5496" y="7199"/>
                  </a:lnTo>
                  <a:lnTo>
                    <a:pt x="4869" y="8812"/>
                  </a:lnTo>
                  <a:lnTo>
                    <a:pt x="4271" y="10544"/>
                  </a:lnTo>
                  <a:lnTo>
                    <a:pt x="3704" y="12396"/>
                  </a:lnTo>
                  <a:lnTo>
                    <a:pt x="3136" y="14367"/>
                  </a:lnTo>
                  <a:lnTo>
                    <a:pt x="2599" y="16428"/>
                  </a:lnTo>
                  <a:lnTo>
                    <a:pt x="2091" y="18579"/>
                  </a:lnTo>
                  <a:lnTo>
                    <a:pt x="1643" y="20789"/>
                  </a:lnTo>
                  <a:lnTo>
                    <a:pt x="1225" y="23029"/>
                  </a:lnTo>
                  <a:lnTo>
                    <a:pt x="866" y="25180"/>
                  </a:lnTo>
                  <a:lnTo>
                    <a:pt x="568" y="27300"/>
                  </a:lnTo>
                  <a:lnTo>
                    <a:pt x="329" y="29331"/>
                  </a:lnTo>
                  <a:lnTo>
                    <a:pt x="179" y="31273"/>
                  </a:lnTo>
                  <a:lnTo>
                    <a:pt x="60" y="33095"/>
                  </a:lnTo>
                  <a:lnTo>
                    <a:pt x="0" y="34827"/>
                  </a:lnTo>
                  <a:lnTo>
                    <a:pt x="0" y="36440"/>
                  </a:lnTo>
                  <a:lnTo>
                    <a:pt x="90" y="37903"/>
                  </a:lnTo>
                  <a:lnTo>
                    <a:pt x="120" y="38590"/>
                  </a:lnTo>
                  <a:lnTo>
                    <a:pt x="209" y="39218"/>
                  </a:lnTo>
                  <a:lnTo>
                    <a:pt x="299" y="39845"/>
                  </a:lnTo>
                  <a:lnTo>
                    <a:pt x="388" y="40383"/>
                  </a:lnTo>
                  <a:lnTo>
                    <a:pt x="508" y="40920"/>
                  </a:lnTo>
                  <a:lnTo>
                    <a:pt x="627" y="41398"/>
                  </a:lnTo>
                  <a:lnTo>
                    <a:pt x="777" y="41816"/>
                  </a:lnTo>
                  <a:lnTo>
                    <a:pt x="926" y="42204"/>
                  </a:lnTo>
                  <a:lnTo>
                    <a:pt x="1105" y="42563"/>
                  </a:lnTo>
                  <a:lnTo>
                    <a:pt x="1284" y="42832"/>
                  </a:lnTo>
                  <a:lnTo>
                    <a:pt x="1494" y="43071"/>
                  </a:lnTo>
                  <a:lnTo>
                    <a:pt x="1703" y="43280"/>
                  </a:lnTo>
                  <a:lnTo>
                    <a:pt x="1942" y="43399"/>
                  </a:lnTo>
                  <a:lnTo>
                    <a:pt x="2181" y="43489"/>
                  </a:lnTo>
                  <a:lnTo>
                    <a:pt x="2449" y="43489"/>
                  </a:lnTo>
                  <a:lnTo>
                    <a:pt x="2688" y="43459"/>
                  </a:lnTo>
                  <a:lnTo>
                    <a:pt x="2957" y="43369"/>
                  </a:lnTo>
                  <a:lnTo>
                    <a:pt x="3256" y="43220"/>
                  </a:lnTo>
                  <a:lnTo>
                    <a:pt x="3525" y="43041"/>
                  </a:lnTo>
                  <a:lnTo>
                    <a:pt x="3823" y="42802"/>
                  </a:lnTo>
                  <a:lnTo>
                    <a:pt x="4122" y="42503"/>
                  </a:lnTo>
                  <a:lnTo>
                    <a:pt x="4421" y="42145"/>
                  </a:lnTo>
                  <a:lnTo>
                    <a:pt x="4719" y="41756"/>
                  </a:lnTo>
                  <a:lnTo>
                    <a:pt x="5018" y="41308"/>
                  </a:lnTo>
                  <a:lnTo>
                    <a:pt x="5317" y="40831"/>
                  </a:lnTo>
                  <a:lnTo>
                    <a:pt x="5645" y="40293"/>
                  </a:lnTo>
                  <a:lnTo>
                    <a:pt x="5944" y="39725"/>
                  </a:lnTo>
                  <a:lnTo>
                    <a:pt x="6243" y="39128"/>
                  </a:lnTo>
                  <a:lnTo>
                    <a:pt x="6870" y="37784"/>
                  </a:lnTo>
                  <a:lnTo>
                    <a:pt x="7497" y="36320"/>
                  </a:lnTo>
                  <a:lnTo>
                    <a:pt x="8124" y="34708"/>
                  </a:lnTo>
                  <a:lnTo>
                    <a:pt x="8722" y="32945"/>
                  </a:lnTo>
                  <a:lnTo>
                    <a:pt x="9289" y="31094"/>
                  </a:lnTo>
                  <a:lnTo>
                    <a:pt x="9857" y="29122"/>
                  </a:lnTo>
                  <a:lnTo>
                    <a:pt x="10394" y="27091"/>
                  </a:lnTo>
                  <a:lnTo>
                    <a:pt x="10872" y="24941"/>
                  </a:lnTo>
                  <a:lnTo>
                    <a:pt x="11350" y="22730"/>
                  </a:lnTo>
                  <a:lnTo>
                    <a:pt x="11768" y="20490"/>
                  </a:lnTo>
                  <a:lnTo>
                    <a:pt x="12127" y="18310"/>
                  </a:lnTo>
                  <a:lnTo>
                    <a:pt x="12425" y="16219"/>
                  </a:lnTo>
                  <a:lnTo>
                    <a:pt x="12634" y="14188"/>
                  </a:lnTo>
                  <a:lnTo>
                    <a:pt x="12814" y="12247"/>
                  </a:lnTo>
                  <a:lnTo>
                    <a:pt x="12933" y="10395"/>
                  </a:lnTo>
                  <a:lnTo>
                    <a:pt x="12993" y="8692"/>
                  </a:lnTo>
                  <a:lnTo>
                    <a:pt x="12993" y="7079"/>
                  </a:lnTo>
                  <a:lnTo>
                    <a:pt x="12903" y="5616"/>
                  </a:lnTo>
                  <a:lnTo>
                    <a:pt x="12843" y="4929"/>
                  </a:lnTo>
                  <a:lnTo>
                    <a:pt x="12784" y="4272"/>
                  </a:lnTo>
                  <a:lnTo>
                    <a:pt x="12694" y="3674"/>
                  </a:lnTo>
                  <a:lnTo>
                    <a:pt x="12605" y="3107"/>
                  </a:lnTo>
                  <a:lnTo>
                    <a:pt x="12485" y="2599"/>
                  </a:lnTo>
                  <a:lnTo>
                    <a:pt x="12366" y="2121"/>
                  </a:lnTo>
                  <a:lnTo>
                    <a:pt x="12216" y="1673"/>
                  </a:lnTo>
                  <a:lnTo>
                    <a:pt x="12067" y="1285"/>
                  </a:lnTo>
                  <a:lnTo>
                    <a:pt x="11888" y="956"/>
                  </a:lnTo>
                  <a:lnTo>
                    <a:pt x="11708" y="658"/>
                  </a:lnTo>
                  <a:lnTo>
                    <a:pt x="11499" y="419"/>
                  </a:lnTo>
                  <a:lnTo>
                    <a:pt x="11290" y="240"/>
                  </a:lnTo>
                  <a:lnTo>
                    <a:pt x="11051" y="120"/>
                  </a:lnTo>
                  <a:lnTo>
                    <a:pt x="10812" y="31"/>
                  </a:lnTo>
                  <a:lnTo>
                    <a:pt x="105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51"/>
            <p:cNvSpPr/>
            <p:nvPr/>
          </p:nvSpPr>
          <p:spPr>
            <a:xfrm>
              <a:off x="45325" y="6709375"/>
              <a:ext cx="324850" cy="1087225"/>
            </a:xfrm>
            <a:custGeom>
              <a:rect b="b" l="l" r="r" t="t"/>
              <a:pathLst>
                <a:path extrusionOk="0" h="43489" w="12994">
                  <a:moveTo>
                    <a:pt x="2420" y="1"/>
                  </a:moveTo>
                  <a:lnTo>
                    <a:pt x="2181" y="31"/>
                  </a:lnTo>
                  <a:lnTo>
                    <a:pt x="1942" y="120"/>
                  </a:lnTo>
                  <a:lnTo>
                    <a:pt x="1703" y="240"/>
                  </a:lnTo>
                  <a:lnTo>
                    <a:pt x="1494" y="419"/>
                  </a:lnTo>
                  <a:lnTo>
                    <a:pt x="1285" y="658"/>
                  </a:lnTo>
                  <a:lnTo>
                    <a:pt x="1106" y="956"/>
                  </a:lnTo>
                  <a:lnTo>
                    <a:pt x="926" y="1285"/>
                  </a:lnTo>
                  <a:lnTo>
                    <a:pt x="777" y="1673"/>
                  </a:lnTo>
                  <a:lnTo>
                    <a:pt x="628" y="2121"/>
                  </a:lnTo>
                  <a:lnTo>
                    <a:pt x="508" y="2599"/>
                  </a:lnTo>
                  <a:lnTo>
                    <a:pt x="389" y="3107"/>
                  </a:lnTo>
                  <a:lnTo>
                    <a:pt x="269" y="3674"/>
                  </a:lnTo>
                  <a:lnTo>
                    <a:pt x="210" y="4272"/>
                  </a:lnTo>
                  <a:lnTo>
                    <a:pt x="120" y="4929"/>
                  </a:lnTo>
                  <a:lnTo>
                    <a:pt x="60" y="5616"/>
                  </a:lnTo>
                  <a:lnTo>
                    <a:pt x="0" y="7079"/>
                  </a:lnTo>
                  <a:lnTo>
                    <a:pt x="0" y="8692"/>
                  </a:lnTo>
                  <a:lnTo>
                    <a:pt x="60" y="10395"/>
                  </a:lnTo>
                  <a:lnTo>
                    <a:pt x="150" y="12247"/>
                  </a:lnTo>
                  <a:lnTo>
                    <a:pt x="329" y="14188"/>
                  </a:lnTo>
                  <a:lnTo>
                    <a:pt x="568" y="16219"/>
                  </a:lnTo>
                  <a:lnTo>
                    <a:pt x="867" y="18310"/>
                  </a:lnTo>
                  <a:lnTo>
                    <a:pt x="1225" y="20490"/>
                  </a:lnTo>
                  <a:lnTo>
                    <a:pt x="1643" y="22730"/>
                  </a:lnTo>
                  <a:lnTo>
                    <a:pt x="2091" y="24941"/>
                  </a:lnTo>
                  <a:lnTo>
                    <a:pt x="2599" y="27091"/>
                  </a:lnTo>
                  <a:lnTo>
                    <a:pt x="3137" y="29122"/>
                  </a:lnTo>
                  <a:lnTo>
                    <a:pt x="3704" y="31094"/>
                  </a:lnTo>
                  <a:lnTo>
                    <a:pt x="4272" y="32945"/>
                  </a:lnTo>
                  <a:lnTo>
                    <a:pt x="4869" y="34708"/>
                  </a:lnTo>
                  <a:lnTo>
                    <a:pt x="5496" y="36320"/>
                  </a:lnTo>
                  <a:lnTo>
                    <a:pt x="6094" y="37784"/>
                  </a:lnTo>
                  <a:lnTo>
                    <a:pt x="6721" y="39128"/>
                  </a:lnTo>
                  <a:lnTo>
                    <a:pt x="7049" y="39725"/>
                  </a:lnTo>
                  <a:lnTo>
                    <a:pt x="7348" y="40293"/>
                  </a:lnTo>
                  <a:lnTo>
                    <a:pt x="7647" y="40831"/>
                  </a:lnTo>
                  <a:lnTo>
                    <a:pt x="7975" y="41308"/>
                  </a:lnTo>
                  <a:lnTo>
                    <a:pt x="8274" y="41756"/>
                  </a:lnTo>
                  <a:lnTo>
                    <a:pt x="8573" y="42145"/>
                  </a:lnTo>
                  <a:lnTo>
                    <a:pt x="8871" y="42503"/>
                  </a:lnTo>
                  <a:lnTo>
                    <a:pt x="9170" y="42802"/>
                  </a:lnTo>
                  <a:lnTo>
                    <a:pt x="9469" y="43041"/>
                  </a:lnTo>
                  <a:lnTo>
                    <a:pt x="9738" y="43220"/>
                  </a:lnTo>
                  <a:lnTo>
                    <a:pt x="10006" y="43369"/>
                  </a:lnTo>
                  <a:lnTo>
                    <a:pt x="10275" y="43459"/>
                  </a:lnTo>
                  <a:lnTo>
                    <a:pt x="10544" y="43489"/>
                  </a:lnTo>
                  <a:lnTo>
                    <a:pt x="10813" y="43489"/>
                  </a:lnTo>
                  <a:lnTo>
                    <a:pt x="11052" y="43399"/>
                  </a:lnTo>
                  <a:lnTo>
                    <a:pt x="11291" y="43280"/>
                  </a:lnTo>
                  <a:lnTo>
                    <a:pt x="11500" y="43071"/>
                  </a:lnTo>
                  <a:lnTo>
                    <a:pt x="11709" y="42832"/>
                  </a:lnTo>
                  <a:lnTo>
                    <a:pt x="11888" y="42563"/>
                  </a:lnTo>
                  <a:lnTo>
                    <a:pt x="12067" y="42204"/>
                  </a:lnTo>
                  <a:lnTo>
                    <a:pt x="12217" y="41816"/>
                  </a:lnTo>
                  <a:lnTo>
                    <a:pt x="12366" y="41398"/>
                  </a:lnTo>
                  <a:lnTo>
                    <a:pt x="12485" y="40920"/>
                  </a:lnTo>
                  <a:lnTo>
                    <a:pt x="12605" y="40383"/>
                  </a:lnTo>
                  <a:lnTo>
                    <a:pt x="12695" y="39845"/>
                  </a:lnTo>
                  <a:lnTo>
                    <a:pt x="12784" y="39218"/>
                  </a:lnTo>
                  <a:lnTo>
                    <a:pt x="12844" y="38590"/>
                  </a:lnTo>
                  <a:lnTo>
                    <a:pt x="12904" y="37903"/>
                  </a:lnTo>
                  <a:lnTo>
                    <a:pt x="12963" y="36440"/>
                  </a:lnTo>
                  <a:lnTo>
                    <a:pt x="12993" y="34827"/>
                  </a:lnTo>
                  <a:lnTo>
                    <a:pt x="12933" y="33095"/>
                  </a:lnTo>
                  <a:lnTo>
                    <a:pt x="12814" y="31273"/>
                  </a:lnTo>
                  <a:lnTo>
                    <a:pt x="12635" y="29331"/>
                  </a:lnTo>
                  <a:lnTo>
                    <a:pt x="12426" y="27300"/>
                  </a:lnTo>
                  <a:lnTo>
                    <a:pt x="12127" y="25180"/>
                  </a:lnTo>
                  <a:lnTo>
                    <a:pt x="11769" y="23029"/>
                  </a:lnTo>
                  <a:lnTo>
                    <a:pt x="11350" y="20789"/>
                  </a:lnTo>
                  <a:lnTo>
                    <a:pt x="10873" y="18579"/>
                  </a:lnTo>
                  <a:lnTo>
                    <a:pt x="10395" y="16428"/>
                  </a:lnTo>
                  <a:lnTo>
                    <a:pt x="9857" y="14367"/>
                  </a:lnTo>
                  <a:lnTo>
                    <a:pt x="9290" y="12396"/>
                  </a:lnTo>
                  <a:lnTo>
                    <a:pt x="8692" y="10544"/>
                  </a:lnTo>
                  <a:lnTo>
                    <a:pt x="8095" y="8812"/>
                  </a:lnTo>
                  <a:lnTo>
                    <a:pt x="7497" y="7199"/>
                  </a:lnTo>
                  <a:lnTo>
                    <a:pt x="6870" y="5706"/>
                  </a:lnTo>
                  <a:lnTo>
                    <a:pt x="6243" y="4391"/>
                  </a:lnTo>
                  <a:lnTo>
                    <a:pt x="5944" y="3764"/>
                  </a:lnTo>
                  <a:lnTo>
                    <a:pt x="5646" y="3197"/>
                  </a:lnTo>
                  <a:lnTo>
                    <a:pt x="5317" y="2689"/>
                  </a:lnTo>
                  <a:lnTo>
                    <a:pt x="5018" y="2181"/>
                  </a:lnTo>
                  <a:lnTo>
                    <a:pt x="4720" y="1763"/>
                  </a:lnTo>
                  <a:lnTo>
                    <a:pt x="4421" y="1375"/>
                  </a:lnTo>
                  <a:lnTo>
                    <a:pt x="4122" y="1016"/>
                  </a:lnTo>
                  <a:lnTo>
                    <a:pt x="3824" y="718"/>
                  </a:lnTo>
                  <a:lnTo>
                    <a:pt x="3525" y="479"/>
                  </a:lnTo>
                  <a:lnTo>
                    <a:pt x="3256" y="269"/>
                  </a:lnTo>
                  <a:lnTo>
                    <a:pt x="2957" y="120"/>
                  </a:lnTo>
                  <a:lnTo>
                    <a:pt x="2689" y="31"/>
                  </a:lnTo>
                  <a:lnTo>
                    <a:pt x="24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51"/>
            <p:cNvSpPr/>
            <p:nvPr/>
          </p:nvSpPr>
          <p:spPr>
            <a:xfrm>
              <a:off x="-417625" y="6817650"/>
              <a:ext cx="144875" cy="14225"/>
            </a:xfrm>
            <a:custGeom>
              <a:rect b="b" l="l" r="r" t="t"/>
              <a:pathLst>
                <a:path extrusionOk="0" h="569" w="5795">
                  <a:moveTo>
                    <a:pt x="299" y="1"/>
                  </a:moveTo>
                  <a:lnTo>
                    <a:pt x="179" y="30"/>
                  </a:lnTo>
                  <a:lnTo>
                    <a:pt x="90" y="9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30" y="389"/>
                  </a:lnTo>
                  <a:lnTo>
                    <a:pt x="90" y="478"/>
                  </a:lnTo>
                  <a:lnTo>
                    <a:pt x="179" y="538"/>
                  </a:lnTo>
                  <a:lnTo>
                    <a:pt x="299" y="568"/>
                  </a:lnTo>
                  <a:lnTo>
                    <a:pt x="5496" y="568"/>
                  </a:lnTo>
                  <a:lnTo>
                    <a:pt x="5615" y="538"/>
                  </a:lnTo>
                  <a:lnTo>
                    <a:pt x="5705" y="478"/>
                  </a:lnTo>
                  <a:lnTo>
                    <a:pt x="5765" y="389"/>
                  </a:lnTo>
                  <a:lnTo>
                    <a:pt x="5795" y="269"/>
                  </a:lnTo>
                  <a:lnTo>
                    <a:pt x="5765" y="180"/>
                  </a:lnTo>
                  <a:lnTo>
                    <a:pt x="5705" y="90"/>
                  </a:lnTo>
                  <a:lnTo>
                    <a:pt x="5615" y="30"/>
                  </a:lnTo>
                  <a:lnTo>
                    <a:pt x="54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51"/>
            <p:cNvSpPr/>
            <p:nvPr/>
          </p:nvSpPr>
          <p:spPr>
            <a:xfrm>
              <a:off x="64000" y="6824375"/>
              <a:ext cx="124725" cy="14200"/>
            </a:xfrm>
            <a:custGeom>
              <a:rect b="b" l="l" r="r" t="t"/>
              <a:pathLst>
                <a:path extrusionOk="0" h="568" w="4989">
                  <a:moveTo>
                    <a:pt x="269" y="0"/>
                  </a:moveTo>
                  <a:lnTo>
                    <a:pt x="150" y="30"/>
                  </a:lnTo>
                  <a:lnTo>
                    <a:pt x="60" y="90"/>
                  </a:lnTo>
                  <a:lnTo>
                    <a:pt x="0" y="180"/>
                  </a:lnTo>
                  <a:lnTo>
                    <a:pt x="0" y="299"/>
                  </a:lnTo>
                  <a:lnTo>
                    <a:pt x="0" y="389"/>
                  </a:lnTo>
                  <a:lnTo>
                    <a:pt x="60" y="478"/>
                  </a:lnTo>
                  <a:lnTo>
                    <a:pt x="150" y="538"/>
                  </a:lnTo>
                  <a:lnTo>
                    <a:pt x="269" y="568"/>
                  </a:lnTo>
                  <a:lnTo>
                    <a:pt x="4719" y="568"/>
                  </a:lnTo>
                  <a:lnTo>
                    <a:pt x="4839" y="538"/>
                  </a:lnTo>
                  <a:lnTo>
                    <a:pt x="4899" y="478"/>
                  </a:lnTo>
                  <a:lnTo>
                    <a:pt x="4958" y="389"/>
                  </a:lnTo>
                  <a:lnTo>
                    <a:pt x="4988" y="299"/>
                  </a:lnTo>
                  <a:lnTo>
                    <a:pt x="4958" y="180"/>
                  </a:lnTo>
                  <a:lnTo>
                    <a:pt x="4899" y="90"/>
                  </a:lnTo>
                  <a:lnTo>
                    <a:pt x="4839" y="30"/>
                  </a:lnTo>
                  <a:lnTo>
                    <a:pt x="47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51"/>
            <p:cNvSpPr/>
            <p:nvPr/>
          </p:nvSpPr>
          <p:spPr>
            <a:xfrm>
              <a:off x="357450" y="6605575"/>
              <a:ext cx="342025" cy="1025275"/>
            </a:xfrm>
            <a:custGeom>
              <a:rect b="b" l="l" r="r" t="t"/>
              <a:pathLst>
                <a:path extrusionOk="0" h="41011" w="13681">
                  <a:moveTo>
                    <a:pt x="13680" y="1"/>
                  </a:moveTo>
                  <a:lnTo>
                    <a:pt x="3107" y="2779"/>
                  </a:lnTo>
                  <a:lnTo>
                    <a:pt x="2569" y="3854"/>
                  </a:lnTo>
                  <a:lnTo>
                    <a:pt x="2061" y="5049"/>
                  </a:lnTo>
                  <a:lnTo>
                    <a:pt x="1793" y="5676"/>
                  </a:lnTo>
                  <a:lnTo>
                    <a:pt x="1554" y="6363"/>
                  </a:lnTo>
                  <a:lnTo>
                    <a:pt x="1285" y="7080"/>
                  </a:lnTo>
                  <a:lnTo>
                    <a:pt x="1076" y="7826"/>
                  </a:lnTo>
                  <a:lnTo>
                    <a:pt x="837" y="8603"/>
                  </a:lnTo>
                  <a:lnTo>
                    <a:pt x="658" y="9409"/>
                  </a:lnTo>
                  <a:lnTo>
                    <a:pt x="478" y="10246"/>
                  </a:lnTo>
                  <a:lnTo>
                    <a:pt x="329" y="11112"/>
                  </a:lnTo>
                  <a:lnTo>
                    <a:pt x="180" y="12008"/>
                  </a:lnTo>
                  <a:lnTo>
                    <a:pt x="90" y="12904"/>
                  </a:lnTo>
                  <a:lnTo>
                    <a:pt x="30" y="13860"/>
                  </a:lnTo>
                  <a:lnTo>
                    <a:pt x="0" y="14816"/>
                  </a:lnTo>
                  <a:lnTo>
                    <a:pt x="30" y="15891"/>
                  </a:lnTo>
                  <a:lnTo>
                    <a:pt x="90" y="16936"/>
                  </a:lnTo>
                  <a:lnTo>
                    <a:pt x="239" y="18041"/>
                  </a:lnTo>
                  <a:lnTo>
                    <a:pt x="448" y="19206"/>
                  </a:lnTo>
                  <a:lnTo>
                    <a:pt x="717" y="20580"/>
                  </a:lnTo>
                  <a:lnTo>
                    <a:pt x="1106" y="22133"/>
                  </a:lnTo>
                  <a:lnTo>
                    <a:pt x="2151" y="26166"/>
                  </a:lnTo>
                  <a:lnTo>
                    <a:pt x="4003" y="33095"/>
                  </a:lnTo>
                  <a:lnTo>
                    <a:pt x="6213" y="41010"/>
                  </a:lnTo>
                  <a:lnTo>
                    <a:pt x="10245" y="40622"/>
                  </a:lnTo>
                  <a:lnTo>
                    <a:pt x="136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51"/>
            <p:cNvSpPr/>
            <p:nvPr/>
          </p:nvSpPr>
          <p:spPr>
            <a:xfrm>
              <a:off x="420175" y="7442650"/>
              <a:ext cx="592900" cy="388300"/>
            </a:xfrm>
            <a:custGeom>
              <a:rect b="b" l="l" r="r" t="t"/>
              <a:pathLst>
                <a:path extrusionOk="0" h="15532" w="23716">
                  <a:moveTo>
                    <a:pt x="10215" y="0"/>
                  </a:moveTo>
                  <a:lnTo>
                    <a:pt x="1763" y="568"/>
                  </a:lnTo>
                  <a:lnTo>
                    <a:pt x="1763" y="1314"/>
                  </a:lnTo>
                  <a:lnTo>
                    <a:pt x="1763" y="2240"/>
                  </a:lnTo>
                  <a:lnTo>
                    <a:pt x="1852" y="3256"/>
                  </a:lnTo>
                  <a:lnTo>
                    <a:pt x="1942" y="3823"/>
                  </a:lnTo>
                  <a:lnTo>
                    <a:pt x="2031" y="4391"/>
                  </a:lnTo>
                  <a:lnTo>
                    <a:pt x="2211" y="5138"/>
                  </a:lnTo>
                  <a:lnTo>
                    <a:pt x="2390" y="5735"/>
                  </a:lnTo>
                  <a:lnTo>
                    <a:pt x="2659" y="6631"/>
                  </a:lnTo>
                  <a:lnTo>
                    <a:pt x="2778" y="6989"/>
                  </a:lnTo>
                  <a:lnTo>
                    <a:pt x="2838" y="7318"/>
                  </a:lnTo>
                  <a:lnTo>
                    <a:pt x="2868" y="7647"/>
                  </a:lnTo>
                  <a:lnTo>
                    <a:pt x="2838" y="8005"/>
                  </a:lnTo>
                  <a:lnTo>
                    <a:pt x="2748" y="8363"/>
                  </a:lnTo>
                  <a:lnTo>
                    <a:pt x="2599" y="8692"/>
                  </a:lnTo>
                  <a:lnTo>
                    <a:pt x="2450" y="8961"/>
                  </a:lnTo>
                  <a:lnTo>
                    <a:pt x="2270" y="9230"/>
                  </a:lnTo>
                  <a:lnTo>
                    <a:pt x="2061" y="9469"/>
                  </a:lnTo>
                  <a:lnTo>
                    <a:pt x="1852" y="9707"/>
                  </a:lnTo>
                  <a:lnTo>
                    <a:pt x="1404" y="10126"/>
                  </a:lnTo>
                  <a:lnTo>
                    <a:pt x="926" y="10544"/>
                  </a:lnTo>
                  <a:lnTo>
                    <a:pt x="717" y="10753"/>
                  </a:lnTo>
                  <a:lnTo>
                    <a:pt x="538" y="10992"/>
                  </a:lnTo>
                  <a:lnTo>
                    <a:pt x="359" y="11231"/>
                  </a:lnTo>
                  <a:lnTo>
                    <a:pt x="209" y="11500"/>
                  </a:lnTo>
                  <a:lnTo>
                    <a:pt x="120" y="11798"/>
                  </a:lnTo>
                  <a:lnTo>
                    <a:pt x="30" y="12097"/>
                  </a:lnTo>
                  <a:lnTo>
                    <a:pt x="0" y="12515"/>
                  </a:lnTo>
                  <a:lnTo>
                    <a:pt x="30" y="12933"/>
                  </a:lnTo>
                  <a:lnTo>
                    <a:pt x="120" y="13322"/>
                  </a:lnTo>
                  <a:lnTo>
                    <a:pt x="269" y="13710"/>
                  </a:lnTo>
                  <a:lnTo>
                    <a:pt x="478" y="14098"/>
                  </a:lnTo>
                  <a:lnTo>
                    <a:pt x="687" y="14457"/>
                  </a:lnTo>
                  <a:lnTo>
                    <a:pt x="956" y="14815"/>
                  </a:lnTo>
                  <a:lnTo>
                    <a:pt x="1225" y="15173"/>
                  </a:lnTo>
                  <a:lnTo>
                    <a:pt x="21565" y="15532"/>
                  </a:lnTo>
                  <a:lnTo>
                    <a:pt x="21954" y="15293"/>
                  </a:lnTo>
                  <a:lnTo>
                    <a:pt x="22342" y="15024"/>
                  </a:lnTo>
                  <a:lnTo>
                    <a:pt x="22730" y="14725"/>
                  </a:lnTo>
                  <a:lnTo>
                    <a:pt x="23059" y="14427"/>
                  </a:lnTo>
                  <a:lnTo>
                    <a:pt x="23357" y="14098"/>
                  </a:lnTo>
                  <a:lnTo>
                    <a:pt x="23447" y="13919"/>
                  </a:lnTo>
                  <a:lnTo>
                    <a:pt x="23566" y="13740"/>
                  </a:lnTo>
                  <a:lnTo>
                    <a:pt x="23626" y="13560"/>
                  </a:lnTo>
                  <a:lnTo>
                    <a:pt x="23686" y="13381"/>
                  </a:lnTo>
                  <a:lnTo>
                    <a:pt x="23716" y="13202"/>
                  </a:lnTo>
                  <a:lnTo>
                    <a:pt x="23716" y="13023"/>
                  </a:lnTo>
                  <a:lnTo>
                    <a:pt x="23716" y="12844"/>
                  </a:lnTo>
                  <a:lnTo>
                    <a:pt x="23656" y="12694"/>
                  </a:lnTo>
                  <a:lnTo>
                    <a:pt x="23596" y="12545"/>
                  </a:lnTo>
                  <a:lnTo>
                    <a:pt x="23537" y="12396"/>
                  </a:lnTo>
                  <a:lnTo>
                    <a:pt x="23298" y="12127"/>
                  </a:lnTo>
                  <a:lnTo>
                    <a:pt x="23029" y="11858"/>
                  </a:lnTo>
                  <a:lnTo>
                    <a:pt x="22670" y="11619"/>
                  </a:lnTo>
                  <a:lnTo>
                    <a:pt x="22252" y="11380"/>
                  </a:lnTo>
                  <a:lnTo>
                    <a:pt x="21804" y="11141"/>
                  </a:lnTo>
                  <a:lnTo>
                    <a:pt x="21296" y="10902"/>
                  </a:lnTo>
                  <a:lnTo>
                    <a:pt x="20191" y="10394"/>
                  </a:lnTo>
                  <a:lnTo>
                    <a:pt x="18937" y="9797"/>
                  </a:lnTo>
                  <a:lnTo>
                    <a:pt x="18310" y="9498"/>
                  </a:lnTo>
                  <a:lnTo>
                    <a:pt x="17653" y="9140"/>
                  </a:lnTo>
                  <a:lnTo>
                    <a:pt x="16995" y="8722"/>
                  </a:lnTo>
                  <a:lnTo>
                    <a:pt x="16368" y="8304"/>
                  </a:lnTo>
                  <a:lnTo>
                    <a:pt x="15592" y="7736"/>
                  </a:lnTo>
                  <a:lnTo>
                    <a:pt x="15203" y="7408"/>
                  </a:lnTo>
                  <a:lnTo>
                    <a:pt x="14815" y="7049"/>
                  </a:lnTo>
                  <a:lnTo>
                    <a:pt x="14427" y="6661"/>
                  </a:lnTo>
                  <a:lnTo>
                    <a:pt x="14009" y="6243"/>
                  </a:lnTo>
                  <a:lnTo>
                    <a:pt x="13620" y="5795"/>
                  </a:lnTo>
                  <a:lnTo>
                    <a:pt x="13202" y="5317"/>
                  </a:lnTo>
                  <a:lnTo>
                    <a:pt x="12814" y="4809"/>
                  </a:lnTo>
                  <a:lnTo>
                    <a:pt x="12426" y="4242"/>
                  </a:lnTo>
                  <a:lnTo>
                    <a:pt x="12037" y="3644"/>
                  </a:lnTo>
                  <a:lnTo>
                    <a:pt x="11649" y="2987"/>
                  </a:lnTo>
                  <a:lnTo>
                    <a:pt x="11261" y="2330"/>
                  </a:lnTo>
                  <a:lnTo>
                    <a:pt x="10902" y="1583"/>
                  </a:lnTo>
                  <a:lnTo>
                    <a:pt x="10544" y="837"/>
                  </a:lnTo>
                  <a:lnTo>
                    <a:pt x="102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51"/>
            <p:cNvSpPr/>
            <p:nvPr/>
          </p:nvSpPr>
          <p:spPr>
            <a:xfrm>
              <a:off x="220050" y="5493750"/>
              <a:ext cx="833350" cy="528675"/>
            </a:xfrm>
            <a:custGeom>
              <a:rect b="b" l="l" r="r" t="t"/>
              <a:pathLst>
                <a:path extrusionOk="0" h="21147" w="33334">
                  <a:moveTo>
                    <a:pt x="31243" y="0"/>
                  </a:moveTo>
                  <a:lnTo>
                    <a:pt x="30795" y="388"/>
                  </a:lnTo>
                  <a:lnTo>
                    <a:pt x="30138" y="896"/>
                  </a:lnTo>
                  <a:lnTo>
                    <a:pt x="29331" y="1494"/>
                  </a:lnTo>
                  <a:lnTo>
                    <a:pt x="28376" y="2121"/>
                  </a:lnTo>
                  <a:lnTo>
                    <a:pt x="27778" y="2479"/>
                  </a:lnTo>
                  <a:lnTo>
                    <a:pt x="27151" y="2808"/>
                  </a:lnTo>
                  <a:lnTo>
                    <a:pt x="26554" y="3136"/>
                  </a:lnTo>
                  <a:lnTo>
                    <a:pt x="25956" y="3435"/>
                  </a:lnTo>
                  <a:lnTo>
                    <a:pt x="25359" y="3674"/>
                  </a:lnTo>
                  <a:lnTo>
                    <a:pt x="24791" y="3943"/>
                  </a:lnTo>
                  <a:lnTo>
                    <a:pt x="23626" y="4361"/>
                  </a:lnTo>
                  <a:lnTo>
                    <a:pt x="22462" y="4719"/>
                  </a:lnTo>
                  <a:lnTo>
                    <a:pt x="21327" y="5048"/>
                  </a:lnTo>
                  <a:lnTo>
                    <a:pt x="20192" y="5347"/>
                  </a:lnTo>
                  <a:lnTo>
                    <a:pt x="19027" y="5615"/>
                  </a:lnTo>
                  <a:lnTo>
                    <a:pt x="16727" y="6183"/>
                  </a:lnTo>
                  <a:lnTo>
                    <a:pt x="15562" y="6482"/>
                  </a:lnTo>
                  <a:lnTo>
                    <a:pt x="14367" y="6840"/>
                  </a:lnTo>
                  <a:lnTo>
                    <a:pt x="13143" y="7258"/>
                  </a:lnTo>
                  <a:lnTo>
                    <a:pt x="11918" y="7766"/>
                  </a:lnTo>
                  <a:lnTo>
                    <a:pt x="11291" y="8035"/>
                  </a:lnTo>
                  <a:lnTo>
                    <a:pt x="10664" y="8333"/>
                  </a:lnTo>
                  <a:lnTo>
                    <a:pt x="10007" y="8662"/>
                  </a:lnTo>
                  <a:lnTo>
                    <a:pt x="9349" y="9020"/>
                  </a:lnTo>
                  <a:lnTo>
                    <a:pt x="8603" y="9439"/>
                  </a:lnTo>
                  <a:lnTo>
                    <a:pt x="7707" y="10036"/>
                  </a:lnTo>
                  <a:lnTo>
                    <a:pt x="7020" y="10484"/>
                  </a:lnTo>
                  <a:lnTo>
                    <a:pt x="6422" y="10902"/>
                  </a:lnTo>
                  <a:lnTo>
                    <a:pt x="5496" y="11649"/>
                  </a:lnTo>
                  <a:lnTo>
                    <a:pt x="1" y="16219"/>
                  </a:lnTo>
                  <a:lnTo>
                    <a:pt x="1" y="16667"/>
                  </a:lnTo>
                  <a:lnTo>
                    <a:pt x="60" y="17085"/>
                  </a:lnTo>
                  <a:lnTo>
                    <a:pt x="120" y="17503"/>
                  </a:lnTo>
                  <a:lnTo>
                    <a:pt x="210" y="17921"/>
                  </a:lnTo>
                  <a:lnTo>
                    <a:pt x="359" y="18309"/>
                  </a:lnTo>
                  <a:lnTo>
                    <a:pt x="508" y="18698"/>
                  </a:lnTo>
                  <a:lnTo>
                    <a:pt x="688" y="19056"/>
                  </a:lnTo>
                  <a:lnTo>
                    <a:pt x="897" y="19385"/>
                  </a:lnTo>
                  <a:lnTo>
                    <a:pt x="1136" y="19683"/>
                  </a:lnTo>
                  <a:lnTo>
                    <a:pt x="1404" y="19982"/>
                  </a:lnTo>
                  <a:lnTo>
                    <a:pt x="1673" y="20251"/>
                  </a:lnTo>
                  <a:lnTo>
                    <a:pt x="1972" y="20460"/>
                  </a:lnTo>
                  <a:lnTo>
                    <a:pt x="2301" y="20669"/>
                  </a:lnTo>
                  <a:lnTo>
                    <a:pt x="2629" y="20848"/>
                  </a:lnTo>
                  <a:lnTo>
                    <a:pt x="2958" y="20968"/>
                  </a:lnTo>
                  <a:lnTo>
                    <a:pt x="3316" y="21087"/>
                  </a:lnTo>
                  <a:lnTo>
                    <a:pt x="3674" y="21147"/>
                  </a:lnTo>
                  <a:lnTo>
                    <a:pt x="4361" y="21147"/>
                  </a:lnTo>
                  <a:lnTo>
                    <a:pt x="4690" y="21117"/>
                  </a:lnTo>
                  <a:lnTo>
                    <a:pt x="4989" y="21057"/>
                  </a:lnTo>
                  <a:lnTo>
                    <a:pt x="5287" y="20968"/>
                  </a:lnTo>
                  <a:lnTo>
                    <a:pt x="5556" y="20878"/>
                  </a:lnTo>
                  <a:lnTo>
                    <a:pt x="5825" y="20788"/>
                  </a:lnTo>
                  <a:lnTo>
                    <a:pt x="6273" y="20550"/>
                  </a:lnTo>
                  <a:lnTo>
                    <a:pt x="6631" y="20340"/>
                  </a:lnTo>
                  <a:lnTo>
                    <a:pt x="6870" y="20161"/>
                  </a:lnTo>
                  <a:lnTo>
                    <a:pt x="7020" y="20042"/>
                  </a:lnTo>
                  <a:lnTo>
                    <a:pt x="8095" y="19713"/>
                  </a:lnTo>
                  <a:lnTo>
                    <a:pt x="9230" y="19355"/>
                  </a:lnTo>
                  <a:lnTo>
                    <a:pt x="10365" y="18937"/>
                  </a:lnTo>
                  <a:lnTo>
                    <a:pt x="11500" y="18518"/>
                  </a:lnTo>
                  <a:lnTo>
                    <a:pt x="12665" y="18041"/>
                  </a:lnTo>
                  <a:lnTo>
                    <a:pt x="13860" y="17533"/>
                  </a:lnTo>
                  <a:lnTo>
                    <a:pt x="15054" y="16995"/>
                  </a:lnTo>
                  <a:lnTo>
                    <a:pt x="16249" y="16428"/>
                  </a:lnTo>
                  <a:lnTo>
                    <a:pt x="17742" y="15621"/>
                  </a:lnTo>
                  <a:lnTo>
                    <a:pt x="19206" y="14815"/>
                  </a:lnTo>
                  <a:lnTo>
                    <a:pt x="20580" y="13979"/>
                  </a:lnTo>
                  <a:lnTo>
                    <a:pt x="21894" y="13112"/>
                  </a:lnTo>
                  <a:lnTo>
                    <a:pt x="23149" y="12246"/>
                  </a:lnTo>
                  <a:lnTo>
                    <a:pt x="24343" y="11350"/>
                  </a:lnTo>
                  <a:lnTo>
                    <a:pt x="25478" y="10454"/>
                  </a:lnTo>
                  <a:lnTo>
                    <a:pt x="26583" y="9558"/>
                  </a:lnTo>
                  <a:lnTo>
                    <a:pt x="27599" y="8662"/>
                  </a:lnTo>
                  <a:lnTo>
                    <a:pt x="28585" y="7766"/>
                  </a:lnTo>
                  <a:lnTo>
                    <a:pt x="29481" y="6870"/>
                  </a:lnTo>
                  <a:lnTo>
                    <a:pt x="30347" y="5974"/>
                  </a:lnTo>
                  <a:lnTo>
                    <a:pt x="31183" y="5108"/>
                  </a:lnTo>
                  <a:lnTo>
                    <a:pt x="31930" y="4241"/>
                  </a:lnTo>
                  <a:lnTo>
                    <a:pt x="32647" y="3405"/>
                  </a:lnTo>
                  <a:lnTo>
                    <a:pt x="33334" y="2599"/>
                  </a:lnTo>
                  <a:lnTo>
                    <a:pt x="31243" y="0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51"/>
            <p:cNvSpPr/>
            <p:nvPr/>
          </p:nvSpPr>
          <p:spPr>
            <a:xfrm>
              <a:off x="-537100" y="6150100"/>
              <a:ext cx="1253750" cy="1415025"/>
            </a:xfrm>
            <a:custGeom>
              <a:rect b="b" l="l" r="r" t="t"/>
              <a:pathLst>
                <a:path extrusionOk="0" h="56601" w="50150">
                  <a:moveTo>
                    <a:pt x="2778" y="0"/>
                  </a:moveTo>
                  <a:lnTo>
                    <a:pt x="2449" y="478"/>
                  </a:lnTo>
                  <a:lnTo>
                    <a:pt x="2001" y="1195"/>
                  </a:lnTo>
                  <a:lnTo>
                    <a:pt x="1733" y="1643"/>
                  </a:lnTo>
                  <a:lnTo>
                    <a:pt x="1464" y="2181"/>
                  </a:lnTo>
                  <a:lnTo>
                    <a:pt x="1225" y="2748"/>
                  </a:lnTo>
                  <a:lnTo>
                    <a:pt x="956" y="3405"/>
                  </a:lnTo>
                  <a:lnTo>
                    <a:pt x="717" y="4092"/>
                  </a:lnTo>
                  <a:lnTo>
                    <a:pt x="478" y="4809"/>
                  </a:lnTo>
                  <a:lnTo>
                    <a:pt x="299" y="5616"/>
                  </a:lnTo>
                  <a:lnTo>
                    <a:pt x="150" y="6452"/>
                  </a:lnTo>
                  <a:lnTo>
                    <a:pt x="30" y="7318"/>
                  </a:lnTo>
                  <a:lnTo>
                    <a:pt x="0" y="8244"/>
                  </a:lnTo>
                  <a:lnTo>
                    <a:pt x="0" y="9230"/>
                  </a:lnTo>
                  <a:lnTo>
                    <a:pt x="30" y="9708"/>
                  </a:lnTo>
                  <a:lnTo>
                    <a:pt x="90" y="10215"/>
                  </a:lnTo>
                  <a:lnTo>
                    <a:pt x="179" y="10753"/>
                  </a:lnTo>
                  <a:lnTo>
                    <a:pt x="269" y="11291"/>
                  </a:lnTo>
                  <a:lnTo>
                    <a:pt x="389" y="11798"/>
                  </a:lnTo>
                  <a:lnTo>
                    <a:pt x="508" y="12306"/>
                  </a:lnTo>
                  <a:lnTo>
                    <a:pt x="657" y="12784"/>
                  </a:lnTo>
                  <a:lnTo>
                    <a:pt x="807" y="13262"/>
                  </a:lnTo>
                  <a:lnTo>
                    <a:pt x="1165" y="14128"/>
                  </a:lnTo>
                  <a:lnTo>
                    <a:pt x="1553" y="14964"/>
                  </a:lnTo>
                  <a:lnTo>
                    <a:pt x="1972" y="15711"/>
                  </a:lnTo>
                  <a:lnTo>
                    <a:pt x="2420" y="16428"/>
                  </a:lnTo>
                  <a:lnTo>
                    <a:pt x="2868" y="17055"/>
                  </a:lnTo>
                  <a:lnTo>
                    <a:pt x="3316" y="17623"/>
                  </a:lnTo>
                  <a:lnTo>
                    <a:pt x="3764" y="18160"/>
                  </a:lnTo>
                  <a:lnTo>
                    <a:pt x="4182" y="18608"/>
                  </a:lnTo>
                  <a:lnTo>
                    <a:pt x="4570" y="18997"/>
                  </a:lnTo>
                  <a:lnTo>
                    <a:pt x="5227" y="19594"/>
                  </a:lnTo>
                  <a:lnTo>
                    <a:pt x="5645" y="19922"/>
                  </a:lnTo>
                  <a:lnTo>
                    <a:pt x="33303" y="19743"/>
                  </a:lnTo>
                  <a:lnTo>
                    <a:pt x="33303" y="19743"/>
                  </a:lnTo>
                  <a:lnTo>
                    <a:pt x="33244" y="21028"/>
                  </a:lnTo>
                  <a:lnTo>
                    <a:pt x="33244" y="22342"/>
                  </a:lnTo>
                  <a:lnTo>
                    <a:pt x="33244" y="23746"/>
                  </a:lnTo>
                  <a:lnTo>
                    <a:pt x="33273" y="25179"/>
                  </a:lnTo>
                  <a:lnTo>
                    <a:pt x="33333" y="26673"/>
                  </a:lnTo>
                  <a:lnTo>
                    <a:pt x="33423" y="28226"/>
                  </a:lnTo>
                  <a:lnTo>
                    <a:pt x="33572" y="29809"/>
                  </a:lnTo>
                  <a:lnTo>
                    <a:pt x="33722" y="31452"/>
                  </a:lnTo>
                  <a:lnTo>
                    <a:pt x="33960" y="33124"/>
                  </a:lnTo>
                  <a:lnTo>
                    <a:pt x="34199" y="34857"/>
                  </a:lnTo>
                  <a:lnTo>
                    <a:pt x="34528" y="36619"/>
                  </a:lnTo>
                  <a:lnTo>
                    <a:pt x="34886" y="38411"/>
                  </a:lnTo>
                  <a:lnTo>
                    <a:pt x="35305" y="40233"/>
                  </a:lnTo>
                  <a:lnTo>
                    <a:pt x="35782" y="42085"/>
                  </a:lnTo>
                  <a:lnTo>
                    <a:pt x="36320" y="43966"/>
                  </a:lnTo>
                  <a:lnTo>
                    <a:pt x="36947" y="45878"/>
                  </a:lnTo>
                  <a:lnTo>
                    <a:pt x="37455" y="47371"/>
                  </a:lnTo>
                  <a:lnTo>
                    <a:pt x="37993" y="48835"/>
                  </a:lnTo>
                  <a:lnTo>
                    <a:pt x="38560" y="50239"/>
                  </a:lnTo>
                  <a:lnTo>
                    <a:pt x="39128" y="51613"/>
                  </a:lnTo>
                  <a:lnTo>
                    <a:pt x="39725" y="52927"/>
                  </a:lnTo>
                  <a:lnTo>
                    <a:pt x="40322" y="54181"/>
                  </a:lnTo>
                  <a:lnTo>
                    <a:pt x="40920" y="55406"/>
                  </a:lnTo>
                  <a:lnTo>
                    <a:pt x="41517" y="56601"/>
                  </a:lnTo>
                  <a:lnTo>
                    <a:pt x="50149" y="55048"/>
                  </a:lnTo>
                  <a:lnTo>
                    <a:pt x="49880" y="52748"/>
                  </a:lnTo>
                  <a:lnTo>
                    <a:pt x="49671" y="50567"/>
                  </a:lnTo>
                  <a:lnTo>
                    <a:pt x="49492" y="48536"/>
                  </a:lnTo>
                  <a:lnTo>
                    <a:pt x="49402" y="46625"/>
                  </a:lnTo>
                  <a:lnTo>
                    <a:pt x="49343" y="44833"/>
                  </a:lnTo>
                  <a:lnTo>
                    <a:pt x="49313" y="43220"/>
                  </a:lnTo>
                  <a:lnTo>
                    <a:pt x="49343" y="41726"/>
                  </a:lnTo>
                  <a:lnTo>
                    <a:pt x="49373" y="40382"/>
                  </a:lnTo>
                  <a:lnTo>
                    <a:pt x="49432" y="37873"/>
                  </a:lnTo>
                  <a:lnTo>
                    <a:pt x="49492" y="35394"/>
                  </a:lnTo>
                  <a:lnTo>
                    <a:pt x="49552" y="30376"/>
                  </a:lnTo>
                  <a:lnTo>
                    <a:pt x="49582" y="27897"/>
                  </a:lnTo>
                  <a:lnTo>
                    <a:pt x="49641" y="25388"/>
                  </a:lnTo>
                  <a:lnTo>
                    <a:pt x="49731" y="22909"/>
                  </a:lnTo>
                  <a:lnTo>
                    <a:pt x="49910" y="20400"/>
                  </a:lnTo>
                  <a:lnTo>
                    <a:pt x="49970" y="19534"/>
                  </a:lnTo>
                  <a:lnTo>
                    <a:pt x="50000" y="18608"/>
                  </a:lnTo>
                  <a:lnTo>
                    <a:pt x="50000" y="17593"/>
                  </a:lnTo>
                  <a:lnTo>
                    <a:pt x="49970" y="17085"/>
                  </a:lnTo>
                  <a:lnTo>
                    <a:pt x="49940" y="16577"/>
                  </a:lnTo>
                  <a:lnTo>
                    <a:pt x="49850" y="16069"/>
                  </a:lnTo>
                  <a:lnTo>
                    <a:pt x="49761" y="15562"/>
                  </a:lnTo>
                  <a:lnTo>
                    <a:pt x="49611" y="15084"/>
                  </a:lnTo>
                  <a:lnTo>
                    <a:pt x="49462" y="14576"/>
                  </a:lnTo>
                  <a:lnTo>
                    <a:pt x="49253" y="14098"/>
                  </a:lnTo>
                  <a:lnTo>
                    <a:pt x="48984" y="13650"/>
                  </a:lnTo>
                  <a:lnTo>
                    <a:pt x="48686" y="13202"/>
                  </a:lnTo>
                  <a:lnTo>
                    <a:pt x="48327" y="12784"/>
                  </a:lnTo>
                  <a:lnTo>
                    <a:pt x="47939" y="12366"/>
                  </a:lnTo>
                  <a:lnTo>
                    <a:pt x="47491" y="12007"/>
                  </a:lnTo>
                  <a:lnTo>
                    <a:pt x="46983" y="11649"/>
                  </a:lnTo>
                  <a:lnTo>
                    <a:pt x="46416" y="11291"/>
                  </a:lnTo>
                  <a:lnTo>
                    <a:pt x="45758" y="10962"/>
                  </a:lnTo>
                  <a:lnTo>
                    <a:pt x="45042" y="10604"/>
                  </a:lnTo>
                  <a:lnTo>
                    <a:pt x="43309" y="9797"/>
                  </a:lnTo>
                  <a:lnTo>
                    <a:pt x="41995" y="9200"/>
                  </a:lnTo>
                  <a:lnTo>
                    <a:pt x="40830" y="8722"/>
                  </a:lnTo>
                  <a:lnTo>
                    <a:pt x="39785" y="8334"/>
                  </a:lnTo>
                  <a:lnTo>
                    <a:pt x="38889" y="8035"/>
                  </a:lnTo>
                  <a:lnTo>
                    <a:pt x="29809" y="4600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51"/>
            <p:cNvSpPr/>
            <p:nvPr/>
          </p:nvSpPr>
          <p:spPr>
            <a:xfrm>
              <a:off x="-847725" y="5546000"/>
              <a:ext cx="426375" cy="878900"/>
            </a:xfrm>
            <a:custGeom>
              <a:rect b="b" l="l" r="r" t="t"/>
              <a:pathLst>
                <a:path extrusionOk="0" h="35156" w="17055">
                  <a:moveTo>
                    <a:pt x="6332" y="1"/>
                  </a:moveTo>
                  <a:lnTo>
                    <a:pt x="5705" y="31"/>
                  </a:lnTo>
                  <a:lnTo>
                    <a:pt x="5048" y="120"/>
                  </a:lnTo>
                  <a:lnTo>
                    <a:pt x="4450" y="300"/>
                  </a:lnTo>
                  <a:lnTo>
                    <a:pt x="3853" y="509"/>
                  </a:lnTo>
                  <a:lnTo>
                    <a:pt x="3286" y="778"/>
                  </a:lnTo>
                  <a:lnTo>
                    <a:pt x="2778" y="1106"/>
                  </a:lnTo>
                  <a:lnTo>
                    <a:pt x="2270" y="1465"/>
                  </a:lnTo>
                  <a:lnTo>
                    <a:pt x="1822" y="1883"/>
                  </a:lnTo>
                  <a:lnTo>
                    <a:pt x="1434" y="2331"/>
                  </a:lnTo>
                  <a:lnTo>
                    <a:pt x="1075" y="2809"/>
                  </a:lnTo>
                  <a:lnTo>
                    <a:pt x="747" y="3316"/>
                  </a:lnTo>
                  <a:lnTo>
                    <a:pt x="508" y="3884"/>
                  </a:lnTo>
                  <a:lnTo>
                    <a:pt x="299" y="4451"/>
                  </a:lnTo>
                  <a:lnTo>
                    <a:pt x="119" y="5019"/>
                  </a:lnTo>
                  <a:lnTo>
                    <a:pt x="30" y="5646"/>
                  </a:lnTo>
                  <a:lnTo>
                    <a:pt x="0" y="6243"/>
                  </a:lnTo>
                  <a:lnTo>
                    <a:pt x="30" y="6871"/>
                  </a:lnTo>
                  <a:lnTo>
                    <a:pt x="119" y="7528"/>
                  </a:lnTo>
                  <a:lnTo>
                    <a:pt x="4600" y="30078"/>
                  </a:lnTo>
                  <a:lnTo>
                    <a:pt x="4749" y="30706"/>
                  </a:lnTo>
                  <a:lnTo>
                    <a:pt x="4958" y="31303"/>
                  </a:lnTo>
                  <a:lnTo>
                    <a:pt x="5227" y="31870"/>
                  </a:lnTo>
                  <a:lnTo>
                    <a:pt x="5556" y="32378"/>
                  </a:lnTo>
                  <a:lnTo>
                    <a:pt x="5944" y="32856"/>
                  </a:lnTo>
                  <a:lnTo>
                    <a:pt x="6332" y="33304"/>
                  </a:lnTo>
                  <a:lnTo>
                    <a:pt x="6780" y="33722"/>
                  </a:lnTo>
                  <a:lnTo>
                    <a:pt x="7288" y="34081"/>
                  </a:lnTo>
                  <a:lnTo>
                    <a:pt x="7796" y="34379"/>
                  </a:lnTo>
                  <a:lnTo>
                    <a:pt x="8333" y="34648"/>
                  </a:lnTo>
                  <a:lnTo>
                    <a:pt x="8901" y="34857"/>
                  </a:lnTo>
                  <a:lnTo>
                    <a:pt x="9498" y="35007"/>
                  </a:lnTo>
                  <a:lnTo>
                    <a:pt x="10095" y="35096"/>
                  </a:lnTo>
                  <a:lnTo>
                    <a:pt x="10723" y="35156"/>
                  </a:lnTo>
                  <a:lnTo>
                    <a:pt x="11350" y="35126"/>
                  </a:lnTo>
                  <a:lnTo>
                    <a:pt x="11977" y="35036"/>
                  </a:lnTo>
                  <a:lnTo>
                    <a:pt x="12604" y="34857"/>
                  </a:lnTo>
                  <a:lnTo>
                    <a:pt x="13202" y="34648"/>
                  </a:lnTo>
                  <a:lnTo>
                    <a:pt x="13769" y="34379"/>
                  </a:lnTo>
                  <a:lnTo>
                    <a:pt x="14277" y="34051"/>
                  </a:lnTo>
                  <a:lnTo>
                    <a:pt x="14785" y="33692"/>
                  </a:lnTo>
                  <a:lnTo>
                    <a:pt x="15203" y="33274"/>
                  </a:lnTo>
                  <a:lnTo>
                    <a:pt x="15621" y="32826"/>
                  </a:lnTo>
                  <a:lnTo>
                    <a:pt x="15980" y="32348"/>
                  </a:lnTo>
                  <a:lnTo>
                    <a:pt x="16278" y="31841"/>
                  </a:lnTo>
                  <a:lnTo>
                    <a:pt x="16547" y="31273"/>
                  </a:lnTo>
                  <a:lnTo>
                    <a:pt x="16756" y="30706"/>
                  </a:lnTo>
                  <a:lnTo>
                    <a:pt x="16905" y="30138"/>
                  </a:lnTo>
                  <a:lnTo>
                    <a:pt x="17025" y="29511"/>
                  </a:lnTo>
                  <a:lnTo>
                    <a:pt x="17055" y="28913"/>
                  </a:lnTo>
                  <a:lnTo>
                    <a:pt x="17025" y="28286"/>
                  </a:lnTo>
                  <a:lnTo>
                    <a:pt x="16935" y="27629"/>
                  </a:lnTo>
                  <a:lnTo>
                    <a:pt x="12455" y="5079"/>
                  </a:lnTo>
                  <a:lnTo>
                    <a:pt x="12276" y="4451"/>
                  </a:lnTo>
                  <a:lnTo>
                    <a:pt x="12067" y="3854"/>
                  </a:lnTo>
                  <a:lnTo>
                    <a:pt x="11798" y="3286"/>
                  </a:lnTo>
                  <a:lnTo>
                    <a:pt x="11469" y="2779"/>
                  </a:lnTo>
                  <a:lnTo>
                    <a:pt x="11111" y="2301"/>
                  </a:lnTo>
                  <a:lnTo>
                    <a:pt x="10693" y="1853"/>
                  </a:lnTo>
                  <a:lnTo>
                    <a:pt x="10245" y="1435"/>
                  </a:lnTo>
                  <a:lnTo>
                    <a:pt x="9767" y="1076"/>
                  </a:lnTo>
                  <a:lnTo>
                    <a:pt x="9259" y="778"/>
                  </a:lnTo>
                  <a:lnTo>
                    <a:pt x="8722" y="509"/>
                  </a:lnTo>
                  <a:lnTo>
                    <a:pt x="8124" y="300"/>
                  </a:lnTo>
                  <a:lnTo>
                    <a:pt x="7557" y="150"/>
                  </a:lnTo>
                  <a:lnTo>
                    <a:pt x="6929" y="61"/>
                  </a:lnTo>
                  <a:lnTo>
                    <a:pt x="63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51"/>
            <p:cNvSpPr/>
            <p:nvPr/>
          </p:nvSpPr>
          <p:spPr>
            <a:xfrm>
              <a:off x="-674500" y="6078425"/>
              <a:ext cx="295725" cy="703400"/>
            </a:xfrm>
            <a:custGeom>
              <a:rect b="b" l="l" r="r" t="t"/>
              <a:pathLst>
                <a:path extrusionOk="0" h="28136" w="11829">
                  <a:moveTo>
                    <a:pt x="6362" y="0"/>
                  </a:moveTo>
                  <a:lnTo>
                    <a:pt x="120" y="1254"/>
                  </a:lnTo>
                  <a:lnTo>
                    <a:pt x="60" y="1284"/>
                  </a:lnTo>
                  <a:lnTo>
                    <a:pt x="0" y="1314"/>
                  </a:lnTo>
                  <a:lnTo>
                    <a:pt x="0" y="1374"/>
                  </a:lnTo>
                  <a:lnTo>
                    <a:pt x="0" y="1434"/>
                  </a:lnTo>
                  <a:lnTo>
                    <a:pt x="5257" y="27987"/>
                  </a:lnTo>
                  <a:lnTo>
                    <a:pt x="5287" y="28046"/>
                  </a:lnTo>
                  <a:lnTo>
                    <a:pt x="5317" y="28106"/>
                  </a:lnTo>
                  <a:lnTo>
                    <a:pt x="5377" y="28136"/>
                  </a:lnTo>
                  <a:lnTo>
                    <a:pt x="5436" y="28136"/>
                  </a:lnTo>
                  <a:lnTo>
                    <a:pt x="11709" y="26881"/>
                  </a:lnTo>
                  <a:lnTo>
                    <a:pt x="11769" y="26852"/>
                  </a:lnTo>
                  <a:lnTo>
                    <a:pt x="11798" y="26822"/>
                  </a:lnTo>
                  <a:lnTo>
                    <a:pt x="11828" y="26762"/>
                  </a:lnTo>
                  <a:lnTo>
                    <a:pt x="11828" y="26702"/>
                  </a:lnTo>
                  <a:lnTo>
                    <a:pt x="6571" y="149"/>
                  </a:lnTo>
                  <a:lnTo>
                    <a:pt x="6542" y="90"/>
                  </a:lnTo>
                  <a:lnTo>
                    <a:pt x="6482" y="30"/>
                  </a:lnTo>
                  <a:lnTo>
                    <a:pt x="64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51"/>
            <p:cNvSpPr/>
            <p:nvPr/>
          </p:nvSpPr>
          <p:spPr>
            <a:xfrm>
              <a:off x="-575925" y="6641425"/>
              <a:ext cx="187450" cy="13475"/>
            </a:xfrm>
            <a:custGeom>
              <a:rect b="b" l="l" r="r" t="t"/>
              <a:pathLst>
                <a:path extrusionOk="0" h="539" w="7498">
                  <a:moveTo>
                    <a:pt x="299" y="1"/>
                  </a:moveTo>
                  <a:lnTo>
                    <a:pt x="179" y="31"/>
                  </a:lnTo>
                  <a:lnTo>
                    <a:pt x="90" y="9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30" y="389"/>
                  </a:lnTo>
                  <a:lnTo>
                    <a:pt x="90" y="479"/>
                  </a:lnTo>
                  <a:lnTo>
                    <a:pt x="179" y="538"/>
                  </a:lnTo>
                  <a:lnTo>
                    <a:pt x="7318" y="538"/>
                  </a:lnTo>
                  <a:lnTo>
                    <a:pt x="7407" y="479"/>
                  </a:lnTo>
                  <a:lnTo>
                    <a:pt x="7467" y="389"/>
                  </a:lnTo>
                  <a:lnTo>
                    <a:pt x="7497" y="269"/>
                  </a:lnTo>
                  <a:lnTo>
                    <a:pt x="7467" y="180"/>
                  </a:lnTo>
                  <a:lnTo>
                    <a:pt x="7407" y="90"/>
                  </a:lnTo>
                  <a:lnTo>
                    <a:pt x="7318" y="31"/>
                  </a:lnTo>
                  <a:lnTo>
                    <a:pt x="72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51"/>
            <p:cNvSpPr/>
            <p:nvPr/>
          </p:nvSpPr>
          <p:spPr>
            <a:xfrm>
              <a:off x="-526650" y="4999425"/>
              <a:ext cx="734775" cy="1413525"/>
            </a:xfrm>
            <a:custGeom>
              <a:rect b="b" l="l" r="r" t="t"/>
              <a:pathLst>
                <a:path extrusionOk="0" h="56541" w="29391">
                  <a:moveTo>
                    <a:pt x="15980" y="0"/>
                  </a:moveTo>
                  <a:lnTo>
                    <a:pt x="15054" y="807"/>
                  </a:lnTo>
                  <a:lnTo>
                    <a:pt x="14158" y="1643"/>
                  </a:lnTo>
                  <a:lnTo>
                    <a:pt x="13322" y="2479"/>
                  </a:lnTo>
                  <a:lnTo>
                    <a:pt x="12485" y="3346"/>
                  </a:lnTo>
                  <a:lnTo>
                    <a:pt x="11888" y="4033"/>
                  </a:lnTo>
                  <a:lnTo>
                    <a:pt x="11261" y="4720"/>
                  </a:lnTo>
                  <a:lnTo>
                    <a:pt x="10693" y="5436"/>
                  </a:lnTo>
                  <a:lnTo>
                    <a:pt x="10126" y="6153"/>
                  </a:lnTo>
                  <a:lnTo>
                    <a:pt x="9588" y="6870"/>
                  </a:lnTo>
                  <a:lnTo>
                    <a:pt x="9050" y="7587"/>
                  </a:lnTo>
                  <a:lnTo>
                    <a:pt x="8543" y="8334"/>
                  </a:lnTo>
                  <a:lnTo>
                    <a:pt x="8065" y="9080"/>
                  </a:lnTo>
                  <a:lnTo>
                    <a:pt x="7587" y="9827"/>
                  </a:lnTo>
                  <a:lnTo>
                    <a:pt x="7139" y="10574"/>
                  </a:lnTo>
                  <a:lnTo>
                    <a:pt x="6273" y="12097"/>
                  </a:lnTo>
                  <a:lnTo>
                    <a:pt x="5496" y="13650"/>
                  </a:lnTo>
                  <a:lnTo>
                    <a:pt x="4779" y="15203"/>
                  </a:lnTo>
                  <a:lnTo>
                    <a:pt x="4092" y="16786"/>
                  </a:lnTo>
                  <a:lnTo>
                    <a:pt x="3495" y="18369"/>
                  </a:lnTo>
                  <a:lnTo>
                    <a:pt x="2957" y="19952"/>
                  </a:lnTo>
                  <a:lnTo>
                    <a:pt x="2479" y="21565"/>
                  </a:lnTo>
                  <a:lnTo>
                    <a:pt x="2031" y="23148"/>
                  </a:lnTo>
                  <a:lnTo>
                    <a:pt x="1643" y="24761"/>
                  </a:lnTo>
                  <a:lnTo>
                    <a:pt x="1315" y="26344"/>
                  </a:lnTo>
                  <a:lnTo>
                    <a:pt x="1016" y="27927"/>
                  </a:lnTo>
                  <a:lnTo>
                    <a:pt x="747" y="29480"/>
                  </a:lnTo>
                  <a:lnTo>
                    <a:pt x="538" y="31034"/>
                  </a:lnTo>
                  <a:lnTo>
                    <a:pt x="389" y="32587"/>
                  </a:lnTo>
                  <a:lnTo>
                    <a:pt x="239" y="34080"/>
                  </a:lnTo>
                  <a:lnTo>
                    <a:pt x="150" y="35573"/>
                  </a:lnTo>
                  <a:lnTo>
                    <a:pt x="60" y="37037"/>
                  </a:lnTo>
                  <a:lnTo>
                    <a:pt x="30" y="38501"/>
                  </a:lnTo>
                  <a:lnTo>
                    <a:pt x="0" y="39875"/>
                  </a:lnTo>
                  <a:lnTo>
                    <a:pt x="0" y="41248"/>
                  </a:lnTo>
                  <a:lnTo>
                    <a:pt x="30" y="42593"/>
                  </a:lnTo>
                  <a:lnTo>
                    <a:pt x="60" y="43877"/>
                  </a:lnTo>
                  <a:lnTo>
                    <a:pt x="120" y="45101"/>
                  </a:lnTo>
                  <a:lnTo>
                    <a:pt x="299" y="47461"/>
                  </a:lnTo>
                  <a:lnTo>
                    <a:pt x="478" y="49552"/>
                  </a:lnTo>
                  <a:lnTo>
                    <a:pt x="837" y="50149"/>
                  </a:lnTo>
                  <a:lnTo>
                    <a:pt x="1225" y="50687"/>
                  </a:lnTo>
                  <a:lnTo>
                    <a:pt x="1583" y="51165"/>
                  </a:lnTo>
                  <a:lnTo>
                    <a:pt x="1972" y="51643"/>
                  </a:lnTo>
                  <a:lnTo>
                    <a:pt x="2330" y="52061"/>
                  </a:lnTo>
                  <a:lnTo>
                    <a:pt x="2718" y="52479"/>
                  </a:lnTo>
                  <a:lnTo>
                    <a:pt x="3077" y="52837"/>
                  </a:lnTo>
                  <a:lnTo>
                    <a:pt x="3435" y="53166"/>
                  </a:lnTo>
                  <a:lnTo>
                    <a:pt x="4152" y="53763"/>
                  </a:lnTo>
                  <a:lnTo>
                    <a:pt x="4809" y="54241"/>
                  </a:lnTo>
                  <a:lnTo>
                    <a:pt x="5436" y="54629"/>
                  </a:lnTo>
                  <a:lnTo>
                    <a:pt x="5974" y="54958"/>
                  </a:lnTo>
                  <a:lnTo>
                    <a:pt x="6661" y="55287"/>
                  </a:lnTo>
                  <a:lnTo>
                    <a:pt x="7348" y="55585"/>
                  </a:lnTo>
                  <a:lnTo>
                    <a:pt x="8035" y="55824"/>
                  </a:lnTo>
                  <a:lnTo>
                    <a:pt x="8722" y="56033"/>
                  </a:lnTo>
                  <a:lnTo>
                    <a:pt x="9439" y="56212"/>
                  </a:lnTo>
                  <a:lnTo>
                    <a:pt x="10126" y="56332"/>
                  </a:lnTo>
                  <a:lnTo>
                    <a:pt x="10843" y="56422"/>
                  </a:lnTo>
                  <a:lnTo>
                    <a:pt x="11559" y="56481"/>
                  </a:lnTo>
                  <a:lnTo>
                    <a:pt x="12246" y="56511"/>
                  </a:lnTo>
                  <a:lnTo>
                    <a:pt x="12963" y="56541"/>
                  </a:lnTo>
                  <a:lnTo>
                    <a:pt x="13650" y="56511"/>
                  </a:lnTo>
                  <a:lnTo>
                    <a:pt x="14337" y="56451"/>
                  </a:lnTo>
                  <a:lnTo>
                    <a:pt x="15024" y="56392"/>
                  </a:lnTo>
                  <a:lnTo>
                    <a:pt x="15711" y="56302"/>
                  </a:lnTo>
                  <a:lnTo>
                    <a:pt x="16368" y="56183"/>
                  </a:lnTo>
                  <a:lnTo>
                    <a:pt x="17025" y="56033"/>
                  </a:lnTo>
                  <a:lnTo>
                    <a:pt x="18310" y="55735"/>
                  </a:lnTo>
                  <a:lnTo>
                    <a:pt x="19504" y="55376"/>
                  </a:lnTo>
                  <a:lnTo>
                    <a:pt x="20669" y="55018"/>
                  </a:lnTo>
                  <a:lnTo>
                    <a:pt x="21715" y="54600"/>
                  </a:lnTo>
                  <a:lnTo>
                    <a:pt x="22700" y="54211"/>
                  </a:lnTo>
                  <a:lnTo>
                    <a:pt x="23566" y="53823"/>
                  </a:lnTo>
                  <a:lnTo>
                    <a:pt x="24970" y="53166"/>
                  </a:lnTo>
                  <a:lnTo>
                    <a:pt x="25687" y="52837"/>
                  </a:lnTo>
                  <a:lnTo>
                    <a:pt x="26344" y="52509"/>
                  </a:lnTo>
                  <a:lnTo>
                    <a:pt x="27509" y="51822"/>
                  </a:lnTo>
                  <a:lnTo>
                    <a:pt x="28554" y="51195"/>
                  </a:lnTo>
                  <a:lnTo>
                    <a:pt x="29391" y="50627"/>
                  </a:lnTo>
                  <a:lnTo>
                    <a:pt x="25000" y="4869"/>
                  </a:lnTo>
                  <a:lnTo>
                    <a:pt x="159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51"/>
            <p:cNvSpPr/>
            <p:nvPr/>
          </p:nvSpPr>
          <p:spPr>
            <a:xfrm>
              <a:off x="-142100" y="5236125"/>
              <a:ext cx="612325" cy="715375"/>
            </a:xfrm>
            <a:custGeom>
              <a:rect b="b" l="l" r="r" t="t"/>
              <a:pathLst>
                <a:path extrusionOk="0" h="28615" w="24493">
                  <a:moveTo>
                    <a:pt x="8125" y="1"/>
                  </a:moveTo>
                  <a:lnTo>
                    <a:pt x="7468" y="31"/>
                  </a:lnTo>
                  <a:lnTo>
                    <a:pt x="7109" y="60"/>
                  </a:lnTo>
                  <a:lnTo>
                    <a:pt x="6751" y="90"/>
                  </a:lnTo>
                  <a:lnTo>
                    <a:pt x="6333" y="180"/>
                  </a:lnTo>
                  <a:lnTo>
                    <a:pt x="5944" y="269"/>
                  </a:lnTo>
                  <a:lnTo>
                    <a:pt x="5526" y="419"/>
                  </a:lnTo>
                  <a:lnTo>
                    <a:pt x="5108" y="568"/>
                  </a:lnTo>
                  <a:lnTo>
                    <a:pt x="4660" y="777"/>
                  </a:lnTo>
                  <a:lnTo>
                    <a:pt x="4212" y="986"/>
                  </a:lnTo>
                  <a:lnTo>
                    <a:pt x="3794" y="1255"/>
                  </a:lnTo>
                  <a:lnTo>
                    <a:pt x="3406" y="1524"/>
                  </a:lnTo>
                  <a:lnTo>
                    <a:pt x="2987" y="1793"/>
                  </a:lnTo>
                  <a:lnTo>
                    <a:pt x="2629" y="2121"/>
                  </a:lnTo>
                  <a:lnTo>
                    <a:pt x="2271" y="2450"/>
                  </a:lnTo>
                  <a:lnTo>
                    <a:pt x="1942" y="2808"/>
                  </a:lnTo>
                  <a:lnTo>
                    <a:pt x="1613" y="3167"/>
                  </a:lnTo>
                  <a:lnTo>
                    <a:pt x="1315" y="3555"/>
                  </a:lnTo>
                  <a:lnTo>
                    <a:pt x="1046" y="3943"/>
                  </a:lnTo>
                  <a:lnTo>
                    <a:pt x="777" y="4361"/>
                  </a:lnTo>
                  <a:lnTo>
                    <a:pt x="538" y="4780"/>
                  </a:lnTo>
                  <a:lnTo>
                    <a:pt x="359" y="5228"/>
                  </a:lnTo>
                  <a:lnTo>
                    <a:pt x="150" y="5676"/>
                  </a:lnTo>
                  <a:lnTo>
                    <a:pt x="1" y="6124"/>
                  </a:lnTo>
                  <a:lnTo>
                    <a:pt x="717" y="7737"/>
                  </a:lnTo>
                  <a:lnTo>
                    <a:pt x="1494" y="9349"/>
                  </a:lnTo>
                  <a:lnTo>
                    <a:pt x="2330" y="10962"/>
                  </a:lnTo>
                  <a:lnTo>
                    <a:pt x="3256" y="12635"/>
                  </a:lnTo>
                  <a:lnTo>
                    <a:pt x="3495" y="13113"/>
                  </a:lnTo>
                  <a:lnTo>
                    <a:pt x="3764" y="13591"/>
                  </a:lnTo>
                  <a:lnTo>
                    <a:pt x="4331" y="14576"/>
                  </a:lnTo>
                  <a:lnTo>
                    <a:pt x="4929" y="15532"/>
                  </a:lnTo>
                  <a:lnTo>
                    <a:pt x="6094" y="17384"/>
                  </a:lnTo>
                  <a:lnTo>
                    <a:pt x="7229" y="19027"/>
                  </a:lnTo>
                  <a:lnTo>
                    <a:pt x="8394" y="20580"/>
                  </a:lnTo>
                  <a:lnTo>
                    <a:pt x="9558" y="22073"/>
                  </a:lnTo>
                  <a:lnTo>
                    <a:pt x="10723" y="23507"/>
                  </a:lnTo>
                  <a:lnTo>
                    <a:pt x="11888" y="24881"/>
                  </a:lnTo>
                  <a:lnTo>
                    <a:pt x="13083" y="26195"/>
                  </a:lnTo>
                  <a:lnTo>
                    <a:pt x="14248" y="27420"/>
                  </a:lnTo>
                  <a:lnTo>
                    <a:pt x="15413" y="28614"/>
                  </a:lnTo>
                  <a:lnTo>
                    <a:pt x="24493" y="24911"/>
                  </a:lnTo>
                  <a:lnTo>
                    <a:pt x="20640" y="18429"/>
                  </a:lnTo>
                  <a:lnTo>
                    <a:pt x="16787" y="12008"/>
                  </a:lnTo>
                  <a:lnTo>
                    <a:pt x="9797" y="299"/>
                  </a:lnTo>
                  <a:lnTo>
                    <a:pt x="9558" y="210"/>
                  </a:lnTo>
                  <a:lnTo>
                    <a:pt x="9170" y="120"/>
                  </a:lnTo>
                  <a:lnTo>
                    <a:pt x="8692" y="60"/>
                  </a:lnTo>
                  <a:lnTo>
                    <a:pt x="8125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51"/>
            <p:cNvSpPr/>
            <p:nvPr/>
          </p:nvSpPr>
          <p:spPr>
            <a:xfrm>
              <a:off x="-60700" y="5478050"/>
              <a:ext cx="338275" cy="192675"/>
            </a:xfrm>
            <a:custGeom>
              <a:rect b="b" l="l" r="r" t="t"/>
              <a:pathLst>
                <a:path extrusionOk="0" h="7707" w="13531">
                  <a:moveTo>
                    <a:pt x="8871" y="1"/>
                  </a:moveTo>
                  <a:lnTo>
                    <a:pt x="0" y="2958"/>
                  </a:lnTo>
                  <a:lnTo>
                    <a:pt x="239" y="3436"/>
                  </a:lnTo>
                  <a:lnTo>
                    <a:pt x="508" y="3914"/>
                  </a:lnTo>
                  <a:lnTo>
                    <a:pt x="1075" y="4899"/>
                  </a:lnTo>
                  <a:lnTo>
                    <a:pt x="1673" y="5855"/>
                  </a:lnTo>
                  <a:lnTo>
                    <a:pt x="2838" y="7707"/>
                  </a:lnTo>
                  <a:lnTo>
                    <a:pt x="13531" y="2331"/>
                  </a:lnTo>
                  <a:lnTo>
                    <a:pt x="11201" y="1166"/>
                  </a:lnTo>
                  <a:lnTo>
                    <a:pt x="88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51"/>
            <p:cNvSpPr/>
            <p:nvPr/>
          </p:nvSpPr>
          <p:spPr>
            <a:xfrm>
              <a:off x="-217525" y="5207750"/>
              <a:ext cx="503325" cy="460000"/>
            </a:xfrm>
            <a:custGeom>
              <a:rect b="b" l="l" r="r" t="t"/>
              <a:pathLst>
                <a:path extrusionOk="0" h="18400" w="20133">
                  <a:moveTo>
                    <a:pt x="8394" y="1"/>
                  </a:moveTo>
                  <a:lnTo>
                    <a:pt x="7558" y="31"/>
                  </a:lnTo>
                  <a:lnTo>
                    <a:pt x="6751" y="120"/>
                  </a:lnTo>
                  <a:lnTo>
                    <a:pt x="5975" y="240"/>
                  </a:lnTo>
                  <a:lnTo>
                    <a:pt x="5258" y="419"/>
                  </a:lnTo>
                  <a:lnTo>
                    <a:pt x="4571" y="658"/>
                  </a:lnTo>
                  <a:lnTo>
                    <a:pt x="3914" y="897"/>
                  </a:lnTo>
                  <a:lnTo>
                    <a:pt x="3316" y="1166"/>
                  </a:lnTo>
                  <a:lnTo>
                    <a:pt x="2749" y="1464"/>
                  </a:lnTo>
                  <a:lnTo>
                    <a:pt x="2241" y="1763"/>
                  </a:lnTo>
                  <a:lnTo>
                    <a:pt x="1763" y="2091"/>
                  </a:lnTo>
                  <a:lnTo>
                    <a:pt x="1345" y="2390"/>
                  </a:lnTo>
                  <a:lnTo>
                    <a:pt x="986" y="2659"/>
                  </a:lnTo>
                  <a:lnTo>
                    <a:pt x="389" y="3167"/>
                  </a:lnTo>
                  <a:lnTo>
                    <a:pt x="1" y="3525"/>
                  </a:lnTo>
                  <a:lnTo>
                    <a:pt x="4660" y="18399"/>
                  </a:lnTo>
                  <a:lnTo>
                    <a:pt x="20132" y="13053"/>
                  </a:lnTo>
                  <a:lnTo>
                    <a:pt x="13113" y="1166"/>
                  </a:lnTo>
                  <a:lnTo>
                    <a:pt x="12725" y="986"/>
                  </a:lnTo>
                  <a:lnTo>
                    <a:pt x="12247" y="777"/>
                  </a:lnTo>
                  <a:lnTo>
                    <a:pt x="11739" y="598"/>
                  </a:lnTo>
                  <a:lnTo>
                    <a:pt x="11172" y="419"/>
                  </a:lnTo>
                  <a:lnTo>
                    <a:pt x="10544" y="269"/>
                  </a:lnTo>
                  <a:lnTo>
                    <a:pt x="9857" y="120"/>
                  </a:lnTo>
                  <a:lnTo>
                    <a:pt x="9170" y="31"/>
                  </a:lnTo>
                  <a:lnTo>
                    <a:pt x="83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51"/>
            <p:cNvSpPr/>
            <p:nvPr/>
          </p:nvSpPr>
          <p:spPr>
            <a:xfrm>
              <a:off x="-177950" y="4134750"/>
              <a:ext cx="904300" cy="631725"/>
            </a:xfrm>
            <a:custGeom>
              <a:rect b="b" l="l" r="r" t="t"/>
              <a:pathLst>
                <a:path extrusionOk="0" h="25269" w="36172">
                  <a:moveTo>
                    <a:pt x="25449" y="0"/>
                  </a:moveTo>
                  <a:lnTo>
                    <a:pt x="24911" y="30"/>
                  </a:lnTo>
                  <a:lnTo>
                    <a:pt x="24403" y="90"/>
                  </a:lnTo>
                  <a:lnTo>
                    <a:pt x="23925" y="209"/>
                  </a:lnTo>
                  <a:lnTo>
                    <a:pt x="22761" y="448"/>
                  </a:lnTo>
                  <a:lnTo>
                    <a:pt x="22044" y="597"/>
                  </a:lnTo>
                  <a:lnTo>
                    <a:pt x="21148" y="717"/>
                  </a:lnTo>
                  <a:lnTo>
                    <a:pt x="20640" y="777"/>
                  </a:lnTo>
                  <a:lnTo>
                    <a:pt x="20132" y="806"/>
                  </a:lnTo>
                  <a:lnTo>
                    <a:pt x="17444" y="806"/>
                  </a:lnTo>
                  <a:lnTo>
                    <a:pt x="15562" y="866"/>
                  </a:lnTo>
                  <a:lnTo>
                    <a:pt x="12934" y="986"/>
                  </a:lnTo>
                  <a:lnTo>
                    <a:pt x="10843" y="1105"/>
                  </a:lnTo>
                  <a:lnTo>
                    <a:pt x="9230" y="1254"/>
                  </a:lnTo>
                  <a:lnTo>
                    <a:pt x="8035" y="1434"/>
                  </a:lnTo>
                  <a:lnTo>
                    <a:pt x="7558" y="1523"/>
                  </a:lnTo>
                  <a:lnTo>
                    <a:pt x="7139" y="1613"/>
                  </a:lnTo>
                  <a:lnTo>
                    <a:pt x="6811" y="1702"/>
                  </a:lnTo>
                  <a:lnTo>
                    <a:pt x="6512" y="1792"/>
                  </a:lnTo>
                  <a:lnTo>
                    <a:pt x="6064" y="2001"/>
                  </a:lnTo>
                  <a:lnTo>
                    <a:pt x="5706" y="2210"/>
                  </a:lnTo>
                  <a:lnTo>
                    <a:pt x="5258" y="2479"/>
                  </a:lnTo>
                  <a:lnTo>
                    <a:pt x="4840" y="2808"/>
                  </a:lnTo>
                  <a:lnTo>
                    <a:pt x="4451" y="3136"/>
                  </a:lnTo>
                  <a:lnTo>
                    <a:pt x="4063" y="3465"/>
                  </a:lnTo>
                  <a:lnTo>
                    <a:pt x="3705" y="3853"/>
                  </a:lnTo>
                  <a:lnTo>
                    <a:pt x="3346" y="4211"/>
                  </a:lnTo>
                  <a:lnTo>
                    <a:pt x="3047" y="4630"/>
                  </a:lnTo>
                  <a:lnTo>
                    <a:pt x="2719" y="5048"/>
                  </a:lnTo>
                  <a:lnTo>
                    <a:pt x="2450" y="5466"/>
                  </a:lnTo>
                  <a:lnTo>
                    <a:pt x="2181" y="5884"/>
                  </a:lnTo>
                  <a:lnTo>
                    <a:pt x="1912" y="6332"/>
                  </a:lnTo>
                  <a:lnTo>
                    <a:pt x="1703" y="6810"/>
                  </a:lnTo>
                  <a:lnTo>
                    <a:pt x="1464" y="7258"/>
                  </a:lnTo>
                  <a:lnTo>
                    <a:pt x="1285" y="7736"/>
                  </a:lnTo>
                  <a:lnTo>
                    <a:pt x="927" y="8722"/>
                  </a:lnTo>
                  <a:lnTo>
                    <a:pt x="748" y="9259"/>
                  </a:lnTo>
                  <a:lnTo>
                    <a:pt x="598" y="9827"/>
                  </a:lnTo>
                  <a:lnTo>
                    <a:pt x="449" y="10364"/>
                  </a:lnTo>
                  <a:lnTo>
                    <a:pt x="329" y="10932"/>
                  </a:lnTo>
                  <a:lnTo>
                    <a:pt x="150" y="12037"/>
                  </a:lnTo>
                  <a:lnTo>
                    <a:pt x="61" y="13172"/>
                  </a:lnTo>
                  <a:lnTo>
                    <a:pt x="1" y="14247"/>
                  </a:lnTo>
                  <a:lnTo>
                    <a:pt x="1" y="15322"/>
                  </a:lnTo>
                  <a:lnTo>
                    <a:pt x="61" y="16338"/>
                  </a:lnTo>
                  <a:lnTo>
                    <a:pt x="180" y="17324"/>
                  </a:lnTo>
                  <a:lnTo>
                    <a:pt x="300" y="18070"/>
                  </a:lnTo>
                  <a:lnTo>
                    <a:pt x="509" y="19086"/>
                  </a:lnTo>
                  <a:lnTo>
                    <a:pt x="628" y="19653"/>
                  </a:lnTo>
                  <a:lnTo>
                    <a:pt x="777" y="20251"/>
                  </a:lnTo>
                  <a:lnTo>
                    <a:pt x="987" y="20878"/>
                  </a:lnTo>
                  <a:lnTo>
                    <a:pt x="1196" y="21505"/>
                  </a:lnTo>
                  <a:lnTo>
                    <a:pt x="1435" y="22102"/>
                  </a:lnTo>
                  <a:lnTo>
                    <a:pt x="1733" y="22700"/>
                  </a:lnTo>
                  <a:lnTo>
                    <a:pt x="2062" y="23237"/>
                  </a:lnTo>
                  <a:lnTo>
                    <a:pt x="2450" y="23775"/>
                  </a:lnTo>
                  <a:lnTo>
                    <a:pt x="2659" y="24014"/>
                  </a:lnTo>
                  <a:lnTo>
                    <a:pt x="2868" y="24223"/>
                  </a:lnTo>
                  <a:lnTo>
                    <a:pt x="3107" y="24432"/>
                  </a:lnTo>
                  <a:lnTo>
                    <a:pt x="3346" y="24611"/>
                  </a:lnTo>
                  <a:lnTo>
                    <a:pt x="3585" y="24791"/>
                  </a:lnTo>
                  <a:lnTo>
                    <a:pt x="3854" y="24940"/>
                  </a:lnTo>
                  <a:lnTo>
                    <a:pt x="4153" y="25059"/>
                  </a:lnTo>
                  <a:lnTo>
                    <a:pt x="4421" y="25149"/>
                  </a:lnTo>
                  <a:lnTo>
                    <a:pt x="4630" y="25209"/>
                  </a:lnTo>
                  <a:lnTo>
                    <a:pt x="4869" y="25239"/>
                  </a:lnTo>
                  <a:lnTo>
                    <a:pt x="5288" y="25269"/>
                  </a:lnTo>
                  <a:lnTo>
                    <a:pt x="5736" y="25209"/>
                  </a:lnTo>
                  <a:lnTo>
                    <a:pt x="6184" y="25119"/>
                  </a:lnTo>
                  <a:lnTo>
                    <a:pt x="6661" y="24940"/>
                  </a:lnTo>
                  <a:lnTo>
                    <a:pt x="7139" y="24731"/>
                  </a:lnTo>
                  <a:lnTo>
                    <a:pt x="7617" y="24492"/>
                  </a:lnTo>
                  <a:lnTo>
                    <a:pt x="8095" y="24193"/>
                  </a:lnTo>
                  <a:lnTo>
                    <a:pt x="8603" y="23865"/>
                  </a:lnTo>
                  <a:lnTo>
                    <a:pt x="9111" y="23506"/>
                  </a:lnTo>
                  <a:lnTo>
                    <a:pt x="10126" y="22700"/>
                  </a:lnTo>
                  <a:lnTo>
                    <a:pt x="11172" y="21834"/>
                  </a:lnTo>
                  <a:lnTo>
                    <a:pt x="12217" y="20938"/>
                  </a:lnTo>
                  <a:lnTo>
                    <a:pt x="12994" y="20251"/>
                  </a:lnTo>
                  <a:lnTo>
                    <a:pt x="13740" y="19564"/>
                  </a:lnTo>
                  <a:lnTo>
                    <a:pt x="14487" y="18936"/>
                  </a:lnTo>
                  <a:lnTo>
                    <a:pt x="15204" y="18369"/>
                  </a:lnTo>
                  <a:lnTo>
                    <a:pt x="15562" y="18100"/>
                  </a:lnTo>
                  <a:lnTo>
                    <a:pt x="15891" y="17891"/>
                  </a:lnTo>
                  <a:lnTo>
                    <a:pt x="16219" y="17712"/>
                  </a:lnTo>
                  <a:lnTo>
                    <a:pt x="16548" y="17563"/>
                  </a:lnTo>
                  <a:lnTo>
                    <a:pt x="16876" y="17473"/>
                  </a:lnTo>
                  <a:lnTo>
                    <a:pt x="17175" y="17443"/>
                  </a:lnTo>
                  <a:lnTo>
                    <a:pt x="17474" y="17473"/>
                  </a:lnTo>
                  <a:lnTo>
                    <a:pt x="17773" y="17533"/>
                  </a:lnTo>
                  <a:lnTo>
                    <a:pt x="18011" y="17652"/>
                  </a:lnTo>
                  <a:lnTo>
                    <a:pt x="18221" y="17772"/>
                  </a:lnTo>
                  <a:lnTo>
                    <a:pt x="18579" y="18070"/>
                  </a:lnTo>
                  <a:lnTo>
                    <a:pt x="18758" y="18220"/>
                  </a:lnTo>
                  <a:lnTo>
                    <a:pt x="18878" y="18309"/>
                  </a:lnTo>
                  <a:lnTo>
                    <a:pt x="19027" y="18339"/>
                  </a:lnTo>
                  <a:lnTo>
                    <a:pt x="19087" y="18339"/>
                  </a:lnTo>
                  <a:lnTo>
                    <a:pt x="19176" y="18309"/>
                  </a:lnTo>
                  <a:lnTo>
                    <a:pt x="19266" y="18279"/>
                  </a:lnTo>
                  <a:lnTo>
                    <a:pt x="19326" y="18190"/>
                  </a:lnTo>
                  <a:lnTo>
                    <a:pt x="19356" y="18070"/>
                  </a:lnTo>
                  <a:lnTo>
                    <a:pt x="19385" y="17951"/>
                  </a:lnTo>
                  <a:lnTo>
                    <a:pt x="19415" y="17652"/>
                  </a:lnTo>
                  <a:lnTo>
                    <a:pt x="19415" y="17294"/>
                  </a:lnTo>
                  <a:lnTo>
                    <a:pt x="19385" y="16517"/>
                  </a:lnTo>
                  <a:lnTo>
                    <a:pt x="19385" y="16129"/>
                  </a:lnTo>
                  <a:lnTo>
                    <a:pt x="19445" y="15800"/>
                  </a:lnTo>
                  <a:lnTo>
                    <a:pt x="19505" y="15531"/>
                  </a:lnTo>
                  <a:lnTo>
                    <a:pt x="19654" y="15293"/>
                  </a:lnTo>
                  <a:lnTo>
                    <a:pt x="19833" y="15024"/>
                  </a:lnTo>
                  <a:lnTo>
                    <a:pt x="20072" y="14755"/>
                  </a:lnTo>
                  <a:lnTo>
                    <a:pt x="20371" y="14516"/>
                  </a:lnTo>
                  <a:lnTo>
                    <a:pt x="20759" y="14277"/>
                  </a:lnTo>
                  <a:lnTo>
                    <a:pt x="21207" y="14038"/>
                  </a:lnTo>
                  <a:lnTo>
                    <a:pt x="21745" y="13799"/>
                  </a:lnTo>
                  <a:lnTo>
                    <a:pt x="22372" y="13590"/>
                  </a:lnTo>
                  <a:lnTo>
                    <a:pt x="23089" y="13381"/>
                  </a:lnTo>
                  <a:lnTo>
                    <a:pt x="23925" y="13172"/>
                  </a:lnTo>
                  <a:lnTo>
                    <a:pt x="24821" y="12993"/>
                  </a:lnTo>
                  <a:lnTo>
                    <a:pt x="25867" y="12813"/>
                  </a:lnTo>
                  <a:lnTo>
                    <a:pt x="27002" y="12664"/>
                  </a:lnTo>
                  <a:lnTo>
                    <a:pt x="28256" y="12515"/>
                  </a:lnTo>
                  <a:lnTo>
                    <a:pt x="29660" y="12395"/>
                  </a:lnTo>
                  <a:lnTo>
                    <a:pt x="29750" y="12336"/>
                  </a:lnTo>
                  <a:lnTo>
                    <a:pt x="29869" y="12216"/>
                  </a:lnTo>
                  <a:lnTo>
                    <a:pt x="31751" y="10543"/>
                  </a:lnTo>
                  <a:lnTo>
                    <a:pt x="33244" y="9140"/>
                  </a:lnTo>
                  <a:lnTo>
                    <a:pt x="33842" y="8512"/>
                  </a:lnTo>
                  <a:lnTo>
                    <a:pt x="34379" y="7975"/>
                  </a:lnTo>
                  <a:lnTo>
                    <a:pt x="34827" y="7467"/>
                  </a:lnTo>
                  <a:lnTo>
                    <a:pt x="35216" y="7019"/>
                  </a:lnTo>
                  <a:lnTo>
                    <a:pt x="35514" y="6631"/>
                  </a:lnTo>
                  <a:lnTo>
                    <a:pt x="35753" y="6302"/>
                  </a:lnTo>
                  <a:lnTo>
                    <a:pt x="35962" y="6004"/>
                  </a:lnTo>
                  <a:lnTo>
                    <a:pt x="36082" y="5735"/>
                  </a:lnTo>
                  <a:lnTo>
                    <a:pt x="36142" y="5526"/>
                  </a:lnTo>
                  <a:lnTo>
                    <a:pt x="36171" y="5346"/>
                  </a:lnTo>
                  <a:lnTo>
                    <a:pt x="36171" y="5197"/>
                  </a:lnTo>
                  <a:lnTo>
                    <a:pt x="36112" y="5078"/>
                  </a:lnTo>
                  <a:lnTo>
                    <a:pt x="36052" y="4988"/>
                  </a:lnTo>
                  <a:lnTo>
                    <a:pt x="35932" y="4928"/>
                  </a:lnTo>
                  <a:lnTo>
                    <a:pt x="35813" y="4898"/>
                  </a:lnTo>
                  <a:lnTo>
                    <a:pt x="35664" y="4869"/>
                  </a:lnTo>
                  <a:lnTo>
                    <a:pt x="35335" y="4839"/>
                  </a:lnTo>
                  <a:lnTo>
                    <a:pt x="34887" y="4869"/>
                  </a:lnTo>
                  <a:lnTo>
                    <a:pt x="34409" y="4958"/>
                  </a:lnTo>
                  <a:lnTo>
                    <a:pt x="33901" y="5048"/>
                  </a:lnTo>
                  <a:lnTo>
                    <a:pt x="32796" y="5317"/>
                  </a:lnTo>
                  <a:lnTo>
                    <a:pt x="31721" y="5585"/>
                  </a:lnTo>
                  <a:lnTo>
                    <a:pt x="31213" y="5675"/>
                  </a:lnTo>
                  <a:lnTo>
                    <a:pt x="30765" y="5765"/>
                  </a:lnTo>
                  <a:lnTo>
                    <a:pt x="30347" y="5794"/>
                  </a:lnTo>
                  <a:lnTo>
                    <a:pt x="30019" y="5794"/>
                  </a:lnTo>
                  <a:lnTo>
                    <a:pt x="29899" y="5765"/>
                  </a:lnTo>
                  <a:lnTo>
                    <a:pt x="29780" y="5735"/>
                  </a:lnTo>
                  <a:lnTo>
                    <a:pt x="29690" y="5675"/>
                  </a:lnTo>
                  <a:lnTo>
                    <a:pt x="29630" y="5615"/>
                  </a:lnTo>
                  <a:lnTo>
                    <a:pt x="29600" y="5496"/>
                  </a:lnTo>
                  <a:lnTo>
                    <a:pt x="29630" y="5346"/>
                  </a:lnTo>
                  <a:lnTo>
                    <a:pt x="29720" y="5197"/>
                  </a:lnTo>
                  <a:lnTo>
                    <a:pt x="29839" y="5048"/>
                  </a:lnTo>
                  <a:lnTo>
                    <a:pt x="30168" y="4719"/>
                  </a:lnTo>
                  <a:lnTo>
                    <a:pt x="30556" y="4331"/>
                  </a:lnTo>
                  <a:lnTo>
                    <a:pt x="30944" y="3913"/>
                  </a:lnTo>
                  <a:lnTo>
                    <a:pt x="31124" y="3674"/>
                  </a:lnTo>
                  <a:lnTo>
                    <a:pt x="31303" y="3435"/>
                  </a:lnTo>
                  <a:lnTo>
                    <a:pt x="31422" y="3196"/>
                  </a:lnTo>
                  <a:lnTo>
                    <a:pt x="31512" y="2957"/>
                  </a:lnTo>
                  <a:lnTo>
                    <a:pt x="31542" y="2718"/>
                  </a:lnTo>
                  <a:lnTo>
                    <a:pt x="31542" y="2449"/>
                  </a:lnTo>
                  <a:lnTo>
                    <a:pt x="31452" y="2180"/>
                  </a:lnTo>
                  <a:lnTo>
                    <a:pt x="31333" y="1941"/>
                  </a:lnTo>
                  <a:lnTo>
                    <a:pt x="31154" y="1702"/>
                  </a:lnTo>
                  <a:lnTo>
                    <a:pt x="30915" y="1464"/>
                  </a:lnTo>
                  <a:lnTo>
                    <a:pt x="30616" y="1254"/>
                  </a:lnTo>
                  <a:lnTo>
                    <a:pt x="30317" y="1075"/>
                  </a:lnTo>
                  <a:lnTo>
                    <a:pt x="29959" y="896"/>
                  </a:lnTo>
                  <a:lnTo>
                    <a:pt x="29570" y="717"/>
                  </a:lnTo>
                  <a:lnTo>
                    <a:pt x="29152" y="567"/>
                  </a:lnTo>
                  <a:lnTo>
                    <a:pt x="28734" y="448"/>
                  </a:lnTo>
                  <a:lnTo>
                    <a:pt x="28286" y="329"/>
                  </a:lnTo>
                  <a:lnTo>
                    <a:pt x="27838" y="209"/>
                  </a:lnTo>
                  <a:lnTo>
                    <a:pt x="26942" y="60"/>
                  </a:lnTo>
                  <a:lnTo>
                    <a:pt x="260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51"/>
            <p:cNvSpPr/>
            <p:nvPr/>
          </p:nvSpPr>
          <p:spPr>
            <a:xfrm>
              <a:off x="288750" y="6793750"/>
              <a:ext cx="195675" cy="732550"/>
            </a:xfrm>
            <a:custGeom>
              <a:rect b="b" l="l" r="r" t="t"/>
              <a:pathLst>
                <a:path extrusionOk="0" h="29302" w="7827">
                  <a:moveTo>
                    <a:pt x="269" y="1"/>
                  </a:moveTo>
                  <a:lnTo>
                    <a:pt x="150" y="31"/>
                  </a:lnTo>
                  <a:lnTo>
                    <a:pt x="90" y="90"/>
                  </a:lnTo>
                  <a:lnTo>
                    <a:pt x="30" y="180"/>
                  </a:lnTo>
                  <a:lnTo>
                    <a:pt x="1" y="270"/>
                  </a:lnTo>
                  <a:lnTo>
                    <a:pt x="1" y="1942"/>
                  </a:lnTo>
                  <a:lnTo>
                    <a:pt x="30" y="3585"/>
                  </a:lnTo>
                  <a:lnTo>
                    <a:pt x="120" y="5228"/>
                  </a:lnTo>
                  <a:lnTo>
                    <a:pt x="269" y="6841"/>
                  </a:lnTo>
                  <a:lnTo>
                    <a:pt x="449" y="8483"/>
                  </a:lnTo>
                  <a:lnTo>
                    <a:pt x="688" y="10126"/>
                  </a:lnTo>
                  <a:lnTo>
                    <a:pt x="956" y="11739"/>
                  </a:lnTo>
                  <a:lnTo>
                    <a:pt x="1285" y="13322"/>
                  </a:lnTo>
                  <a:lnTo>
                    <a:pt x="1524" y="14367"/>
                  </a:lnTo>
                  <a:lnTo>
                    <a:pt x="1763" y="15413"/>
                  </a:lnTo>
                  <a:lnTo>
                    <a:pt x="2032" y="16428"/>
                  </a:lnTo>
                  <a:lnTo>
                    <a:pt x="2330" y="17444"/>
                  </a:lnTo>
                  <a:lnTo>
                    <a:pt x="2659" y="18459"/>
                  </a:lnTo>
                  <a:lnTo>
                    <a:pt x="2987" y="19475"/>
                  </a:lnTo>
                  <a:lnTo>
                    <a:pt x="3316" y="20461"/>
                  </a:lnTo>
                  <a:lnTo>
                    <a:pt x="3704" y="21476"/>
                  </a:lnTo>
                  <a:lnTo>
                    <a:pt x="4093" y="22462"/>
                  </a:lnTo>
                  <a:lnTo>
                    <a:pt x="4481" y="23447"/>
                  </a:lnTo>
                  <a:lnTo>
                    <a:pt x="4929" y="24403"/>
                  </a:lnTo>
                  <a:lnTo>
                    <a:pt x="5377" y="25389"/>
                  </a:lnTo>
                  <a:lnTo>
                    <a:pt x="5825" y="26345"/>
                  </a:lnTo>
                  <a:lnTo>
                    <a:pt x="6303" y="27300"/>
                  </a:lnTo>
                  <a:lnTo>
                    <a:pt x="6811" y="28226"/>
                  </a:lnTo>
                  <a:lnTo>
                    <a:pt x="7318" y="29182"/>
                  </a:lnTo>
                  <a:lnTo>
                    <a:pt x="7378" y="29242"/>
                  </a:lnTo>
                  <a:lnTo>
                    <a:pt x="7438" y="29272"/>
                  </a:lnTo>
                  <a:lnTo>
                    <a:pt x="7497" y="29302"/>
                  </a:lnTo>
                  <a:lnTo>
                    <a:pt x="7647" y="29302"/>
                  </a:lnTo>
                  <a:lnTo>
                    <a:pt x="7707" y="29272"/>
                  </a:lnTo>
                  <a:lnTo>
                    <a:pt x="7796" y="29212"/>
                  </a:lnTo>
                  <a:lnTo>
                    <a:pt x="7826" y="29092"/>
                  </a:lnTo>
                  <a:lnTo>
                    <a:pt x="7826" y="29003"/>
                  </a:lnTo>
                  <a:lnTo>
                    <a:pt x="7796" y="28883"/>
                  </a:lnTo>
                  <a:lnTo>
                    <a:pt x="7288" y="27957"/>
                  </a:lnTo>
                  <a:lnTo>
                    <a:pt x="6811" y="27032"/>
                  </a:lnTo>
                  <a:lnTo>
                    <a:pt x="6333" y="26106"/>
                  </a:lnTo>
                  <a:lnTo>
                    <a:pt x="5855" y="25150"/>
                  </a:lnTo>
                  <a:lnTo>
                    <a:pt x="5437" y="24194"/>
                  </a:lnTo>
                  <a:lnTo>
                    <a:pt x="5018" y="23208"/>
                  </a:lnTo>
                  <a:lnTo>
                    <a:pt x="4600" y="22253"/>
                  </a:lnTo>
                  <a:lnTo>
                    <a:pt x="4212" y="21267"/>
                  </a:lnTo>
                  <a:lnTo>
                    <a:pt x="3854" y="20281"/>
                  </a:lnTo>
                  <a:lnTo>
                    <a:pt x="3495" y="19296"/>
                  </a:lnTo>
                  <a:lnTo>
                    <a:pt x="3167" y="18310"/>
                  </a:lnTo>
                  <a:lnTo>
                    <a:pt x="2868" y="17295"/>
                  </a:lnTo>
                  <a:lnTo>
                    <a:pt x="2569" y="16279"/>
                  </a:lnTo>
                  <a:lnTo>
                    <a:pt x="2300" y="15263"/>
                  </a:lnTo>
                  <a:lnTo>
                    <a:pt x="2061" y="14248"/>
                  </a:lnTo>
                  <a:lnTo>
                    <a:pt x="1823" y="13232"/>
                  </a:lnTo>
                  <a:lnTo>
                    <a:pt x="1494" y="11620"/>
                  </a:lnTo>
                  <a:lnTo>
                    <a:pt x="1225" y="10037"/>
                  </a:lnTo>
                  <a:lnTo>
                    <a:pt x="986" y="8424"/>
                  </a:lnTo>
                  <a:lnTo>
                    <a:pt x="807" y="6811"/>
                  </a:lnTo>
                  <a:lnTo>
                    <a:pt x="688" y="5168"/>
                  </a:lnTo>
                  <a:lnTo>
                    <a:pt x="598" y="3555"/>
                  </a:lnTo>
                  <a:lnTo>
                    <a:pt x="538" y="1912"/>
                  </a:lnTo>
                  <a:lnTo>
                    <a:pt x="538" y="299"/>
                  </a:lnTo>
                  <a:lnTo>
                    <a:pt x="538" y="180"/>
                  </a:lnTo>
                  <a:lnTo>
                    <a:pt x="478" y="90"/>
                  </a:lnTo>
                  <a:lnTo>
                    <a:pt x="389" y="31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51"/>
            <p:cNvSpPr/>
            <p:nvPr/>
          </p:nvSpPr>
          <p:spPr>
            <a:xfrm>
              <a:off x="302950" y="6636950"/>
              <a:ext cx="79175" cy="123975"/>
            </a:xfrm>
            <a:custGeom>
              <a:rect b="b" l="l" r="r" t="t"/>
              <a:pathLst>
                <a:path extrusionOk="0" h="4959" w="3167">
                  <a:moveTo>
                    <a:pt x="2808" y="0"/>
                  </a:moveTo>
                  <a:lnTo>
                    <a:pt x="2718" y="60"/>
                  </a:lnTo>
                  <a:lnTo>
                    <a:pt x="2628" y="120"/>
                  </a:lnTo>
                  <a:lnTo>
                    <a:pt x="30" y="4540"/>
                  </a:lnTo>
                  <a:lnTo>
                    <a:pt x="0" y="4630"/>
                  </a:lnTo>
                  <a:lnTo>
                    <a:pt x="0" y="4750"/>
                  </a:lnTo>
                  <a:lnTo>
                    <a:pt x="30" y="4839"/>
                  </a:lnTo>
                  <a:lnTo>
                    <a:pt x="120" y="4899"/>
                  </a:lnTo>
                  <a:lnTo>
                    <a:pt x="179" y="4929"/>
                  </a:lnTo>
                  <a:lnTo>
                    <a:pt x="269" y="4959"/>
                  </a:lnTo>
                  <a:lnTo>
                    <a:pt x="329" y="4929"/>
                  </a:lnTo>
                  <a:lnTo>
                    <a:pt x="388" y="4929"/>
                  </a:lnTo>
                  <a:lnTo>
                    <a:pt x="448" y="4869"/>
                  </a:lnTo>
                  <a:lnTo>
                    <a:pt x="508" y="4809"/>
                  </a:lnTo>
                  <a:lnTo>
                    <a:pt x="3106" y="419"/>
                  </a:lnTo>
                  <a:lnTo>
                    <a:pt x="3166" y="299"/>
                  </a:lnTo>
                  <a:lnTo>
                    <a:pt x="3136" y="210"/>
                  </a:lnTo>
                  <a:lnTo>
                    <a:pt x="3106" y="120"/>
                  </a:lnTo>
                  <a:lnTo>
                    <a:pt x="3017" y="30"/>
                  </a:lnTo>
                  <a:lnTo>
                    <a:pt x="29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51"/>
            <p:cNvSpPr/>
            <p:nvPr/>
          </p:nvSpPr>
          <p:spPr>
            <a:xfrm>
              <a:off x="470950" y="7564350"/>
              <a:ext cx="17200" cy="104575"/>
            </a:xfrm>
            <a:custGeom>
              <a:rect b="b" l="l" r="r" t="t"/>
              <a:pathLst>
                <a:path extrusionOk="0" h="4183" w="688">
                  <a:moveTo>
                    <a:pt x="419" y="1"/>
                  </a:moveTo>
                  <a:lnTo>
                    <a:pt x="299" y="31"/>
                  </a:lnTo>
                  <a:lnTo>
                    <a:pt x="209" y="90"/>
                  </a:lnTo>
                  <a:lnTo>
                    <a:pt x="150" y="180"/>
                  </a:lnTo>
                  <a:lnTo>
                    <a:pt x="150" y="270"/>
                  </a:lnTo>
                  <a:lnTo>
                    <a:pt x="0" y="3884"/>
                  </a:lnTo>
                  <a:lnTo>
                    <a:pt x="30" y="4003"/>
                  </a:lnTo>
                  <a:lnTo>
                    <a:pt x="60" y="4093"/>
                  </a:lnTo>
                  <a:lnTo>
                    <a:pt x="150" y="4152"/>
                  </a:lnTo>
                  <a:lnTo>
                    <a:pt x="269" y="4182"/>
                  </a:lnTo>
                  <a:lnTo>
                    <a:pt x="389" y="4152"/>
                  </a:lnTo>
                  <a:lnTo>
                    <a:pt x="478" y="4093"/>
                  </a:lnTo>
                  <a:lnTo>
                    <a:pt x="538" y="4003"/>
                  </a:lnTo>
                  <a:lnTo>
                    <a:pt x="538" y="3914"/>
                  </a:lnTo>
                  <a:lnTo>
                    <a:pt x="687" y="299"/>
                  </a:lnTo>
                  <a:lnTo>
                    <a:pt x="687" y="180"/>
                  </a:lnTo>
                  <a:lnTo>
                    <a:pt x="628" y="90"/>
                  </a:lnTo>
                  <a:lnTo>
                    <a:pt x="538" y="31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51"/>
            <p:cNvSpPr/>
            <p:nvPr/>
          </p:nvSpPr>
          <p:spPr>
            <a:xfrm>
              <a:off x="426150" y="7670400"/>
              <a:ext cx="49300" cy="41825"/>
            </a:xfrm>
            <a:custGeom>
              <a:rect b="b" l="l" r="r" t="t"/>
              <a:pathLst>
                <a:path extrusionOk="0" h="1673" w="1972">
                  <a:moveTo>
                    <a:pt x="1613" y="0"/>
                  </a:moveTo>
                  <a:lnTo>
                    <a:pt x="1524" y="60"/>
                  </a:lnTo>
                  <a:lnTo>
                    <a:pt x="90" y="1165"/>
                  </a:lnTo>
                  <a:lnTo>
                    <a:pt x="30" y="1255"/>
                  </a:lnTo>
                  <a:lnTo>
                    <a:pt x="0" y="1344"/>
                  </a:lnTo>
                  <a:lnTo>
                    <a:pt x="0" y="1464"/>
                  </a:lnTo>
                  <a:lnTo>
                    <a:pt x="60" y="1553"/>
                  </a:lnTo>
                  <a:lnTo>
                    <a:pt x="150" y="1643"/>
                  </a:lnTo>
                  <a:lnTo>
                    <a:pt x="269" y="1673"/>
                  </a:lnTo>
                  <a:lnTo>
                    <a:pt x="359" y="1643"/>
                  </a:lnTo>
                  <a:lnTo>
                    <a:pt x="448" y="1613"/>
                  </a:lnTo>
                  <a:lnTo>
                    <a:pt x="1852" y="508"/>
                  </a:lnTo>
                  <a:lnTo>
                    <a:pt x="1912" y="418"/>
                  </a:lnTo>
                  <a:lnTo>
                    <a:pt x="1972" y="299"/>
                  </a:lnTo>
                  <a:lnTo>
                    <a:pt x="1942" y="209"/>
                  </a:lnTo>
                  <a:lnTo>
                    <a:pt x="1912" y="120"/>
                  </a:lnTo>
                  <a:lnTo>
                    <a:pt x="1822" y="30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51"/>
            <p:cNvSpPr/>
            <p:nvPr/>
          </p:nvSpPr>
          <p:spPr>
            <a:xfrm>
              <a:off x="376125" y="5725225"/>
              <a:ext cx="29150" cy="72450"/>
            </a:xfrm>
            <a:custGeom>
              <a:rect b="b" l="l" r="r" t="t"/>
              <a:pathLst>
                <a:path extrusionOk="0" h="2898" w="1166">
                  <a:moveTo>
                    <a:pt x="836" y="0"/>
                  </a:moveTo>
                  <a:lnTo>
                    <a:pt x="747" y="30"/>
                  </a:lnTo>
                  <a:lnTo>
                    <a:pt x="657" y="90"/>
                  </a:lnTo>
                  <a:lnTo>
                    <a:pt x="627" y="209"/>
                  </a:lnTo>
                  <a:lnTo>
                    <a:pt x="0" y="2539"/>
                  </a:lnTo>
                  <a:lnTo>
                    <a:pt x="0" y="2659"/>
                  </a:lnTo>
                  <a:lnTo>
                    <a:pt x="60" y="2748"/>
                  </a:lnTo>
                  <a:lnTo>
                    <a:pt x="149" y="2838"/>
                  </a:lnTo>
                  <a:lnTo>
                    <a:pt x="269" y="2898"/>
                  </a:lnTo>
                  <a:lnTo>
                    <a:pt x="359" y="2898"/>
                  </a:lnTo>
                  <a:lnTo>
                    <a:pt x="448" y="2838"/>
                  </a:lnTo>
                  <a:lnTo>
                    <a:pt x="508" y="2778"/>
                  </a:lnTo>
                  <a:lnTo>
                    <a:pt x="538" y="2688"/>
                  </a:lnTo>
                  <a:lnTo>
                    <a:pt x="1165" y="329"/>
                  </a:lnTo>
                  <a:lnTo>
                    <a:pt x="1165" y="239"/>
                  </a:lnTo>
                  <a:lnTo>
                    <a:pt x="1135" y="120"/>
                  </a:lnTo>
                  <a:lnTo>
                    <a:pt x="1046" y="6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51"/>
            <p:cNvSpPr/>
            <p:nvPr/>
          </p:nvSpPr>
          <p:spPr>
            <a:xfrm>
              <a:off x="-201100" y="5337675"/>
              <a:ext cx="106825" cy="336800"/>
            </a:xfrm>
            <a:custGeom>
              <a:rect b="b" l="l" r="r" t="t"/>
              <a:pathLst>
                <a:path extrusionOk="0" h="13472" w="4273">
                  <a:moveTo>
                    <a:pt x="300" y="1"/>
                  </a:moveTo>
                  <a:lnTo>
                    <a:pt x="180" y="31"/>
                  </a:lnTo>
                  <a:lnTo>
                    <a:pt x="91" y="60"/>
                  </a:lnTo>
                  <a:lnTo>
                    <a:pt x="31" y="150"/>
                  </a:lnTo>
                  <a:lnTo>
                    <a:pt x="1" y="270"/>
                  </a:lnTo>
                  <a:lnTo>
                    <a:pt x="1" y="359"/>
                  </a:lnTo>
                  <a:lnTo>
                    <a:pt x="3734" y="13262"/>
                  </a:lnTo>
                  <a:lnTo>
                    <a:pt x="3794" y="13352"/>
                  </a:lnTo>
                  <a:lnTo>
                    <a:pt x="3854" y="13412"/>
                  </a:lnTo>
                  <a:lnTo>
                    <a:pt x="3914" y="13441"/>
                  </a:lnTo>
                  <a:lnTo>
                    <a:pt x="4003" y="13471"/>
                  </a:lnTo>
                  <a:lnTo>
                    <a:pt x="4093" y="13471"/>
                  </a:lnTo>
                  <a:lnTo>
                    <a:pt x="4183" y="13412"/>
                  </a:lnTo>
                  <a:lnTo>
                    <a:pt x="4242" y="13322"/>
                  </a:lnTo>
                  <a:lnTo>
                    <a:pt x="4272" y="13232"/>
                  </a:lnTo>
                  <a:lnTo>
                    <a:pt x="4272" y="13113"/>
                  </a:lnTo>
                  <a:lnTo>
                    <a:pt x="539" y="210"/>
                  </a:lnTo>
                  <a:lnTo>
                    <a:pt x="479" y="120"/>
                  </a:lnTo>
                  <a:lnTo>
                    <a:pt x="389" y="6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51"/>
            <p:cNvSpPr/>
            <p:nvPr/>
          </p:nvSpPr>
          <p:spPr>
            <a:xfrm>
              <a:off x="-68175" y="5632625"/>
              <a:ext cx="55275" cy="27650"/>
            </a:xfrm>
            <a:custGeom>
              <a:rect b="b" l="l" r="r" t="t"/>
              <a:pathLst>
                <a:path extrusionOk="0" h="1106" w="2211">
                  <a:moveTo>
                    <a:pt x="1822" y="1"/>
                  </a:moveTo>
                  <a:lnTo>
                    <a:pt x="210" y="568"/>
                  </a:lnTo>
                  <a:lnTo>
                    <a:pt x="90" y="628"/>
                  </a:lnTo>
                  <a:lnTo>
                    <a:pt x="30" y="718"/>
                  </a:lnTo>
                  <a:lnTo>
                    <a:pt x="1" y="837"/>
                  </a:lnTo>
                  <a:lnTo>
                    <a:pt x="30" y="927"/>
                  </a:lnTo>
                  <a:lnTo>
                    <a:pt x="60" y="1016"/>
                  </a:lnTo>
                  <a:lnTo>
                    <a:pt x="120" y="1076"/>
                  </a:lnTo>
                  <a:lnTo>
                    <a:pt x="210" y="1106"/>
                  </a:lnTo>
                  <a:lnTo>
                    <a:pt x="389" y="1106"/>
                  </a:lnTo>
                  <a:lnTo>
                    <a:pt x="2032" y="538"/>
                  </a:lnTo>
                  <a:lnTo>
                    <a:pt x="2121" y="479"/>
                  </a:lnTo>
                  <a:lnTo>
                    <a:pt x="2181" y="389"/>
                  </a:lnTo>
                  <a:lnTo>
                    <a:pt x="2211" y="299"/>
                  </a:lnTo>
                  <a:lnTo>
                    <a:pt x="2181" y="180"/>
                  </a:lnTo>
                  <a:lnTo>
                    <a:pt x="2121" y="90"/>
                  </a:lnTo>
                  <a:lnTo>
                    <a:pt x="2061" y="31"/>
                  </a:lnTo>
                  <a:lnTo>
                    <a:pt x="1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51"/>
            <p:cNvSpPr/>
            <p:nvPr/>
          </p:nvSpPr>
          <p:spPr>
            <a:xfrm>
              <a:off x="1064575" y="5368300"/>
              <a:ext cx="227775" cy="115025"/>
            </a:xfrm>
            <a:custGeom>
              <a:rect b="b" l="l" r="r" t="t"/>
              <a:pathLst>
                <a:path extrusionOk="0" h="4601" w="9111">
                  <a:moveTo>
                    <a:pt x="7826" y="0"/>
                  </a:moveTo>
                  <a:lnTo>
                    <a:pt x="7617" y="60"/>
                  </a:lnTo>
                  <a:lnTo>
                    <a:pt x="747" y="2420"/>
                  </a:lnTo>
                  <a:lnTo>
                    <a:pt x="538" y="2509"/>
                  </a:lnTo>
                  <a:lnTo>
                    <a:pt x="389" y="2629"/>
                  </a:lnTo>
                  <a:lnTo>
                    <a:pt x="240" y="2808"/>
                  </a:lnTo>
                  <a:lnTo>
                    <a:pt x="120" y="2987"/>
                  </a:lnTo>
                  <a:lnTo>
                    <a:pt x="31" y="3196"/>
                  </a:lnTo>
                  <a:lnTo>
                    <a:pt x="1" y="3405"/>
                  </a:lnTo>
                  <a:lnTo>
                    <a:pt x="1" y="3644"/>
                  </a:lnTo>
                  <a:lnTo>
                    <a:pt x="60" y="3853"/>
                  </a:lnTo>
                  <a:lnTo>
                    <a:pt x="150" y="4062"/>
                  </a:lnTo>
                  <a:lnTo>
                    <a:pt x="299" y="4242"/>
                  </a:lnTo>
                  <a:lnTo>
                    <a:pt x="449" y="4391"/>
                  </a:lnTo>
                  <a:lnTo>
                    <a:pt x="628" y="4510"/>
                  </a:lnTo>
                  <a:lnTo>
                    <a:pt x="837" y="4570"/>
                  </a:lnTo>
                  <a:lnTo>
                    <a:pt x="1046" y="4600"/>
                  </a:lnTo>
                  <a:lnTo>
                    <a:pt x="1285" y="4600"/>
                  </a:lnTo>
                  <a:lnTo>
                    <a:pt x="1494" y="4540"/>
                  </a:lnTo>
                  <a:lnTo>
                    <a:pt x="8364" y="2181"/>
                  </a:lnTo>
                  <a:lnTo>
                    <a:pt x="8573" y="2091"/>
                  </a:lnTo>
                  <a:lnTo>
                    <a:pt x="8752" y="1942"/>
                  </a:lnTo>
                  <a:lnTo>
                    <a:pt x="8872" y="1792"/>
                  </a:lnTo>
                  <a:lnTo>
                    <a:pt x="8991" y="1613"/>
                  </a:lnTo>
                  <a:lnTo>
                    <a:pt x="9081" y="1404"/>
                  </a:lnTo>
                  <a:lnTo>
                    <a:pt x="9111" y="1195"/>
                  </a:lnTo>
                  <a:lnTo>
                    <a:pt x="9111" y="956"/>
                  </a:lnTo>
                  <a:lnTo>
                    <a:pt x="9051" y="747"/>
                  </a:lnTo>
                  <a:lnTo>
                    <a:pt x="8961" y="538"/>
                  </a:lnTo>
                  <a:lnTo>
                    <a:pt x="8812" y="359"/>
                  </a:lnTo>
                  <a:lnTo>
                    <a:pt x="8663" y="209"/>
                  </a:lnTo>
                  <a:lnTo>
                    <a:pt x="8483" y="90"/>
                  </a:lnTo>
                  <a:lnTo>
                    <a:pt x="8274" y="30"/>
                  </a:lnTo>
                  <a:lnTo>
                    <a:pt x="80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51"/>
            <p:cNvSpPr/>
            <p:nvPr/>
          </p:nvSpPr>
          <p:spPr>
            <a:xfrm>
              <a:off x="945100" y="5377250"/>
              <a:ext cx="233000" cy="286775"/>
            </a:xfrm>
            <a:custGeom>
              <a:rect b="b" l="l" r="r" t="t"/>
              <a:pathLst>
                <a:path extrusionOk="0" h="11471" w="9320">
                  <a:moveTo>
                    <a:pt x="4541" y="1"/>
                  </a:moveTo>
                  <a:lnTo>
                    <a:pt x="3973" y="31"/>
                  </a:lnTo>
                  <a:lnTo>
                    <a:pt x="3376" y="120"/>
                  </a:lnTo>
                  <a:lnTo>
                    <a:pt x="2749" y="240"/>
                  </a:lnTo>
                  <a:lnTo>
                    <a:pt x="1" y="7378"/>
                  </a:lnTo>
                  <a:lnTo>
                    <a:pt x="568" y="11470"/>
                  </a:lnTo>
                  <a:lnTo>
                    <a:pt x="8782" y="4780"/>
                  </a:lnTo>
                  <a:lnTo>
                    <a:pt x="9021" y="4302"/>
                  </a:lnTo>
                  <a:lnTo>
                    <a:pt x="9200" y="3854"/>
                  </a:lnTo>
                  <a:lnTo>
                    <a:pt x="9290" y="3465"/>
                  </a:lnTo>
                  <a:lnTo>
                    <a:pt x="9320" y="3137"/>
                  </a:lnTo>
                  <a:lnTo>
                    <a:pt x="9320" y="2838"/>
                  </a:lnTo>
                  <a:lnTo>
                    <a:pt x="9320" y="2599"/>
                  </a:lnTo>
                  <a:lnTo>
                    <a:pt x="9230" y="2301"/>
                  </a:lnTo>
                  <a:lnTo>
                    <a:pt x="9111" y="2002"/>
                  </a:lnTo>
                  <a:lnTo>
                    <a:pt x="8961" y="1703"/>
                  </a:lnTo>
                  <a:lnTo>
                    <a:pt x="8722" y="1434"/>
                  </a:lnTo>
                  <a:lnTo>
                    <a:pt x="8483" y="1166"/>
                  </a:lnTo>
                  <a:lnTo>
                    <a:pt x="8155" y="927"/>
                  </a:lnTo>
                  <a:lnTo>
                    <a:pt x="7826" y="718"/>
                  </a:lnTo>
                  <a:lnTo>
                    <a:pt x="7438" y="538"/>
                  </a:lnTo>
                  <a:lnTo>
                    <a:pt x="7050" y="359"/>
                  </a:lnTo>
                  <a:lnTo>
                    <a:pt x="6602" y="240"/>
                  </a:lnTo>
                  <a:lnTo>
                    <a:pt x="6124" y="120"/>
                  </a:lnTo>
                  <a:lnTo>
                    <a:pt x="5616" y="60"/>
                  </a:lnTo>
                  <a:lnTo>
                    <a:pt x="5078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51"/>
            <p:cNvSpPr/>
            <p:nvPr/>
          </p:nvSpPr>
          <p:spPr>
            <a:xfrm>
              <a:off x="276800" y="5543775"/>
              <a:ext cx="118750" cy="184450"/>
            </a:xfrm>
            <a:custGeom>
              <a:rect b="b" l="l" r="r" t="t"/>
              <a:pathLst>
                <a:path extrusionOk="0" h="7378" w="4750">
                  <a:moveTo>
                    <a:pt x="240" y="0"/>
                  </a:moveTo>
                  <a:lnTo>
                    <a:pt x="120" y="30"/>
                  </a:lnTo>
                  <a:lnTo>
                    <a:pt x="31" y="90"/>
                  </a:lnTo>
                  <a:lnTo>
                    <a:pt x="1" y="209"/>
                  </a:lnTo>
                  <a:lnTo>
                    <a:pt x="1" y="299"/>
                  </a:lnTo>
                  <a:lnTo>
                    <a:pt x="31" y="419"/>
                  </a:lnTo>
                  <a:lnTo>
                    <a:pt x="4242" y="7258"/>
                  </a:lnTo>
                  <a:lnTo>
                    <a:pt x="4272" y="7288"/>
                  </a:lnTo>
                  <a:lnTo>
                    <a:pt x="4332" y="7348"/>
                  </a:lnTo>
                  <a:lnTo>
                    <a:pt x="4481" y="7378"/>
                  </a:lnTo>
                  <a:lnTo>
                    <a:pt x="4541" y="7378"/>
                  </a:lnTo>
                  <a:lnTo>
                    <a:pt x="4630" y="7348"/>
                  </a:lnTo>
                  <a:lnTo>
                    <a:pt x="4690" y="7258"/>
                  </a:lnTo>
                  <a:lnTo>
                    <a:pt x="4750" y="7169"/>
                  </a:lnTo>
                  <a:lnTo>
                    <a:pt x="4750" y="7049"/>
                  </a:lnTo>
                  <a:lnTo>
                    <a:pt x="4720" y="6960"/>
                  </a:lnTo>
                  <a:lnTo>
                    <a:pt x="508" y="120"/>
                  </a:lnTo>
                  <a:lnTo>
                    <a:pt x="419" y="30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51"/>
            <p:cNvSpPr/>
            <p:nvPr/>
          </p:nvSpPr>
          <p:spPr>
            <a:xfrm>
              <a:off x="885375" y="5111425"/>
              <a:ext cx="96350" cy="56025"/>
            </a:xfrm>
            <a:custGeom>
              <a:rect b="b" l="l" r="r" t="t"/>
              <a:pathLst>
                <a:path extrusionOk="0" h="2241" w="3854">
                  <a:moveTo>
                    <a:pt x="1942" y="1"/>
                  </a:moveTo>
                  <a:lnTo>
                    <a:pt x="1553" y="31"/>
                  </a:lnTo>
                  <a:lnTo>
                    <a:pt x="1195" y="90"/>
                  </a:lnTo>
                  <a:lnTo>
                    <a:pt x="867" y="180"/>
                  </a:lnTo>
                  <a:lnTo>
                    <a:pt x="568" y="329"/>
                  </a:lnTo>
                  <a:lnTo>
                    <a:pt x="329" y="479"/>
                  </a:lnTo>
                  <a:lnTo>
                    <a:pt x="150" y="688"/>
                  </a:lnTo>
                  <a:lnTo>
                    <a:pt x="30" y="897"/>
                  </a:lnTo>
                  <a:lnTo>
                    <a:pt x="0" y="986"/>
                  </a:lnTo>
                  <a:lnTo>
                    <a:pt x="0" y="1106"/>
                  </a:lnTo>
                  <a:lnTo>
                    <a:pt x="0" y="1225"/>
                  </a:lnTo>
                  <a:lnTo>
                    <a:pt x="30" y="1345"/>
                  </a:lnTo>
                  <a:lnTo>
                    <a:pt x="150" y="1554"/>
                  </a:lnTo>
                  <a:lnTo>
                    <a:pt x="329" y="1733"/>
                  </a:lnTo>
                  <a:lnTo>
                    <a:pt x="568" y="1912"/>
                  </a:lnTo>
                  <a:lnTo>
                    <a:pt x="867" y="2032"/>
                  </a:lnTo>
                  <a:lnTo>
                    <a:pt x="1195" y="2151"/>
                  </a:lnTo>
                  <a:lnTo>
                    <a:pt x="1553" y="2211"/>
                  </a:lnTo>
                  <a:lnTo>
                    <a:pt x="1942" y="2241"/>
                  </a:lnTo>
                  <a:lnTo>
                    <a:pt x="2330" y="2211"/>
                  </a:lnTo>
                  <a:lnTo>
                    <a:pt x="2688" y="2151"/>
                  </a:lnTo>
                  <a:lnTo>
                    <a:pt x="3017" y="2032"/>
                  </a:lnTo>
                  <a:lnTo>
                    <a:pt x="3286" y="1912"/>
                  </a:lnTo>
                  <a:lnTo>
                    <a:pt x="3525" y="1733"/>
                  </a:lnTo>
                  <a:lnTo>
                    <a:pt x="3704" y="1554"/>
                  </a:lnTo>
                  <a:lnTo>
                    <a:pt x="3823" y="1345"/>
                  </a:lnTo>
                  <a:lnTo>
                    <a:pt x="3853" y="1225"/>
                  </a:lnTo>
                  <a:lnTo>
                    <a:pt x="3853" y="1106"/>
                  </a:lnTo>
                  <a:lnTo>
                    <a:pt x="3853" y="986"/>
                  </a:lnTo>
                  <a:lnTo>
                    <a:pt x="3823" y="897"/>
                  </a:lnTo>
                  <a:lnTo>
                    <a:pt x="3704" y="688"/>
                  </a:lnTo>
                  <a:lnTo>
                    <a:pt x="3525" y="479"/>
                  </a:lnTo>
                  <a:lnTo>
                    <a:pt x="3286" y="329"/>
                  </a:lnTo>
                  <a:lnTo>
                    <a:pt x="3017" y="180"/>
                  </a:lnTo>
                  <a:lnTo>
                    <a:pt x="2688" y="90"/>
                  </a:lnTo>
                  <a:lnTo>
                    <a:pt x="2330" y="31"/>
                  </a:lnTo>
                  <a:lnTo>
                    <a:pt x="1942" y="1"/>
                  </a:lnTo>
                  <a:close/>
                </a:path>
              </a:pathLst>
            </a:custGeom>
            <a:solidFill>
              <a:srgbClr val="CA92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51"/>
            <p:cNvSpPr/>
            <p:nvPr/>
          </p:nvSpPr>
          <p:spPr>
            <a:xfrm>
              <a:off x="385075" y="5666975"/>
              <a:ext cx="175500" cy="67225"/>
            </a:xfrm>
            <a:custGeom>
              <a:rect b="b" l="l" r="r" t="t"/>
              <a:pathLst>
                <a:path extrusionOk="0" h="2689" w="7020">
                  <a:moveTo>
                    <a:pt x="6661" y="1"/>
                  </a:moveTo>
                  <a:lnTo>
                    <a:pt x="180" y="2151"/>
                  </a:lnTo>
                  <a:lnTo>
                    <a:pt x="90" y="2181"/>
                  </a:lnTo>
                  <a:lnTo>
                    <a:pt x="30" y="2271"/>
                  </a:lnTo>
                  <a:lnTo>
                    <a:pt x="1" y="2390"/>
                  </a:lnTo>
                  <a:lnTo>
                    <a:pt x="1" y="2480"/>
                  </a:lnTo>
                  <a:lnTo>
                    <a:pt x="60" y="2569"/>
                  </a:lnTo>
                  <a:lnTo>
                    <a:pt x="120" y="2629"/>
                  </a:lnTo>
                  <a:lnTo>
                    <a:pt x="180" y="2659"/>
                  </a:lnTo>
                  <a:lnTo>
                    <a:pt x="269" y="2689"/>
                  </a:lnTo>
                  <a:lnTo>
                    <a:pt x="359" y="2659"/>
                  </a:lnTo>
                  <a:lnTo>
                    <a:pt x="6840" y="538"/>
                  </a:lnTo>
                  <a:lnTo>
                    <a:pt x="6930" y="479"/>
                  </a:lnTo>
                  <a:lnTo>
                    <a:pt x="6990" y="389"/>
                  </a:lnTo>
                  <a:lnTo>
                    <a:pt x="7020" y="299"/>
                  </a:lnTo>
                  <a:lnTo>
                    <a:pt x="7020" y="180"/>
                  </a:lnTo>
                  <a:lnTo>
                    <a:pt x="6960" y="90"/>
                  </a:lnTo>
                  <a:lnTo>
                    <a:pt x="6870" y="30"/>
                  </a:lnTo>
                  <a:lnTo>
                    <a:pt x="67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51"/>
            <p:cNvSpPr/>
            <p:nvPr/>
          </p:nvSpPr>
          <p:spPr>
            <a:xfrm>
              <a:off x="397775" y="5494500"/>
              <a:ext cx="18700" cy="51525"/>
            </a:xfrm>
            <a:custGeom>
              <a:rect b="b" l="l" r="r" t="t"/>
              <a:pathLst>
                <a:path extrusionOk="0" h="2061" w="748">
                  <a:moveTo>
                    <a:pt x="389" y="0"/>
                  </a:moveTo>
                  <a:lnTo>
                    <a:pt x="299" y="60"/>
                  </a:lnTo>
                  <a:lnTo>
                    <a:pt x="239" y="120"/>
                  </a:lnTo>
                  <a:lnTo>
                    <a:pt x="209" y="239"/>
                  </a:lnTo>
                  <a:lnTo>
                    <a:pt x="0" y="1762"/>
                  </a:lnTo>
                  <a:lnTo>
                    <a:pt x="30" y="1852"/>
                  </a:lnTo>
                  <a:lnTo>
                    <a:pt x="60" y="1971"/>
                  </a:lnTo>
                  <a:lnTo>
                    <a:pt x="150" y="2031"/>
                  </a:lnTo>
                  <a:lnTo>
                    <a:pt x="299" y="2061"/>
                  </a:lnTo>
                  <a:lnTo>
                    <a:pt x="389" y="2031"/>
                  </a:lnTo>
                  <a:lnTo>
                    <a:pt x="478" y="2001"/>
                  </a:lnTo>
                  <a:lnTo>
                    <a:pt x="538" y="1912"/>
                  </a:lnTo>
                  <a:lnTo>
                    <a:pt x="568" y="1822"/>
                  </a:lnTo>
                  <a:lnTo>
                    <a:pt x="747" y="299"/>
                  </a:lnTo>
                  <a:lnTo>
                    <a:pt x="747" y="209"/>
                  </a:lnTo>
                  <a:lnTo>
                    <a:pt x="687" y="90"/>
                  </a:lnTo>
                  <a:lnTo>
                    <a:pt x="598" y="30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6" name="Google Shape;1976;p51"/>
          <p:cNvGrpSpPr/>
          <p:nvPr/>
        </p:nvGrpSpPr>
        <p:grpSpPr>
          <a:xfrm>
            <a:off x="2579333" y="4063567"/>
            <a:ext cx="3022672" cy="1055689"/>
            <a:chOff x="3155558" y="4087829"/>
            <a:chExt cx="3022672" cy="1055689"/>
          </a:xfrm>
        </p:grpSpPr>
        <p:grpSp>
          <p:nvGrpSpPr>
            <p:cNvPr id="1977" name="Google Shape;1977;p51"/>
            <p:cNvGrpSpPr/>
            <p:nvPr/>
          </p:nvGrpSpPr>
          <p:grpSpPr>
            <a:xfrm>
              <a:off x="3155558" y="4313627"/>
              <a:ext cx="788851" cy="580736"/>
              <a:chOff x="6248258" y="7781252"/>
              <a:chExt cx="788851" cy="580736"/>
            </a:xfrm>
          </p:grpSpPr>
          <p:sp>
            <p:nvSpPr>
              <p:cNvPr id="1978" name="Google Shape;1978;p51"/>
              <p:cNvSpPr/>
              <p:nvPr/>
            </p:nvSpPr>
            <p:spPr>
              <a:xfrm>
                <a:off x="6248258" y="7786046"/>
                <a:ext cx="788851" cy="571136"/>
              </a:xfrm>
              <a:custGeom>
                <a:rect b="b" l="l" r="r" t="t"/>
                <a:pathLst>
                  <a:path extrusionOk="0" h="47894" w="66151">
                    <a:moveTo>
                      <a:pt x="0" y="0"/>
                    </a:moveTo>
                    <a:lnTo>
                      <a:pt x="0" y="47894"/>
                    </a:lnTo>
                    <a:lnTo>
                      <a:pt x="66150" y="47894"/>
                    </a:lnTo>
                    <a:lnTo>
                      <a:pt x="661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51"/>
              <p:cNvSpPr/>
              <p:nvPr/>
            </p:nvSpPr>
            <p:spPr>
              <a:xfrm>
                <a:off x="6799718" y="7781252"/>
                <a:ext cx="10089" cy="580736"/>
              </a:xfrm>
              <a:custGeom>
                <a:rect b="b" l="l" r="r" t="t"/>
                <a:pathLst>
                  <a:path extrusionOk="0" h="48699" w="846">
                    <a:moveTo>
                      <a:pt x="443" y="0"/>
                    </a:moveTo>
                    <a:lnTo>
                      <a:pt x="282" y="40"/>
                    </a:lnTo>
                    <a:lnTo>
                      <a:pt x="122" y="121"/>
                    </a:lnTo>
                    <a:lnTo>
                      <a:pt x="41" y="241"/>
                    </a:lnTo>
                    <a:lnTo>
                      <a:pt x="1" y="402"/>
                    </a:lnTo>
                    <a:lnTo>
                      <a:pt x="1" y="48296"/>
                    </a:lnTo>
                    <a:lnTo>
                      <a:pt x="41" y="48457"/>
                    </a:lnTo>
                    <a:lnTo>
                      <a:pt x="122" y="48577"/>
                    </a:lnTo>
                    <a:lnTo>
                      <a:pt x="282" y="48658"/>
                    </a:lnTo>
                    <a:lnTo>
                      <a:pt x="443" y="48698"/>
                    </a:lnTo>
                    <a:lnTo>
                      <a:pt x="564" y="48658"/>
                    </a:lnTo>
                    <a:lnTo>
                      <a:pt x="725" y="48577"/>
                    </a:lnTo>
                    <a:lnTo>
                      <a:pt x="805" y="48457"/>
                    </a:lnTo>
                    <a:lnTo>
                      <a:pt x="845" y="48296"/>
                    </a:lnTo>
                    <a:lnTo>
                      <a:pt x="845" y="402"/>
                    </a:lnTo>
                    <a:lnTo>
                      <a:pt x="805" y="241"/>
                    </a:lnTo>
                    <a:lnTo>
                      <a:pt x="725" y="121"/>
                    </a:lnTo>
                    <a:lnTo>
                      <a:pt x="564" y="40"/>
                    </a:lnTo>
                    <a:lnTo>
                      <a:pt x="4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51"/>
              <p:cNvSpPr/>
              <p:nvPr/>
            </p:nvSpPr>
            <p:spPr>
              <a:xfrm>
                <a:off x="6323541" y="7862772"/>
                <a:ext cx="399464" cy="398033"/>
              </a:xfrm>
              <a:custGeom>
                <a:rect b="b" l="l" r="r" t="t"/>
                <a:pathLst>
                  <a:path extrusionOk="0" h="33378" w="33498">
                    <a:moveTo>
                      <a:pt x="16488" y="7802"/>
                    </a:moveTo>
                    <a:lnTo>
                      <a:pt x="21072" y="20187"/>
                    </a:lnTo>
                    <a:lnTo>
                      <a:pt x="11984" y="20187"/>
                    </a:lnTo>
                    <a:lnTo>
                      <a:pt x="16488" y="7802"/>
                    </a:lnTo>
                    <a:close/>
                    <a:moveTo>
                      <a:pt x="12989" y="0"/>
                    </a:moveTo>
                    <a:lnTo>
                      <a:pt x="0" y="33377"/>
                    </a:lnTo>
                    <a:lnTo>
                      <a:pt x="7158" y="33377"/>
                    </a:lnTo>
                    <a:lnTo>
                      <a:pt x="9893" y="25817"/>
                    </a:lnTo>
                    <a:lnTo>
                      <a:pt x="23244" y="25817"/>
                    </a:lnTo>
                    <a:lnTo>
                      <a:pt x="26179" y="33377"/>
                    </a:lnTo>
                    <a:lnTo>
                      <a:pt x="33498" y="33377"/>
                    </a:lnTo>
                    <a:lnTo>
                      <a:pt x="201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1" name="Google Shape;1981;p51"/>
            <p:cNvGrpSpPr/>
            <p:nvPr/>
          </p:nvGrpSpPr>
          <p:grpSpPr>
            <a:xfrm rot="-5853451">
              <a:off x="5352022" y="4289444"/>
              <a:ext cx="592777" cy="990277"/>
              <a:chOff x="2061075" y="4786925"/>
              <a:chExt cx="1096525" cy="1831825"/>
            </a:xfrm>
          </p:grpSpPr>
          <p:sp>
            <p:nvSpPr>
              <p:cNvPr id="1982" name="Google Shape;1982;p51"/>
              <p:cNvSpPr/>
              <p:nvPr/>
            </p:nvSpPr>
            <p:spPr>
              <a:xfrm>
                <a:off x="2061075" y="5239475"/>
                <a:ext cx="602950" cy="1379275"/>
              </a:xfrm>
              <a:custGeom>
                <a:rect b="b" l="l" r="r" t="t"/>
                <a:pathLst>
                  <a:path extrusionOk="0" h="55171" w="24118">
                    <a:moveTo>
                      <a:pt x="20261" y="1"/>
                    </a:moveTo>
                    <a:lnTo>
                      <a:pt x="1" y="53703"/>
                    </a:lnTo>
                    <a:lnTo>
                      <a:pt x="3857" y="55171"/>
                    </a:lnTo>
                    <a:lnTo>
                      <a:pt x="24118" y="1440"/>
                    </a:lnTo>
                    <a:lnTo>
                      <a:pt x="202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51"/>
              <p:cNvSpPr/>
              <p:nvPr/>
            </p:nvSpPr>
            <p:spPr>
              <a:xfrm>
                <a:off x="2273325" y="4786925"/>
                <a:ext cx="584975" cy="517325"/>
              </a:xfrm>
              <a:custGeom>
                <a:rect b="b" l="l" r="r" t="t"/>
                <a:pathLst>
                  <a:path extrusionOk="0" h="20693" w="23399">
                    <a:moveTo>
                      <a:pt x="1" y="1"/>
                    </a:moveTo>
                    <a:lnTo>
                      <a:pt x="5469" y="7454"/>
                    </a:lnTo>
                    <a:lnTo>
                      <a:pt x="14966" y="20693"/>
                    </a:lnTo>
                    <a:lnTo>
                      <a:pt x="23398" y="14621"/>
                    </a:lnTo>
                    <a:lnTo>
                      <a:pt x="13901" y="14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51"/>
              <p:cNvSpPr/>
              <p:nvPr/>
            </p:nvSpPr>
            <p:spPr>
              <a:xfrm>
                <a:off x="2623000" y="4825050"/>
                <a:ext cx="235300" cy="479200"/>
              </a:xfrm>
              <a:custGeom>
                <a:rect b="b" l="l" r="r" t="t"/>
                <a:pathLst>
                  <a:path extrusionOk="0" h="19168" w="9412">
                    <a:moveTo>
                      <a:pt x="0" y="1"/>
                    </a:moveTo>
                    <a:lnTo>
                      <a:pt x="403" y="9441"/>
                    </a:lnTo>
                    <a:lnTo>
                      <a:pt x="777" y="18880"/>
                    </a:lnTo>
                    <a:lnTo>
                      <a:pt x="979" y="19168"/>
                    </a:lnTo>
                    <a:lnTo>
                      <a:pt x="9411" y="1309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51"/>
              <p:cNvSpPr/>
              <p:nvPr/>
            </p:nvSpPr>
            <p:spPr>
              <a:xfrm>
                <a:off x="2435200" y="5297750"/>
                <a:ext cx="585700" cy="517350"/>
              </a:xfrm>
              <a:custGeom>
                <a:rect b="b" l="l" r="r" t="t"/>
                <a:pathLst>
                  <a:path extrusionOk="0" h="20694" w="23428">
                    <a:moveTo>
                      <a:pt x="8433" y="1"/>
                    </a:moveTo>
                    <a:lnTo>
                      <a:pt x="1" y="6073"/>
                    </a:lnTo>
                    <a:lnTo>
                      <a:pt x="9498" y="19283"/>
                    </a:lnTo>
                    <a:lnTo>
                      <a:pt x="23427" y="20693"/>
                    </a:lnTo>
                    <a:lnTo>
                      <a:pt x="23427" y="20693"/>
                    </a:lnTo>
                    <a:lnTo>
                      <a:pt x="17930" y="1323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51"/>
              <p:cNvSpPr/>
              <p:nvPr/>
            </p:nvSpPr>
            <p:spPr>
              <a:xfrm>
                <a:off x="2435200" y="5297750"/>
                <a:ext cx="235300" cy="478500"/>
              </a:xfrm>
              <a:custGeom>
                <a:rect b="b" l="l" r="r" t="t"/>
                <a:pathLst>
                  <a:path extrusionOk="0" h="19140" w="9412">
                    <a:moveTo>
                      <a:pt x="8433" y="1"/>
                    </a:moveTo>
                    <a:lnTo>
                      <a:pt x="1" y="6073"/>
                    </a:lnTo>
                    <a:lnTo>
                      <a:pt x="9412" y="19139"/>
                    </a:lnTo>
                    <a:lnTo>
                      <a:pt x="9038" y="9728"/>
                    </a:lnTo>
                    <a:lnTo>
                      <a:pt x="8635" y="289"/>
                    </a:lnTo>
                    <a:lnTo>
                      <a:pt x="84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51"/>
              <p:cNvSpPr/>
              <p:nvPr/>
            </p:nvSpPr>
            <p:spPr>
              <a:xfrm>
                <a:off x="2644575" y="4920025"/>
                <a:ext cx="513025" cy="588575"/>
              </a:xfrm>
              <a:custGeom>
                <a:rect b="b" l="l" r="r" t="t"/>
                <a:pathLst>
                  <a:path extrusionOk="0" h="23543" w="20521">
                    <a:moveTo>
                      <a:pt x="20520" y="1"/>
                    </a:moveTo>
                    <a:lnTo>
                      <a:pt x="13124" y="5555"/>
                    </a:lnTo>
                    <a:lnTo>
                      <a:pt x="1" y="15196"/>
                    </a:lnTo>
                    <a:lnTo>
                      <a:pt x="6131" y="23542"/>
                    </a:lnTo>
                    <a:lnTo>
                      <a:pt x="19254" y="13901"/>
                    </a:lnTo>
                    <a:lnTo>
                      <a:pt x="205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51"/>
              <p:cNvSpPr/>
              <p:nvPr/>
            </p:nvSpPr>
            <p:spPr>
              <a:xfrm>
                <a:off x="2644575" y="5270425"/>
                <a:ext cx="478475" cy="238175"/>
              </a:xfrm>
              <a:custGeom>
                <a:rect b="b" l="l" r="r" t="t"/>
                <a:pathLst>
                  <a:path extrusionOk="0" h="9527" w="19139">
                    <a:moveTo>
                      <a:pt x="19139" y="0"/>
                    </a:moveTo>
                    <a:lnTo>
                      <a:pt x="9699" y="461"/>
                    </a:lnTo>
                    <a:lnTo>
                      <a:pt x="260" y="950"/>
                    </a:lnTo>
                    <a:lnTo>
                      <a:pt x="1" y="1180"/>
                    </a:lnTo>
                    <a:lnTo>
                      <a:pt x="6131" y="9526"/>
                    </a:lnTo>
                    <a:lnTo>
                      <a:pt x="191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51"/>
              <p:cNvSpPr/>
              <p:nvPr/>
            </p:nvSpPr>
            <p:spPr>
              <a:xfrm>
                <a:off x="2137350" y="5087675"/>
                <a:ext cx="510125" cy="592150"/>
              </a:xfrm>
              <a:custGeom>
                <a:rect b="b" l="l" r="r" t="t"/>
                <a:pathLst>
                  <a:path extrusionOk="0" h="23686" w="20405">
                    <a:moveTo>
                      <a:pt x="14188" y="0"/>
                    </a:moveTo>
                    <a:lnTo>
                      <a:pt x="1151" y="9757"/>
                    </a:lnTo>
                    <a:lnTo>
                      <a:pt x="0" y="23686"/>
                    </a:lnTo>
                    <a:lnTo>
                      <a:pt x="0" y="23686"/>
                    </a:lnTo>
                    <a:lnTo>
                      <a:pt x="7368" y="18074"/>
                    </a:lnTo>
                    <a:lnTo>
                      <a:pt x="20405" y="8318"/>
                    </a:lnTo>
                    <a:lnTo>
                      <a:pt x="141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51"/>
              <p:cNvSpPr/>
              <p:nvPr/>
            </p:nvSpPr>
            <p:spPr>
              <a:xfrm>
                <a:off x="2169725" y="5087675"/>
                <a:ext cx="477750" cy="241050"/>
              </a:xfrm>
              <a:custGeom>
                <a:rect b="b" l="l" r="r" t="t"/>
                <a:pathLst>
                  <a:path extrusionOk="0" h="9642" w="19110">
                    <a:moveTo>
                      <a:pt x="12893" y="0"/>
                    </a:moveTo>
                    <a:lnTo>
                      <a:pt x="0" y="9641"/>
                    </a:lnTo>
                    <a:lnTo>
                      <a:pt x="0" y="9641"/>
                    </a:lnTo>
                    <a:lnTo>
                      <a:pt x="9411" y="9095"/>
                    </a:lnTo>
                    <a:lnTo>
                      <a:pt x="18851" y="8548"/>
                    </a:lnTo>
                    <a:lnTo>
                      <a:pt x="19110" y="8318"/>
                    </a:lnTo>
                    <a:lnTo>
                      <a:pt x="128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51"/>
              <p:cNvSpPr/>
              <p:nvPr/>
            </p:nvSpPr>
            <p:spPr>
              <a:xfrm>
                <a:off x="2599250" y="5247400"/>
                <a:ext cx="96450" cy="97150"/>
              </a:xfrm>
              <a:custGeom>
                <a:rect b="b" l="l" r="r" t="t"/>
                <a:pathLst>
                  <a:path extrusionOk="0" h="3886" w="3858">
                    <a:moveTo>
                      <a:pt x="1871" y="0"/>
                    </a:moveTo>
                    <a:lnTo>
                      <a:pt x="1670" y="29"/>
                    </a:lnTo>
                    <a:lnTo>
                      <a:pt x="1497" y="58"/>
                    </a:lnTo>
                    <a:lnTo>
                      <a:pt x="1324" y="115"/>
                    </a:lnTo>
                    <a:lnTo>
                      <a:pt x="1152" y="173"/>
                    </a:lnTo>
                    <a:lnTo>
                      <a:pt x="979" y="259"/>
                    </a:lnTo>
                    <a:lnTo>
                      <a:pt x="806" y="375"/>
                    </a:lnTo>
                    <a:lnTo>
                      <a:pt x="663" y="490"/>
                    </a:lnTo>
                    <a:lnTo>
                      <a:pt x="547" y="605"/>
                    </a:lnTo>
                    <a:lnTo>
                      <a:pt x="404" y="749"/>
                    </a:lnTo>
                    <a:lnTo>
                      <a:pt x="317" y="893"/>
                    </a:lnTo>
                    <a:lnTo>
                      <a:pt x="202" y="1065"/>
                    </a:lnTo>
                    <a:lnTo>
                      <a:pt x="116" y="1238"/>
                    </a:lnTo>
                    <a:lnTo>
                      <a:pt x="58" y="1439"/>
                    </a:lnTo>
                    <a:lnTo>
                      <a:pt x="29" y="1612"/>
                    </a:lnTo>
                    <a:lnTo>
                      <a:pt x="1" y="1813"/>
                    </a:lnTo>
                    <a:lnTo>
                      <a:pt x="1" y="2015"/>
                    </a:lnTo>
                    <a:lnTo>
                      <a:pt x="1" y="2188"/>
                    </a:lnTo>
                    <a:lnTo>
                      <a:pt x="29" y="2389"/>
                    </a:lnTo>
                    <a:lnTo>
                      <a:pt x="87" y="2562"/>
                    </a:lnTo>
                    <a:lnTo>
                      <a:pt x="173" y="2734"/>
                    </a:lnTo>
                    <a:lnTo>
                      <a:pt x="260" y="2907"/>
                    </a:lnTo>
                    <a:lnTo>
                      <a:pt x="346" y="3051"/>
                    </a:lnTo>
                    <a:lnTo>
                      <a:pt x="461" y="3195"/>
                    </a:lnTo>
                    <a:lnTo>
                      <a:pt x="576" y="3339"/>
                    </a:lnTo>
                    <a:lnTo>
                      <a:pt x="720" y="3454"/>
                    </a:lnTo>
                    <a:lnTo>
                      <a:pt x="893" y="3569"/>
                    </a:lnTo>
                    <a:lnTo>
                      <a:pt x="1037" y="3684"/>
                    </a:lnTo>
                    <a:lnTo>
                      <a:pt x="1238" y="3742"/>
                    </a:lnTo>
                    <a:lnTo>
                      <a:pt x="1411" y="3828"/>
                    </a:lnTo>
                    <a:lnTo>
                      <a:pt x="1612" y="3857"/>
                    </a:lnTo>
                    <a:lnTo>
                      <a:pt x="1814" y="3886"/>
                    </a:lnTo>
                    <a:lnTo>
                      <a:pt x="1986" y="3886"/>
                    </a:lnTo>
                    <a:lnTo>
                      <a:pt x="2188" y="3857"/>
                    </a:lnTo>
                    <a:lnTo>
                      <a:pt x="2361" y="3828"/>
                    </a:lnTo>
                    <a:lnTo>
                      <a:pt x="2533" y="3799"/>
                    </a:lnTo>
                    <a:lnTo>
                      <a:pt x="2706" y="3713"/>
                    </a:lnTo>
                    <a:lnTo>
                      <a:pt x="2879" y="3627"/>
                    </a:lnTo>
                    <a:lnTo>
                      <a:pt x="3051" y="3540"/>
                    </a:lnTo>
                    <a:lnTo>
                      <a:pt x="3195" y="3425"/>
                    </a:lnTo>
                    <a:lnTo>
                      <a:pt x="3339" y="3281"/>
                    </a:lnTo>
                    <a:lnTo>
                      <a:pt x="3454" y="3166"/>
                    </a:lnTo>
                    <a:lnTo>
                      <a:pt x="3569" y="2993"/>
                    </a:lnTo>
                    <a:lnTo>
                      <a:pt x="3656" y="2821"/>
                    </a:lnTo>
                    <a:lnTo>
                      <a:pt x="3742" y="2648"/>
                    </a:lnTo>
                    <a:lnTo>
                      <a:pt x="3799" y="2475"/>
                    </a:lnTo>
                    <a:lnTo>
                      <a:pt x="3828" y="2274"/>
                    </a:lnTo>
                    <a:lnTo>
                      <a:pt x="3857" y="2072"/>
                    </a:lnTo>
                    <a:lnTo>
                      <a:pt x="3857" y="1900"/>
                    </a:lnTo>
                    <a:lnTo>
                      <a:pt x="3857" y="1698"/>
                    </a:lnTo>
                    <a:lnTo>
                      <a:pt x="3828" y="1526"/>
                    </a:lnTo>
                    <a:lnTo>
                      <a:pt x="3771" y="1324"/>
                    </a:lnTo>
                    <a:lnTo>
                      <a:pt x="3713" y="1152"/>
                    </a:lnTo>
                    <a:lnTo>
                      <a:pt x="3627" y="1008"/>
                    </a:lnTo>
                    <a:lnTo>
                      <a:pt x="3512" y="835"/>
                    </a:lnTo>
                    <a:lnTo>
                      <a:pt x="3397" y="691"/>
                    </a:lnTo>
                    <a:lnTo>
                      <a:pt x="3281" y="547"/>
                    </a:lnTo>
                    <a:lnTo>
                      <a:pt x="3138" y="432"/>
                    </a:lnTo>
                    <a:lnTo>
                      <a:pt x="2994" y="317"/>
                    </a:lnTo>
                    <a:lnTo>
                      <a:pt x="2821" y="231"/>
                    </a:lnTo>
                    <a:lnTo>
                      <a:pt x="2648" y="144"/>
                    </a:lnTo>
                    <a:lnTo>
                      <a:pt x="2447" y="87"/>
                    </a:lnTo>
                    <a:lnTo>
                      <a:pt x="2245" y="29"/>
                    </a:lnTo>
                    <a:lnTo>
                      <a:pt x="2073" y="29"/>
                    </a:lnTo>
                    <a:lnTo>
                      <a:pt x="1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2" name="Google Shape;1992;p51"/>
            <p:cNvGrpSpPr/>
            <p:nvPr/>
          </p:nvGrpSpPr>
          <p:grpSpPr>
            <a:xfrm>
              <a:off x="4342036" y="4087829"/>
              <a:ext cx="620748" cy="810441"/>
              <a:chOff x="4109650" y="6360675"/>
              <a:chExt cx="1211925" cy="1582275"/>
            </a:xfrm>
          </p:grpSpPr>
          <p:sp>
            <p:nvSpPr>
              <p:cNvPr id="1993" name="Google Shape;1993;p51"/>
              <p:cNvSpPr/>
              <p:nvPr/>
            </p:nvSpPr>
            <p:spPr>
              <a:xfrm>
                <a:off x="4668925" y="6465950"/>
                <a:ext cx="93375" cy="1275400"/>
              </a:xfrm>
              <a:custGeom>
                <a:rect b="b" l="l" r="r" t="t"/>
                <a:pathLst>
                  <a:path extrusionOk="0" h="51016" w="3735">
                    <a:moveTo>
                      <a:pt x="1" y="1"/>
                    </a:moveTo>
                    <a:lnTo>
                      <a:pt x="1" y="51016"/>
                    </a:lnTo>
                    <a:lnTo>
                      <a:pt x="3735" y="51016"/>
                    </a:lnTo>
                    <a:lnTo>
                      <a:pt x="37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51"/>
              <p:cNvSpPr/>
              <p:nvPr/>
            </p:nvSpPr>
            <p:spPr>
              <a:xfrm>
                <a:off x="4109650" y="7638275"/>
                <a:ext cx="1211925" cy="304675"/>
              </a:xfrm>
              <a:custGeom>
                <a:rect b="b" l="l" r="r" t="t"/>
                <a:pathLst>
                  <a:path extrusionOk="0" h="12187" w="48477">
                    <a:moveTo>
                      <a:pt x="7737" y="1"/>
                    </a:moveTo>
                    <a:lnTo>
                      <a:pt x="6751" y="31"/>
                    </a:lnTo>
                    <a:lnTo>
                      <a:pt x="5795" y="90"/>
                    </a:lnTo>
                    <a:lnTo>
                      <a:pt x="5317" y="150"/>
                    </a:lnTo>
                    <a:lnTo>
                      <a:pt x="4839" y="240"/>
                    </a:lnTo>
                    <a:lnTo>
                      <a:pt x="4391" y="329"/>
                    </a:lnTo>
                    <a:lnTo>
                      <a:pt x="3943" y="449"/>
                    </a:lnTo>
                    <a:lnTo>
                      <a:pt x="3525" y="598"/>
                    </a:lnTo>
                    <a:lnTo>
                      <a:pt x="3137" y="777"/>
                    </a:lnTo>
                    <a:lnTo>
                      <a:pt x="2719" y="986"/>
                    </a:lnTo>
                    <a:lnTo>
                      <a:pt x="2360" y="1255"/>
                    </a:lnTo>
                    <a:lnTo>
                      <a:pt x="2002" y="1524"/>
                    </a:lnTo>
                    <a:lnTo>
                      <a:pt x="1673" y="1853"/>
                    </a:lnTo>
                    <a:lnTo>
                      <a:pt x="1375" y="2211"/>
                    </a:lnTo>
                    <a:lnTo>
                      <a:pt x="1076" y="2599"/>
                    </a:lnTo>
                    <a:lnTo>
                      <a:pt x="837" y="3047"/>
                    </a:lnTo>
                    <a:lnTo>
                      <a:pt x="598" y="3555"/>
                    </a:lnTo>
                    <a:lnTo>
                      <a:pt x="389" y="4093"/>
                    </a:lnTo>
                    <a:lnTo>
                      <a:pt x="240" y="4720"/>
                    </a:lnTo>
                    <a:lnTo>
                      <a:pt x="90" y="5377"/>
                    </a:lnTo>
                    <a:lnTo>
                      <a:pt x="1" y="6064"/>
                    </a:lnTo>
                    <a:lnTo>
                      <a:pt x="120" y="6841"/>
                    </a:lnTo>
                    <a:lnTo>
                      <a:pt x="240" y="7528"/>
                    </a:lnTo>
                    <a:lnTo>
                      <a:pt x="389" y="8155"/>
                    </a:lnTo>
                    <a:lnTo>
                      <a:pt x="598" y="8722"/>
                    </a:lnTo>
                    <a:lnTo>
                      <a:pt x="807" y="9230"/>
                    </a:lnTo>
                    <a:lnTo>
                      <a:pt x="1076" y="9678"/>
                    </a:lnTo>
                    <a:lnTo>
                      <a:pt x="1404" y="10096"/>
                    </a:lnTo>
                    <a:lnTo>
                      <a:pt x="1584" y="10305"/>
                    </a:lnTo>
                    <a:lnTo>
                      <a:pt x="1763" y="10485"/>
                    </a:lnTo>
                    <a:lnTo>
                      <a:pt x="1972" y="10634"/>
                    </a:lnTo>
                    <a:lnTo>
                      <a:pt x="2211" y="10813"/>
                    </a:lnTo>
                    <a:lnTo>
                      <a:pt x="2719" y="11082"/>
                    </a:lnTo>
                    <a:lnTo>
                      <a:pt x="3286" y="11321"/>
                    </a:lnTo>
                    <a:lnTo>
                      <a:pt x="3943" y="11530"/>
                    </a:lnTo>
                    <a:lnTo>
                      <a:pt x="4660" y="11709"/>
                    </a:lnTo>
                    <a:lnTo>
                      <a:pt x="5496" y="11858"/>
                    </a:lnTo>
                    <a:lnTo>
                      <a:pt x="6422" y="11948"/>
                    </a:lnTo>
                    <a:lnTo>
                      <a:pt x="7438" y="12038"/>
                    </a:lnTo>
                    <a:lnTo>
                      <a:pt x="8573" y="12127"/>
                    </a:lnTo>
                    <a:lnTo>
                      <a:pt x="9797" y="12157"/>
                    </a:lnTo>
                    <a:lnTo>
                      <a:pt x="12665" y="12187"/>
                    </a:lnTo>
                    <a:lnTo>
                      <a:pt x="16040" y="12187"/>
                    </a:lnTo>
                    <a:lnTo>
                      <a:pt x="19983" y="12157"/>
                    </a:lnTo>
                    <a:lnTo>
                      <a:pt x="24552" y="12097"/>
                    </a:lnTo>
                    <a:lnTo>
                      <a:pt x="29809" y="12038"/>
                    </a:lnTo>
                    <a:lnTo>
                      <a:pt x="35753" y="12038"/>
                    </a:lnTo>
                    <a:lnTo>
                      <a:pt x="42473" y="12097"/>
                    </a:lnTo>
                    <a:lnTo>
                      <a:pt x="42832" y="12068"/>
                    </a:lnTo>
                    <a:lnTo>
                      <a:pt x="43220" y="12038"/>
                    </a:lnTo>
                    <a:lnTo>
                      <a:pt x="43549" y="11978"/>
                    </a:lnTo>
                    <a:lnTo>
                      <a:pt x="43907" y="11888"/>
                    </a:lnTo>
                    <a:lnTo>
                      <a:pt x="44236" y="11799"/>
                    </a:lnTo>
                    <a:lnTo>
                      <a:pt x="44534" y="11709"/>
                    </a:lnTo>
                    <a:lnTo>
                      <a:pt x="45132" y="11440"/>
                    </a:lnTo>
                    <a:lnTo>
                      <a:pt x="45699" y="11142"/>
                    </a:lnTo>
                    <a:lnTo>
                      <a:pt x="46207" y="10783"/>
                    </a:lnTo>
                    <a:lnTo>
                      <a:pt x="46655" y="10395"/>
                    </a:lnTo>
                    <a:lnTo>
                      <a:pt x="47073" y="9947"/>
                    </a:lnTo>
                    <a:lnTo>
                      <a:pt x="47402" y="9469"/>
                    </a:lnTo>
                    <a:lnTo>
                      <a:pt x="47730" y="8991"/>
                    </a:lnTo>
                    <a:lnTo>
                      <a:pt x="47969" y="8453"/>
                    </a:lnTo>
                    <a:lnTo>
                      <a:pt x="48178" y="7886"/>
                    </a:lnTo>
                    <a:lnTo>
                      <a:pt x="48328" y="7348"/>
                    </a:lnTo>
                    <a:lnTo>
                      <a:pt x="48417" y="6751"/>
                    </a:lnTo>
                    <a:lnTo>
                      <a:pt x="48477" y="6183"/>
                    </a:lnTo>
                    <a:lnTo>
                      <a:pt x="48447" y="5586"/>
                    </a:lnTo>
                    <a:lnTo>
                      <a:pt x="48387" y="5019"/>
                    </a:lnTo>
                    <a:lnTo>
                      <a:pt x="48268" y="4451"/>
                    </a:lnTo>
                    <a:lnTo>
                      <a:pt x="48089" y="3884"/>
                    </a:lnTo>
                    <a:lnTo>
                      <a:pt x="47850" y="3346"/>
                    </a:lnTo>
                    <a:lnTo>
                      <a:pt x="47551" y="2838"/>
                    </a:lnTo>
                    <a:lnTo>
                      <a:pt x="47222" y="2360"/>
                    </a:lnTo>
                    <a:lnTo>
                      <a:pt x="46804" y="1882"/>
                    </a:lnTo>
                    <a:lnTo>
                      <a:pt x="46326" y="1464"/>
                    </a:lnTo>
                    <a:lnTo>
                      <a:pt x="46087" y="1285"/>
                    </a:lnTo>
                    <a:lnTo>
                      <a:pt x="45819" y="1106"/>
                    </a:lnTo>
                    <a:lnTo>
                      <a:pt x="45520" y="927"/>
                    </a:lnTo>
                    <a:lnTo>
                      <a:pt x="45221" y="777"/>
                    </a:lnTo>
                    <a:lnTo>
                      <a:pt x="44893" y="628"/>
                    </a:lnTo>
                    <a:lnTo>
                      <a:pt x="44564" y="509"/>
                    </a:lnTo>
                    <a:lnTo>
                      <a:pt x="44236" y="389"/>
                    </a:lnTo>
                    <a:lnTo>
                      <a:pt x="43847" y="270"/>
                    </a:lnTo>
                    <a:lnTo>
                      <a:pt x="43489" y="180"/>
                    </a:lnTo>
                    <a:lnTo>
                      <a:pt x="43101" y="120"/>
                    </a:lnTo>
                    <a:lnTo>
                      <a:pt x="42682" y="61"/>
                    </a:lnTo>
                    <a:lnTo>
                      <a:pt x="42264" y="31"/>
                    </a:lnTo>
                    <a:lnTo>
                      <a:pt x="41816" y="1"/>
                    </a:lnTo>
                    <a:lnTo>
                      <a:pt x="41368" y="1"/>
                    </a:lnTo>
                    <a:lnTo>
                      <a:pt x="40890" y="31"/>
                    </a:lnTo>
                    <a:lnTo>
                      <a:pt x="40383" y="61"/>
                    </a:lnTo>
                    <a:lnTo>
                      <a:pt x="12545" y="61"/>
                    </a:lnTo>
                    <a:lnTo>
                      <a:pt x="11649" y="90"/>
                    </a:lnTo>
                    <a:lnTo>
                      <a:pt x="10693" y="90"/>
                    </a:lnTo>
                    <a:lnTo>
                      <a:pt x="8752" y="31"/>
                    </a:lnTo>
                    <a:lnTo>
                      <a:pt x="77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51"/>
              <p:cNvSpPr/>
              <p:nvPr/>
            </p:nvSpPr>
            <p:spPr>
              <a:xfrm>
                <a:off x="4201500" y="7338100"/>
                <a:ext cx="1027500" cy="303950"/>
              </a:xfrm>
              <a:custGeom>
                <a:rect b="b" l="l" r="r" t="t"/>
                <a:pathLst>
                  <a:path extrusionOk="0" h="12158" w="41100">
                    <a:moveTo>
                      <a:pt x="7169" y="1"/>
                    </a:moveTo>
                    <a:lnTo>
                      <a:pt x="6213" y="60"/>
                    </a:lnTo>
                    <a:lnTo>
                      <a:pt x="5317" y="150"/>
                    </a:lnTo>
                    <a:lnTo>
                      <a:pt x="4839" y="210"/>
                    </a:lnTo>
                    <a:lnTo>
                      <a:pt x="4421" y="329"/>
                    </a:lnTo>
                    <a:lnTo>
                      <a:pt x="3973" y="419"/>
                    </a:lnTo>
                    <a:lnTo>
                      <a:pt x="3555" y="568"/>
                    </a:lnTo>
                    <a:lnTo>
                      <a:pt x="3166" y="747"/>
                    </a:lnTo>
                    <a:lnTo>
                      <a:pt x="2778" y="927"/>
                    </a:lnTo>
                    <a:lnTo>
                      <a:pt x="2420" y="1166"/>
                    </a:lnTo>
                    <a:lnTo>
                      <a:pt x="2061" y="1434"/>
                    </a:lnTo>
                    <a:lnTo>
                      <a:pt x="1733" y="1733"/>
                    </a:lnTo>
                    <a:lnTo>
                      <a:pt x="1434" y="2062"/>
                    </a:lnTo>
                    <a:lnTo>
                      <a:pt x="1165" y="2420"/>
                    </a:lnTo>
                    <a:lnTo>
                      <a:pt x="896" y="2838"/>
                    </a:lnTo>
                    <a:lnTo>
                      <a:pt x="687" y="3316"/>
                    </a:lnTo>
                    <a:lnTo>
                      <a:pt x="478" y="3824"/>
                    </a:lnTo>
                    <a:lnTo>
                      <a:pt x="299" y="4361"/>
                    </a:lnTo>
                    <a:lnTo>
                      <a:pt x="180" y="4959"/>
                    </a:lnTo>
                    <a:lnTo>
                      <a:pt x="90" y="5616"/>
                    </a:lnTo>
                    <a:lnTo>
                      <a:pt x="0" y="6333"/>
                    </a:lnTo>
                    <a:lnTo>
                      <a:pt x="150" y="7050"/>
                    </a:lnTo>
                    <a:lnTo>
                      <a:pt x="299" y="7707"/>
                    </a:lnTo>
                    <a:lnTo>
                      <a:pt x="448" y="8274"/>
                    </a:lnTo>
                    <a:lnTo>
                      <a:pt x="658" y="8812"/>
                    </a:lnTo>
                    <a:lnTo>
                      <a:pt x="896" y="9320"/>
                    </a:lnTo>
                    <a:lnTo>
                      <a:pt x="1165" y="9768"/>
                    </a:lnTo>
                    <a:lnTo>
                      <a:pt x="1494" y="10156"/>
                    </a:lnTo>
                    <a:lnTo>
                      <a:pt x="1852" y="10484"/>
                    </a:lnTo>
                    <a:lnTo>
                      <a:pt x="2270" y="10813"/>
                    </a:lnTo>
                    <a:lnTo>
                      <a:pt x="2718" y="11082"/>
                    </a:lnTo>
                    <a:lnTo>
                      <a:pt x="3256" y="11321"/>
                    </a:lnTo>
                    <a:lnTo>
                      <a:pt x="3824" y="11500"/>
                    </a:lnTo>
                    <a:lnTo>
                      <a:pt x="4481" y="11679"/>
                    </a:lnTo>
                    <a:lnTo>
                      <a:pt x="5198" y="11799"/>
                    </a:lnTo>
                    <a:lnTo>
                      <a:pt x="6004" y="11918"/>
                    </a:lnTo>
                    <a:lnTo>
                      <a:pt x="6870" y="12008"/>
                    </a:lnTo>
                    <a:lnTo>
                      <a:pt x="7826" y="12068"/>
                    </a:lnTo>
                    <a:lnTo>
                      <a:pt x="8901" y="12127"/>
                    </a:lnTo>
                    <a:lnTo>
                      <a:pt x="11261" y="12157"/>
                    </a:lnTo>
                    <a:lnTo>
                      <a:pt x="14039" y="12157"/>
                    </a:lnTo>
                    <a:lnTo>
                      <a:pt x="17264" y="12127"/>
                    </a:lnTo>
                    <a:lnTo>
                      <a:pt x="20938" y="12068"/>
                    </a:lnTo>
                    <a:lnTo>
                      <a:pt x="25120" y="12038"/>
                    </a:lnTo>
                    <a:lnTo>
                      <a:pt x="29839" y="12038"/>
                    </a:lnTo>
                    <a:lnTo>
                      <a:pt x="35126" y="12068"/>
                    </a:lnTo>
                    <a:lnTo>
                      <a:pt x="35514" y="12038"/>
                    </a:lnTo>
                    <a:lnTo>
                      <a:pt x="35872" y="12008"/>
                    </a:lnTo>
                    <a:lnTo>
                      <a:pt x="36231" y="11948"/>
                    </a:lnTo>
                    <a:lnTo>
                      <a:pt x="36589" y="11858"/>
                    </a:lnTo>
                    <a:lnTo>
                      <a:pt x="37246" y="11649"/>
                    </a:lnTo>
                    <a:lnTo>
                      <a:pt x="37844" y="11410"/>
                    </a:lnTo>
                    <a:lnTo>
                      <a:pt x="38381" y="11112"/>
                    </a:lnTo>
                    <a:lnTo>
                      <a:pt x="38889" y="10753"/>
                    </a:lnTo>
                    <a:lnTo>
                      <a:pt x="39337" y="10365"/>
                    </a:lnTo>
                    <a:lnTo>
                      <a:pt x="39725" y="9917"/>
                    </a:lnTo>
                    <a:lnTo>
                      <a:pt x="40084" y="9469"/>
                    </a:lnTo>
                    <a:lnTo>
                      <a:pt x="40382" y="8961"/>
                    </a:lnTo>
                    <a:lnTo>
                      <a:pt x="40621" y="8453"/>
                    </a:lnTo>
                    <a:lnTo>
                      <a:pt x="40830" y="7916"/>
                    </a:lnTo>
                    <a:lnTo>
                      <a:pt x="40980" y="7348"/>
                    </a:lnTo>
                    <a:lnTo>
                      <a:pt x="41069" y="6781"/>
                    </a:lnTo>
                    <a:lnTo>
                      <a:pt x="41099" y="6213"/>
                    </a:lnTo>
                    <a:lnTo>
                      <a:pt x="41099" y="5646"/>
                    </a:lnTo>
                    <a:lnTo>
                      <a:pt x="41039" y="5078"/>
                    </a:lnTo>
                    <a:lnTo>
                      <a:pt x="40920" y="4541"/>
                    </a:lnTo>
                    <a:lnTo>
                      <a:pt x="40741" y="3973"/>
                    </a:lnTo>
                    <a:lnTo>
                      <a:pt x="40532" y="3465"/>
                    </a:lnTo>
                    <a:lnTo>
                      <a:pt x="40263" y="2958"/>
                    </a:lnTo>
                    <a:lnTo>
                      <a:pt x="39964" y="2450"/>
                    </a:lnTo>
                    <a:lnTo>
                      <a:pt x="39576" y="2002"/>
                    </a:lnTo>
                    <a:lnTo>
                      <a:pt x="39158" y="1584"/>
                    </a:lnTo>
                    <a:lnTo>
                      <a:pt x="38710" y="1225"/>
                    </a:lnTo>
                    <a:lnTo>
                      <a:pt x="38172" y="867"/>
                    </a:lnTo>
                    <a:lnTo>
                      <a:pt x="37605" y="598"/>
                    </a:lnTo>
                    <a:lnTo>
                      <a:pt x="36977" y="359"/>
                    </a:lnTo>
                    <a:lnTo>
                      <a:pt x="36290" y="180"/>
                    </a:lnTo>
                    <a:lnTo>
                      <a:pt x="35932" y="120"/>
                    </a:lnTo>
                    <a:lnTo>
                      <a:pt x="35574" y="60"/>
                    </a:lnTo>
                    <a:lnTo>
                      <a:pt x="35185" y="31"/>
                    </a:lnTo>
                    <a:lnTo>
                      <a:pt x="11769" y="31"/>
                    </a:lnTo>
                    <a:lnTo>
                      <a:pt x="10902" y="60"/>
                    </a:lnTo>
                    <a:lnTo>
                      <a:pt x="10006" y="60"/>
                    </a:lnTo>
                    <a:lnTo>
                      <a:pt x="812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51"/>
              <p:cNvSpPr/>
              <p:nvPr/>
            </p:nvSpPr>
            <p:spPr>
              <a:xfrm>
                <a:off x="4296325" y="7037925"/>
                <a:ext cx="838575" cy="301700"/>
              </a:xfrm>
              <a:custGeom>
                <a:rect b="b" l="l" r="r" t="t"/>
                <a:pathLst>
                  <a:path extrusionOk="0" h="12068" w="33543">
                    <a:moveTo>
                      <a:pt x="11112" y="1"/>
                    </a:moveTo>
                    <a:lnTo>
                      <a:pt x="7647" y="31"/>
                    </a:lnTo>
                    <a:lnTo>
                      <a:pt x="6303" y="60"/>
                    </a:lnTo>
                    <a:lnTo>
                      <a:pt x="5317" y="90"/>
                    </a:lnTo>
                    <a:lnTo>
                      <a:pt x="4750" y="120"/>
                    </a:lnTo>
                    <a:lnTo>
                      <a:pt x="4600" y="150"/>
                    </a:lnTo>
                    <a:lnTo>
                      <a:pt x="4600" y="180"/>
                    </a:lnTo>
                    <a:lnTo>
                      <a:pt x="4630" y="180"/>
                    </a:lnTo>
                    <a:lnTo>
                      <a:pt x="4093" y="329"/>
                    </a:lnTo>
                    <a:lnTo>
                      <a:pt x="3585" y="538"/>
                    </a:lnTo>
                    <a:lnTo>
                      <a:pt x="3107" y="747"/>
                    </a:lnTo>
                    <a:lnTo>
                      <a:pt x="2689" y="1016"/>
                    </a:lnTo>
                    <a:lnTo>
                      <a:pt x="2271" y="1315"/>
                    </a:lnTo>
                    <a:lnTo>
                      <a:pt x="1912" y="1643"/>
                    </a:lnTo>
                    <a:lnTo>
                      <a:pt x="1554" y="1972"/>
                    </a:lnTo>
                    <a:lnTo>
                      <a:pt x="1255" y="2360"/>
                    </a:lnTo>
                    <a:lnTo>
                      <a:pt x="986" y="2749"/>
                    </a:lnTo>
                    <a:lnTo>
                      <a:pt x="718" y="3167"/>
                    </a:lnTo>
                    <a:lnTo>
                      <a:pt x="508" y="3585"/>
                    </a:lnTo>
                    <a:lnTo>
                      <a:pt x="359" y="4033"/>
                    </a:lnTo>
                    <a:lnTo>
                      <a:pt x="210" y="4511"/>
                    </a:lnTo>
                    <a:lnTo>
                      <a:pt x="90" y="4959"/>
                    </a:lnTo>
                    <a:lnTo>
                      <a:pt x="31" y="5437"/>
                    </a:lnTo>
                    <a:lnTo>
                      <a:pt x="1" y="5915"/>
                    </a:lnTo>
                    <a:lnTo>
                      <a:pt x="1" y="6393"/>
                    </a:lnTo>
                    <a:lnTo>
                      <a:pt x="31" y="6870"/>
                    </a:lnTo>
                    <a:lnTo>
                      <a:pt x="120" y="7318"/>
                    </a:lnTo>
                    <a:lnTo>
                      <a:pt x="240" y="7796"/>
                    </a:lnTo>
                    <a:lnTo>
                      <a:pt x="389" y="8244"/>
                    </a:lnTo>
                    <a:lnTo>
                      <a:pt x="568" y="8692"/>
                    </a:lnTo>
                    <a:lnTo>
                      <a:pt x="777" y="9111"/>
                    </a:lnTo>
                    <a:lnTo>
                      <a:pt x="1046" y="9529"/>
                    </a:lnTo>
                    <a:lnTo>
                      <a:pt x="1375" y="9917"/>
                    </a:lnTo>
                    <a:lnTo>
                      <a:pt x="1703" y="10275"/>
                    </a:lnTo>
                    <a:lnTo>
                      <a:pt x="2091" y="10634"/>
                    </a:lnTo>
                    <a:lnTo>
                      <a:pt x="2510" y="10932"/>
                    </a:lnTo>
                    <a:lnTo>
                      <a:pt x="2988" y="11231"/>
                    </a:lnTo>
                    <a:lnTo>
                      <a:pt x="3495" y="11500"/>
                    </a:lnTo>
                    <a:lnTo>
                      <a:pt x="4033" y="11709"/>
                    </a:lnTo>
                    <a:lnTo>
                      <a:pt x="4630" y="11888"/>
                    </a:lnTo>
                    <a:lnTo>
                      <a:pt x="5377" y="11978"/>
                    </a:lnTo>
                    <a:lnTo>
                      <a:pt x="5944" y="12038"/>
                    </a:lnTo>
                    <a:lnTo>
                      <a:pt x="6363" y="12067"/>
                    </a:lnTo>
                    <a:lnTo>
                      <a:pt x="6751" y="12067"/>
                    </a:lnTo>
                    <a:lnTo>
                      <a:pt x="7737" y="12038"/>
                    </a:lnTo>
                    <a:lnTo>
                      <a:pt x="27569" y="12038"/>
                    </a:lnTo>
                    <a:lnTo>
                      <a:pt x="28286" y="11978"/>
                    </a:lnTo>
                    <a:lnTo>
                      <a:pt x="29003" y="11829"/>
                    </a:lnTo>
                    <a:lnTo>
                      <a:pt x="29630" y="11649"/>
                    </a:lnTo>
                    <a:lnTo>
                      <a:pt x="30227" y="11410"/>
                    </a:lnTo>
                    <a:lnTo>
                      <a:pt x="30765" y="11112"/>
                    </a:lnTo>
                    <a:lnTo>
                      <a:pt x="31273" y="10783"/>
                    </a:lnTo>
                    <a:lnTo>
                      <a:pt x="31721" y="10395"/>
                    </a:lnTo>
                    <a:lnTo>
                      <a:pt x="32109" y="9977"/>
                    </a:lnTo>
                    <a:lnTo>
                      <a:pt x="32468" y="9559"/>
                    </a:lnTo>
                    <a:lnTo>
                      <a:pt x="32766" y="9081"/>
                    </a:lnTo>
                    <a:lnTo>
                      <a:pt x="33005" y="8573"/>
                    </a:lnTo>
                    <a:lnTo>
                      <a:pt x="33214" y="8065"/>
                    </a:lnTo>
                    <a:lnTo>
                      <a:pt x="33364" y="7557"/>
                    </a:lnTo>
                    <a:lnTo>
                      <a:pt x="33453" y="7020"/>
                    </a:lnTo>
                    <a:lnTo>
                      <a:pt x="33513" y="6452"/>
                    </a:lnTo>
                    <a:lnTo>
                      <a:pt x="33543" y="5915"/>
                    </a:lnTo>
                    <a:lnTo>
                      <a:pt x="33513" y="5377"/>
                    </a:lnTo>
                    <a:lnTo>
                      <a:pt x="33423" y="4839"/>
                    </a:lnTo>
                    <a:lnTo>
                      <a:pt x="33304" y="4302"/>
                    </a:lnTo>
                    <a:lnTo>
                      <a:pt x="33125" y="3764"/>
                    </a:lnTo>
                    <a:lnTo>
                      <a:pt x="32886" y="3286"/>
                    </a:lnTo>
                    <a:lnTo>
                      <a:pt x="32617" y="2778"/>
                    </a:lnTo>
                    <a:lnTo>
                      <a:pt x="32318" y="2330"/>
                    </a:lnTo>
                    <a:lnTo>
                      <a:pt x="31960" y="1912"/>
                    </a:lnTo>
                    <a:lnTo>
                      <a:pt x="31542" y="1524"/>
                    </a:lnTo>
                    <a:lnTo>
                      <a:pt x="31094" y="1166"/>
                    </a:lnTo>
                    <a:lnTo>
                      <a:pt x="30616" y="837"/>
                    </a:lnTo>
                    <a:lnTo>
                      <a:pt x="30078" y="568"/>
                    </a:lnTo>
                    <a:lnTo>
                      <a:pt x="29481" y="359"/>
                    </a:lnTo>
                    <a:lnTo>
                      <a:pt x="28853" y="180"/>
                    </a:lnTo>
                    <a:lnTo>
                      <a:pt x="28167" y="60"/>
                    </a:lnTo>
                    <a:lnTo>
                      <a:pt x="27450" y="31"/>
                    </a:lnTo>
                    <a:lnTo>
                      <a:pt x="23119" y="31"/>
                    </a:lnTo>
                    <a:lnTo>
                      <a:pt x="151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51"/>
              <p:cNvSpPr/>
              <p:nvPr/>
            </p:nvSpPr>
            <p:spPr>
              <a:xfrm>
                <a:off x="4385925" y="6734025"/>
                <a:ext cx="658625" cy="304675"/>
              </a:xfrm>
              <a:custGeom>
                <a:rect b="b" l="l" r="r" t="t"/>
                <a:pathLst>
                  <a:path extrusionOk="0" h="12187" w="26345">
                    <a:moveTo>
                      <a:pt x="6303" y="0"/>
                    </a:moveTo>
                    <a:lnTo>
                      <a:pt x="5945" y="30"/>
                    </a:lnTo>
                    <a:lnTo>
                      <a:pt x="5258" y="150"/>
                    </a:lnTo>
                    <a:lnTo>
                      <a:pt x="4571" y="329"/>
                    </a:lnTo>
                    <a:lnTo>
                      <a:pt x="3973" y="538"/>
                    </a:lnTo>
                    <a:lnTo>
                      <a:pt x="3376" y="837"/>
                    </a:lnTo>
                    <a:lnTo>
                      <a:pt x="2838" y="1165"/>
                    </a:lnTo>
                    <a:lnTo>
                      <a:pt x="2331" y="1524"/>
                    </a:lnTo>
                    <a:lnTo>
                      <a:pt x="1883" y="1942"/>
                    </a:lnTo>
                    <a:lnTo>
                      <a:pt x="1464" y="2390"/>
                    </a:lnTo>
                    <a:lnTo>
                      <a:pt x="1106" y="2868"/>
                    </a:lnTo>
                    <a:lnTo>
                      <a:pt x="777" y="3375"/>
                    </a:lnTo>
                    <a:lnTo>
                      <a:pt x="509" y="3913"/>
                    </a:lnTo>
                    <a:lnTo>
                      <a:pt x="300" y="4481"/>
                    </a:lnTo>
                    <a:lnTo>
                      <a:pt x="150" y="5018"/>
                    </a:lnTo>
                    <a:lnTo>
                      <a:pt x="31" y="5616"/>
                    </a:lnTo>
                    <a:lnTo>
                      <a:pt x="1" y="6183"/>
                    </a:lnTo>
                    <a:lnTo>
                      <a:pt x="1" y="6751"/>
                    </a:lnTo>
                    <a:lnTo>
                      <a:pt x="61" y="7318"/>
                    </a:lnTo>
                    <a:lnTo>
                      <a:pt x="210" y="7886"/>
                    </a:lnTo>
                    <a:lnTo>
                      <a:pt x="389" y="8423"/>
                    </a:lnTo>
                    <a:lnTo>
                      <a:pt x="628" y="8961"/>
                    </a:lnTo>
                    <a:lnTo>
                      <a:pt x="957" y="9469"/>
                    </a:lnTo>
                    <a:lnTo>
                      <a:pt x="1136" y="9708"/>
                    </a:lnTo>
                    <a:lnTo>
                      <a:pt x="1345" y="9946"/>
                    </a:lnTo>
                    <a:lnTo>
                      <a:pt x="1554" y="10185"/>
                    </a:lnTo>
                    <a:lnTo>
                      <a:pt x="1793" y="10394"/>
                    </a:lnTo>
                    <a:lnTo>
                      <a:pt x="2062" y="10604"/>
                    </a:lnTo>
                    <a:lnTo>
                      <a:pt x="2331" y="10813"/>
                    </a:lnTo>
                    <a:lnTo>
                      <a:pt x="2599" y="11022"/>
                    </a:lnTo>
                    <a:lnTo>
                      <a:pt x="2928" y="11201"/>
                    </a:lnTo>
                    <a:lnTo>
                      <a:pt x="3257" y="11350"/>
                    </a:lnTo>
                    <a:lnTo>
                      <a:pt x="3585" y="11529"/>
                    </a:lnTo>
                    <a:lnTo>
                      <a:pt x="3944" y="11649"/>
                    </a:lnTo>
                    <a:lnTo>
                      <a:pt x="4332" y="11798"/>
                    </a:lnTo>
                    <a:lnTo>
                      <a:pt x="4720" y="11918"/>
                    </a:lnTo>
                    <a:lnTo>
                      <a:pt x="5138" y="12007"/>
                    </a:lnTo>
                    <a:lnTo>
                      <a:pt x="5586" y="12097"/>
                    </a:lnTo>
                    <a:lnTo>
                      <a:pt x="6034" y="12187"/>
                    </a:lnTo>
                    <a:lnTo>
                      <a:pt x="20341" y="12187"/>
                    </a:lnTo>
                    <a:lnTo>
                      <a:pt x="20968" y="12127"/>
                    </a:lnTo>
                    <a:lnTo>
                      <a:pt x="21596" y="12037"/>
                    </a:lnTo>
                    <a:lnTo>
                      <a:pt x="22163" y="11888"/>
                    </a:lnTo>
                    <a:lnTo>
                      <a:pt x="22701" y="11709"/>
                    </a:lnTo>
                    <a:lnTo>
                      <a:pt x="23209" y="11470"/>
                    </a:lnTo>
                    <a:lnTo>
                      <a:pt x="23686" y="11171"/>
                    </a:lnTo>
                    <a:lnTo>
                      <a:pt x="24105" y="10843"/>
                    </a:lnTo>
                    <a:lnTo>
                      <a:pt x="24493" y="10484"/>
                    </a:lnTo>
                    <a:lnTo>
                      <a:pt x="24881" y="10096"/>
                    </a:lnTo>
                    <a:lnTo>
                      <a:pt x="25180" y="9708"/>
                    </a:lnTo>
                    <a:lnTo>
                      <a:pt x="25479" y="9259"/>
                    </a:lnTo>
                    <a:lnTo>
                      <a:pt x="25718" y="8782"/>
                    </a:lnTo>
                    <a:lnTo>
                      <a:pt x="25927" y="8304"/>
                    </a:lnTo>
                    <a:lnTo>
                      <a:pt x="26076" y="7826"/>
                    </a:lnTo>
                    <a:lnTo>
                      <a:pt x="26225" y="7318"/>
                    </a:lnTo>
                    <a:lnTo>
                      <a:pt x="26285" y="6810"/>
                    </a:lnTo>
                    <a:lnTo>
                      <a:pt x="26345" y="6273"/>
                    </a:lnTo>
                    <a:lnTo>
                      <a:pt x="26345" y="5765"/>
                    </a:lnTo>
                    <a:lnTo>
                      <a:pt x="26285" y="5257"/>
                    </a:lnTo>
                    <a:lnTo>
                      <a:pt x="26195" y="4720"/>
                    </a:lnTo>
                    <a:lnTo>
                      <a:pt x="26076" y="4242"/>
                    </a:lnTo>
                    <a:lnTo>
                      <a:pt x="25897" y="3734"/>
                    </a:lnTo>
                    <a:lnTo>
                      <a:pt x="25658" y="3256"/>
                    </a:lnTo>
                    <a:lnTo>
                      <a:pt x="25389" y="2808"/>
                    </a:lnTo>
                    <a:lnTo>
                      <a:pt x="25060" y="2390"/>
                    </a:lnTo>
                    <a:lnTo>
                      <a:pt x="24702" y="1972"/>
                    </a:lnTo>
                    <a:lnTo>
                      <a:pt x="24284" y="1583"/>
                    </a:lnTo>
                    <a:lnTo>
                      <a:pt x="23806" y="1255"/>
                    </a:lnTo>
                    <a:lnTo>
                      <a:pt x="23298" y="926"/>
                    </a:lnTo>
                    <a:lnTo>
                      <a:pt x="22731" y="657"/>
                    </a:lnTo>
                    <a:lnTo>
                      <a:pt x="22103" y="448"/>
                    </a:lnTo>
                    <a:lnTo>
                      <a:pt x="21446" y="239"/>
                    </a:lnTo>
                    <a:lnTo>
                      <a:pt x="20759" y="180"/>
                    </a:lnTo>
                    <a:lnTo>
                      <a:pt x="20132" y="150"/>
                    </a:lnTo>
                    <a:lnTo>
                      <a:pt x="19475" y="120"/>
                    </a:lnTo>
                    <a:lnTo>
                      <a:pt x="18728" y="150"/>
                    </a:lnTo>
                    <a:lnTo>
                      <a:pt x="8245" y="150"/>
                    </a:lnTo>
                    <a:lnTo>
                      <a:pt x="7826" y="90"/>
                    </a:lnTo>
                    <a:lnTo>
                      <a:pt x="7438" y="30"/>
                    </a:lnTo>
                    <a:lnTo>
                      <a:pt x="7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51"/>
              <p:cNvSpPr/>
              <p:nvPr/>
            </p:nvSpPr>
            <p:spPr>
              <a:xfrm>
                <a:off x="4494200" y="6360675"/>
                <a:ext cx="442825" cy="308400"/>
              </a:xfrm>
              <a:custGeom>
                <a:rect b="b" l="l" r="r" t="t"/>
                <a:pathLst>
                  <a:path extrusionOk="0" h="12336" w="17713">
                    <a:moveTo>
                      <a:pt x="7886" y="0"/>
                    </a:moveTo>
                    <a:lnTo>
                      <a:pt x="7139" y="60"/>
                    </a:lnTo>
                    <a:lnTo>
                      <a:pt x="6333" y="120"/>
                    </a:lnTo>
                    <a:lnTo>
                      <a:pt x="5526" y="209"/>
                    </a:lnTo>
                    <a:lnTo>
                      <a:pt x="4690" y="329"/>
                    </a:lnTo>
                    <a:lnTo>
                      <a:pt x="4152" y="448"/>
                    </a:lnTo>
                    <a:lnTo>
                      <a:pt x="3645" y="627"/>
                    </a:lnTo>
                    <a:lnTo>
                      <a:pt x="3167" y="866"/>
                    </a:lnTo>
                    <a:lnTo>
                      <a:pt x="2719" y="1165"/>
                    </a:lnTo>
                    <a:lnTo>
                      <a:pt x="2271" y="1523"/>
                    </a:lnTo>
                    <a:lnTo>
                      <a:pt x="1853" y="1912"/>
                    </a:lnTo>
                    <a:lnTo>
                      <a:pt x="1494" y="2360"/>
                    </a:lnTo>
                    <a:lnTo>
                      <a:pt x="1136" y="2808"/>
                    </a:lnTo>
                    <a:lnTo>
                      <a:pt x="837" y="3316"/>
                    </a:lnTo>
                    <a:lnTo>
                      <a:pt x="598" y="3853"/>
                    </a:lnTo>
                    <a:lnTo>
                      <a:pt x="359" y="4391"/>
                    </a:lnTo>
                    <a:lnTo>
                      <a:pt x="210" y="4958"/>
                    </a:lnTo>
                    <a:lnTo>
                      <a:pt x="90" y="5526"/>
                    </a:lnTo>
                    <a:lnTo>
                      <a:pt x="31" y="6093"/>
                    </a:lnTo>
                    <a:lnTo>
                      <a:pt x="1" y="6691"/>
                    </a:lnTo>
                    <a:lnTo>
                      <a:pt x="61" y="7258"/>
                    </a:lnTo>
                    <a:lnTo>
                      <a:pt x="180" y="7826"/>
                    </a:lnTo>
                    <a:lnTo>
                      <a:pt x="359" y="8393"/>
                    </a:lnTo>
                    <a:lnTo>
                      <a:pt x="479" y="8662"/>
                    </a:lnTo>
                    <a:lnTo>
                      <a:pt x="598" y="8931"/>
                    </a:lnTo>
                    <a:lnTo>
                      <a:pt x="777" y="9200"/>
                    </a:lnTo>
                    <a:lnTo>
                      <a:pt x="927" y="9439"/>
                    </a:lnTo>
                    <a:lnTo>
                      <a:pt x="1136" y="9678"/>
                    </a:lnTo>
                    <a:lnTo>
                      <a:pt x="1345" y="9946"/>
                    </a:lnTo>
                    <a:lnTo>
                      <a:pt x="1584" y="10155"/>
                    </a:lnTo>
                    <a:lnTo>
                      <a:pt x="1823" y="10394"/>
                    </a:lnTo>
                    <a:lnTo>
                      <a:pt x="2092" y="10603"/>
                    </a:lnTo>
                    <a:lnTo>
                      <a:pt x="2390" y="10813"/>
                    </a:lnTo>
                    <a:lnTo>
                      <a:pt x="2689" y="11022"/>
                    </a:lnTo>
                    <a:lnTo>
                      <a:pt x="3018" y="11201"/>
                    </a:lnTo>
                    <a:lnTo>
                      <a:pt x="3376" y="11380"/>
                    </a:lnTo>
                    <a:lnTo>
                      <a:pt x="3764" y="11529"/>
                    </a:lnTo>
                    <a:lnTo>
                      <a:pt x="4182" y="11679"/>
                    </a:lnTo>
                    <a:lnTo>
                      <a:pt x="4601" y="11798"/>
                    </a:lnTo>
                    <a:lnTo>
                      <a:pt x="5049" y="11948"/>
                    </a:lnTo>
                    <a:lnTo>
                      <a:pt x="5526" y="12037"/>
                    </a:lnTo>
                    <a:lnTo>
                      <a:pt x="6004" y="12127"/>
                    </a:lnTo>
                    <a:lnTo>
                      <a:pt x="6542" y="12216"/>
                    </a:lnTo>
                    <a:lnTo>
                      <a:pt x="7080" y="12276"/>
                    </a:lnTo>
                    <a:lnTo>
                      <a:pt x="7647" y="12306"/>
                    </a:lnTo>
                    <a:lnTo>
                      <a:pt x="8274" y="12336"/>
                    </a:lnTo>
                    <a:lnTo>
                      <a:pt x="9529" y="12336"/>
                    </a:lnTo>
                    <a:lnTo>
                      <a:pt x="10216" y="12306"/>
                    </a:lnTo>
                    <a:lnTo>
                      <a:pt x="10933" y="12246"/>
                    </a:lnTo>
                    <a:lnTo>
                      <a:pt x="11679" y="12186"/>
                    </a:lnTo>
                    <a:lnTo>
                      <a:pt x="12307" y="12186"/>
                    </a:lnTo>
                    <a:lnTo>
                      <a:pt x="12635" y="12157"/>
                    </a:lnTo>
                    <a:lnTo>
                      <a:pt x="12934" y="12097"/>
                    </a:lnTo>
                    <a:lnTo>
                      <a:pt x="13232" y="12007"/>
                    </a:lnTo>
                    <a:lnTo>
                      <a:pt x="13531" y="11918"/>
                    </a:lnTo>
                    <a:lnTo>
                      <a:pt x="13830" y="11798"/>
                    </a:lnTo>
                    <a:lnTo>
                      <a:pt x="14129" y="11679"/>
                    </a:lnTo>
                    <a:lnTo>
                      <a:pt x="14666" y="11380"/>
                    </a:lnTo>
                    <a:lnTo>
                      <a:pt x="15174" y="11022"/>
                    </a:lnTo>
                    <a:lnTo>
                      <a:pt x="15652" y="10574"/>
                    </a:lnTo>
                    <a:lnTo>
                      <a:pt x="16100" y="10126"/>
                    </a:lnTo>
                    <a:lnTo>
                      <a:pt x="16488" y="9618"/>
                    </a:lnTo>
                    <a:lnTo>
                      <a:pt x="16847" y="9050"/>
                    </a:lnTo>
                    <a:lnTo>
                      <a:pt x="17145" y="8483"/>
                    </a:lnTo>
                    <a:lnTo>
                      <a:pt x="17384" y="7885"/>
                    </a:lnTo>
                    <a:lnTo>
                      <a:pt x="17563" y="7258"/>
                    </a:lnTo>
                    <a:lnTo>
                      <a:pt x="17683" y="6631"/>
                    </a:lnTo>
                    <a:lnTo>
                      <a:pt x="17713" y="6004"/>
                    </a:lnTo>
                    <a:lnTo>
                      <a:pt x="17713" y="5705"/>
                    </a:lnTo>
                    <a:lnTo>
                      <a:pt x="17713" y="5376"/>
                    </a:lnTo>
                    <a:lnTo>
                      <a:pt x="17683" y="5078"/>
                    </a:lnTo>
                    <a:lnTo>
                      <a:pt x="17623" y="4749"/>
                    </a:lnTo>
                    <a:lnTo>
                      <a:pt x="17533" y="4451"/>
                    </a:lnTo>
                    <a:lnTo>
                      <a:pt x="17444" y="4152"/>
                    </a:lnTo>
                    <a:lnTo>
                      <a:pt x="17324" y="3853"/>
                    </a:lnTo>
                    <a:lnTo>
                      <a:pt x="17175" y="3555"/>
                    </a:lnTo>
                    <a:lnTo>
                      <a:pt x="17026" y="3256"/>
                    </a:lnTo>
                    <a:lnTo>
                      <a:pt x="16847" y="2987"/>
                    </a:lnTo>
                    <a:lnTo>
                      <a:pt x="16637" y="2718"/>
                    </a:lnTo>
                    <a:lnTo>
                      <a:pt x="16399" y="2449"/>
                    </a:lnTo>
                    <a:lnTo>
                      <a:pt x="16160" y="2181"/>
                    </a:lnTo>
                    <a:lnTo>
                      <a:pt x="15891" y="1942"/>
                    </a:lnTo>
                    <a:lnTo>
                      <a:pt x="15592" y="1703"/>
                    </a:lnTo>
                    <a:lnTo>
                      <a:pt x="15264" y="1494"/>
                    </a:lnTo>
                    <a:lnTo>
                      <a:pt x="14905" y="1285"/>
                    </a:lnTo>
                    <a:lnTo>
                      <a:pt x="14547" y="1075"/>
                    </a:lnTo>
                    <a:lnTo>
                      <a:pt x="14158" y="896"/>
                    </a:lnTo>
                    <a:lnTo>
                      <a:pt x="13710" y="717"/>
                    </a:lnTo>
                    <a:lnTo>
                      <a:pt x="13262" y="568"/>
                    </a:lnTo>
                    <a:lnTo>
                      <a:pt x="12784" y="418"/>
                    </a:lnTo>
                    <a:lnTo>
                      <a:pt x="12277" y="299"/>
                    </a:lnTo>
                    <a:lnTo>
                      <a:pt x="11739" y="209"/>
                    </a:lnTo>
                    <a:lnTo>
                      <a:pt x="11172" y="120"/>
                    </a:lnTo>
                    <a:lnTo>
                      <a:pt x="10574" y="60"/>
                    </a:lnTo>
                    <a:lnTo>
                      <a:pt x="99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9" name="Google Shape;1999;p51"/>
            <p:cNvGrpSpPr/>
            <p:nvPr/>
          </p:nvGrpSpPr>
          <p:grpSpPr>
            <a:xfrm>
              <a:off x="4011078" y="4488245"/>
              <a:ext cx="457615" cy="472896"/>
              <a:chOff x="3527775" y="6183075"/>
              <a:chExt cx="1033925" cy="1068450"/>
            </a:xfrm>
          </p:grpSpPr>
          <p:sp>
            <p:nvSpPr>
              <p:cNvPr id="2000" name="Google Shape;2000;p51"/>
              <p:cNvSpPr/>
              <p:nvPr/>
            </p:nvSpPr>
            <p:spPr>
              <a:xfrm>
                <a:off x="3527775" y="6183075"/>
                <a:ext cx="1033925" cy="1068450"/>
              </a:xfrm>
              <a:custGeom>
                <a:rect b="b" l="l" r="r" t="t"/>
                <a:pathLst>
                  <a:path extrusionOk="0" h="42738" w="41357">
                    <a:moveTo>
                      <a:pt x="25585" y="1"/>
                    </a:moveTo>
                    <a:lnTo>
                      <a:pt x="25211" y="58"/>
                    </a:lnTo>
                    <a:lnTo>
                      <a:pt x="24837" y="145"/>
                    </a:lnTo>
                    <a:lnTo>
                      <a:pt x="24463" y="288"/>
                    </a:lnTo>
                    <a:lnTo>
                      <a:pt x="24118" y="519"/>
                    </a:lnTo>
                    <a:lnTo>
                      <a:pt x="23772" y="778"/>
                    </a:lnTo>
                    <a:lnTo>
                      <a:pt x="16549" y="7656"/>
                    </a:lnTo>
                    <a:lnTo>
                      <a:pt x="16290" y="7886"/>
                    </a:lnTo>
                    <a:lnTo>
                      <a:pt x="16002" y="8088"/>
                    </a:lnTo>
                    <a:lnTo>
                      <a:pt x="15714" y="8232"/>
                    </a:lnTo>
                    <a:lnTo>
                      <a:pt x="15369" y="8347"/>
                    </a:lnTo>
                    <a:lnTo>
                      <a:pt x="15052" y="8404"/>
                    </a:lnTo>
                    <a:lnTo>
                      <a:pt x="14707" y="8462"/>
                    </a:lnTo>
                    <a:lnTo>
                      <a:pt x="14361" y="8433"/>
                    </a:lnTo>
                    <a:lnTo>
                      <a:pt x="14016" y="8375"/>
                    </a:lnTo>
                    <a:lnTo>
                      <a:pt x="4260" y="6332"/>
                    </a:lnTo>
                    <a:lnTo>
                      <a:pt x="3828" y="6275"/>
                    </a:lnTo>
                    <a:lnTo>
                      <a:pt x="3425" y="6275"/>
                    </a:lnTo>
                    <a:lnTo>
                      <a:pt x="3022" y="6361"/>
                    </a:lnTo>
                    <a:lnTo>
                      <a:pt x="2648" y="6476"/>
                    </a:lnTo>
                    <a:lnTo>
                      <a:pt x="2303" y="6620"/>
                    </a:lnTo>
                    <a:lnTo>
                      <a:pt x="1986" y="6821"/>
                    </a:lnTo>
                    <a:lnTo>
                      <a:pt x="1699" y="7080"/>
                    </a:lnTo>
                    <a:lnTo>
                      <a:pt x="1440" y="7368"/>
                    </a:lnTo>
                    <a:lnTo>
                      <a:pt x="1238" y="7685"/>
                    </a:lnTo>
                    <a:lnTo>
                      <a:pt x="1065" y="8001"/>
                    </a:lnTo>
                    <a:lnTo>
                      <a:pt x="950" y="8375"/>
                    </a:lnTo>
                    <a:lnTo>
                      <a:pt x="864" y="8750"/>
                    </a:lnTo>
                    <a:lnTo>
                      <a:pt x="835" y="9152"/>
                    </a:lnTo>
                    <a:lnTo>
                      <a:pt x="864" y="9527"/>
                    </a:lnTo>
                    <a:lnTo>
                      <a:pt x="979" y="9930"/>
                    </a:lnTo>
                    <a:lnTo>
                      <a:pt x="1123" y="10332"/>
                    </a:lnTo>
                    <a:lnTo>
                      <a:pt x="5440" y="19340"/>
                    </a:lnTo>
                    <a:lnTo>
                      <a:pt x="5584" y="19657"/>
                    </a:lnTo>
                    <a:lnTo>
                      <a:pt x="5670" y="19973"/>
                    </a:lnTo>
                    <a:lnTo>
                      <a:pt x="5699" y="20319"/>
                    </a:lnTo>
                    <a:lnTo>
                      <a:pt x="5728" y="20664"/>
                    </a:lnTo>
                    <a:lnTo>
                      <a:pt x="5670" y="21010"/>
                    </a:lnTo>
                    <a:lnTo>
                      <a:pt x="5613" y="21326"/>
                    </a:lnTo>
                    <a:lnTo>
                      <a:pt x="5497" y="21643"/>
                    </a:lnTo>
                    <a:lnTo>
                      <a:pt x="5354" y="21959"/>
                    </a:lnTo>
                    <a:lnTo>
                      <a:pt x="375" y="30622"/>
                    </a:lnTo>
                    <a:lnTo>
                      <a:pt x="202" y="30996"/>
                    </a:lnTo>
                    <a:lnTo>
                      <a:pt x="58" y="31399"/>
                    </a:lnTo>
                    <a:lnTo>
                      <a:pt x="1" y="31802"/>
                    </a:lnTo>
                    <a:lnTo>
                      <a:pt x="1" y="32176"/>
                    </a:lnTo>
                    <a:lnTo>
                      <a:pt x="58" y="32550"/>
                    </a:lnTo>
                    <a:lnTo>
                      <a:pt x="144" y="32924"/>
                    </a:lnTo>
                    <a:lnTo>
                      <a:pt x="288" y="33269"/>
                    </a:lnTo>
                    <a:lnTo>
                      <a:pt x="490" y="33615"/>
                    </a:lnTo>
                    <a:lnTo>
                      <a:pt x="720" y="33903"/>
                    </a:lnTo>
                    <a:lnTo>
                      <a:pt x="979" y="34162"/>
                    </a:lnTo>
                    <a:lnTo>
                      <a:pt x="1296" y="34392"/>
                    </a:lnTo>
                    <a:lnTo>
                      <a:pt x="1612" y="34593"/>
                    </a:lnTo>
                    <a:lnTo>
                      <a:pt x="1986" y="34737"/>
                    </a:lnTo>
                    <a:lnTo>
                      <a:pt x="2361" y="34824"/>
                    </a:lnTo>
                    <a:lnTo>
                      <a:pt x="2792" y="34852"/>
                    </a:lnTo>
                    <a:lnTo>
                      <a:pt x="3195" y="34824"/>
                    </a:lnTo>
                    <a:lnTo>
                      <a:pt x="13095" y="33500"/>
                    </a:lnTo>
                    <a:lnTo>
                      <a:pt x="13786" y="33500"/>
                    </a:lnTo>
                    <a:lnTo>
                      <a:pt x="14131" y="33557"/>
                    </a:lnTo>
                    <a:lnTo>
                      <a:pt x="14448" y="33672"/>
                    </a:lnTo>
                    <a:lnTo>
                      <a:pt x="14764" y="33788"/>
                    </a:lnTo>
                    <a:lnTo>
                      <a:pt x="15052" y="33960"/>
                    </a:lnTo>
                    <a:lnTo>
                      <a:pt x="15311" y="34162"/>
                    </a:lnTo>
                    <a:lnTo>
                      <a:pt x="15570" y="34421"/>
                    </a:lnTo>
                    <a:lnTo>
                      <a:pt x="22276" y="41817"/>
                    </a:lnTo>
                    <a:lnTo>
                      <a:pt x="22564" y="42105"/>
                    </a:lnTo>
                    <a:lnTo>
                      <a:pt x="22909" y="42335"/>
                    </a:lnTo>
                    <a:lnTo>
                      <a:pt x="23254" y="42536"/>
                    </a:lnTo>
                    <a:lnTo>
                      <a:pt x="23628" y="42652"/>
                    </a:lnTo>
                    <a:lnTo>
                      <a:pt x="24003" y="42738"/>
                    </a:lnTo>
                    <a:lnTo>
                      <a:pt x="24405" y="42738"/>
                    </a:lnTo>
                    <a:lnTo>
                      <a:pt x="24780" y="42709"/>
                    </a:lnTo>
                    <a:lnTo>
                      <a:pt x="25154" y="42623"/>
                    </a:lnTo>
                    <a:lnTo>
                      <a:pt x="25499" y="42508"/>
                    </a:lnTo>
                    <a:lnTo>
                      <a:pt x="25844" y="42335"/>
                    </a:lnTo>
                    <a:lnTo>
                      <a:pt x="26161" y="42105"/>
                    </a:lnTo>
                    <a:lnTo>
                      <a:pt x="26420" y="41846"/>
                    </a:lnTo>
                    <a:lnTo>
                      <a:pt x="26679" y="41558"/>
                    </a:lnTo>
                    <a:lnTo>
                      <a:pt x="26880" y="41213"/>
                    </a:lnTo>
                    <a:lnTo>
                      <a:pt x="27053" y="40838"/>
                    </a:lnTo>
                    <a:lnTo>
                      <a:pt x="27140" y="40436"/>
                    </a:lnTo>
                    <a:lnTo>
                      <a:pt x="28953" y="30622"/>
                    </a:lnTo>
                    <a:lnTo>
                      <a:pt x="29039" y="30276"/>
                    </a:lnTo>
                    <a:lnTo>
                      <a:pt x="29154" y="29960"/>
                    </a:lnTo>
                    <a:lnTo>
                      <a:pt x="29327" y="29643"/>
                    </a:lnTo>
                    <a:lnTo>
                      <a:pt x="29499" y="29384"/>
                    </a:lnTo>
                    <a:lnTo>
                      <a:pt x="29730" y="29125"/>
                    </a:lnTo>
                    <a:lnTo>
                      <a:pt x="29989" y="28895"/>
                    </a:lnTo>
                    <a:lnTo>
                      <a:pt x="30276" y="28694"/>
                    </a:lnTo>
                    <a:lnTo>
                      <a:pt x="30564" y="28550"/>
                    </a:lnTo>
                    <a:lnTo>
                      <a:pt x="39687" y="24463"/>
                    </a:lnTo>
                    <a:lnTo>
                      <a:pt x="40061" y="24262"/>
                    </a:lnTo>
                    <a:lnTo>
                      <a:pt x="40378" y="24003"/>
                    </a:lnTo>
                    <a:lnTo>
                      <a:pt x="40666" y="23715"/>
                    </a:lnTo>
                    <a:lnTo>
                      <a:pt x="40896" y="23427"/>
                    </a:lnTo>
                    <a:lnTo>
                      <a:pt x="41097" y="23082"/>
                    </a:lnTo>
                    <a:lnTo>
                      <a:pt x="41213" y="22708"/>
                    </a:lnTo>
                    <a:lnTo>
                      <a:pt x="41299" y="22362"/>
                    </a:lnTo>
                    <a:lnTo>
                      <a:pt x="41357" y="21988"/>
                    </a:lnTo>
                    <a:lnTo>
                      <a:pt x="41328" y="21585"/>
                    </a:lnTo>
                    <a:lnTo>
                      <a:pt x="41270" y="21211"/>
                    </a:lnTo>
                    <a:lnTo>
                      <a:pt x="41155" y="20866"/>
                    </a:lnTo>
                    <a:lnTo>
                      <a:pt x="41011" y="20520"/>
                    </a:lnTo>
                    <a:lnTo>
                      <a:pt x="40810" y="20175"/>
                    </a:lnTo>
                    <a:lnTo>
                      <a:pt x="40551" y="19887"/>
                    </a:lnTo>
                    <a:lnTo>
                      <a:pt x="40234" y="19599"/>
                    </a:lnTo>
                    <a:lnTo>
                      <a:pt x="39860" y="19369"/>
                    </a:lnTo>
                    <a:lnTo>
                      <a:pt x="31082" y="14649"/>
                    </a:lnTo>
                    <a:lnTo>
                      <a:pt x="30794" y="14448"/>
                    </a:lnTo>
                    <a:lnTo>
                      <a:pt x="30535" y="14246"/>
                    </a:lnTo>
                    <a:lnTo>
                      <a:pt x="30276" y="13987"/>
                    </a:lnTo>
                    <a:lnTo>
                      <a:pt x="30075" y="13728"/>
                    </a:lnTo>
                    <a:lnTo>
                      <a:pt x="29902" y="13441"/>
                    </a:lnTo>
                    <a:lnTo>
                      <a:pt x="29787" y="13124"/>
                    </a:lnTo>
                    <a:lnTo>
                      <a:pt x="29672" y="12779"/>
                    </a:lnTo>
                    <a:lnTo>
                      <a:pt x="29615" y="12462"/>
                    </a:lnTo>
                    <a:lnTo>
                      <a:pt x="28550" y="2533"/>
                    </a:lnTo>
                    <a:lnTo>
                      <a:pt x="28463" y="2102"/>
                    </a:lnTo>
                    <a:lnTo>
                      <a:pt x="28348" y="1727"/>
                    </a:lnTo>
                    <a:lnTo>
                      <a:pt x="28176" y="1353"/>
                    </a:lnTo>
                    <a:lnTo>
                      <a:pt x="27945" y="1037"/>
                    </a:lnTo>
                    <a:lnTo>
                      <a:pt x="27686" y="778"/>
                    </a:lnTo>
                    <a:lnTo>
                      <a:pt x="27370" y="519"/>
                    </a:lnTo>
                    <a:lnTo>
                      <a:pt x="27053" y="317"/>
                    </a:lnTo>
                    <a:lnTo>
                      <a:pt x="26708" y="173"/>
                    </a:lnTo>
                    <a:lnTo>
                      <a:pt x="26334" y="58"/>
                    </a:lnTo>
                    <a:lnTo>
                      <a:pt x="259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51"/>
              <p:cNvSpPr/>
              <p:nvPr/>
            </p:nvSpPr>
            <p:spPr>
              <a:xfrm>
                <a:off x="3793975" y="6741400"/>
                <a:ext cx="379925" cy="169825"/>
              </a:xfrm>
              <a:custGeom>
                <a:rect b="b" l="l" r="r" t="t"/>
                <a:pathLst>
                  <a:path extrusionOk="0" h="6793" w="15197">
                    <a:moveTo>
                      <a:pt x="375" y="0"/>
                    </a:moveTo>
                    <a:lnTo>
                      <a:pt x="231" y="29"/>
                    </a:lnTo>
                    <a:lnTo>
                      <a:pt x="116" y="115"/>
                    </a:lnTo>
                    <a:lnTo>
                      <a:pt x="30" y="231"/>
                    </a:lnTo>
                    <a:lnTo>
                      <a:pt x="1" y="375"/>
                    </a:lnTo>
                    <a:lnTo>
                      <a:pt x="30" y="518"/>
                    </a:lnTo>
                    <a:lnTo>
                      <a:pt x="174" y="864"/>
                    </a:lnTo>
                    <a:lnTo>
                      <a:pt x="519" y="1497"/>
                    </a:lnTo>
                    <a:lnTo>
                      <a:pt x="749" y="1871"/>
                    </a:lnTo>
                    <a:lnTo>
                      <a:pt x="1037" y="2303"/>
                    </a:lnTo>
                    <a:lnTo>
                      <a:pt x="1354" y="2763"/>
                    </a:lnTo>
                    <a:lnTo>
                      <a:pt x="1756" y="3252"/>
                    </a:lnTo>
                    <a:lnTo>
                      <a:pt x="2188" y="3713"/>
                    </a:lnTo>
                    <a:lnTo>
                      <a:pt x="2677" y="4202"/>
                    </a:lnTo>
                    <a:lnTo>
                      <a:pt x="3224" y="4663"/>
                    </a:lnTo>
                    <a:lnTo>
                      <a:pt x="3857" y="5123"/>
                    </a:lnTo>
                    <a:lnTo>
                      <a:pt x="4519" y="5526"/>
                    </a:lnTo>
                    <a:lnTo>
                      <a:pt x="4865" y="5727"/>
                    </a:lnTo>
                    <a:lnTo>
                      <a:pt x="5239" y="5900"/>
                    </a:lnTo>
                    <a:lnTo>
                      <a:pt x="5642" y="6073"/>
                    </a:lnTo>
                    <a:lnTo>
                      <a:pt x="6045" y="6245"/>
                    </a:lnTo>
                    <a:lnTo>
                      <a:pt x="6476" y="6361"/>
                    </a:lnTo>
                    <a:lnTo>
                      <a:pt x="6908" y="6504"/>
                    </a:lnTo>
                    <a:lnTo>
                      <a:pt x="7512" y="6620"/>
                    </a:lnTo>
                    <a:lnTo>
                      <a:pt x="8146" y="6735"/>
                    </a:lnTo>
                    <a:lnTo>
                      <a:pt x="8721" y="6763"/>
                    </a:lnTo>
                    <a:lnTo>
                      <a:pt x="9297" y="6792"/>
                    </a:lnTo>
                    <a:lnTo>
                      <a:pt x="9815" y="6763"/>
                    </a:lnTo>
                    <a:lnTo>
                      <a:pt x="10333" y="6735"/>
                    </a:lnTo>
                    <a:lnTo>
                      <a:pt x="10822" y="6677"/>
                    </a:lnTo>
                    <a:lnTo>
                      <a:pt x="11311" y="6591"/>
                    </a:lnTo>
                    <a:lnTo>
                      <a:pt x="11743" y="6476"/>
                    </a:lnTo>
                    <a:lnTo>
                      <a:pt x="12175" y="6361"/>
                    </a:lnTo>
                    <a:lnTo>
                      <a:pt x="12980" y="6102"/>
                    </a:lnTo>
                    <a:lnTo>
                      <a:pt x="13671" y="5814"/>
                    </a:lnTo>
                    <a:lnTo>
                      <a:pt x="14247" y="5526"/>
                    </a:lnTo>
                    <a:lnTo>
                      <a:pt x="14707" y="5267"/>
                    </a:lnTo>
                    <a:lnTo>
                      <a:pt x="15024" y="5066"/>
                    </a:lnTo>
                    <a:lnTo>
                      <a:pt x="15139" y="4950"/>
                    </a:lnTo>
                    <a:lnTo>
                      <a:pt x="15196" y="4835"/>
                    </a:lnTo>
                    <a:lnTo>
                      <a:pt x="15196" y="4663"/>
                    </a:lnTo>
                    <a:lnTo>
                      <a:pt x="15139" y="4547"/>
                    </a:lnTo>
                    <a:lnTo>
                      <a:pt x="15024" y="4432"/>
                    </a:lnTo>
                    <a:lnTo>
                      <a:pt x="14880" y="4375"/>
                    </a:lnTo>
                    <a:lnTo>
                      <a:pt x="14736" y="4375"/>
                    </a:lnTo>
                    <a:lnTo>
                      <a:pt x="14592" y="4432"/>
                    </a:lnTo>
                    <a:lnTo>
                      <a:pt x="14189" y="4691"/>
                    </a:lnTo>
                    <a:lnTo>
                      <a:pt x="13614" y="5008"/>
                    </a:lnTo>
                    <a:lnTo>
                      <a:pt x="13239" y="5181"/>
                    </a:lnTo>
                    <a:lnTo>
                      <a:pt x="12865" y="5353"/>
                    </a:lnTo>
                    <a:lnTo>
                      <a:pt x="12405" y="5497"/>
                    </a:lnTo>
                    <a:lnTo>
                      <a:pt x="11944" y="5641"/>
                    </a:lnTo>
                    <a:lnTo>
                      <a:pt x="11426" y="5785"/>
                    </a:lnTo>
                    <a:lnTo>
                      <a:pt x="10880" y="5900"/>
                    </a:lnTo>
                    <a:lnTo>
                      <a:pt x="10333" y="5986"/>
                    </a:lnTo>
                    <a:lnTo>
                      <a:pt x="9728" y="6015"/>
                    </a:lnTo>
                    <a:lnTo>
                      <a:pt x="9095" y="6044"/>
                    </a:lnTo>
                    <a:lnTo>
                      <a:pt x="8462" y="5986"/>
                    </a:lnTo>
                    <a:lnTo>
                      <a:pt x="7771" y="5900"/>
                    </a:lnTo>
                    <a:lnTo>
                      <a:pt x="7081" y="5756"/>
                    </a:lnTo>
                    <a:lnTo>
                      <a:pt x="6678" y="5641"/>
                    </a:lnTo>
                    <a:lnTo>
                      <a:pt x="6304" y="5526"/>
                    </a:lnTo>
                    <a:lnTo>
                      <a:pt x="5929" y="5382"/>
                    </a:lnTo>
                    <a:lnTo>
                      <a:pt x="5555" y="5209"/>
                    </a:lnTo>
                    <a:lnTo>
                      <a:pt x="4865" y="4864"/>
                    </a:lnTo>
                    <a:lnTo>
                      <a:pt x="4260" y="4490"/>
                    </a:lnTo>
                    <a:lnTo>
                      <a:pt x="3685" y="4058"/>
                    </a:lnTo>
                    <a:lnTo>
                      <a:pt x="3195" y="3627"/>
                    </a:lnTo>
                    <a:lnTo>
                      <a:pt x="2735" y="3195"/>
                    </a:lnTo>
                    <a:lnTo>
                      <a:pt x="2332" y="2734"/>
                    </a:lnTo>
                    <a:lnTo>
                      <a:pt x="1958" y="2303"/>
                    </a:lnTo>
                    <a:lnTo>
                      <a:pt x="1670" y="1871"/>
                    </a:lnTo>
                    <a:lnTo>
                      <a:pt x="1382" y="1497"/>
                    </a:lnTo>
                    <a:lnTo>
                      <a:pt x="1181" y="1123"/>
                    </a:lnTo>
                    <a:lnTo>
                      <a:pt x="864" y="547"/>
                    </a:lnTo>
                    <a:lnTo>
                      <a:pt x="720" y="231"/>
                    </a:lnTo>
                    <a:lnTo>
                      <a:pt x="634" y="115"/>
                    </a:lnTo>
                    <a:lnTo>
                      <a:pt x="519" y="29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51"/>
              <p:cNvSpPr/>
              <p:nvPr/>
            </p:nvSpPr>
            <p:spPr>
              <a:xfrm>
                <a:off x="3870975" y="6541375"/>
                <a:ext cx="63325" cy="106525"/>
              </a:xfrm>
              <a:custGeom>
                <a:rect b="b" l="l" r="r" t="t"/>
                <a:pathLst>
                  <a:path extrusionOk="0" h="4261" w="2533">
                    <a:moveTo>
                      <a:pt x="1813" y="1"/>
                    </a:moveTo>
                    <a:lnTo>
                      <a:pt x="1698" y="30"/>
                    </a:lnTo>
                    <a:lnTo>
                      <a:pt x="1583" y="58"/>
                    </a:lnTo>
                    <a:lnTo>
                      <a:pt x="1324" y="202"/>
                    </a:lnTo>
                    <a:lnTo>
                      <a:pt x="1094" y="404"/>
                    </a:lnTo>
                    <a:lnTo>
                      <a:pt x="864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29" y="2591"/>
                    </a:lnTo>
                    <a:lnTo>
                      <a:pt x="0" y="2994"/>
                    </a:lnTo>
                    <a:lnTo>
                      <a:pt x="0" y="3339"/>
                    </a:lnTo>
                    <a:lnTo>
                      <a:pt x="58" y="3656"/>
                    </a:lnTo>
                    <a:lnTo>
                      <a:pt x="173" y="3915"/>
                    </a:lnTo>
                    <a:lnTo>
                      <a:pt x="231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490" y="4231"/>
                    </a:lnTo>
                    <a:lnTo>
                      <a:pt x="605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50" y="4203"/>
                    </a:lnTo>
                    <a:lnTo>
                      <a:pt x="1209" y="4087"/>
                    </a:lnTo>
                    <a:lnTo>
                      <a:pt x="1439" y="3886"/>
                    </a:lnTo>
                    <a:lnTo>
                      <a:pt x="1670" y="3598"/>
                    </a:lnTo>
                    <a:lnTo>
                      <a:pt x="1900" y="3282"/>
                    </a:lnTo>
                    <a:lnTo>
                      <a:pt x="2101" y="2907"/>
                    </a:lnTo>
                    <a:lnTo>
                      <a:pt x="2274" y="2505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33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60" y="346"/>
                    </a:lnTo>
                    <a:lnTo>
                      <a:pt x="2303" y="231"/>
                    </a:lnTo>
                    <a:lnTo>
                      <a:pt x="2216" y="145"/>
                    </a:lnTo>
                    <a:lnTo>
                      <a:pt x="2130" y="87"/>
                    </a:lnTo>
                    <a:lnTo>
                      <a:pt x="2044" y="30"/>
                    </a:lnTo>
                    <a:lnTo>
                      <a:pt x="19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51"/>
              <p:cNvSpPr/>
              <p:nvPr/>
            </p:nvSpPr>
            <p:spPr>
              <a:xfrm>
                <a:off x="4103375" y="6623400"/>
                <a:ext cx="64050" cy="106500"/>
              </a:xfrm>
              <a:custGeom>
                <a:rect b="b" l="l" r="r" t="t"/>
                <a:pathLst>
                  <a:path extrusionOk="0" h="4260" w="2562">
                    <a:moveTo>
                      <a:pt x="1813" y="1"/>
                    </a:moveTo>
                    <a:lnTo>
                      <a:pt x="1698" y="29"/>
                    </a:lnTo>
                    <a:lnTo>
                      <a:pt x="1583" y="58"/>
                    </a:lnTo>
                    <a:lnTo>
                      <a:pt x="1353" y="173"/>
                    </a:lnTo>
                    <a:lnTo>
                      <a:pt x="1094" y="375"/>
                    </a:lnTo>
                    <a:lnTo>
                      <a:pt x="863" y="663"/>
                    </a:lnTo>
                    <a:lnTo>
                      <a:pt x="633" y="979"/>
                    </a:lnTo>
                    <a:lnTo>
                      <a:pt x="432" y="1353"/>
                    </a:lnTo>
                    <a:lnTo>
                      <a:pt x="259" y="1756"/>
                    </a:lnTo>
                    <a:lnTo>
                      <a:pt x="115" y="2188"/>
                    </a:lnTo>
                    <a:lnTo>
                      <a:pt x="58" y="2591"/>
                    </a:lnTo>
                    <a:lnTo>
                      <a:pt x="0" y="2994"/>
                    </a:lnTo>
                    <a:lnTo>
                      <a:pt x="29" y="3339"/>
                    </a:lnTo>
                    <a:lnTo>
                      <a:pt x="86" y="3656"/>
                    </a:lnTo>
                    <a:lnTo>
                      <a:pt x="173" y="3915"/>
                    </a:lnTo>
                    <a:lnTo>
                      <a:pt x="230" y="4030"/>
                    </a:lnTo>
                    <a:lnTo>
                      <a:pt x="317" y="4116"/>
                    </a:lnTo>
                    <a:lnTo>
                      <a:pt x="403" y="4174"/>
                    </a:lnTo>
                    <a:lnTo>
                      <a:pt x="518" y="4231"/>
                    </a:lnTo>
                    <a:lnTo>
                      <a:pt x="633" y="4260"/>
                    </a:lnTo>
                    <a:lnTo>
                      <a:pt x="720" y="4260"/>
                    </a:lnTo>
                    <a:lnTo>
                      <a:pt x="835" y="4231"/>
                    </a:lnTo>
                    <a:lnTo>
                      <a:pt x="979" y="4202"/>
                    </a:lnTo>
                    <a:lnTo>
                      <a:pt x="1209" y="4058"/>
                    </a:lnTo>
                    <a:lnTo>
                      <a:pt x="1468" y="3857"/>
                    </a:lnTo>
                    <a:lnTo>
                      <a:pt x="1698" y="3598"/>
                    </a:lnTo>
                    <a:lnTo>
                      <a:pt x="1928" y="3281"/>
                    </a:lnTo>
                    <a:lnTo>
                      <a:pt x="2130" y="2907"/>
                    </a:lnTo>
                    <a:lnTo>
                      <a:pt x="2302" y="2504"/>
                    </a:lnTo>
                    <a:lnTo>
                      <a:pt x="2418" y="2073"/>
                    </a:lnTo>
                    <a:lnTo>
                      <a:pt x="2504" y="1670"/>
                    </a:lnTo>
                    <a:lnTo>
                      <a:pt x="2561" y="1267"/>
                    </a:lnTo>
                    <a:lnTo>
                      <a:pt x="2533" y="922"/>
                    </a:lnTo>
                    <a:lnTo>
                      <a:pt x="2475" y="605"/>
                    </a:lnTo>
                    <a:lnTo>
                      <a:pt x="2389" y="346"/>
                    </a:lnTo>
                    <a:lnTo>
                      <a:pt x="2302" y="231"/>
                    </a:lnTo>
                    <a:lnTo>
                      <a:pt x="2245" y="144"/>
                    </a:lnTo>
                    <a:lnTo>
                      <a:pt x="2159" y="87"/>
                    </a:lnTo>
                    <a:lnTo>
                      <a:pt x="2043" y="29"/>
                    </a:lnTo>
                    <a:lnTo>
                      <a:pt x="19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52"/>
          <p:cNvSpPr txBox="1"/>
          <p:nvPr>
            <p:ph type="title"/>
          </p:nvPr>
        </p:nvSpPr>
        <p:spPr>
          <a:xfrm>
            <a:off x="717750" y="828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Skewness for 10 Features</a:t>
            </a:r>
            <a:endParaRPr/>
          </a:p>
        </p:txBody>
      </p:sp>
      <p:pic>
        <p:nvPicPr>
          <p:cNvPr id="2009" name="Google Shape;2009;p52" title="Screenshot 2026-03-03 at 5.48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250" y="655500"/>
            <a:ext cx="2859022" cy="41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53"/>
          <p:cNvSpPr txBox="1"/>
          <p:nvPr>
            <p:ph type="title"/>
          </p:nvPr>
        </p:nvSpPr>
        <p:spPr>
          <a:xfrm>
            <a:off x="717750" y="828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UMAP Parameter Grid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5" name="Google Shape;201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713" y="655500"/>
            <a:ext cx="4104584" cy="41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54"/>
          <p:cNvSpPr txBox="1"/>
          <p:nvPr>
            <p:ph type="title"/>
          </p:nvPr>
        </p:nvSpPr>
        <p:spPr>
          <a:xfrm>
            <a:off x="717750" y="828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best nn, min_d, k</a:t>
            </a:r>
            <a:endParaRPr/>
          </a:p>
        </p:txBody>
      </p:sp>
      <p:pic>
        <p:nvPicPr>
          <p:cNvPr id="2021" name="Google Shape;2021;p54" title="Screenshot 2026-03-03 at 5.49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75" y="1638375"/>
            <a:ext cx="4802301" cy="23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2" name="Google Shape;2022;p54" title="Screenshot 2026-03-03 at 5.50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6951" y="1219825"/>
            <a:ext cx="2752174" cy="31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55"/>
          <p:cNvSpPr txBox="1"/>
          <p:nvPr>
            <p:ph type="title"/>
          </p:nvPr>
        </p:nvSpPr>
        <p:spPr>
          <a:xfrm>
            <a:off x="717750" y="828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Stability Across Seed</a:t>
            </a:r>
            <a:endParaRPr/>
          </a:p>
        </p:txBody>
      </p:sp>
      <p:pic>
        <p:nvPicPr>
          <p:cNvPr id="2028" name="Google Shape;2028;p55" title="Screenshot 2026-03-03 at 5.57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500" y="880300"/>
            <a:ext cx="3597101" cy="355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56"/>
          <p:cNvSpPr txBox="1"/>
          <p:nvPr>
            <p:ph type="title"/>
          </p:nvPr>
        </p:nvSpPr>
        <p:spPr>
          <a:xfrm>
            <a:off x="717750" y="828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Profiles (Original Units)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4" name="Google Shape;2034;p56" title="Screenshot 2026-03-03 at 5.58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452" y="709075"/>
            <a:ext cx="7203101" cy="37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57"/>
          <p:cNvSpPr txBox="1"/>
          <p:nvPr>
            <p:ph type="title"/>
          </p:nvPr>
        </p:nvSpPr>
        <p:spPr>
          <a:xfrm>
            <a:off x="717750" y="82800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Profiles (Heatmap)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0" name="Google Shape;2040;p57" title="Screenshot 2026-03-03 at 5.58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550" y="813337"/>
            <a:ext cx="7232899" cy="351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ducational Toys for Kids by Slidesgo">
  <a:themeElements>
    <a:clrScheme name="Simple Light">
      <a:dk1>
        <a:srgbClr val="230603"/>
      </a:dk1>
      <a:lt1>
        <a:srgbClr val="FFF2EE"/>
      </a:lt1>
      <a:dk2>
        <a:srgbClr val="6793DB"/>
      </a:dk2>
      <a:lt2>
        <a:srgbClr val="56C7C5"/>
      </a:lt2>
      <a:accent1>
        <a:srgbClr val="91D4EB"/>
      </a:accent1>
      <a:accent2>
        <a:srgbClr val="E46368"/>
      </a:accent2>
      <a:accent3>
        <a:srgbClr val="F78B3E"/>
      </a:accent3>
      <a:accent4>
        <a:srgbClr val="F1C232"/>
      </a:accent4>
      <a:accent5>
        <a:srgbClr val="FFE8E2"/>
      </a:accent5>
      <a:accent6>
        <a:srgbClr val="FFFFFF"/>
      </a:accent6>
      <a:hlink>
        <a:srgbClr val="23060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